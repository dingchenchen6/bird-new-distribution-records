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pdf" ContentType="application/pd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

<Relationships  xmlns="http://schemas.openxmlformats.org/package/2006/relationships">
<Relationship Id="rId3" Type="http://schemas.openxmlformats.org/package/2006/relationships/metadata/core-properties" Target="docProps/core.xml"/>
<Relationship Id="rId4" Type="http://schemas.openxmlformats.org/officeDocument/2006/relationships/extended-properties" Target="docProps/app.xml"/>
<Relationship Id="rId1" Type="http://schemas.openxmlformats.org/officeDocument/2006/relationships/officeDocument" Target="ppt/presentation.xml"/>
<Relationship Id="rId2" Type="http://schemas.openxmlformats.org/package/2006/relationships/metadata/thumbnail" Target="docProps/thumbnail.jpeg"/>
</Relationships>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

<Relationships  xmlns="http://schemas.openxmlformats.org/package/2006/relationships">
<Relationship Id="rId3" Type="http://schemas.openxmlformats.org/officeDocument/2006/relationships/tags" Target="tags/tag1.xml"/>
<Relationship Id="rId4" Type="http://schemas.openxmlformats.org/officeDocument/2006/relationships/presProps" Target="presProps.xml"/>
<Relationship Id="rId5" Type="http://schemas.openxmlformats.org/officeDocument/2006/relationships/viewProps" Target="viewProps.xml"/>
<Relationship Id="rId6" Type="http://schemas.openxmlformats.org/officeDocument/2006/relationships/theme" Target="theme/theme1.xml"/>
<Relationship Id="rId7" Type="http://schemas.openxmlformats.org/officeDocument/2006/relationships/tableStyles" Target="tableStyles.xml"/>
<Relationship Id="rId1" Type="http://schemas.openxmlformats.org/officeDocument/2006/relationships/slideMaster" Target="slideMasters/slideMaster1.xml"/>
<Relationship Id="rId2" Type="http://schemas.openxmlformats.org/officeDocument/2006/relationships/printerSettings" Target="printerSettings/printerSettings1.bin"/>
<Relationship Id="rId8" Type="http://schemas.openxmlformats.org/officeDocument/2006/relationships/slide" Target="slides/slide1.xml"/>
</Relationships>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

<Relationships  xmlns="http://schemas.openxmlformats.org/package/2006/relationships">
<Relationship Id="rId1" Type="http://schemas.openxmlformats.org/officeDocument/2006/relationships/slideLayout" Target="../slideLayouts/slideLayout7.xml"/>
</Relationships>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 rot="0">
            <a:off x="0" y="0"/>
            <a:ext cx="9144000" cy="6858000"/>
            <a:chOff x="0" y="0"/>
            <a:chExt cx="9144000" cy="6858000"/>
          </a:xfrm>
        </p:grpSpPr>
        <p:sp>
          <p:nvSpPr>
            <p:cNvPr id="3" name="rc3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rc4"/>
            <p:cNvSpPr/>
            <p:nvPr/>
          </p:nvSpPr>
          <p:spPr>
            <a:xfrm>
              <a:off x="0" y="0"/>
              <a:ext cx="9144000" cy="68580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13550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rc5"/>
            <p:cNvSpPr/>
            <p:nvPr/>
          </p:nvSpPr>
          <p:spPr>
            <a:xfrm>
              <a:off x="69589" y="69589"/>
              <a:ext cx="9004821" cy="855182"/>
            </a:xfrm>
            <a:prstGeom prst="rect">
              <a:avLst/>
            </a:prstGeom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69589" y="924771"/>
              <a:ext cx="9004821" cy="5863639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397549" y="69589"/>
              <a:ext cx="8638904" cy="855182"/>
            </a:xfrm>
            <a:prstGeom prst="rect">
              <a:avLst/>
            </a:prstGeom>
            <a:solidFill>
              <a:srgbClr val="D9D9D9">
                <a:alpha val="100000"/>
              </a:srgbClr>
            </a:solidFill>
            <a:ln w="13550" cap="flat">
              <a:solidFill>
                <a:srgbClr val="6B6B6B">
                  <a:alpha val="100000"/>
                </a:srgbClr>
              </a:solidFill>
              <a:prstDash val="solid"/>
              <a:miter/>
            </a:ln>
          </p:spPr>
          <p:txBody>
            <a:bodyPr/>
            <a:lstStyle/>
            <a:p/>
          </p:txBody>
        </p:sp>
        <p:sp>
          <p:nvSpPr>
            <p:cNvPr id="8" name="tx8"/>
            <p:cNvSpPr/>
            <p:nvPr/>
          </p:nvSpPr>
          <p:spPr>
            <a:xfrm>
              <a:off x="4173614" y="411746"/>
              <a:ext cx="1086772" cy="13874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166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166" b="1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Accipitriformes</a:t>
              </a:r>
            </a:p>
          </p:txBody>
        </p:sp>
        <p:sp>
          <p:nvSpPr>
            <p:cNvPr id="9" name="rc9"/>
            <p:cNvSpPr/>
            <p:nvPr/>
          </p:nvSpPr>
          <p:spPr>
            <a:xfrm>
              <a:off x="1866392" y="962729"/>
              <a:ext cx="5701216" cy="5701216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pl10"/>
            <p:cNvSpPr/>
            <p:nvPr/>
          </p:nvSpPr>
          <p:spPr>
            <a:xfrm>
              <a:off x="4717001" y="1247789"/>
              <a:ext cx="0" cy="2565547"/>
            </a:xfrm>
            <a:custGeom>
              <a:avLst/>
              <a:pathLst>
                <a:path w="0" h="2565547">
                  <a:moveTo>
                    <a:pt x="0" y="2565547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1" name="pl11"/>
            <p:cNvSpPr/>
            <p:nvPr/>
          </p:nvSpPr>
          <p:spPr>
            <a:xfrm>
              <a:off x="4717001" y="1999221"/>
              <a:ext cx="1814115" cy="1814115"/>
            </a:xfrm>
            <a:custGeom>
              <a:avLst/>
              <a:pathLst>
                <a:path w="1814115" h="1814115">
                  <a:moveTo>
                    <a:pt x="0" y="1814115"/>
                  </a:moveTo>
                  <a:lnTo>
                    <a:pt x="1814115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2" name="pl12"/>
            <p:cNvSpPr/>
            <p:nvPr/>
          </p:nvSpPr>
          <p:spPr>
            <a:xfrm>
              <a:off x="4717001" y="3813337"/>
              <a:ext cx="2565547" cy="0"/>
            </a:xfrm>
            <a:custGeom>
              <a:avLst/>
              <a:pathLst>
                <a:path w="2565547" h="0">
                  <a:moveTo>
                    <a:pt x="0" y="0"/>
                  </a:moveTo>
                  <a:lnTo>
                    <a:pt x="2565547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3" name="pl13"/>
            <p:cNvSpPr/>
            <p:nvPr/>
          </p:nvSpPr>
          <p:spPr>
            <a:xfrm>
              <a:off x="4717001" y="3813337"/>
              <a:ext cx="1814115" cy="1814115"/>
            </a:xfrm>
            <a:custGeom>
              <a:avLst/>
              <a:pathLst>
                <a:path w="1814115" h="1814115">
                  <a:moveTo>
                    <a:pt x="0" y="0"/>
                  </a:moveTo>
                  <a:lnTo>
                    <a:pt x="1814115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4" name="pl14"/>
            <p:cNvSpPr/>
            <p:nvPr/>
          </p:nvSpPr>
          <p:spPr>
            <a:xfrm>
              <a:off x="4717001" y="3813337"/>
              <a:ext cx="0" cy="2565547"/>
            </a:xfrm>
            <a:custGeom>
              <a:avLst/>
              <a:pathLst>
                <a:path w="0" h="2565547">
                  <a:moveTo>
                    <a:pt x="0" y="0"/>
                  </a:moveTo>
                  <a:lnTo>
                    <a:pt x="0" y="2565547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5" name="pl15"/>
            <p:cNvSpPr/>
            <p:nvPr/>
          </p:nvSpPr>
          <p:spPr>
            <a:xfrm>
              <a:off x="2902885" y="3813337"/>
              <a:ext cx="1814115" cy="1814115"/>
            </a:xfrm>
            <a:custGeom>
              <a:avLst/>
              <a:pathLst>
                <a:path w="1814115" h="1814115">
                  <a:moveTo>
                    <a:pt x="1814115" y="0"/>
                  </a:moveTo>
                  <a:lnTo>
                    <a:pt x="0" y="1814115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2151453" y="3813337"/>
              <a:ext cx="2565547" cy="0"/>
            </a:xfrm>
            <a:custGeom>
              <a:avLst/>
              <a:pathLst>
                <a:path w="2565547" h="0">
                  <a:moveTo>
                    <a:pt x="2565547" y="0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7" name="pl17"/>
            <p:cNvSpPr/>
            <p:nvPr/>
          </p:nvSpPr>
          <p:spPr>
            <a:xfrm>
              <a:off x="2902885" y="1999221"/>
              <a:ext cx="1814115" cy="1814115"/>
            </a:xfrm>
            <a:custGeom>
              <a:avLst/>
              <a:pathLst>
                <a:path w="1814115" h="1814115">
                  <a:moveTo>
                    <a:pt x="1814115" y="1814115"/>
                  </a:moveTo>
                  <a:lnTo>
                    <a:pt x="0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8" name="pl18"/>
            <p:cNvSpPr/>
            <p:nvPr/>
          </p:nvSpPr>
          <p:spPr>
            <a:xfrm>
              <a:off x="3576901" y="2673094"/>
              <a:ext cx="2280199" cy="2279912"/>
            </a:xfrm>
            <a:custGeom>
              <a:avLst/>
              <a:pathLst>
                <a:path w="2280199" h="2279912">
                  <a:moveTo>
                    <a:pt x="1140099" y="0"/>
                  </a:moveTo>
                  <a:lnTo>
                    <a:pt x="1212418" y="2295"/>
                  </a:lnTo>
                  <a:lnTo>
                    <a:pt x="1284445" y="9173"/>
                  </a:lnTo>
                  <a:lnTo>
                    <a:pt x="1355892" y="20605"/>
                  </a:lnTo>
                  <a:lnTo>
                    <a:pt x="1426469" y="36546"/>
                  </a:lnTo>
                  <a:lnTo>
                    <a:pt x="1495893" y="56931"/>
                  </a:lnTo>
                  <a:lnTo>
                    <a:pt x="1563885" y="81677"/>
                  </a:lnTo>
                  <a:lnTo>
                    <a:pt x="1630170" y="110687"/>
                  </a:lnTo>
                  <a:lnTo>
                    <a:pt x="1694482" y="143842"/>
                  </a:lnTo>
                  <a:lnTo>
                    <a:pt x="1756561" y="181009"/>
                  </a:lnTo>
                  <a:lnTo>
                    <a:pt x="1816159" y="222039"/>
                  </a:lnTo>
                  <a:lnTo>
                    <a:pt x="1873034" y="266766"/>
                  </a:lnTo>
                  <a:lnTo>
                    <a:pt x="1926957" y="315010"/>
                  </a:lnTo>
                  <a:lnTo>
                    <a:pt x="1977713" y="366577"/>
                  </a:lnTo>
                  <a:lnTo>
                    <a:pt x="2025095" y="421259"/>
                  </a:lnTo>
                  <a:lnTo>
                    <a:pt x="2068914" y="478837"/>
                  </a:lnTo>
                  <a:lnTo>
                    <a:pt x="2108993" y="539077"/>
                  </a:lnTo>
                  <a:lnTo>
                    <a:pt x="2145171" y="601739"/>
                  </a:lnTo>
                  <a:lnTo>
                    <a:pt x="2177301" y="666569"/>
                  </a:lnTo>
                  <a:lnTo>
                    <a:pt x="2205255" y="733306"/>
                  </a:lnTo>
                  <a:lnTo>
                    <a:pt x="2228920" y="801681"/>
                  </a:lnTo>
                  <a:lnTo>
                    <a:pt x="2248201" y="871420"/>
                  </a:lnTo>
                  <a:lnTo>
                    <a:pt x="2263020" y="942242"/>
                  </a:lnTo>
                  <a:lnTo>
                    <a:pt x="2273317" y="1013860"/>
                  </a:lnTo>
                  <a:lnTo>
                    <a:pt x="2279051" y="1085988"/>
                  </a:lnTo>
                  <a:lnTo>
                    <a:pt x="2280199" y="1158334"/>
                  </a:lnTo>
                  <a:lnTo>
                    <a:pt x="2276756" y="1230607"/>
                  </a:lnTo>
                  <a:lnTo>
                    <a:pt x="2268736" y="1302516"/>
                  </a:lnTo>
                  <a:lnTo>
                    <a:pt x="2256172" y="1373772"/>
                  </a:lnTo>
                  <a:lnTo>
                    <a:pt x="2239114" y="1444088"/>
                  </a:lnTo>
                  <a:lnTo>
                    <a:pt x="2217630" y="1513180"/>
                  </a:lnTo>
                  <a:lnTo>
                    <a:pt x="2191808" y="1580770"/>
                  </a:lnTo>
                  <a:lnTo>
                    <a:pt x="2161750" y="1646587"/>
                  </a:lnTo>
                  <a:lnTo>
                    <a:pt x="2127579" y="1710364"/>
                  </a:lnTo>
                  <a:lnTo>
                    <a:pt x="2089431" y="1771846"/>
                  </a:lnTo>
                  <a:lnTo>
                    <a:pt x="2047461" y="1830785"/>
                  </a:lnTo>
                  <a:lnTo>
                    <a:pt x="2001838" y="1886943"/>
                  </a:lnTo>
                  <a:lnTo>
                    <a:pt x="1952744" y="1940095"/>
                  </a:lnTo>
                  <a:lnTo>
                    <a:pt x="1900378" y="1990026"/>
                  </a:lnTo>
                  <a:lnTo>
                    <a:pt x="1844951" y="2036535"/>
                  </a:lnTo>
                  <a:lnTo>
                    <a:pt x="1786685" y="2079434"/>
                  </a:lnTo>
                  <a:lnTo>
                    <a:pt x="1725816" y="2118553"/>
                  </a:lnTo>
                  <a:lnTo>
                    <a:pt x="1662589" y="2153731"/>
                  </a:lnTo>
                  <a:lnTo>
                    <a:pt x="1597258" y="2184829"/>
                  </a:lnTo>
                  <a:lnTo>
                    <a:pt x="1530085" y="2211721"/>
                  </a:lnTo>
                  <a:lnTo>
                    <a:pt x="1461343" y="2234298"/>
                  </a:lnTo>
                  <a:lnTo>
                    <a:pt x="1391307" y="2252470"/>
                  </a:lnTo>
                  <a:lnTo>
                    <a:pt x="1320259" y="2266163"/>
                  </a:lnTo>
                  <a:lnTo>
                    <a:pt x="1248486" y="2275323"/>
                  </a:lnTo>
                  <a:lnTo>
                    <a:pt x="1176277" y="2279912"/>
                  </a:lnTo>
                  <a:lnTo>
                    <a:pt x="1103922" y="2279912"/>
                  </a:lnTo>
                  <a:lnTo>
                    <a:pt x="1031712" y="2275323"/>
                  </a:lnTo>
                  <a:lnTo>
                    <a:pt x="959939" y="2266163"/>
                  </a:lnTo>
                  <a:lnTo>
                    <a:pt x="888892" y="2252470"/>
                  </a:lnTo>
                  <a:lnTo>
                    <a:pt x="818856" y="2234298"/>
                  </a:lnTo>
                  <a:lnTo>
                    <a:pt x="750113" y="2211721"/>
                  </a:lnTo>
                  <a:lnTo>
                    <a:pt x="682941" y="2184829"/>
                  </a:lnTo>
                  <a:lnTo>
                    <a:pt x="617610" y="2153731"/>
                  </a:lnTo>
                  <a:lnTo>
                    <a:pt x="554382" y="2118553"/>
                  </a:lnTo>
                  <a:lnTo>
                    <a:pt x="493513" y="2079434"/>
                  </a:lnTo>
                  <a:lnTo>
                    <a:pt x="435248" y="2036535"/>
                  </a:lnTo>
                  <a:lnTo>
                    <a:pt x="379820" y="1990026"/>
                  </a:lnTo>
                  <a:lnTo>
                    <a:pt x="327455" y="1940095"/>
                  </a:lnTo>
                  <a:lnTo>
                    <a:pt x="278361" y="1886943"/>
                  </a:lnTo>
                  <a:lnTo>
                    <a:pt x="232737" y="1830785"/>
                  </a:lnTo>
                  <a:lnTo>
                    <a:pt x="190767" y="1771846"/>
                  </a:lnTo>
                  <a:lnTo>
                    <a:pt x="152620" y="1710364"/>
                  </a:lnTo>
                  <a:lnTo>
                    <a:pt x="118448" y="1646587"/>
                  </a:lnTo>
                  <a:lnTo>
                    <a:pt x="88391" y="1580770"/>
                  </a:lnTo>
                  <a:lnTo>
                    <a:pt x="62568" y="1513180"/>
                  </a:lnTo>
                  <a:lnTo>
                    <a:pt x="41085" y="1444088"/>
                  </a:lnTo>
                  <a:lnTo>
                    <a:pt x="24026" y="1373772"/>
                  </a:lnTo>
                  <a:lnTo>
                    <a:pt x="11462" y="1302516"/>
                  </a:lnTo>
                  <a:lnTo>
                    <a:pt x="3442" y="1230607"/>
                  </a:lnTo>
                  <a:lnTo>
                    <a:pt x="0" y="1158334"/>
                  </a:lnTo>
                  <a:lnTo>
                    <a:pt x="1147" y="1085988"/>
                  </a:lnTo>
                  <a:lnTo>
                    <a:pt x="6882" y="1013860"/>
                  </a:lnTo>
                  <a:lnTo>
                    <a:pt x="17179" y="942242"/>
                  </a:lnTo>
                  <a:lnTo>
                    <a:pt x="31998" y="871420"/>
                  </a:lnTo>
                  <a:lnTo>
                    <a:pt x="51278" y="801681"/>
                  </a:lnTo>
                  <a:lnTo>
                    <a:pt x="74943" y="733306"/>
                  </a:lnTo>
                  <a:lnTo>
                    <a:pt x="102897" y="666569"/>
                  </a:lnTo>
                  <a:lnTo>
                    <a:pt x="135028" y="601739"/>
                  </a:lnTo>
                  <a:lnTo>
                    <a:pt x="171206" y="539077"/>
                  </a:lnTo>
                  <a:lnTo>
                    <a:pt x="211284" y="478837"/>
                  </a:lnTo>
                  <a:lnTo>
                    <a:pt x="255103" y="421259"/>
                  </a:lnTo>
                  <a:lnTo>
                    <a:pt x="302486" y="366577"/>
                  </a:lnTo>
                  <a:lnTo>
                    <a:pt x="353241" y="315010"/>
                  </a:lnTo>
                  <a:lnTo>
                    <a:pt x="407165" y="266766"/>
                  </a:lnTo>
                  <a:lnTo>
                    <a:pt x="464040" y="222039"/>
                  </a:lnTo>
                  <a:lnTo>
                    <a:pt x="523637" y="181009"/>
                  </a:lnTo>
                  <a:lnTo>
                    <a:pt x="585717" y="143842"/>
                  </a:lnTo>
                  <a:lnTo>
                    <a:pt x="650028" y="110687"/>
                  </a:lnTo>
                  <a:lnTo>
                    <a:pt x="716314" y="81677"/>
                  </a:lnTo>
                  <a:lnTo>
                    <a:pt x="784305" y="56931"/>
                  </a:lnTo>
                  <a:lnTo>
                    <a:pt x="853729" y="36546"/>
                  </a:lnTo>
                  <a:lnTo>
                    <a:pt x="924307" y="20605"/>
                  </a:lnTo>
                  <a:lnTo>
                    <a:pt x="995753" y="9173"/>
                  </a:lnTo>
                  <a:lnTo>
                    <a:pt x="1067781" y="2295"/>
                  </a:lnTo>
                  <a:lnTo>
                    <a:pt x="11400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19" name="pl19"/>
            <p:cNvSpPr/>
            <p:nvPr/>
          </p:nvSpPr>
          <p:spPr>
            <a:xfrm>
              <a:off x="2436801" y="1532850"/>
              <a:ext cx="4560399" cy="4559824"/>
            </a:xfrm>
            <a:custGeom>
              <a:avLst/>
              <a:pathLst>
                <a:path w="4560399" h="4559824">
                  <a:moveTo>
                    <a:pt x="2280199" y="0"/>
                  </a:moveTo>
                  <a:lnTo>
                    <a:pt x="2424836" y="4591"/>
                  </a:lnTo>
                  <a:lnTo>
                    <a:pt x="2568891" y="18346"/>
                  </a:lnTo>
                  <a:lnTo>
                    <a:pt x="2711784" y="41211"/>
                  </a:lnTo>
                  <a:lnTo>
                    <a:pt x="2852939" y="73092"/>
                  </a:lnTo>
                  <a:lnTo>
                    <a:pt x="2991787" y="113862"/>
                  </a:lnTo>
                  <a:lnTo>
                    <a:pt x="3127770" y="163355"/>
                  </a:lnTo>
                  <a:lnTo>
                    <a:pt x="3260341" y="221374"/>
                  </a:lnTo>
                  <a:lnTo>
                    <a:pt x="3388964" y="287684"/>
                  </a:lnTo>
                  <a:lnTo>
                    <a:pt x="3513123" y="362019"/>
                  </a:lnTo>
                  <a:lnTo>
                    <a:pt x="3632318" y="444078"/>
                  </a:lnTo>
                  <a:lnTo>
                    <a:pt x="3746068" y="533532"/>
                  </a:lnTo>
                  <a:lnTo>
                    <a:pt x="3853915" y="630020"/>
                  </a:lnTo>
                  <a:lnTo>
                    <a:pt x="3955426" y="733154"/>
                  </a:lnTo>
                  <a:lnTo>
                    <a:pt x="4050191" y="842519"/>
                  </a:lnTo>
                  <a:lnTo>
                    <a:pt x="4137829" y="957674"/>
                  </a:lnTo>
                  <a:lnTo>
                    <a:pt x="4217986" y="1078155"/>
                  </a:lnTo>
                  <a:lnTo>
                    <a:pt x="4290342" y="1203478"/>
                  </a:lnTo>
                  <a:lnTo>
                    <a:pt x="4354603" y="1333138"/>
                  </a:lnTo>
                  <a:lnTo>
                    <a:pt x="4410511" y="1466612"/>
                  </a:lnTo>
                  <a:lnTo>
                    <a:pt x="4457841" y="1603363"/>
                  </a:lnTo>
                  <a:lnTo>
                    <a:pt x="4496402" y="1742841"/>
                  </a:lnTo>
                  <a:lnTo>
                    <a:pt x="4526040" y="1884484"/>
                  </a:lnTo>
                  <a:lnTo>
                    <a:pt x="4546634" y="2027721"/>
                  </a:lnTo>
                  <a:lnTo>
                    <a:pt x="4558103" y="2171976"/>
                  </a:lnTo>
                  <a:lnTo>
                    <a:pt x="4560399" y="2316668"/>
                  </a:lnTo>
                  <a:lnTo>
                    <a:pt x="4553513" y="2461215"/>
                  </a:lnTo>
                  <a:lnTo>
                    <a:pt x="4537473" y="2605033"/>
                  </a:lnTo>
                  <a:lnTo>
                    <a:pt x="4512345" y="2747545"/>
                  </a:lnTo>
                  <a:lnTo>
                    <a:pt x="4478228" y="2888176"/>
                  </a:lnTo>
                  <a:lnTo>
                    <a:pt x="4435261" y="3026360"/>
                  </a:lnTo>
                  <a:lnTo>
                    <a:pt x="4383616" y="3161541"/>
                  </a:lnTo>
                  <a:lnTo>
                    <a:pt x="4323501" y="3293174"/>
                  </a:lnTo>
                  <a:lnTo>
                    <a:pt x="4255158" y="3420729"/>
                  </a:lnTo>
                  <a:lnTo>
                    <a:pt x="4178863" y="3543693"/>
                  </a:lnTo>
                  <a:lnTo>
                    <a:pt x="4094923" y="3661571"/>
                  </a:lnTo>
                  <a:lnTo>
                    <a:pt x="4003676" y="3773887"/>
                  </a:lnTo>
                  <a:lnTo>
                    <a:pt x="3905488" y="3880190"/>
                  </a:lnTo>
                  <a:lnTo>
                    <a:pt x="3800757" y="3980052"/>
                  </a:lnTo>
                  <a:lnTo>
                    <a:pt x="3689902" y="4073070"/>
                  </a:lnTo>
                  <a:lnTo>
                    <a:pt x="3573371" y="4158869"/>
                  </a:lnTo>
                  <a:lnTo>
                    <a:pt x="3451633" y="4237106"/>
                  </a:lnTo>
                  <a:lnTo>
                    <a:pt x="3325178" y="4307463"/>
                  </a:lnTo>
                  <a:lnTo>
                    <a:pt x="3194516" y="4369659"/>
                  </a:lnTo>
                  <a:lnTo>
                    <a:pt x="3060171" y="4423442"/>
                  </a:lnTo>
                  <a:lnTo>
                    <a:pt x="2922686" y="4468597"/>
                  </a:lnTo>
                  <a:lnTo>
                    <a:pt x="2782614" y="4504941"/>
                  </a:lnTo>
                  <a:lnTo>
                    <a:pt x="2640519" y="4532327"/>
                  </a:lnTo>
                  <a:lnTo>
                    <a:pt x="2496973" y="4550646"/>
                  </a:lnTo>
                  <a:lnTo>
                    <a:pt x="2352554" y="4559824"/>
                  </a:lnTo>
                  <a:lnTo>
                    <a:pt x="2207844" y="4559824"/>
                  </a:lnTo>
                  <a:lnTo>
                    <a:pt x="2063425" y="4550646"/>
                  </a:lnTo>
                  <a:lnTo>
                    <a:pt x="1919879" y="4532327"/>
                  </a:lnTo>
                  <a:lnTo>
                    <a:pt x="1777784" y="4504941"/>
                  </a:lnTo>
                  <a:lnTo>
                    <a:pt x="1637712" y="4468597"/>
                  </a:lnTo>
                  <a:lnTo>
                    <a:pt x="1500227" y="4423442"/>
                  </a:lnTo>
                  <a:lnTo>
                    <a:pt x="1365882" y="4369659"/>
                  </a:lnTo>
                  <a:lnTo>
                    <a:pt x="1235220" y="4307463"/>
                  </a:lnTo>
                  <a:lnTo>
                    <a:pt x="1108765" y="4237106"/>
                  </a:lnTo>
                  <a:lnTo>
                    <a:pt x="987027" y="4158869"/>
                  </a:lnTo>
                  <a:lnTo>
                    <a:pt x="870496" y="4073070"/>
                  </a:lnTo>
                  <a:lnTo>
                    <a:pt x="759641" y="3980052"/>
                  </a:lnTo>
                  <a:lnTo>
                    <a:pt x="654910" y="3880190"/>
                  </a:lnTo>
                  <a:lnTo>
                    <a:pt x="556722" y="3773887"/>
                  </a:lnTo>
                  <a:lnTo>
                    <a:pt x="465475" y="3661571"/>
                  </a:lnTo>
                  <a:lnTo>
                    <a:pt x="381535" y="3543693"/>
                  </a:lnTo>
                  <a:lnTo>
                    <a:pt x="305240" y="3420729"/>
                  </a:lnTo>
                  <a:lnTo>
                    <a:pt x="236897" y="3293174"/>
                  </a:lnTo>
                  <a:lnTo>
                    <a:pt x="176782" y="3161541"/>
                  </a:lnTo>
                  <a:lnTo>
                    <a:pt x="125137" y="3026360"/>
                  </a:lnTo>
                  <a:lnTo>
                    <a:pt x="82170" y="2888176"/>
                  </a:lnTo>
                  <a:lnTo>
                    <a:pt x="48053" y="2747545"/>
                  </a:lnTo>
                  <a:lnTo>
                    <a:pt x="22925" y="2605033"/>
                  </a:lnTo>
                  <a:lnTo>
                    <a:pt x="6885" y="2461215"/>
                  </a:lnTo>
                  <a:lnTo>
                    <a:pt x="0" y="2316668"/>
                  </a:lnTo>
                  <a:lnTo>
                    <a:pt x="2295" y="2171976"/>
                  </a:lnTo>
                  <a:lnTo>
                    <a:pt x="13764" y="2027721"/>
                  </a:lnTo>
                  <a:lnTo>
                    <a:pt x="34358" y="1884484"/>
                  </a:lnTo>
                  <a:lnTo>
                    <a:pt x="63996" y="1742841"/>
                  </a:lnTo>
                  <a:lnTo>
                    <a:pt x="102557" y="1603363"/>
                  </a:lnTo>
                  <a:lnTo>
                    <a:pt x="149887" y="1466612"/>
                  </a:lnTo>
                  <a:lnTo>
                    <a:pt x="205795" y="1333138"/>
                  </a:lnTo>
                  <a:lnTo>
                    <a:pt x="270056" y="1203478"/>
                  </a:lnTo>
                  <a:lnTo>
                    <a:pt x="342412" y="1078155"/>
                  </a:lnTo>
                  <a:lnTo>
                    <a:pt x="422569" y="957674"/>
                  </a:lnTo>
                  <a:lnTo>
                    <a:pt x="510207" y="842519"/>
                  </a:lnTo>
                  <a:lnTo>
                    <a:pt x="604972" y="733154"/>
                  </a:lnTo>
                  <a:lnTo>
                    <a:pt x="706483" y="630020"/>
                  </a:lnTo>
                  <a:lnTo>
                    <a:pt x="814331" y="533532"/>
                  </a:lnTo>
                  <a:lnTo>
                    <a:pt x="928080" y="444078"/>
                  </a:lnTo>
                  <a:lnTo>
                    <a:pt x="1047275" y="362019"/>
                  </a:lnTo>
                  <a:lnTo>
                    <a:pt x="1171434" y="287684"/>
                  </a:lnTo>
                  <a:lnTo>
                    <a:pt x="1300057" y="221374"/>
                  </a:lnTo>
                  <a:lnTo>
                    <a:pt x="1432628" y="163355"/>
                  </a:lnTo>
                  <a:lnTo>
                    <a:pt x="1568611" y="113862"/>
                  </a:lnTo>
                  <a:lnTo>
                    <a:pt x="1707459" y="73092"/>
                  </a:lnTo>
                  <a:lnTo>
                    <a:pt x="1848614" y="41211"/>
                  </a:lnTo>
                  <a:lnTo>
                    <a:pt x="1991507" y="18346"/>
                  </a:lnTo>
                  <a:lnTo>
                    <a:pt x="2135562" y="4591"/>
                  </a:lnTo>
                  <a:lnTo>
                    <a:pt x="2280199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0" name="pl20"/>
            <p:cNvSpPr/>
            <p:nvPr/>
          </p:nvSpPr>
          <p:spPr>
            <a:xfrm>
              <a:off x="2151776" y="1247789"/>
              <a:ext cx="5130448" cy="5129803"/>
            </a:xfrm>
            <a:custGeom>
              <a:avLst/>
              <a:pathLst>
                <a:path w="5130448" h="5129803">
                  <a:moveTo>
                    <a:pt x="2565224" y="0"/>
                  </a:moveTo>
                  <a:lnTo>
                    <a:pt x="2727941" y="5165"/>
                  </a:lnTo>
                  <a:lnTo>
                    <a:pt x="2890003" y="20640"/>
                  </a:lnTo>
                  <a:lnTo>
                    <a:pt x="3050757" y="46362"/>
                  </a:lnTo>
                  <a:lnTo>
                    <a:pt x="3209556" y="82229"/>
                  </a:lnTo>
                  <a:lnTo>
                    <a:pt x="3365761" y="128094"/>
                  </a:lnTo>
                  <a:lnTo>
                    <a:pt x="3518742" y="183775"/>
                  </a:lnTo>
                  <a:lnTo>
                    <a:pt x="3667883" y="249046"/>
                  </a:lnTo>
                  <a:lnTo>
                    <a:pt x="3812585" y="323645"/>
                  </a:lnTo>
                  <a:lnTo>
                    <a:pt x="3952264" y="407271"/>
                  </a:lnTo>
                  <a:lnTo>
                    <a:pt x="4086357" y="499588"/>
                  </a:lnTo>
                  <a:lnTo>
                    <a:pt x="4214326" y="600224"/>
                  </a:lnTo>
                  <a:lnTo>
                    <a:pt x="4335654" y="708773"/>
                  </a:lnTo>
                  <a:lnTo>
                    <a:pt x="4449854" y="824799"/>
                  </a:lnTo>
                  <a:lnTo>
                    <a:pt x="4556464" y="947834"/>
                  </a:lnTo>
                  <a:lnTo>
                    <a:pt x="4655057" y="1077383"/>
                  </a:lnTo>
                  <a:lnTo>
                    <a:pt x="4745235" y="1212925"/>
                  </a:lnTo>
                  <a:lnTo>
                    <a:pt x="4826634" y="1353913"/>
                  </a:lnTo>
                  <a:lnTo>
                    <a:pt x="4898928" y="1499780"/>
                  </a:lnTo>
                  <a:lnTo>
                    <a:pt x="4961825" y="1649938"/>
                  </a:lnTo>
                  <a:lnTo>
                    <a:pt x="5015071" y="1803784"/>
                  </a:lnTo>
                  <a:lnTo>
                    <a:pt x="5058453" y="1960696"/>
                  </a:lnTo>
                  <a:lnTo>
                    <a:pt x="5091795" y="2120044"/>
                  </a:lnTo>
                  <a:lnTo>
                    <a:pt x="5114964" y="2281186"/>
                  </a:lnTo>
                  <a:lnTo>
                    <a:pt x="5127865" y="2443473"/>
                  </a:lnTo>
                  <a:lnTo>
                    <a:pt x="5130448" y="2606252"/>
                  </a:lnTo>
                  <a:lnTo>
                    <a:pt x="5122702" y="2768866"/>
                  </a:lnTo>
                  <a:lnTo>
                    <a:pt x="5104658" y="2930662"/>
                  </a:lnTo>
                  <a:lnTo>
                    <a:pt x="5076388" y="3090988"/>
                  </a:lnTo>
                  <a:lnTo>
                    <a:pt x="5038007" y="3249198"/>
                  </a:lnTo>
                  <a:lnTo>
                    <a:pt x="4989668" y="3404655"/>
                  </a:lnTo>
                  <a:lnTo>
                    <a:pt x="4931568" y="3556734"/>
                  </a:lnTo>
                  <a:lnTo>
                    <a:pt x="4863938" y="3704821"/>
                  </a:lnTo>
                  <a:lnTo>
                    <a:pt x="4787053" y="3848321"/>
                  </a:lnTo>
                  <a:lnTo>
                    <a:pt x="4701221" y="3986655"/>
                  </a:lnTo>
                  <a:lnTo>
                    <a:pt x="4606789" y="4119267"/>
                  </a:lnTo>
                  <a:lnTo>
                    <a:pt x="4504135" y="4245623"/>
                  </a:lnTo>
                  <a:lnTo>
                    <a:pt x="4393675" y="4365214"/>
                  </a:lnTo>
                  <a:lnTo>
                    <a:pt x="4275851" y="4477558"/>
                  </a:lnTo>
                  <a:lnTo>
                    <a:pt x="4151140" y="4582203"/>
                  </a:lnTo>
                  <a:lnTo>
                    <a:pt x="4020043" y="4678728"/>
                  </a:lnTo>
                  <a:lnTo>
                    <a:pt x="3883088" y="4766744"/>
                  </a:lnTo>
                  <a:lnTo>
                    <a:pt x="3740826" y="4845896"/>
                  </a:lnTo>
                  <a:lnTo>
                    <a:pt x="3593830" y="4915867"/>
                  </a:lnTo>
                  <a:lnTo>
                    <a:pt x="3442693" y="4976373"/>
                  </a:lnTo>
                  <a:lnTo>
                    <a:pt x="3288022" y="5027172"/>
                  </a:lnTo>
                  <a:lnTo>
                    <a:pt x="3130441" y="5068058"/>
                  </a:lnTo>
                  <a:lnTo>
                    <a:pt x="2970584" y="5098868"/>
                  </a:lnTo>
                  <a:lnTo>
                    <a:pt x="2809095" y="5119477"/>
                  </a:lnTo>
                  <a:lnTo>
                    <a:pt x="2646623" y="5129803"/>
                  </a:lnTo>
                  <a:lnTo>
                    <a:pt x="2483824" y="5129803"/>
                  </a:lnTo>
                  <a:lnTo>
                    <a:pt x="2321353" y="5119477"/>
                  </a:lnTo>
                  <a:lnTo>
                    <a:pt x="2159864" y="5098868"/>
                  </a:lnTo>
                  <a:lnTo>
                    <a:pt x="2000007" y="5068058"/>
                  </a:lnTo>
                  <a:lnTo>
                    <a:pt x="1842426" y="5027172"/>
                  </a:lnTo>
                  <a:lnTo>
                    <a:pt x="1687755" y="4976373"/>
                  </a:lnTo>
                  <a:lnTo>
                    <a:pt x="1536618" y="4915867"/>
                  </a:lnTo>
                  <a:lnTo>
                    <a:pt x="1389622" y="4845896"/>
                  </a:lnTo>
                  <a:lnTo>
                    <a:pt x="1247360" y="4766744"/>
                  </a:lnTo>
                  <a:lnTo>
                    <a:pt x="1110405" y="4678728"/>
                  </a:lnTo>
                  <a:lnTo>
                    <a:pt x="979308" y="4582203"/>
                  </a:lnTo>
                  <a:lnTo>
                    <a:pt x="854596" y="4477558"/>
                  </a:lnTo>
                  <a:lnTo>
                    <a:pt x="736773" y="4365214"/>
                  </a:lnTo>
                  <a:lnTo>
                    <a:pt x="626313" y="4245623"/>
                  </a:lnTo>
                  <a:lnTo>
                    <a:pt x="523659" y="4119267"/>
                  </a:lnTo>
                  <a:lnTo>
                    <a:pt x="429227" y="3986655"/>
                  </a:lnTo>
                  <a:lnTo>
                    <a:pt x="343395" y="3848321"/>
                  </a:lnTo>
                  <a:lnTo>
                    <a:pt x="266509" y="3704821"/>
                  </a:lnTo>
                  <a:lnTo>
                    <a:pt x="198880" y="3556734"/>
                  </a:lnTo>
                  <a:lnTo>
                    <a:pt x="140780" y="3404655"/>
                  </a:lnTo>
                  <a:lnTo>
                    <a:pt x="92441" y="3249198"/>
                  </a:lnTo>
                  <a:lnTo>
                    <a:pt x="54060" y="3090988"/>
                  </a:lnTo>
                  <a:lnTo>
                    <a:pt x="25790" y="2930662"/>
                  </a:lnTo>
                  <a:lnTo>
                    <a:pt x="7746" y="2768866"/>
                  </a:lnTo>
                  <a:lnTo>
                    <a:pt x="0" y="2606252"/>
                  </a:lnTo>
                  <a:lnTo>
                    <a:pt x="2582" y="2443473"/>
                  </a:lnTo>
                  <a:lnTo>
                    <a:pt x="15484" y="2281186"/>
                  </a:lnTo>
                  <a:lnTo>
                    <a:pt x="38653" y="2120044"/>
                  </a:lnTo>
                  <a:lnTo>
                    <a:pt x="71995" y="1960696"/>
                  </a:lnTo>
                  <a:lnTo>
                    <a:pt x="115377" y="1803784"/>
                  </a:lnTo>
                  <a:lnTo>
                    <a:pt x="168623" y="1649938"/>
                  </a:lnTo>
                  <a:lnTo>
                    <a:pt x="231520" y="1499780"/>
                  </a:lnTo>
                  <a:lnTo>
                    <a:pt x="303814" y="1353913"/>
                  </a:lnTo>
                  <a:lnTo>
                    <a:pt x="385213" y="1212925"/>
                  </a:lnTo>
                  <a:lnTo>
                    <a:pt x="475391" y="1077383"/>
                  </a:lnTo>
                  <a:lnTo>
                    <a:pt x="573983" y="947834"/>
                  </a:lnTo>
                  <a:lnTo>
                    <a:pt x="680594" y="824799"/>
                  </a:lnTo>
                  <a:lnTo>
                    <a:pt x="794794" y="708773"/>
                  </a:lnTo>
                  <a:lnTo>
                    <a:pt x="916122" y="600224"/>
                  </a:lnTo>
                  <a:lnTo>
                    <a:pt x="1044091" y="499588"/>
                  </a:lnTo>
                  <a:lnTo>
                    <a:pt x="1178184" y="407271"/>
                  </a:lnTo>
                  <a:lnTo>
                    <a:pt x="1317863" y="323645"/>
                  </a:lnTo>
                  <a:lnTo>
                    <a:pt x="1462565" y="249046"/>
                  </a:lnTo>
                  <a:lnTo>
                    <a:pt x="1611706" y="183775"/>
                  </a:lnTo>
                  <a:lnTo>
                    <a:pt x="1764687" y="128094"/>
                  </a:lnTo>
                  <a:lnTo>
                    <a:pt x="1920892" y="82229"/>
                  </a:lnTo>
                  <a:lnTo>
                    <a:pt x="2079691" y="46362"/>
                  </a:lnTo>
                  <a:lnTo>
                    <a:pt x="2240445" y="20640"/>
                  </a:lnTo>
                  <a:lnTo>
                    <a:pt x="2402507" y="5165"/>
                  </a:lnTo>
                  <a:lnTo>
                    <a:pt x="2565224" y="0"/>
                  </a:lnTo>
                </a:path>
              </a:pathLst>
            </a:custGeom>
            <a:ln w="14905" cap="flat">
              <a:solidFill>
                <a:srgbClr val="79CBE3">
                  <a:alpha val="100000"/>
                </a:srgbClr>
              </a:solidFill>
              <a:custDash>
                <a:ds d="200000" sp="200000"/>
              </a:custDash>
              <a:round/>
            </a:ln>
          </p:spPr>
          <p:txBody>
            <a:bodyPr/>
            <a:lstStyle/>
            <a:p/>
          </p:txBody>
        </p:sp>
        <p:sp>
          <p:nvSpPr>
            <p:cNvPr id="21" name="pg21"/>
            <p:cNvSpPr/>
            <p:nvPr/>
          </p:nvSpPr>
          <p:spPr>
            <a:xfrm>
              <a:off x="3962416" y="2492420"/>
              <a:ext cx="3035071" cy="2704014"/>
            </a:xfrm>
            <a:custGeom>
              <a:avLst/>
              <a:pathLst>
                <a:path w="3035071" h="2704014">
                  <a:moveTo>
                    <a:pt x="3035071" y="1320916"/>
                  </a:moveTo>
                  <a:lnTo>
                    <a:pt x="3003142" y="1227915"/>
                  </a:lnTo>
                  <a:lnTo>
                    <a:pt x="2967474" y="1137551"/>
                  </a:lnTo>
                  <a:lnTo>
                    <a:pt x="2928230" y="1049971"/>
                  </a:lnTo>
                  <a:lnTo>
                    <a:pt x="2885579" y="965316"/>
                  </a:lnTo>
                  <a:lnTo>
                    <a:pt x="2839696" y="883714"/>
                  </a:lnTo>
                  <a:lnTo>
                    <a:pt x="2790759" y="805287"/>
                  </a:lnTo>
                  <a:lnTo>
                    <a:pt x="2738953" y="730144"/>
                  </a:lnTo>
                  <a:lnTo>
                    <a:pt x="2684463" y="658388"/>
                  </a:lnTo>
                  <a:lnTo>
                    <a:pt x="2627482" y="590109"/>
                  </a:lnTo>
                  <a:lnTo>
                    <a:pt x="2568202" y="525389"/>
                  </a:lnTo>
                  <a:lnTo>
                    <a:pt x="2506821" y="464300"/>
                  </a:lnTo>
                  <a:lnTo>
                    <a:pt x="2443534" y="406902"/>
                  </a:lnTo>
                  <a:lnTo>
                    <a:pt x="2378543" y="353247"/>
                  </a:lnTo>
                  <a:lnTo>
                    <a:pt x="2312046" y="303375"/>
                  </a:lnTo>
                  <a:lnTo>
                    <a:pt x="2244245" y="257319"/>
                  </a:lnTo>
                  <a:lnTo>
                    <a:pt x="2175340" y="215097"/>
                  </a:lnTo>
                  <a:lnTo>
                    <a:pt x="2105531" y="176722"/>
                  </a:lnTo>
                  <a:lnTo>
                    <a:pt x="2035017" y="142195"/>
                  </a:lnTo>
                  <a:lnTo>
                    <a:pt x="1963995" y="111505"/>
                  </a:lnTo>
                  <a:lnTo>
                    <a:pt x="1892660" y="84636"/>
                  </a:lnTo>
                  <a:lnTo>
                    <a:pt x="1821206" y="61559"/>
                  </a:lnTo>
                  <a:lnTo>
                    <a:pt x="1749821" y="42236"/>
                  </a:lnTo>
                  <a:lnTo>
                    <a:pt x="1678694" y="26620"/>
                  </a:lnTo>
                  <a:lnTo>
                    <a:pt x="1608005" y="14658"/>
                  </a:lnTo>
                  <a:lnTo>
                    <a:pt x="1537935" y="6283"/>
                  </a:lnTo>
                  <a:lnTo>
                    <a:pt x="1468658" y="1424"/>
                  </a:lnTo>
                  <a:lnTo>
                    <a:pt x="1400341" y="0"/>
                  </a:lnTo>
                  <a:lnTo>
                    <a:pt x="1333149" y="1921"/>
                  </a:lnTo>
                  <a:lnTo>
                    <a:pt x="1267240" y="7092"/>
                  </a:lnTo>
                  <a:lnTo>
                    <a:pt x="1202765" y="15410"/>
                  </a:lnTo>
                  <a:lnTo>
                    <a:pt x="1139870" y="26763"/>
                  </a:lnTo>
                  <a:lnTo>
                    <a:pt x="1078694" y="41035"/>
                  </a:lnTo>
                  <a:lnTo>
                    <a:pt x="1019369" y="58102"/>
                  </a:lnTo>
                  <a:lnTo>
                    <a:pt x="962018" y="77836"/>
                  </a:lnTo>
                  <a:lnTo>
                    <a:pt x="906759" y="100101"/>
                  </a:lnTo>
                  <a:lnTo>
                    <a:pt x="853701" y="124759"/>
                  </a:lnTo>
                  <a:lnTo>
                    <a:pt x="802945" y="151666"/>
                  </a:lnTo>
                  <a:lnTo>
                    <a:pt x="754584" y="180673"/>
                  </a:lnTo>
                  <a:lnTo>
                    <a:pt x="811699" y="158320"/>
                  </a:lnTo>
                  <a:lnTo>
                    <a:pt x="871004" y="138882"/>
                  </a:lnTo>
                  <a:lnTo>
                    <a:pt x="932349" y="122520"/>
                  </a:lnTo>
                  <a:lnTo>
                    <a:pt x="995572" y="109388"/>
                  </a:lnTo>
                  <a:lnTo>
                    <a:pt x="1060501" y="99629"/>
                  </a:lnTo>
                  <a:lnTo>
                    <a:pt x="1126954" y="93378"/>
                  </a:lnTo>
                  <a:lnTo>
                    <a:pt x="1194741" y="90762"/>
                  </a:lnTo>
                  <a:lnTo>
                    <a:pt x="1263662" y="91894"/>
                  </a:lnTo>
                  <a:lnTo>
                    <a:pt x="1333510" y="96879"/>
                  </a:lnTo>
                  <a:lnTo>
                    <a:pt x="1404072" y="105810"/>
                  </a:lnTo>
                  <a:lnTo>
                    <a:pt x="1475124" y="118767"/>
                  </a:lnTo>
                  <a:lnTo>
                    <a:pt x="1546441" y="135819"/>
                  </a:lnTo>
                  <a:lnTo>
                    <a:pt x="1617788" y="157021"/>
                  </a:lnTo>
                  <a:lnTo>
                    <a:pt x="1688928" y="182415"/>
                  </a:lnTo>
                  <a:lnTo>
                    <a:pt x="1759619" y="212031"/>
                  </a:lnTo>
                  <a:lnTo>
                    <a:pt x="1829616" y="245884"/>
                  </a:lnTo>
                  <a:lnTo>
                    <a:pt x="1884793" y="322841"/>
                  </a:lnTo>
                  <a:lnTo>
                    <a:pt x="1934601" y="402472"/>
                  </a:lnTo>
                  <a:lnTo>
                    <a:pt x="1978922" y="484410"/>
                  </a:lnTo>
                  <a:lnTo>
                    <a:pt x="2017663" y="568284"/>
                  </a:lnTo>
                  <a:lnTo>
                    <a:pt x="2050756" y="653720"/>
                  </a:lnTo>
                  <a:lnTo>
                    <a:pt x="2078159" y="740342"/>
                  </a:lnTo>
                  <a:lnTo>
                    <a:pt x="2099852" y="827777"/>
                  </a:lnTo>
                  <a:lnTo>
                    <a:pt x="2115842" y="915652"/>
                  </a:lnTo>
                  <a:lnTo>
                    <a:pt x="2126157" y="1003600"/>
                  </a:lnTo>
                  <a:lnTo>
                    <a:pt x="2130852" y="1091258"/>
                  </a:lnTo>
                  <a:lnTo>
                    <a:pt x="2130002" y="1178270"/>
                  </a:lnTo>
                  <a:lnTo>
                    <a:pt x="2123706" y="1264289"/>
                  </a:lnTo>
                  <a:lnTo>
                    <a:pt x="2112084" y="1348977"/>
                  </a:lnTo>
                  <a:lnTo>
                    <a:pt x="2095276" y="1432009"/>
                  </a:lnTo>
                  <a:lnTo>
                    <a:pt x="2073444" y="1513069"/>
                  </a:lnTo>
                  <a:lnTo>
                    <a:pt x="2046766" y="1591858"/>
                  </a:lnTo>
                  <a:lnTo>
                    <a:pt x="2015440" y="1668089"/>
                  </a:lnTo>
                  <a:lnTo>
                    <a:pt x="1979679" y="1741492"/>
                  </a:lnTo>
                  <a:lnTo>
                    <a:pt x="1939713" y="1811812"/>
                  </a:lnTo>
                  <a:lnTo>
                    <a:pt x="1895784" y="1878815"/>
                  </a:lnTo>
                  <a:lnTo>
                    <a:pt x="1848150" y="1942281"/>
                  </a:lnTo>
                  <a:lnTo>
                    <a:pt x="1797079" y="2002012"/>
                  </a:lnTo>
                  <a:lnTo>
                    <a:pt x="1742848" y="2057828"/>
                  </a:lnTo>
                  <a:lnTo>
                    <a:pt x="1685745" y="2109569"/>
                  </a:lnTo>
                  <a:lnTo>
                    <a:pt x="1626065" y="2157097"/>
                  </a:lnTo>
                  <a:lnTo>
                    <a:pt x="1564108" y="2200294"/>
                  </a:lnTo>
                  <a:lnTo>
                    <a:pt x="1500180" y="2239061"/>
                  </a:lnTo>
                  <a:lnTo>
                    <a:pt x="1434589" y="2273322"/>
                  </a:lnTo>
                  <a:lnTo>
                    <a:pt x="1367646" y="2303023"/>
                  </a:lnTo>
                  <a:lnTo>
                    <a:pt x="1299660" y="2328128"/>
                  </a:lnTo>
                  <a:lnTo>
                    <a:pt x="1230943" y="2348625"/>
                  </a:lnTo>
                  <a:lnTo>
                    <a:pt x="1161800" y="2364521"/>
                  </a:lnTo>
                  <a:lnTo>
                    <a:pt x="1092536" y="2375842"/>
                  </a:lnTo>
                  <a:lnTo>
                    <a:pt x="1023448" y="2382636"/>
                  </a:lnTo>
                  <a:lnTo>
                    <a:pt x="954829" y="2384969"/>
                  </a:lnTo>
                  <a:lnTo>
                    <a:pt x="886964" y="2382926"/>
                  </a:lnTo>
                  <a:lnTo>
                    <a:pt x="820127" y="2376609"/>
                  </a:lnTo>
                  <a:lnTo>
                    <a:pt x="754584" y="2366139"/>
                  </a:lnTo>
                  <a:lnTo>
                    <a:pt x="690591" y="2351652"/>
                  </a:lnTo>
                  <a:lnTo>
                    <a:pt x="628391" y="2333299"/>
                  </a:lnTo>
                  <a:lnTo>
                    <a:pt x="568213" y="2311247"/>
                  </a:lnTo>
                  <a:lnTo>
                    <a:pt x="510274" y="2285675"/>
                  </a:lnTo>
                  <a:lnTo>
                    <a:pt x="454776" y="2256776"/>
                  </a:lnTo>
                  <a:lnTo>
                    <a:pt x="401906" y="2224752"/>
                  </a:lnTo>
                  <a:lnTo>
                    <a:pt x="351835" y="2189818"/>
                  </a:lnTo>
                  <a:lnTo>
                    <a:pt x="304718" y="2152196"/>
                  </a:lnTo>
                  <a:lnTo>
                    <a:pt x="260692" y="2112117"/>
                  </a:lnTo>
                  <a:lnTo>
                    <a:pt x="219879" y="2069817"/>
                  </a:lnTo>
                  <a:lnTo>
                    <a:pt x="182383" y="2025539"/>
                  </a:lnTo>
                  <a:lnTo>
                    <a:pt x="148288" y="1979529"/>
                  </a:lnTo>
                  <a:lnTo>
                    <a:pt x="117663" y="1932038"/>
                  </a:lnTo>
                  <a:lnTo>
                    <a:pt x="90559" y="1883316"/>
                  </a:lnTo>
                  <a:lnTo>
                    <a:pt x="67009" y="1833615"/>
                  </a:lnTo>
                  <a:lnTo>
                    <a:pt x="47028" y="1783186"/>
                  </a:lnTo>
                  <a:lnTo>
                    <a:pt x="30613" y="1732277"/>
                  </a:lnTo>
                  <a:lnTo>
                    <a:pt x="17746" y="1681134"/>
                  </a:lnTo>
                  <a:lnTo>
                    <a:pt x="8392" y="1629999"/>
                  </a:lnTo>
                  <a:lnTo>
                    <a:pt x="2499" y="1579107"/>
                  </a:lnTo>
                  <a:lnTo>
                    <a:pt x="0" y="1528689"/>
                  </a:lnTo>
                  <a:lnTo>
                    <a:pt x="811" y="1478966"/>
                  </a:lnTo>
                  <a:lnTo>
                    <a:pt x="4838" y="1430151"/>
                  </a:lnTo>
                  <a:lnTo>
                    <a:pt x="11970" y="1382451"/>
                  </a:lnTo>
                  <a:lnTo>
                    <a:pt x="22084" y="1336058"/>
                  </a:lnTo>
                  <a:lnTo>
                    <a:pt x="35046" y="1291156"/>
                  </a:lnTo>
                  <a:lnTo>
                    <a:pt x="50709" y="1247916"/>
                  </a:lnTo>
                  <a:lnTo>
                    <a:pt x="68917" y="1206498"/>
                  </a:lnTo>
                  <a:lnTo>
                    <a:pt x="89505" y="1167049"/>
                  </a:lnTo>
                  <a:lnTo>
                    <a:pt x="112301" y="1129700"/>
                  </a:lnTo>
                  <a:lnTo>
                    <a:pt x="137123" y="1094571"/>
                  </a:lnTo>
                  <a:lnTo>
                    <a:pt x="163784" y="1061767"/>
                  </a:lnTo>
                  <a:lnTo>
                    <a:pt x="192094" y="1031378"/>
                  </a:lnTo>
                  <a:lnTo>
                    <a:pt x="221857" y="1003480"/>
                  </a:lnTo>
                  <a:lnTo>
                    <a:pt x="252874" y="978132"/>
                  </a:lnTo>
                  <a:lnTo>
                    <a:pt x="284945" y="955382"/>
                  </a:lnTo>
                  <a:lnTo>
                    <a:pt x="317870" y="935259"/>
                  </a:lnTo>
                  <a:lnTo>
                    <a:pt x="351447" y="917779"/>
                  </a:lnTo>
                  <a:lnTo>
                    <a:pt x="325279" y="1002521"/>
                  </a:lnTo>
                  <a:lnTo>
                    <a:pt x="314632" y="1085757"/>
                  </a:lnTo>
                  <a:lnTo>
                    <a:pt x="318439" y="1164861"/>
                  </a:lnTo>
                  <a:lnTo>
                    <a:pt x="335209" y="1237497"/>
                  </a:lnTo>
                  <a:lnTo>
                    <a:pt x="363098" y="1301684"/>
                  </a:lnTo>
                  <a:lnTo>
                    <a:pt x="399974" y="1355842"/>
                  </a:lnTo>
                  <a:lnTo>
                    <a:pt x="443502" y="1398838"/>
                  </a:lnTo>
                  <a:lnTo>
                    <a:pt x="491222" y="1430004"/>
                  </a:lnTo>
                  <a:lnTo>
                    <a:pt x="540643" y="1449148"/>
                  </a:lnTo>
                  <a:lnTo>
                    <a:pt x="589318" y="1456547"/>
                  </a:lnTo>
                  <a:lnTo>
                    <a:pt x="634937" y="1452926"/>
                  </a:lnTo>
                  <a:lnTo>
                    <a:pt x="675399" y="1439426"/>
                  </a:lnTo>
                  <a:lnTo>
                    <a:pt x="708880" y="1417551"/>
                  </a:lnTo>
                  <a:lnTo>
                    <a:pt x="733897" y="1389113"/>
                  </a:lnTo>
                  <a:lnTo>
                    <a:pt x="749356" y="1356163"/>
                  </a:lnTo>
                  <a:lnTo>
                    <a:pt x="754584" y="1320916"/>
                  </a:lnTo>
                  <a:lnTo>
                    <a:pt x="757498" y="1380232"/>
                  </a:lnTo>
                  <a:lnTo>
                    <a:pt x="766226" y="1439119"/>
                  </a:lnTo>
                  <a:lnTo>
                    <a:pt x="780726" y="1497151"/>
                  </a:lnTo>
                  <a:lnTo>
                    <a:pt x="800928" y="1553902"/>
                  </a:lnTo>
                  <a:lnTo>
                    <a:pt x="826734" y="1608956"/>
                  </a:lnTo>
                  <a:lnTo>
                    <a:pt x="858020" y="1661899"/>
                  </a:lnTo>
                  <a:lnTo>
                    <a:pt x="894634" y="1712329"/>
                  </a:lnTo>
                  <a:lnTo>
                    <a:pt x="936398" y="1759852"/>
                  </a:lnTo>
                  <a:lnTo>
                    <a:pt x="983108" y="1804088"/>
                  </a:lnTo>
                  <a:lnTo>
                    <a:pt x="1034536" y="1844669"/>
                  </a:lnTo>
                  <a:lnTo>
                    <a:pt x="1090429" y="1881240"/>
                  </a:lnTo>
                  <a:lnTo>
                    <a:pt x="1150512" y="1913465"/>
                  </a:lnTo>
                  <a:lnTo>
                    <a:pt x="1214488" y="1941024"/>
                  </a:lnTo>
                  <a:lnTo>
                    <a:pt x="1282036" y="1963618"/>
                  </a:lnTo>
                  <a:lnTo>
                    <a:pt x="1352819" y="1980966"/>
                  </a:lnTo>
                  <a:lnTo>
                    <a:pt x="1426479" y="1992811"/>
                  </a:lnTo>
                  <a:lnTo>
                    <a:pt x="1359349" y="2029005"/>
                  </a:lnTo>
                  <a:lnTo>
                    <a:pt x="1290759" y="2058897"/>
                  </a:lnTo>
                  <a:lnTo>
                    <a:pt x="1221275" y="2082486"/>
                  </a:lnTo>
                  <a:lnTo>
                    <a:pt x="1151457" y="2099822"/>
                  </a:lnTo>
                  <a:lnTo>
                    <a:pt x="1081848" y="2111002"/>
                  </a:lnTo>
                  <a:lnTo>
                    <a:pt x="1012978" y="2116169"/>
                  </a:lnTo>
                  <a:lnTo>
                    <a:pt x="945350" y="2115512"/>
                  </a:lnTo>
                  <a:lnTo>
                    <a:pt x="879446" y="2109260"/>
                  </a:lnTo>
                  <a:lnTo>
                    <a:pt x="815717" y="2097680"/>
                  </a:lnTo>
                  <a:lnTo>
                    <a:pt x="754584" y="2081078"/>
                  </a:lnTo>
                  <a:lnTo>
                    <a:pt x="696434" y="2059789"/>
                  </a:lnTo>
                  <a:lnTo>
                    <a:pt x="641614" y="2034179"/>
                  </a:lnTo>
                  <a:lnTo>
                    <a:pt x="590437" y="2004638"/>
                  </a:lnTo>
                  <a:lnTo>
                    <a:pt x="543172" y="1971578"/>
                  </a:lnTo>
                  <a:lnTo>
                    <a:pt x="500045" y="1935427"/>
                  </a:lnTo>
                  <a:lnTo>
                    <a:pt x="461244" y="1896629"/>
                  </a:lnTo>
                  <a:lnTo>
                    <a:pt x="426908" y="1855636"/>
                  </a:lnTo>
                  <a:lnTo>
                    <a:pt x="397135" y="1812903"/>
                  </a:lnTo>
                  <a:lnTo>
                    <a:pt x="371978" y="1768891"/>
                  </a:lnTo>
                  <a:lnTo>
                    <a:pt x="351447" y="1724053"/>
                  </a:lnTo>
                  <a:lnTo>
                    <a:pt x="350600" y="1652457"/>
                  </a:lnTo>
                  <a:lnTo>
                    <a:pt x="359552" y="1584868"/>
                  </a:lnTo>
                  <a:lnTo>
                    <a:pt x="377482" y="1522481"/>
                  </a:lnTo>
                  <a:lnTo>
                    <a:pt x="403435" y="1466367"/>
                  </a:lnTo>
                  <a:lnTo>
                    <a:pt x="436334" y="1417456"/>
                  </a:lnTo>
                  <a:lnTo>
                    <a:pt x="475001" y="1376529"/>
                  </a:lnTo>
                  <a:lnTo>
                    <a:pt x="518177" y="1344200"/>
                  </a:lnTo>
                  <a:lnTo>
                    <a:pt x="564544" y="1320916"/>
                  </a:lnTo>
                  <a:lnTo>
                    <a:pt x="530011" y="1332685"/>
                  </a:lnTo>
                  <a:lnTo>
                    <a:pt x="496285" y="1348064"/>
                  </a:lnTo>
                  <a:lnTo>
                    <a:pt x="463648" y="1366996"/>
                  </a:lnTo>
                  <a:lnTo>
                    <a:pt x="432379" y="1389403"/>
                  </a:lnTo>
                  <a:lnTo>
                    <a:pt x="402751" y="1415189"/>
                  </a:lnTo>
                  <a:lnTo>
                    <a:pt x="375032" y="1444240"/>
                  </a:lnTo>
                  <a:lnTo>
                    <a:pt x="349479" y="1476421"/>
                  </a:lnTo>
                  <a:lnTo>
                    <a:pt x="326345" y="1511581"/>
                  </a:lnTo>
                  <a:lnTo>
                    <a:pt x="305867" y="1549549"/>
                  </a:lnTo>
                  <a:lnTo>
                    <a:pt x="288274" y="1590140"/>
                  </a:lnTo>
                  <a:lnTo>
                    <a:pt x="273784" y="1633152"/>
                  </a:lnTo>
                  <a:lnTo>
                    <a:pt x="262597" y="1678366"/>
                  </a:lnTo>
                  <a:lnTo>
                    <a:pt x="254902" y="1725551"/>
                  </a:lnTo>
                  <a:lnTo>
                    <a:pt x="250872" y="1774460"/>
                  </a:lnTo>
                  <a:lnTo>
                    <a:pt x="250663" y="1824837"/>
                  </a:lnTo>
                  <a:lnTo>
                    <a:pt x="254414" y="1876411"/>
                  </a:lnTo>
                  <a:lnTo>
                    <a:pt x="262246" y="1928903"/>
                  </a:lnTo>
                  <a:lnTo>
                    <a:pt x="274261" y="1982024"/>
                  </a:lnTo>
                  <a:lnTo>
                    <a:pt x="290544" y="2035476"/>
                  </a:lnTo>
                  <a:lnTo>
                    <a:pt x="311156" y="2088956"/>
                  </a:lnTo>
                  <a:lnTo>
                    <a:pt x="336143" y="2142154"/>
                  </a:lnTo>
                  <a:lnTo>
                    <a:pt x="365525" y="2194756"/>
                  </a:lnTo>
                  <a:lnTo>
                    <a:pt x="399306" y="2246447"/>
                  </a:lnTo>
                  <a:lnTo>
                    <a:pt x="437465" y="2296908"/>
                  </a:lnTo>
                  <a:lnTo>
                    <a:pt x="479962" y="2345821"/>
                  </a:lnTo>
                  <a:lnTo>
                    <a:pt x="526734" y="2392868"/>
                  </a:lnTo>
                  <a:lnTo>
                    <a:pt x="577697" y="2437736"/>
                  </a:lnTo>
                  <a:lnTo>
                    <a:pt x="632748" y="2480113"/>
                  </a:lnTo>
                  <a:lnTo>
                    <a:pt x="691759" y="2519694"/>
                  </a:lnTo>
                  <a:lnTo>
                    <a:pt x="754584" y="2556180"/>
                  </a:lnTo>
                  <a:lnTo>
                    <a:pt x="821056" y="2589280"/>
                  </a:lnTo>
                  <a:lnTo>
                    <a:pt x="890988" y="2618713"/>
                  </a:lnTo>
                  <a:lnTo>
                    <a:pt x="964173" y="2644207"/>
                  </a:lnTo>
                  <a:lnTo>
                    <a:pt x="1040385" y="2665504"/>
                  </a:lnTo>
                  <a:lnTo>
                    <a:pt x="1119381" y="2682357"/>
                  </a:lnTo>
                  <a:lnTo>
                    <a:pt x="1200900" y="2694535"/>
                  </a:lnTo>
                  <a:lnTo>
                    <a:pt x="1284664" y="2701821"/>
                  </a:lnTo>
                  <a:lnTo>
                    <a:pt x="1370379" y="2704014"/>
                  </a:lnTo>
                  <a:lnTo>
                    <a:pt x="1457739" y="2700934"/>
                  </a:lnTo>
                  <a:lnTo>
                    <a:pt x="1546420" y="2692416"/>
                  </a:lnTo>
                  <a:lnTo>
                    <a:pt x="1636089" y="2678314"/>
                  </a:lnTo>
                  <a:lnTo>
                    <a:pt x="1726401" y="2658507"/>
                  </a:lnTo>
                  <a:lnTo>
                    <a:pt x="1816999" y="2632889"/>
                  </a:lnTo>
                  <a:lnTo>
                    <a:pt x="1907519" y="2601380"/>
                  </a:lnTo>
                  <a:lnTo>
                    <a:pt x="1997590" y="2563921"/>
                  </a:lnTo>
                  <a:lnTo>
                    <a:pt x="2086832" y="2520477"/>
                  </a:lnTo>
                  <a:lnTo>
                    <a:pt x="2174862" y="2471035"/>
                  </a:lnTo>
                  <a:lnTo>
                    <a:pt x="2261295" y="2415606"/>
                  </a:lnTo>
                  <a:lnTo>
                    <a:pt x="2345742" y="2354226"/>
                  </a:lnTo>
                  <a:lnTo>
                    <a:pt x="2427814" y="2286956"/>
                  </a:lnTo>
                  <a:lnTo>
                    <a:pt x="2507122" y="2213879"/>
                  </a:lnTo>
                  <a:lnTo>
                    <a:pt x="2583283" y="2135105"/>
                  </a:lnTo>
                  <a:lnTo>
                    <a:pt x="2655915" y="2050769"/>
                  </a:lnTo>
                  <a:lnTo>
                    <a:pt x="2724643" y="1961027"/>
                  </a:lnTo>
                  <a:lnTo>
                    <a:pt x="2789097" y="1866062"/>
                  </a:lnTo>
                  <a:lnTo>
                    <a:pt x="2848919" y="1766081"/>
                  </a:lnTo>
                  <a:lnTo>
                    <a:pt x="2903759" y="1661312"/>
                  </a:lnTo>
                  <a:lnTo>
                    <a:pt x="2953278" y="1552008"/>
                  </a:lnTo>
                  <a:lnTo>
                    <a:pt x="2997152" y="1438444"/>
                  </a:lnTo>
                  <a:close/>
                </a:path>
              </a:pathLst>
            </a:custGeom>
            <a:solidFill>
              <a:srgbClr val="F8766D">
                <a:alpha val="25882"/>
              </a:srgbClr>
            </a:solidFill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2" name="pl22"/>
            <p:cNvSpPr/>
            <p:nvPr/>
          </p:nvSpPr>
          <p:spPr>
            <a:xfrm>
              <a:off x="4313016" y="2583182"/>
              <a:ext cx="2684470" cy="1944536"/>
            </a:xfrm>
            <a:custGeom>
              <a:avLst/>
              <a:pathLst>
                <a:path w="2684470" h="1944536">
                  <a:moveTo>
                    <a:pt x="403984" y="89911"/>
                  </a:moveTo>
                  <a:lnTo>
                    <a:pt x="461098" y="67558"/>
                  </a:lnTo>
                  <a:lnTo>
                    <a:pt x="520404" y="48120"/>
                  </a:lnTo>
                  <a:lnTo>
                    <a:pt x="581749" y="31758"/>
                  </a:lnTo>
                  <a:lnTo>
                    <a:pt x="644972" y="18626"/>
                  </a:lnTo>
                  <a:lnTo>
                    <a:pt x="709900" y="8866"/>
                  </a:lnTo>
                  <a:lnTo>
                    <a:pt x="776353" y="2616"/>
                  </a:lnTo>
                  <a:lnTo>
                    <a:pt x="844140" y="0"/>
                  </a:lnTo>
                  <a:lnTo>
                    <a:pt x="913061" y="1132"/>
                  </a:lnTo>
                  <a:lnTo>
                    <a:pt x="982910" y="6117"/>
                  </a:lnTo>
                  <a:lnTo>
                    <a:pt x="1053471" y="15048"/>
                  </a:lnTo>
                  <a:lnTo>
                    <a:pt x="1124524" y="28005"/>
                  </a:lnTo>
                  <a:lnTo>
                    <a:pt x="1195840" y="45057"/>
                  </a:lnTo>
                  <a:lnTo>
                    <a:pt x="1267187" y="66259"/>
                  </a:lnTo>
                  <a:lnTo>
                    <a:pt x="1338327" y="91653"/>
                  </a:lnTo>
                  <a:lnTo>
                    <a:pt x="1409018" y="121269"/>
                  </a:lnTo>
                  <a:lnTo>
                    <a:pt x="1479015" y="155122"/>
                  </a:lnTo>
                  <a:lnTo>
                    <a:pt x="1544995" y="171450"/>
                  </a:lnTo>
                  <a:lnTo>
                    <a:pt x="1611221" y="191242"/>
                  </a:lnTo>
                  <a:lnTo>
                    <a:pt x="1677524" y="214540"/>
                  </a:lnTo>
                  <a:lnTo>
                    <a:pt x="1743733" y="241374"/>
                  </a:lnTo>
                  <a:lnTo>
                    <a:pt x="1809676" y="271769"/>
                  </a:lnTo>
                  <a:lnTo>
                    <a:pt x="1875178" y="305741"/>
                  </a:lnTo>
                  <a:lnTo>
                    <a:pt x="1940063" y="343298"/>
                  </a:lnTo>
                  <a:lnTo>
                    <a:pt x="2004153" y="384440"/>
                  </a:lnTo>
                  <a:lnTo>
                    <a:pt x="2067270" y="429158"/>
                  </a:lnTo>
                  <a:lnTo>
                    <a:pt x="2129235" y="477435"/>
                  </a:lnTo>
                  <a:lnTo>
                    <a:pt x="2189869" y="529245"/>
                  </a:lnTo>
                  <a:lnTo>
                    <a:pt x="2248995" y="584557"/>
                  </a:lnTo>
                  <a:lnTo>
                    <a:pt x="2306434" y="643326"/>
                  </a:lnTo>
                  <a:lnTo>
                    <a:pt x="2362011" y="705502"/>
                  </a:lnTo>
                  <a:lnTo>
                    <a:pt x="2415550" y="771027"/>
                  </a:lnTo>
                  <a:lnTo>
                    <a:pt x="2466878" y="839833"/>
                  </a:lnTo>
                  <a:lnTo>
                    <a:pt x="2515823" y="911845"/>
                  </a:lnTo>
                  <a:lnTo>
                    <a:pt x="2562219" y="986979"/>
                  </a:lnTo>
                  <a:lnTo>
                    <a:pt x="2605900" y="1065143"/>
                  </a:lnTo>
                  <a:lnTo>
                    <a:pt x="2646703" y="1146237"/>
                  </a:lnTo>
                  <a:lnTo>
                    <a:pt x="2684470" y="1230154"/>
                  </a:lnTo>
                  <a:lnTo>
                    <a:pt x="2622588" y="1309392"/>
                  </a:lnTo>
                  <a:lnTo>
                    <a:pt x="2558033" y="1384215"/>
                  </a:lnTo>
                  <a:lnTo>
                    <a:pt x="2491041" y="1454536"/>
                  </a:lnTo>
                  <a:lnTo>
                    <a:pt x="2421850" y="1520279"/>
                  </a:lnTo>
                  <a:lnTo>
                    <a:pt x="2350703" y="1581381"/>
                  </a:lnTo>
                  <a:lnTo>
                    <a:pt x="2277840" y="1637787"/>
                  </a:lnTo>
                  <a:lnTo>
                    <a:pt x="2203508" y="1689455"/>
                  </a:lnTo>
                  <a:lnTo>
                    <a:pt x="2127950" y="1736356"/>
                  </a:lnTo>
                  <a:lnTo>
                    <a:pt x="2051411" y="1778470"/>
                  </a:lnTo>
                  <a:lnTo>
                    <a:pt x="1974135" y="1815790"/>
                  </a:lnTo>
                  <a:lnTo>
                    <a:pt x="1896368" y="1848320"/>
                  </a:lnTo>
                  <a:lnTo>
                    <a:pt x="1818350" y="1876073"/>
                  </a:lnTo>
                  <a:lnTo>
                    <a:pt x="1740323" y="1899077"/>
                  </a:lnTo>
                  <a:lnTo>
                    <a:pt x="1662525" y="1917369"/>
                  </a:lnTo>
                  <a:lnTo>
                    <a:pt x="1585192" y="1930997"/>
                  </a:lnTo>
                  <a:lnTo>
                    <a:pt x="1508556" y="1940019"/>
                  </a:lnTo>
                  <a:lnTo>
                    <a:pt x="1432846" y="1944506"/>
                  </a:lnTo>
                  <a:lnTo>
                    <a:pt x="1358287" y="1944536"/>
                  </a:lnTo>
                  <a:lnTo>
                    <a:pt x="1285098" y="1940201"/>
                  </a:lnTo>
                  <a:lnTo>
                    <a:pt x="1213495" y="1931600"/>
                  </a:lnTo>
                  <a:lnTo>
                    <a:pt x="1143688" y="1918843"/>
                  </a:lnTo>
                  <a:lnTo>
                    <a:pt x="1075878" y="1902049"/>
                  </a:lnTo>
                  <a:lnTo>
                    <a:pt x="1002218" y="1890204"/>
                  </a:lnTo>
                  <a:lnTo>
                    <a:pt x="931436" y="1872856"/>
                  </a:lnTo>
                  <a:lnTo>
                    <a:pt x="863887" y="1850262"/>
                  </a:lnTo>
                  <a:lnTo>
                    <a:pt x="799912" y="1822702"/>
                  </a:lnTo>
                  <a:lnTo>
                    <a:pt x="739829" y="1790477"/>
                  </a:lnTo>
                  <a:lnTo>
                    <a:pt x="683935" y="1753906"/>
                  </a:lnTo>
                  <a:lnTo>
                    <a:pt x="632507" y="1713326"/>
                  </a:lnTo>
                  <a:lnTo>
                    <a:pt x="585797" y="1669090"/>
                  </a:lnTo>
                  <a:lnTo>
                    <a:pt x="544033" y="1621567"/>
                  </a:lnTo>
                  <a:lnTo>
                    <a:pt x="507420" y="1571137"/>
                  </a:lnTo>
                  <a:lnTo>
                    <a:pt x="476134" y="1518193"/>
                  </a:lnTo>
                  <a:lnTo>
                    <a:pt x="450327" y="1463140"/>
                  </a:lnTo>
                  <a:lnTo>
                    <a:pt x="430126" y="1406389"/>
                  </a:lnTo>
                  <a:lnTo>
                    <a:pt x="415626" y="1348357"/>
                  </a:lnTo>
                  <a:lnTo>
                    <a:pt x="406898" y="1289470"/>
                  </a:lnTo>
                  <a:lnTo>
                    <a:pt x="403984" y="1230154"/>
                  </a:lnTo>
                  <a:lnTo>
                    <a:pt x="400286" y="1281851"/>
                  </a:lnTo>
                  <a:lnTo>
                    <a:pt x="389232" y="1332757"/>
                  </a:lnTo>
                  <a:lnTo>
                    <a:pt x="370932" y="1382088"/>
                  </a:lnTo>
                  <a:lnTo>
                    <a:pt x="345576" y="1429073"/>
                  </a:lnTo>
                  <a:lnTo>
                    <a:pt x="313421" y="1472961"/>
                  </a:lnTo>
                  <a:lnTo>
                    <a:pt x="274800" y="1513027"/>
                  </a:lnTo>
                  <a:lnTo>
                    <a:pt x="230110" y="1548580"/>
                  </a:lnTo>
                  <a:lnTo>
                    <a:pt x="179816" y="1578966"/>
                  </a:lnTo>
                  <a:lnTo>
                    <a:pt x="124443" y="1603577"/>
                  </a:lnTo>
                  <a:lnTo>
                    <a:pt x="64574" y="1621853"/>
                  </a:lnTo>
                  <a:lnTo>
                    <a:pt x="847" y="1633291"/>
                  </a:lnTo>
                  <a:lnTo>
                    <a:pt x="0" y="1561695"/>
                  </a:lnTo>
                  <a:lnTo>
                    <a:pt x="8951" y="1494106"/>
                  </a:lnTo>
                  <a:lnTo>
                    <a:pt x="26882" y="1431719"/>
                  </a:lnTo>
                  <a:lnTo>
                    <a:pt x="52835" y="1375605"/>
                  </a:lnTo>
                  <a:lnTo>
                    <a:pt x="85733" y="1326694"/>
                  </a:lnTo>
                  <a:lnTo>
                    <a:pt x="124400" y="1285767"/>
                  </a:lnTo>
                  <a:lnTo>
                    <a:pt x="167577" y="1253438"/>
                  </a:lnTo>
                  <a:lnTo>
                    <a:pt x="213943" y="1230154"/>
                  </a:lnTo>
                  <a:lnTo>
                    <a:pt x="167577" y="1206870"/>
                  </a:lnTo>
                  <a:lnTo>
                    <a:pt x="124400" y="1174541"/>
                  </a:lnTo>
                  <a:lnTo>
                    <a:pt x="85733" y="1133614"/>
                  </a:lnTo>
                  <a:lnTo>
                    <a:pt x="52835" y="1084703"/>
                  </a:lnTo>
                  <a:lnTo>
                    <a:pt x="26882" y="1028589"/>
                  </a:lnTo>
                  <a:lnTo>
                    <a:pt x="8951" y="966202"/>
                  </a:lnTo>
                  <a:lnTo>
                    <a:pt x="0" y="898613"/>
                  </a:lnTo>
                  <a:lnTo>
                    <a:pt x="847" y="827017"/>
                  </a:lnTo>
                </a:path>
              </a:pathLst>
            </a:custGeom>
            <a:ln w="24933" cap="flat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3" name="pt23"/>
            <p:cNvSpPr/>
            <p:nvPr/>
          </p:nvSpPr>
          <p:spPr>
            <a:xfrm>
              <a:off x="6965886" y="3781736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t24"/>
            <p:cNvSpPr/>
            <p:nvPr/>
          </p:nvSpPr>
          <p:spPr>
            <a:xfrm>
              <a:off x="4685399" y="264149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t25"/>
            <p:cNvSpPr/>
            <p:nvPr/>
          </p:nvSpPr>
          <p:spPr>
            <a:xfrm>
              <a:off x="5760431" y="2706704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t26"/>
            <p:cNvSpPr/>
            <p:nvPr/>
          </p:nvSpPr>
          <p:spPr>
            <a:xfrm>
              <a:off x="4282263" y="3378599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t27"/>
            <p:cNvSpPr/>
            <p:nvPr/>
          </p:nvSpPr>
          <p:spPr>
            <a:xfrm>
              <a:off x="4685399" y="3781736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t28"/>
            <p:cNvSpPr/>
            <p:nvPr/>
          </p:nvSpPr>
          <p:spPr>
            <a:xfrm>
              <a:off x="5357294" y="4453630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t29"/>
            <p:cNvSpPr/>
            <p:nvPr/>
          </p:nvSpPr>
          <p:spPr>
            <a:xfrm>
              <a:off x="4282263" y="4184872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t30"/>
            <p:cNvSpPr/>
            <p:nvPr/>
          </p:nvSpPr>
          <p:spPr>
            <a:xfrm>
              <a:off x="4495359" y="3781736"/>
              <a:ext cx="63202" cy="63202"/>
            </a:xfrm>
            <a:prstGeom prst="ellipse">
              <a:avLst/>
            </a:prstGeom>
            <a:solidFill>
              <a:srgbClr val="F8766D">
                <a:alpha val="100000"/>
              </a:srgbClr>
            </a:solidFill>
            <a:ln w="9000" cap="rnd">
              <a:solidFill>
                <a:srgbClr val="F8766D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4717001" y="1532850"/>
              <a:ext cx="0" cy="2280486"/>
            </a:xfrm>
            <a:custGeom>
              <a:avLst/>
              <a:pathLst>
                <a:path w="0" h="2280486">
                  <a:moveTo>
                    <a:pt x="0" y="2280486"/>
                  </a:moveTo>
                  <a:lnTo>
                    <a:pt x="0" y="2201849"/>
                  </a:lnTo>
                  <a:lnTo>
                    <a:pt x="0" y="2123211"/>
                  </a:lnTo>
                  <a:lnTo>
                    <a:pt x="0" y="2044574"/>
                  </a:lnTo>
                  <a:lnTo>
                    <a:pt x="0" y="1965936"/>
                  </a:lnTo>
                  <a:lnTo>
                    <a:pt x="0" y="1887299"/>
                  </a:lnTo>
                  <a:lnTo>
                    <a:pt x="0" y="1808661"/>
                  </a:lnTo>
                  <a:lnTo>
                    <a:pt x="0" y="1730024"/>
                  </a:lnTo>
                  <a:lnTo>
                    <a:pt x="0" y="1651386"/>
                  </a:lnTo>
                  <a:lnTo>
                    <a:pt x="0" y="1572749"/>
                  </a:lnTo>
                  <a:lnTo>
                    <a:pt x="0" y="1494111"/>
                  </a:lnTo>
                  <a:lnTo>
                    <a:pt x="0" y="1415474"/>
                  </a:lnTo>
                  <a:lnTo>
                    <a:pt x="0" y="1336836"/>
                  </a:lnTo>
                  <a:lnTo>
                    <a:pt x="0" y="1258199"/>
                  </a:lnTo>
                  <a:lnTo>
                    <a:pt x="0" y="1179562"/>
                  </a:lnTo>
                  <a:lnTo>
                    <a:pt x="0" y="1100924"/>
                  </a:lnTo>
                  <a:lnTo>
                    <a:pt x="0" y="1022287"/>
                  </a:lnTo>
                  <a:lnTo>
                    <a:pt x="0" y="943649"/>
                  </a:lnTo>
                  <a:lnTo>
                    <a:pt x="0" y="865012"/>
                  </a:lnTo>
                  <a:lnTo>
                    <a:pt x="0" y="786374"/>
                  </a:lnTo>
                  <a:lnTo>
                    <a:pt x="0" y="707737"/>
                  </a:lnTo>
                  <a:lnTo>
                    <a:pt x="0" y="629099"/>
                  </a:lnTo>
                  <a:lnTo>
                    <a:pt x="0" y="550462"/>
                  </a:lnTo>
                  <a:lnTo>
                    <a:pt x="0" y="471824"/>
                  </a:lnTo>
                  <a:lnTo>
                    <a:pt x="0" y="393187"/>
                  </a:lnTo>
                  <a:lnTo>
                    <a:pt x="0" y="314549"/>
                  </a:lnTo>
                  <a:lnTo>
                    <a:pt x="0" y="235912"/>
                  </a:lnTo>
                  <a:lnTo>
                    <a:pt x="0" y="157274"/>
                  </a:lnTo>
                  <a:lnTo>
                    <a:pt x="0" y="78637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pl32"/>
            <p:cNvSpPr/>
            <p:nvPr/>
          </p:nvSpPr>
          <p:spPr>
            <a:xfrm>
              <a:off x="4717001" y="2200789"/>
              <a:ext cx="1612547" cy="1612547"/>
            </a:xfrm>
            <a:custGeom>
              <a:avLst/>
              <a:pathLst>
                <a:path w="1612547" h="1612547">
                  <a:moveTo>
                    <a:pt x="0" y="1612547"/>
                  </a:moveTo>
                  <a:lnTo>
                    <a:pt x="55605" y="1556942"/>
                  </a:lnTo>
                  <a:lnTo>
                    <a:pt x="111210" y="1501337"/>
                  </a:lnTo>
                  <a:lnTo>
                    <a:pt x="166815" y="1445732"/>
                  </a:lnTo>
                  <a:lnTo>
                    <a:pt x="222420" y="1390127"/>
                  </a:lnTo>
                  <a:lnTo>
                    <a:pt x="278025" y="1334522"/>
                  </a:lnTo>
                  <a:lnTo>
                    <a:pt x="333630" y="1278916"/>
                  </a:lnTo>
                  <a:lnTo>
                    <a:pt x="389235" y="1223311"/>
                  </a:lnTo>
                  <a:lnTo>
                    <a:pt x="444840" y="1167706"/>
                  </a:lnTo>
                  <a:lnTo>
                    <a:pt x="500445" y="1112101"/>
                  </a:lnTo>
                  <a:lnTo>
                    <a:pt x="556050" y="1056496"/>
                  </a:lnTo>
                  <a:lnTo>
                    <a:pt x="611655" y="1000891"/>
                  </a:lnTo>
                  <a:lnTo>
                    <a:pt x="667261" y="945286"/>
                  </a:lnTo>
                  <a:lnTo>
                    <a:pt x="722866" y="889681"/>
                  </a:lnTo>
                  <a:lnTo>
                    <a:pt x="778471" y="834076"/>
                  </a:lnTo>
                  <a:lnTo>
                    <a:pt x="834076" y="778471"/>
                  </a:lnTo>
                  <a:lnTo>
                    <a:pt x="889681" y="722866"/>
                  </a:lnTo>
                  <a:lnTo>
                    <a:pt x="945286" y="667261"/>
                  </a:lnTo>
                  <a:lnTo>
                    <a:pt x="1000891" y="611655"/>
                  </a:lnTo>
                  <a:lnTo>
                    <a:pt x="1056496" y="556050"/>
                  </a:lnTo>
                  <a:lnTo>
                    <a:pt x="1112101" y="500445"/>
                  </a:lnTo>
                  <a:lnTo>
                    <a:pt x="1167706" y="444840"/>
                  </a:lnTo>
                  <a:lnTo>
                    <a:pt x="1223311" y="389235"/>
                  </a:lnTo>
                  <a:lnTo>
                    <a:pt x="1278916" y="333630"/>
                  </a:lnTo>
                  <a:lnTo>
                    <a:pt x="1334522" y="278025"/>
                  </a:lnTo>
                  <a:lnTo>
                    <a:pt x="1390127" y="222420"/>
                  </a:lnTo>
                  <a:lnTo>
                    <a:pt x="1445732" y="166815"/>
                  </a:lnTo>
                  <a:lnTo>
                    <a:pt x="1501337" y="111210"/>
                  </a:lnTo>
                  <a:lnTo>
                    <a:pt x="1556942" y="55605"/>
                  </a:lnTo>
                  <a:lnTo>
                    <a:pt x="1612547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3" name="pl33"/>
            <p:cNvSpPr/>
            <p:nvPr/>
          </p:nvSpPr>
          <p:spPr>
            <a:xfrm>
              <a:off x="4717001" y="3813337"/>
              <a:ext cx="2280486" cy="0"/>
            </a:xfrm>
            <a:custGeom>
              <a:avLst/>
              <a:pathLst>
                <a:path w="2280486" h="0">
                  <a:moveTo>
                    <a:pt x="0" y="0"/>
                  </a:moveTo>
                  <a:lnTo>
                    <a:pt x="78637" y="0"/>
                  </a:lnTo>
                  <a:lnTo>
                    <a:pt x="157274" y="0"/>
                  </a:lnTo>
                  <a:lnTo>
                    <a:pt x="235912" y="0"/>
                  </a:lnTo>
                  <a:lnTo>
                    <a:pt x="314549" y="0"/>
                  </a:lnTo>
                  <a:lnTo>
                    <a:pt x="393187" y="0"/>
                  </a:lnTo>
                  <a:lnTo>
                    <a:pt x="471824" y="0"/>
                  </a:lnTo>
                  <a:lnTo>
                    <a:pt x="550462" y="0"/>
                  </a:lnTo>
                  <a:lnTo>
                    <a:pt x="629099" y="0"/>
                  </a:lnTo>
                  <a:lnTo>
                    <a:pt x="707737" y="0"/>
                  </a:lnTo>
                  <a:lnTo>
                    <a:pt x="786374" y="0"/>
                  </a:lnTo>
                  <a:lnTo>
                    <a:pt x="865012" y="0"/>
                  </a:lnTo>
                  <a:lnTo>
                    <a:pt x="943649" y="0"/>
                  </a:lnTo>
                  <a:lnTo>
                    <a:pt x="1022287" y="0"/>
                  </a:lnTo>
                  <a:lnTo>
                    <a:pt x="1100924" y="0"/>
                  </a:lnTo>
                  <a:lnTo>
                    <a:pt x="1179562" y="0"/>
                  </a:lnTo>
                  <a:lnTo>
                    <a:pt x="1258199" y="0"/>
                  </a:lnTo>
                  <a:lnTo>
                    <a:pt x="1336836" y="0"/>
                  </a:lnTo>
                  <a:lnTo>
                    <a:pt x="1415474" y="0"/>
                  </a:lnTo>
                  <a:lnTo>
                    <a:pt x="1494111" y="0"/>
                  </a:lnTo>
                  <a:lnTo>
                    <a:pt x="1572749" y="0"/>
                  </a:lnTo>
                  <a:lnTo>
                    <a:pt x="1651386" y="0"/>
                  </a:lnTo>
                  <a:lnTo>
                    <a:pt x="1730024" y="0"/>
                  </a:lnTo>
                  <a:lnTo>
                    <a:pt x="1808661" y="0"/>
                  </a:lnTo>
                  <a:lnTo>
                    <a:pt x="1887299" y="0"/>
                  </a:lnTo>
                  <a:lnTo>
                    <a:pt x="1965936" y="0"/>
                  </a:lnTo>
                  <a:lnTo>
                    <a:pt x="2044574" y="0"/>
                  </a:lnTo>
                  <a:lnTo>
                    <a:pt x="2123211" y="0"/>
                  </a:lnTo>
                  <a:lnTo>
                    <a:pt x="2201849" y="0"/>
                  </a:lnTo>
                  <a:lnTo>
                    <a:pt x="2280486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4" name="pl34"/>
            <p:cNvSpPr/>
            <p:nvPr/>
          </p:nvSpPr>
          <p:spPr>
            <a:xfrm>
              <a:off x="4717001" y="3813337"/>
              <a:ext cx="1612547" cy="1612547"/>
            </a:xfrm>
            <a:custGeom>
              <a:avLst/>
              <a:pathLst>
                <a:path w="1612547" h="1612547">
                  <a:moveTo>
                    <a:pt x="0" y="0"/>
                  </a:moveTo>
                  <a:lnTo>
                    <a:pt x="55605" y="55605"/>
                  </a:lnTo>
                  <a:lnTo>
                    <a:pt x="111210" y="111210"/>
                  </a:lnTo>
                  <a:lnTo>
                    <a:pt x="166815" y="166815"/>
                  </a:lnTo>
                  <a:lnTo>
                    <a:pt x="222420" y="222420"/>
                  </a:lnTo>
                  <a:lnTo>
                    <a:pt x="278025" y="278025"/>
                  </a:lnTo>
                  <a:lnTo>
                    <a:pt x="333630" y="333630"/>
                  </a:lnTo>
                  <a:lnTo>
                    <a:pt x="389235" y="389235"/>
                  </a:lnTo>
                  <a:lnTo>
                    <a:pt x="444840" y="444840"/>
                  </a:lnTo>
                  <a:lnTo>
                    <a:pt x="500445" y="500445"/>
                  </a:lnTo>
                  <a:lnTo>
                    <a:pt x="556050" y="556050"/>
                  </a:lnTo>
                  <a:lnTo>
                    <a:pt x="611655" y="611655"/>
                  </a:lnTo>
                  <a:lnTo>
                    <a:pt x="667261" y="667261"/>
                  </a:lnTo>
                  <a:lnTo>
                    <a:pt x="722866" y="722866"/>
                  </a:lnTo>
                  <a:lnTo>
                    <a:pt x="778471" y="778471"/>
                  </a:lnTo>
                  <a:lnTo>
                    <a:pt x="834076" y="834076"/>
                  </a:lnTo>
                  <a:lnTo>
                    <a:pt x="889681" y="889681"/>
                  </a:lnTo>
                  <a:lnTo>
                    <a:pt x="945286" y="945286"/>
                  </a:lnTo>
                  <a:lnTo>
                    <a:pt x="1000891" y="1000891"/>
                  </a:lnTo>
                  <a:lnTo>
                    <a:pt x="1056496" y="1056496"/>
                  </a:lnTo>
                  <a:lnTo>
                    <a:pt x="1112101" y="1112101"/>
                  </a:lnTo>
                  <a:lnTo>
                    <a:pt x="1167706" y="1167706"/>
                  </a:lnTo>
                  <a:lnTo>
                    <a:pt x="1223311" y="1223311"/>
                  </a:lnTo>
                  <a:lnTo>
                    <a:pt x="1278916" y="1278916"/>
                  </a:lnTo>
                  <a:lnTo>
                    <a:pt x="1334522" y="1334522"/>
                  </a:lnTo>
                  <a:lnTo>
                    <a:pt x="1390127" y="1390127"/>
                  </a:lnTo>
                  <a:lnTo>
                    <a:pt x="1445732" y="1445732"/>
                  </a:lnTo>
                  <a:lnTo>
                    <a:pt x="1501337" y="1501337"/>
                  </a:lnTo>
                  <a:lnTo>
                    <a:pt x="1556942" y="1556942"/>
                  </a:lnTo>
                  <a:lnTo>
                    <a:pt x="1612547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5" name="pl35"/>
            <p:cNvSpPr/>
            <p:nvPr/>
          </p:nvSpPr>
          <p:spPr>
            <a:xfrm>
              <a:off x="4717001" y="3813337"/>
              <a:ext cx="0" cy="2280486"/>
            </a:xfrm>
            <a:custGeom>
              <a:avLst/>
              <a:pathLst>
                <a:path w="0" h="2280486">
                  <a:moveTo>
                    <a:pt x="0" y="0"/>
                  </a:moveTo>
                  <a:lnTo>
                    <a:pt x="0" y="78637"/>
                  </a:lnTo>
                  <a:lnTo>
                    <a:pt x="0" y="157274"/>
                  </a:lnTo>
                  <a:lnTo>
                    <a:pt x="0" y="235912"/>
                  </a:lnTo>
                  <a:lnTo>
                    <a:pt x="0" y="314549"/>
                  </a:lnTo>
                  <a:lnTo>
                    <a:pt x="0" y="393187"/>
                  </a:lnTo>
                  <a:lnTo>
                    <a:pt x="0" y="471824"/>
                  </a:lnTo>
                  <a:lnTo>
                    <a:pt x="0" y="550462"/>
                  </a:lnTo>
                  <a:lnTo>
                    <a:pt x="0" y="629099"/>
                  </a:lnTo>
                  <a:lnTo>
                    <a:pt x="0" y="707737"/>
                  </a:lnTo>
                  <a:lnTo>
                    <a:pt x="0" y="786374"/>
                  </a:lnTo>
                  <a:lnTo>
                    <a:pt x="0" y="865012"/>
                  </a:lnTo>
                  <a:lnTo>
                    <a:pt x="0" y="943649"/>
                  </a:lnTo>
                  <a:lnTo>
                    <a:pt x="0" y="1022287"/>
                  </a:lnTo>
                  <a:lnTo>
                    <a:pt x="0" y="1100924"/>
                  </a:lnTo>
                  <a:lnTo>
                    <a:pt x="0" y="1179562"/>
                  </a:lnTo>
                  <a:lnTo>
                    <a:pt x="0" y="1258199"/>
                  </a:lnTo>
                  <a:lnTo>
                    <a:pt x="0" y="1336836"/>
                  </a:lnTo>
                  <a:lnTo>
                    <a:pt x="0" y="1415474"/>
                  </a:lnTo>
                  <a:lnTo>
                    <a:pt x="0" y="1494111"/>
                  </a:lnTo>
                  <a:lnTo>
                    <a:pt x="0" y="1572749"/>
                  </a:lnTo>
                  <a:lnTo>
                    <a:pt x="0" y="1651386"/>
                  </a:lnTo>
                  <a:lnTo>
                    <a:pt x="0" y="1730024"/>
                  </a:lnTo>
                  <a:lnTo>
                    <a:pt x="0" y="1808661"/>
                  </a:lnTo>
                  <a:lnTo>
                    <a:pt x="0" y="1887299"/>
                  </a:lnTo>
                  <a:lnTo>
                    <a:pt x="0" y="1965936"/>
                  </a:lnTo>
                  <a:lnTo>
                    <a:pt x="0" y="2044574"/>
                  </a:lnTo>
                  <a:lnTo>
                    <a:pt x="0" y="2123211"/>
                  </a:lnTo>
                  <a:lnTo>
                    <a:pt x="0" y="2201849"/>
                  </a:lnTo>
                  <a:lnTo>
                    <a:pt x="0" y="2280486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6" name="pl36"/>
            <p:cNvSpPr/>
            <p:nvPr/>
          </p:nvSpPr>
          <p:spPr>
            <a:xfrm>
              <a:off x="3104453" y="3813337"/>
              <a:ext cx="1612547" cy="1612547"/>
            </a:xfrm>
            <a:custGeom>
              <a:avLst/>
              <a:pathLst>
                <a:path w="1612547" h="1612547">
                  <a:moveTo>
                    <a:pt x="1612547" y="0"/>
                  </a:moveTo>
                  <a:lnTo>
                    <a:pt x="1556942" y="55605"/>
                  </a:lnTo>
                  <a:lnTo>
                    <a:pt x="1501337" y="111210"/>
                  </a:lnTo>
                  <a:lnTo>
                    <a:pt x="1445732" y="166815"/>
                  </a:lnTo>
                  <a:lnTo>
                    <a:pt x="1390127" y="222420"/>
                  </a:lnTo>
                  <a:lnTo>
                    <a:pt x="1334522" y="278025"/>
                  </a:lnTo>
                  <a:lnTo>
                    <a:pt x="1278916" y="333630"/>
                  </a:lnTo>
                  <a:lnTo>
                    <a:pt x="1223311" y="389235"/>
                  </a:lnTo>
                  <a:lnTo>
                    <a:pt x="1167706" y="444840"/>
                  </a:lnTo>
                  <a:lnTo>
                    <a:pt x="1112101" y="500445"/>
                  </a:lnTo>
                  <a:lnTo>
                    <a:pt x="1056496" y="556050"/>
                  </a:lnTo>
                  <a:lnTo>
                    <a:pt x="1000891" y="611655"/>
                  </a:lnTo>
                  <a:lnTo>
                    <a:pt x="945286" y="667261"/>
                  </a:lnTo>
                  <a:lnTo>
                    <a:pt x="889681" y="722866"/>
                  </a:lnTo>
                  <a:lnTo>
                    <a:pt x="834076" y="778471"/>
                  </a:lnTo>
                  <a:lnTo>
                    <a:pt x="778471" y="834076"/>
                  </a:lnTo>
                  <a:lnTo>
                    <a:pt x="722866" y="889681"/>
                  </a:lnTo>
                  <a:lnTo>
                    <a:pt x="667261" y="945286"/>
                  </a:lnTo>
                  <a:lnTo>
                    <a:pt x="611655" y="1000891"/>
                  </a:lnTo>
                  <a:lnTo>
                    <a:pt x="556050" y="1056496"/>
                  </a:lnTo>
                  <a:lnTo>
                    <a:pt x="500445" y="1112101"/>
                  </a:lnTo>
                  <a:lnTo>
                    <a:pt x="444840" y="1167706"/>
                  </a:lnTo>
                  <a:lnTo>
                    <a:pt x="389235" y="1223311"/>
                  </a:lnTo>
                  <a:lnTo>
                    <a:pt x="333630" y="1278916"/>
                  </a:lnTo>
                  <a:lnTo>
                    <a:pt x="278025" y="1334522"/>
                  </a:lnTo>
                  <a:lnTo>
                    <a:pt x="222420" y="1390127"/>
                  </a:lnTo>
                  <a:lnTo>
                    <a:pt x="166815" y="1445732"/>
                  </a:lnTo>
                  <a:lnTo>
                    <a:pt x="111210" y="1501337"/>
                  </a:lnTo>
                  <a:lnTo>
                    <a:pt x="55605" y="1556942"/>
                  </a:lnTo>
                  <a:lnTo>
                    <a:pt x="0" y="1612547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7" name="pl37"/>
            <p:cNvSpPr/>
            <p:nvPr/>
          </p:nvSpPr>
          <p:spPr>
            <a:xfrm>
              <a:off x="2436514" y="3813337"/>
              <a:ext cx="2280486" cy="0"/>
            </a:xfrm>
            <a:custGeom>
              <a:avLst/>
              <a:pathLst>
                <a:path w="2280486" h="0">
                  <a:moveTo>
                    <a:pt x="2280486" y="0"/>
                  </a:moveTo>
                  <a:lnTo>
                    <a:pt x="2201849" y="0"/>
                  </a:lnTo>
                  <a:lnTo>
                    <a:pt x="2123211" y="0"/>
                  </a:lnTo>
                  <a:lnTo>
                    <a:pt x="2044574" y="0"/>
                  </a:lnTo>
                  <a:lnTo>
                    <a:pt x="1965936" y="0"/>
                  </a:lnTo>
                  <a:lnTo>
                    <a:pt x="1887299" y="0"/>
                  </a:lnTo>
                  <a:lnTo>
                    <a:pt x="1808661" y="0"/>
                  </a:lnTo>
                  <a:lnTo>
                    <a:pt x="1730024" y="0"/>
                  </a:lnTo>
                  <a:lnTo>
                    <a:pt x="1651386" y="0"/>
                  </a:lnTo>
                  <a:lnTo>
                    <a:pt x="1572749" y="0"/>
                  </a:lnTo>
                  <a:lnTo>
                    <a:pt x="1494111" y="0"/>
                  </a:lnTo>
                  <a:lnTo>
                    <a:pt x="1415474" y="0"/>
                  </a:lnTo>
                  <a:lnTo>
                    <a:pt x="1336836" y="0"/>
                  </a:lnTo>
                  <a:lnTo>
                    <a:pt x="1258199" y="0"/>
                  </a:lnTo>
                  <a:lnTo>
                    <a:pt x="1179562" y="0"/>
                  </a:lnTo>
                  <a:lnTo>
                    <a:pt x="1100924" y="0"/>
                  </a:lnTo>
                  <a:lnTo>
                    <a:pt x="1022287" y="0"/>
                  </a:lnTo>
                  <a:lnTo>
                    <a:pt x="943649" y="0"/>
                  </a:lnTo>
                  <a:lnTo>
                    <a:pt x="865012" y="0"/>
                  </a:lnTo>
                  <a:lnTo>
                    <a:pt x="786374" y="0"/>
                  </a:lnTo>
                  <a:lnTo>
                    <a:pt x="707737" y="0"/>
                  </a:lnTo>
                  <a:lnTo>
                    <a:pt x="629099" y="0"/>
                  </a:lnTo>
                  <a:lnTo>
                    <a:pt x="550462" y="0"/>
                  </a:lnTo>
                  <a:lnTo>
                    <a:pt x="471824" y="0"/>
                  </a:lnTo>
                  <a:lnTo>
                    <a:pt x="393187" y="0"/>
                  </a:lnTo>
                  <a:lnTo>
                    <a:pt x="314549" y="0"/>
                  </a:lnTo>
                  <a:lnTo>
                    <a:pt x="235912" y="0"/>
                  </a:lnTo>
                  <a:lnTo>
                    <a:pt x="157274" y="0"/>
                  </a:lnTo>
                  <a:lnTo>
                    <a:pt x="78637" y="0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8" name="pl38"/>
            <p:cNvSpPr/>
            <p:nvPr/>
          </p:nvSpPr>
          <p:spPr>
            <a:xfrm>
              <a:off x="3104453" y="2200789"/>
              <a:ext cx="1612547" cy="1612547"/>
            </a:xfrm>
            <a:custGeom>
              <a:avLst/>
              <a:pathLst>
                <a:path w="1612547" h="1612547">
                  <a:moveTo>
                    <a:pt x="1612547" y="1612547"/>
                  </a:moveTo>
                  <a:lnTo>
                    <a:pt x="1556942" y="1556942"/>
                  </a:lnTo>
                  <a:lnTo>
                    <a:pt x="1501337" y="1501337"/>
                  </a:lnTo>
                  <a:lnTo>
                    <a:pt x="1445732" y="1445732"/>
                  </a:lnTo>
                  <a:lnTo>
                    <a:pt x="1390127" y="1390127"/>
                  </a:lnTo>
                  <a:lnTo>
                    <a:pt x="1334522" y="1334522"/>
                  </a:lnTo>
                  <a:lnTo>
                    <a:pt x="1278916" y="1278916"/>
                  </a:lnTo>
                  <a:lnTo>
                    <a:pt x="1223311" y="1223311"/>
                  </a:lnTo>
                  <a:lnTo>
                    <a:pt x="1167706" y="1167706"/>
                  </a:lnTo>
                  <a:lnTo>
                    <a:pt x="1112101" y="1112101"/>
                  </a:lnTo>
                  <a:lnTo>
                    <a:pt x="1056496" y="1056496"/>
                  </a:lnTo>
                  <a:lnTo>
                    <a:pt x="1000891" y="1000891"/>
                  </a:lnTo>
                  <a:lnTo>
                    <a:pt x="945286" y="945286"/>
                  </a:lnTo>
                  <a:lnTo>
                    <a:pt x="889681" y="889681"/>
                  </a:lnTo>
                  <a:lnTo>
                    <a:pt x="834076" y="834076"/>
                  </a:lnTo>
                  <a:lnTo>
                    <a:pt x="778471" y="778471"/>
                  </a:lnTo>
                  <a:lnTo>
                    <a:pt x="722866" y="722866"/>
                  </a:lnTo>
                  <a:lnTo>
                    <a:pt x="667261" y="667261"/>
                  </a:lnTo>
                  <a:lnTo>
                    <a:pt x="611655" y="611655"/>
                  </a:lnTo>
                  <a:lnTo>
                    <a:pt x="556050" y="556050"/>
                  </a:lnTo>
                  <a:lnTo>
                    <a:pt x="500445" y="500445"/>
                  </a:lnTo>
                  <a:lnTo>
                    <a:pt x="444840" y="444840"/>
                  </a:lnTo>
                  <a:lnTo>
                    <a:pt x="389235" y="389235"/>
                  </a:lnTo>
                  <a:lnTo>
                    <a:pt x="333630" y="333630"/>
                  </a:lnTo>
                  <a:lnTo>
                    <a:pt x="278025" y="278025"/>
                  </a:lnTo>
                  <a:lnTo>
                    <a:pt x="222420" y="222420"/>
                  </a:lnTo>
                  <a:lnTo>
                    <a:pt x="166815" y="166815"/>
                  </a:lnTo>
                  <a:lnTo>
                    <a:pt x="111210" y="111210"/>
                  </a:lnTo>
                  <a:lnTo>
                    <a:pt x="55605" y="55605"/>
                  </a:lnTo>
                  <a:lnTo>
                    <a:pt x="0" y="0"/>
                  </a:lnTo>
                </a:path>
              </a:pathLst>
            </a:custGeom>
            <a:ln w="8672" cap="flat">
              <a:solidFill>
                <a:srgbClr val="70707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9" name="tx39"/>
            <p:cNvSpPr/>
            <p:nvPr/>
          </p:nvSpPr>
          <p:spPr>
            <a:xfrm>
              <a:off x="4585015" y="1206755"/>
              <a:ext cx="263971" cy="7975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</a:t>
              </a:r>
            </a:p>
          </p:txBody>
        </p:sp>
        <p:sp>
          <p:nvSpPr>
            <p:cNvPr id="40" name="tx40"/>
            <p:cNvSpPr/>
            <p:nvPr/>
          </p:nvSpPr>
          <p:spPr>
            <a:xfrm>
              <a:off x="6297111" y="1958081"/>
              <a:ext cx="468011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Northeast</a:t>
              </a:r>
            </a:p>
          </p:txBody>
        </p:sp>
        <p:sp>
          <p:nvSpPr>
            <p:cNvPr id="41" name="tx41"/>
            <p:cNvSpPr/>
            <p:nvPr/>
          </p:nvSpPr>
          <p:spPr>
            <a:xfrm>
              <a:off x="7174545" y="3772460"/>
              <a:ext cx="216005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East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6288045" y="5584362"/>
              <a:ext cx="48614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Southeast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4575949" y="6335794"/>
              <a:ext cx="282103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650852" y="5584362"/>
              <a:ext cx="504065" cy="8180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Southwest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2028507" y="3772460"/>
              <a:ext cx="245891" cy="79592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West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2659918" y="1958081"/>
              <a:ext cx="485933" cy="79855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85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850">
                  <a:solidFill>
                    <a:srgbClr val="222222">
                      <a:alpha val="100000"/>
                    </a:srgbClr>
                  </a:solidFill>
                  <a:latin typeface="Helvetica"/>
                  <a:cs typeface="Helvetica"/>
                </a:rPr>
                <a:t>Northwest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625832" y="2641123"/>
              <a:ext cx="177930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50%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576390" y="1500880"/>
              <a:ext cx="227372" cy="6385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7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700">
                  <a:solidFill>
                    <a:srgbClr val="6B6B6B">
                      <a:alpha val="100000"/>
                    </a:srgbClr>
                  </a:solidFill>
                  <a:latin typeface="Helvetica"/>
                  <a:cs typeface="Helvetica"/>
                </a:rPr>
                <a:t>100%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>dingchenchen</cp:lastModifiedBy>
  <cp:revision>3</cp:revision>
  <dcterms:created xsi:type="dcterms:W3CDTF">2017-02-13T16:18:36Z</dcterms:created>
  <dcterms:modified xsi:type="dcterms:W3CDTF">2026-04-01T18:12:27Z</dcterms:modified>
  <cp:category/>
</cp:coreProperties>
</file>