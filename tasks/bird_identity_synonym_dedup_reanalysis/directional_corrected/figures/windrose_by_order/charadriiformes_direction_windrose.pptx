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44787" y="438873"/>
              <a:ext cx="1144427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007480" y="2999053"/>
              <a:ext cx="2990007" cy="2164593"/>
            </a:xfrm>
            <a:custGeom>
              <a:avLst/>
              <a:pathLst>
                <a:path w="2990007" h="2164593">
                  <a:moveTo>
                    <a:pt x="2990007" y="814284"/>
                  </a:moveTo>
                  <a:lnTo>
                    <a:pt x="2929731" y="724812"/>
                  </a:lnTo>
                  <a:lnTo>
                    <a:pt x="2866043" y="640191"/>
                  </a:lnTo>
                  <a:lnTo>
                    <a:pt x="2799237" y="560546"/>
                  </a:lnTo>
                  <a:lnTo>
                    <a:pt x="2729608" y="485988"/>
                  </a:lnTo>
                  <a:lnTo>
                    <a:pt x="2657458" y="416609"/>
                  </a:lnTo>
                  <a:lnTo>
                    <a:pt x="2583091" y="352490"/>
                  </a:lnTo>
                  <a:lnTo>
                    <a:pt x="2506812" y="293692"/>
                  </a:lnTo>
                  <a:lnTo>
                    <a:pt x="2428927" y="240262"/>
                  </a:lnTo>
                  <a:lnTo>
                    <a:pt x="2349745" y="192229"/>
                  </a:lnTo>
                  <a:lnTo>
                    <a:pt x="2269572" y="149608"/>
                  </a:lnTo>
                  <a:lnTo>
                    <a:pt x="2188715" y="112397"/>
                  </a:lnTo>
                  <a:lnTo>
                    <a:pt x="2107477" y="80580"/>
                  </a:lnTo>
                  <a:lnTo>
                    <a:pt x="2026160" y="54122"/>
                  </a:lnTo>
                  <a:lnTo>
                    <a:pt x="1945062" y="32975"/>
                  </a:lnTo>
                  <a:lnTo>
                    <a:pt x="1864476" y="17075"/>
                  </a:lnTo>
                  <a:lnTo>
                    <a:pt x="1784693" y="6344"/>
                  </a:lnTo>
                  <a:lnTo>
                    <a:pt x="1705994" y="688"/>
                  </a:lnTo>
                  <a:lnTo>
                    <a:pt x="1628657" y="0"/>
                  </a:lnTo>
                  <a:lnTo>
                    <a:pt x="1552952" y="4156"/>
                  </a:lnTo>
                  <a:lnTo>
                    <a:pt x="1479142" y="13023"/>
                  </a:lnTo>
                  <a:lnTo>
                    <a:pt x="1407478" y="26452"/>
                  </a:lnTo>
                  <a:lnTo>
                    <a:pt x="1338208" y="44281"/>
                  </a:lnTo>
                  <a:lnTo>
                    <a:pt x="1271565" y="66338"/>
                  </a:lnTo>
                  <a:lnTo>
                    <a:pt x="1207776" y="92436"/>
                  </a:lnTo>
                  <a:lnTo>
                    <a:pt x="1147053" y="122381"/>
                  </a:lnTo>
                  <a:lnTo>
                    <a:pt x="1089601" y="155964"/>
                  </a:lnTo>
                  <a:lnTo>
                    <a:pt x="1035611" y="192970"/>
                  </a:lnTo>
                  <a:lnTo>
                    <a:pt x="985262" y="233172"/>
                  </a:lnTo>
                  <a:lnTo>
                    <a:pt x="938719" y="276335"/>
                  </a:lnTo>
                  <a:lnTo>
                    <a:pt x="896137" y="322216"/>
                  </a:lnTo>
                  <a:lnTo>
                    <a:pt x="857655" y="370566"/>
                  </a:lnTo>
                  <a:lnTo>
                    <a:pt x="823400" y="421126"/>
                  </a:lnTo>
                  <a:lnTo>
                    <a:pt x="793483" y="473635"/>
                  </a:lnTo>
                  <a:lnTo>
                    <a:pt x="768002" y="527822"/>
                  </a:lnTo>
                  <a:lnTo>
                    <a:pt x="747040" y="583417"/>
                  </a:lnTo>
                  <a:lnTo>
                    <a:pt x="730665" y="640141"/>
                  </a:lnTo>
                  <a:lnTo>
                    <a:pt x="718931" y="697715"/>
                  </a:lnTo>
                  <a:lnTo>
                    <a:pt x="711875" y="755857"/>
                  </a:lnTo>
                  <a:lnTo>
                    <a:pt x="709520" y="814284"/>
                  </a:lnTo>
                  <a:lnTo>
                    <a:pt x="713001" y="761186"/>
                  </a:lnTo>
                  <a:lnTo>
                    <a:pt x="723411" y="708772"/>
                  </a:lnTo>
                  <a:lnTo>
                    <a:pt x="740663" y="657717"/>
                  </a:lnTo>
                  <a:lnTo>
                    <a:pt x="764609" y="608691"/>
                  </a:lnTo>
                  <a:lnTo>
                    <a:pt x="795042" y="562347"/>
                  </a:lnTo>
                  <a:lnTo>
                    <a:pt x="831699" y="519319"/>
                  </a:lnTo>
                  <a:lnTo>
                    <a:pt x="874264" y="480217"/>
                  </a:lnTo>
                  <a:lnTo>
                    <a:pt x="922366" y="445625"/>
                  </a:lnTo>
                  <a:lnTo>
                    <a:pt x="975584" y="416091"/>
                  </a:lnTo>
                  <a:lnTo>
                    <a:pt x="1033451" y="392130"/>
                  </a:lnTo>
                  <a:lnTo>
                    <a:pt x="1095452" y="374213"/>
                  </a:lnTo>
                  <a:lnTo>
                    <a:pt x="1161034" y="362771"/>
                  </a:lnTo>
                  <a:lnTo>
                    <a:pt x="1204974" y="431317"/>
                  </a:lnTo>
                  <a:lnTo>
                    <a:pt x="1238973" y="503589"/>
                  </a:lnTo>
                  <a:lnTo>
                    <a:pt x="1262811" y="578193"/>
                  </a:lnTo>
                  <a:lnTo>
                    <a:pt x="1276456" y="653742"/>
                  </a:lnTo>
                  <a:lnTo>
                    <a:pt x="1280065" y="728878"/>
                  </a:lnTo>
                  <a:lnTo>
                    <a:pt x="1273968" y="802301"/>
                  </a:lnTo>
                  <a:lnTo>
                    <a:pt x="1258660" y="872787"/>
                  </a:lnTo>
                  <a:lnTo>
                    <a:pt x="1234789" y="939211"/>
                  </a:lnTo>
                  <a:lnTo>
                    <a:pt x="1203134" y="1000565"/>
                  </a:lnTo>
                  <a:lnTo>
                    <a:pt x="1164588" y="1055972"/>
                  </a:lnTo>
                  <a:lnTo>
                    <a:pt x="1120139" y="1104698"/>
                  </a:lnTo>
                  <a:lnTo>
                    <a:pt x="1070847" y="1146163"/>
                  </a:lnTo>
                  <a:lnTo>
                    <a:pt x="1017820" y="1179946"/>
                  </a:lnTo>
                  <a:lnTo>
                    <a:pt x="962193" y="1205787"/>
                  </a:lnTo>
                  <a:lnTo>
                    <a:pt x="905104" y="1223587"/>
                  </a:lnTo>
                  <a:lnTo>
                    <a:pt x="847672" y="1233407"/>
                  </a:lnTo>
                  <a:lnTo>
                    <a:pt x="790976" y="1235457"/>
                  </a:lnTo>
                  <a:lnTo>
                    <a:pt x="736035" y="1230090"/>
                  </a:lnTo>
                  <a:lnTo>
                    <a:pt x="683790" y="1217788"/>
                  </a:lnTo>
                  <a:lnTo>
                    <a:pt x="635087" y="1199149"/>
                  </a:lnTo>
                  <a:lnTo>
                    <a:pt x="590664" y="1174870"/>
                  </a:lnTo>
                  <a:lnTo>
                    <a:pt x="551141" y="1145730"/>
                  </a:lnTo>
                  <a:lnTo>
                    <a:pt x="517008" y="1112572"/>
                  </a:lnTo>
                  <a:lnTo>
                    <a:pt x="488625" y="1076279"/>
                  </a:lnTo>
                  <a:lnTo>
                    <a:pt x="466215" y="1037760"/>
                  </a:lnTo>
                  <a:lnTo>
                    <a:pt x="449864" y="997928"/>
                  </a:lnTo>
                  <a:lnTo>
                    <a:pt x="439528" y="957678"/>
                  </a:lnTo>
                  <a:lnTo>
                    <a:pt x="435034" y="917870"/>
                  </a:lnTo>
                  <a:lnTo>
                    <a:pt x="436093" y="879314"/>
                  </a:lnTo>
                  <a:lnTo>
                    <a:pt x="442305" y="842752"/>
                  </a:lnTo>
                  <a:lnTo>
                    <a:pt x="453178" y="808842"/>
                  </a:lnTo>
                  <a:lnTo>
                    <a:pt x="468136" y="778150"/>
                  </a:lnTo>
                  <a:lnTo>
                    <a:pt x="486541" y="751142"/>
                  </a:lnTo>
                  <a:lnTo>
                    <a:pt x="507706" y="728169"/>
                  </a:lnTo>
                  <a:lnTo>
                    <a:pt x="530910" y="709471"/>
                  </a:lnTo>
                  <a:lnTo>
                    <a:pt x="555423" y="695172"/>
                  </a:lnTo>
                  <a:lnTo>
                    <a:pt x="580517" y="685280"/>
                  </a:lnTo>
                  <a:lnTo>
                    <a:pt x="551507" y="708703"/>
                  </a:lnTo>
                  <a:lnTo>
                    <a:pt x="526923" y="738649"/>
                  </a:lnTo>
                  <a:lnTo>
                    <a:pt x="508220" y="774243"/>
                  </a:lnTo>
                  <a:lnTo>
                    <a:pt x="496675" y="814284"/>
                  </a:lnTo>
                  <a:lnTo>
                    <a:pt x="493309" y="857291"/>
                  </a:lnTo>
                  <a:lnTo>
                    <a:pt x="498831" y="901554"/>
                  </a:lnTo>
                  <a:lnTo>
                    <a:pt x="513584" y="945204"/>
                  </a:lnTo>
                  <a:lnTo>
                    <a:pt x="537515" y="986289"/>
                  </a:lnTo>
                  <a:lnTo>
                    <a:pt x="570154" y="1022861"/>
                  </a:lnTo>
                  <a:lnTo>
                    <a:pt x="610614" y="1053065"/>
                  </a:lnTo>
                  <a:lnTo>
                    <a:pt x="657615" y="1075228"/>
                  </a:lnTo>
                  <a:lnTo>
                    <a:pt x="709520" y="1087942"/>
                  </a:lnTo>
                  <a:lnTo>
                    <a:pt x="724331" y="1153500"/>
                  </a:lnTo>
                  <a:lnTo>
                    <a:pt x="744855" y="1218161"/>
                  </a:lnTo>
                  <a:lnTo>
                    <a:pt x="771037" y="1281552"/>
                  </a:lnTo>
                  <a:lnTo>
                    <a:pt x="802801" y="1343304"/>
                  </a:lnTo>
                  <a:lnTo>
                    <a:pt x="840047" y="1403051"/>
                  </a:lnTo>
                  <a:lnTo>
                    <a:pt x="882656" y="1460433"/>
                  </a:lnTo>
                  <a:lnTo>
                    <a:pt x="930486" y="1515097"/>
                  </a:lnTo>
                  <a:lnTo>
                    <a:pt x="983377" y="1566700"/>
                  </a:lnTo>
                  <a:lnTo>
                    <a:pt x="1041148" y="1614904"/>
                  </a:lnTo>
                  <a:lnTo>
                    <a:pt x="1103597" y="1659385"/>
                  </a:lnTo>
                  <a:lnTo>
                    <a:pt x="1170505" y="1699828"/>
                  </a:lnTo>
                  <a:lnTo>
                    <a:pt x="1241634" y="1735931"/>
                  </a:lnTo>
                  <a:lnTo>
                    <a:pt x="1316727" y="1767407"/>
                  </a:lnTo>
                  <a:lnTo>
                    <a:pt x="1395511" y="1793980"/>
                  </a:lnTo>
                  <a:lnTo>
                    <a:pt x="1477698" y="1815392"/>
                  </a:lnTo>
                  <a:lnTo>
                    <a:pt x="1562982" y="1831399"/>
                  </a:lnTo>
                  <a:lnTo>
                    <a:pt x="1651044" y="1841776"/>
                  </a:lnTo>
                  <a:lnTo>
                    <a:pt x="1741551" y="1846314"/>
                  </a:lnTo>
                  <a:lnTo>
                    <a:pt x="1673662" y="1888967"/>
                  </a:lnTo>
                  <a:lnTo>
                    <a:pt x="1604212" y="1927330"/>
                  </a:lnTo>
                  <a:lnTo>
                    <a:pt x="1533465" y="1961362"/>
                  </a:lnTo>
                  <a:lnTo>
                    <a:pt x="1461685" y="1991035"/>
                  </a:lnTo>
                  <a:lnTo>
                    <a:pt x="1389134" y="2016340"/>
                  </a:lnTo>
                  <a:lnTo>
                    <a:pt x="1316071" y="2037281"/>
                  </a:lnTo>
                  <a:lnTo>
                    <a:pt x="1242755" y="2053878"/>
                  </a:lnTo>
                  <a:lnTo>
                    <a:pt x="1169439" y="2066166"/>
                  </a:lnTo>
                  <a:lnTo>
                    <a:pt x="1096373" y="2074194"/>
                  </a:lnTo>
                  <a:lnTo>
                    <a:pt x="1023799" y="2078028"/>
                  </a:lnTo>
                  <a:lnTo>
                    <a:pt x="951957" y="2077743"/>
                  </a:lnTo>
                  <a:lnTo>
                    <a:pt x="881076" y="2073432"/>
                  </a:lnTo>
                  <a:lnTo>
                    <a:pt x="811379" y="2065198"/>
                  </a:lnTo>
                  <a:lnTo>
                    <a:pt x="743081" y="2053156"/>
                  </a:lnTo>
                  <a:lnTo>
                    <a:pt x="676386" y="2037434"/>
                  </a:lnTo>
                  <a:lnTo>
                    <a:pt x="611491" y="2018171"/>
                  </a:lnTo>
                  <a:lnTo>
                    <a:pt x="548581" y="1995514"/>
                  </a:lnTo>
                  <a:lnTo>
                    <a:pt x="487830" y="1969623"/>
                  </a:lnTo>
                  <a:lnTo>
                    <a:pt x="429402" y="1940664"/>
                  </a:lnTo>
                  <a:lnTo>
                    <a:pt x="373448" y="1908812"/>
                  </a:lnTo>
                  <a:lnTo>
                    <a:pt x="320108" y="1874250"/>
                  </a:lnTo>
                  <a:lnTo>
                    <a:pt x="269509" y="1837165"/>
                  </a:lnTo>
                  <a:lnTo>
                    <a:pt x="221764" y="1797754"/>
                  </a:lnTo>
                  <a:lnTo>
                    <a:pt x="176976" y="1756214"/>
                  </a:lnTo>
                  <a:lnTo>
                    <a:pt x="135232" y="1712749"/>
                  </a:lnTo>
                  <a:lnTo>
                    <a:pt x="96608" y="1667567"/>
                  </a:lnTo>
                  <a:lnTo>
                    <a:pt x="61165" y="1620875"/>
                  </a:lnTo>
                  <a:lnTo>
                    <a:pt x="28950" y="1572884"/>
                  </a:lnTo>
                  <a:lnTo>
                    <a:pt x="0" y="1523805"/>
                  </a:lnTo>
                  <a:lnTo>
                    <a:pt x="9031" y="1445007"/>
                  </a:lnTo>
                  <a:lnTo>
                    <a:pt x="24242" y="1369211"/>
                  </a:lnTo>
                  <a:lnTo>
                    <a:pt x="45338" y="1296841"/>
                  </a:lnTo>
                  <a:lnTo>
                    <a:pt x="71995" y="1228298"/>
                  </a:lnTo>
                  <a:lnTo>
                    <a:pt x="103866" y="1163958"/>
                  </a:lnTo>
                  <a:lnTo>
                    <a:pt x="140580" y="1104173"/>
                  </a:lnTo>
                  <a:lnTo>
                    <a:pt x="181744" y="1049265"/>
                  </a:lnTo>
                  <a:lnTo>
                    <a:pt x="226943" y="999528"/>
                  </a:lnTo>
                  <a:lnTo>
                    <a:pt x="275746" y="955226"/>
                  </a:lnTo>
                  <a:lnTo>
                    <a:pt x="327705" y="916591"/>
                  </a:lnTo>
                  <a:lnTo>
                    <a:pt x="382358" y="883824"/>
                  </a:lnTo>
                  <a:lnTo>
                    <a:pt x="439231" y="857093"/>
                  </a:lnTo>
                  <a:lnTo>
                    <a:pt x="497841" y="836532"/>
                  </a:lnTo>
                  <a:lnTo>
                    <a:pt x="557696" y="822241"/>
                  </a:lnTo>
                  <a:lnTo>
                    <a:pt x="618301" y="814284"/>
                  </a:lnTo>
                  <a:lnTo>
                    <a:pt x="580744" y="821266"/>
                  </a:lnTo>
                  <a:lnTo>
                    <a:pt x="543786" y="832308"/>
                  </a:lnTo>
                  <a:lnTo>
                    <a:pt x="507756" y="847361"/>
                  </a:lnTo>
                  <a:lnTo>
                    <a:pt x="472980" y="866350"/>
                  </a:lnTo>
                  <a:lnTo>
                    <a:pt x="439775" y="889178"/>
                  </a:lnTo>
                  <a:lnTo>
                    <a:pt x="408455" y="915724"/>
                  </a:lnTo>
                  <a:lnTo>
                    <a:pt x="379324" y="945846"/>
                  </a:lnTo>
                  <a:lnTo>
                    <a:pt x="352673" y="979379"/>
                  </a:lnTo>
                  <a:lnTo>
                    <a:pt x="328786" y="1016137"/>
                  </a:lnTo>
                  <a:lnTo>
                    <a:pt x="307929" y="1055913"/>
                  </a:lnTo>
                  <a:lnTo>
                    <a:pt x="290358" y="1098483"/>
                  </a:lnTo>
                  <a:lnTo>
                    <a:pt x="276309" y="1143602"/>
                  </a:lnTo>
                  <a:lnTo>
                    <a:pt x="266005" y="1191009"/>
                  </a:lnTo>
                  <a:lnTo>
                    <a:pt x="259648" y="1240426"/>
                  </a:lnTo>
                  <a:lnTo>
                    <a:pt x="257420" y="1291560"/>
                  </a:lnTo>
                  <a:lnTo>
                    <a:pt x="259486" y="1344105"/>
                  </a:lnTo>
                  <a:lnTo>
                    <a:pt x="265987" y="1397741"/>
                  </a:lnTo>
                  <a:lnTo>
                    <a:pt x="277043" y="1452140"/>
                  </a:lnTo>
                  <a:lnTo>
                    <a:pt x="292750" y="1506961"/>
                  </a:lnTo>
                  <a:lnTo>
                    <a:pt x="313182" y="1561858"/>
                  </a:lnTo>
                  <a:lnTo>
                    <a:pt x="338387" y="1616476"/>
                  </a:lnTo>
                  <a:lnTo>
                    <a:pt x="368390" y="1670458"/>
                  </a:lnTo>
                  <a:lnTo>
                    <a:pt x="403190" y="1723441"/>
                  </a:lnTo>
                  <a:lnTo>
                    <a:pt x="442762" y="1775062"/>
                  </a:lnTo>
                  <a:lnTo>
                    <a:pt x="487054" y="1824958"/>
                  </a:lnTo>
                  <a:lnTo>
                    <a:pt x="535991" y="1872769"/>
                  </a:lnTo>
                  <a:lnTo>
                    <a:pt x="589469" y="1918136"/>
                  </a:lnTo>
                  <a:lnTo>
                    <a:pt x="647363" y="1960707"/>
                  </a:lnTo>
                  <a:lnTo>
                    <a:pt x="709520" y="2000137"/>
                  </a:lnTo>
                  <a:lnTo>
                    <a:pt x="775765" y="2036088"/>
                  </a:lnTo>
                  <a:lnTo>
                    <a:pt x="845896" y="2068235"/>
                  </a:lnTo>
                  <a:lnTo>
                    <a:pt x="919690" y="2096261"/>
                  </a:lnTo>
                  <a:lnTo>
                    <a:pt x="996901" y="2119866"/>
                  </a:lnTo>
                  <a:lnTo>
                    <a:pt x="1077260" y="2138763"/>
                  </a:lnTo>
                  <a:lnTo>
                    <a:pt x="1160479" y="2152682"/>
                  </a:lnTo>
                  <a:lnTo>
                    <a:pt x="1246248" y="2161370"/>
                  </a:lnTo>
                  <a:lnTo>
                    <a:pt x="1334240" y="2164593"/>
                  </a:lnTo>
                  <a:lnTo>
                    <a:pt x="1424109" y="2162141"/>
                  </a:lnTo>
                  <a:lnTo>
                    <a:pt x="1515492" y="2153820"/>
                  </a:lnTo>
                  <a:lnTo>
                    <a:pt x="1608014" y="2139463"/>
                  </a:lnTo>
                  <a:lnTo>
                    <a:pt x="1701283" y="2118925"/>
                  </a:lnTo>
                  <a:lnTo>
                    <a:pt x="1794896" y="2092087"/>
                  </a:lnTo>
                  <a:lnTo>
                    <a:pt x="1888441" y="2058856"/>
                  </a:lnTo>
                  <a:lnTo>
                    <a:pt x="1981496" y="2019163"/>
                  </a:lnTo>
                  <a:lnTo>
                    <a:pt x="2073629" y="1972969"/>
                  </a:lnTo>
                  <a:lnTo>
                    <a:pt x="2164408" y="1920261"/>
                  </a:lnTo>
                  <a:lnTo>
                    <a:pt x="2253393" y="1861055"/>
                  </a:lnTo>
                  <a:lnTo>
                    <a:pt x="2340142" y="1795397"/>
                  </a:lnTo>
                  <a:lnTo>
                    <a:pt x="2424216" y="1723358"/>
                  </a:lnTo>
                  <a:lnTo>
                    <a:pt x="2505175" y="1645042"/>
                  </a:lnTo>
                  <a:lnTo>
                    <a:pt x="2582583" y="1560580"/>
                  </a:lnTo>
                  <a:lnTo>
                    <a:pt x="2656010" y="1470133"/>
                  </a:lnTo>
                  <a:lnTo>
                    <a:pt x="2725032" y="1373888"/>
                  </a:lnTo>
                  <a:lnTo>
                    <a:pt x="2789236" y="1272064"/>
                  </a:lnTo>
                  <a:lnTo>
                    <a:pt x="2848219" y="1164906"/>
                  </a:lnTo>
                  <a:lnTo>
                    <a:pt x="2901589" y="1052686"/>
                  </a:lnTo>
                  <a:lnTo>
                    <a:pt x="2948972" y="935703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07480" y="3220410"/>
              <a:ext cx="2990007" cy="1624956"/>
            </a:xfrm>
            <a:custGeom>
              <a:avLst/>
              <a:pathLst>
                <a:path w="2990007" h="1624956">
                  <a:moveTo>
                    <a:pt x="709520" y="592926"/>
                  </a:moveTo>
                  <a:lnTo>
                    <a:pt x="713001" y="539829"/>
                  </a:lnTo>
                  <a:lnTo>
                    <a:pt x="723411" y="487414"/>
                  </a:lnTo>
                  <a:lnTo>
                    <a:pt x="740663" y="436359"/>
                  </a:lnTo>
                  <a:lnTo>
                    <a:pt x="764609" y="387333"/>
                  </a:lnTo>
                  <a:lnTo>
                    <a:pt x="795042" y="340989"/>
                  </a:lnTo>
                  <a:lnTo>
                    <a:pt x="831699" y="297961"/>
                  </a:lnTo>
                  <a:lnTo>
                    <a:pt x="874264" y="258859"/>
                  </a:lnTo>
                  <a:lnTo>
                    <a:pt x="922366" y="224267"/>
                  </a:lnTo>
                  <a:lnTo>
                    <a:pt x="975584" y="194733"/>
                  </a:lnTo>
                  <a:lnTo>
                    <a:pt x="1033451" y="170772"/>
                  </a:lnTo>
                  <a:lnTo>
                    <a:pt x="1095452" y="152855"/>
                  </a:lnTo>
                  <a:lnTo>
                    <a:pt x="1161034" y="141413"/>
                  </a:lnTo>
                  <a:lnTo>
                    <a:pt x="1225498" y="109660"/>
                  </a:lnTo>
                  <a:lnTo>
                    <a:pt x="1292471" y="81692"/>
                  </a:lnTo>
                  <a:lnTo>
                    <a:pt x="1361771" y="57638"/>
                  </a:lnTo>
                  <a:lnTo>
                    <a:pt x="1433213" y="37617"/>
                  </a:lnTo>
                  <a:lnTo>
                    <a:pt x="1506605" y="21743"/>
                  </a:lnTo>
                  <a:lnTo>
                    <a:pt x="1581752" y="10120"/>
                  </a:lnTo>
                  <a:lnTo>
                    <a:pt x="1658452" y="2843"/>
                  </a:lnTo>
                  <a:lnTo>
                    <a:pt x="1736499" y="0"/>
                  </a:lnTo>
                  <a:lnTo>
                    <a:pt x="1815686" y="1668"/>
                  </a:lnTo>
                  <a:lnTo>
                    <a:pt x="1895798" y="7919"/>
                  </a:lnTo>
                  <a:lnTo>
                    <a:pt x="1976620" y="18811"/>
                  </a:lnTo>
                  <a:lnTo>
                    <a:pt x="2057933" y="34395"/>
                  </a:lnTo>
                  <a:lnTo>
                    <a:pt x="2139515" y="54714"/>
                  </a:lnTo>
                  <a:lnTo>
                    <a:pt x="2221143" y="79799"/>
                  </a:lnTo>
                  <a:lnTo>
                    <a:pt x="2302592" y="109673"/>
                  </a:lnTo>
                  <a:lnTo>
                    <a:pt x="2383634" y="144349"/>
                  </a:lnTo>
                  <a:lnTo>
                    <a:pt x="2464042" y="183829"/>
                  </a:lnTo>
                  <a:lnTo>
                    <a:pt x="2543588" y="228107"/>
                  </a:lnTo>
                  <a:lnTo>
                    <a:pt x="2622043" y="277167"/>
                  </a:lnTo>
                  <a:lnTo>
                    <a:pt x="2699180" y="330982"/>
                  </a:lnTo>
                  <a:lnTo>
                    <a:pt x="2774770" y="389517"/>
                  </a:lnTo>
                  <a:lnTo>
                    <a:pt x="2848588" y="452724"/>
                  </a:lnTo>
                  <a:lnTo>
                    <a:pt x="2920408" y="520549"/>
                  </a:lnTo>
                  <a:lnTo>
                    <a:pt x="2990007" y="592926"/>
                  </a:lnTo>
                  <a:lnTo>
                    <a:pt x="2949346" y="676734"/>
                  </a:lnTo>
                  <a:lnTo>
                    <a:pt x="2905661" y="757504"/>
                  </a:lnTo>
                  <a:lnTo>
                    <a:pt x="2859123" y="835128"/>
                  </a:lnTo>
                  <a:lnTo>
                    <a:pt x="2809906" y="909508"/>
                  </a:lnTo>
                  <a:lnTo>
                    <a:pt x="2758187" y="980555"/>
                  </a:lnTo>
                  <a:lnTo>
                    <a:pt x="2704147" y="1048187"/>
                  </a:lnTo>
                  <a:lnTo>
                    <a:pt x="2647968" y="1112331"/>
                  </a:lnTo>
                  <a:lnTo>
                    <a:pt x="2589834" y="1172926"/>
                  </a:lnTo>
                  <a:lnTo>
                    <a:pt x="2529932" y="1229915"/>
                  </a:lnTo>
                  <a:lnTo>
                    <a:pt x="2468449" y="1283255"/>
                  </a:lnTo>
                  <a:lnTo>
                    <a:pt x="2405575" y="1332907"/>
                  </a:lnTo>
                  <a:lnTo>
                    <a:pt x="2341497" y="1378845"/>
                  </a:lnTo>
                  <a:lnTo>
                    <a:pt x="2276406" y="1421049"/>
                  </a:lnTo>
                  <a:lnTo>
                    <a:pt x="2210489" y="1459511"/>
                  </a:lnTo>
                  <a:lnTo>
                    <a:pt x="2143935" y="1494229"/>
                  </a:lnTo>
                  <a:lnTo>
                    <a:pt x="2076930" y="1525210"/>
                  </a:lnTo>
                  <a:lnTo>
                    <a:pt x="2009660" y="1552473"/>
                  </a:lnTo>
                  <a:lnTo>
                    <a:pt x="1942307" y="1576041"/>
                  </a:lnTo>
                  <a:lnTo>
                    <a:pt x="1875053" y="1595948"/>
                  </a:lnTo>
                  <a:lnTo>
                    <a:pt x="1808076" y="1612237"/>
                  </a:lnTo>
                  <a:lnTo>
                    <a:pt x="1741551" y="1624956"/>
                  </a:lnTo>
                  <a:lnTo>
                    <a:pt x="1651044" y="1620418"/>
                  </a:lnTo>
                  <a:lnTo>
                    <a:pt x="1562982" y="1610041"/>
                  </a:lnTo>
                  <a:lnTo>
                    <a:pt x="1477698" y="1594034"/>
                  </a:lnTo>
                  <a:lnTo>
                    <a:pt x="1395511" y="1572622"/>
                  </a:lnTo>
                  <a:lnTo>
                    <a:pt x="1316727" y="1546049"/>
                  </a:lnTo>
                  <a:lnTo>
                    <a:pt x="1241634" y="1514574"/>
                  </a:lnTo>
                  <a:lnTo>
                    <a:pt x="1170505" y="1478470"/>
                  </a:lnTo>
                  <a:lnTo>
                    <a:pt x="1103597" y="1438027"/>
                  </a:lnTo>
                  <a:lnTo>
                    <a:pt x="1041148" y="1393546"/>
                  </a:lnTo>
                  <a:lnTo>
                    <a:pt x="983377" y="1345342"/>
                  </a:lnTo>
                  <a:lnTo>
                    <a:pt x="930486" y="1293740"/>
                  </a:lnTo>
                  <a:lnTo>
                    <a:pt x="882656" y="1239075"/>
                  </a:lnTo>
                  <a:lnTo>
                    <a:pt x="840047" y="1181693"/>
                  </a:lnTo>
                  <a:lnTo>
                    <a:pt x="802801" y="1121946"/>
                  </a:lnTo>
                  <a:lnTo>
                    <a:pt x="771037" y="1060195"/>
                  </a:lnTo>
                  <a:lnTo>
                    <a:pt x="744855" y="996803"/>
                  </a:lnTo>
                  <a:lnTo>
                    <a:pt x="724331" y="932142"/>
                  </a:lnTo>
                  <a:lnTo>
                    <a:pt x="709520" y="866584"/>
                  </a:lnTo>
                  <a:lnTo>
                    <a:pt x="689608" y="922118"/>
                  </a:lnTo>
                  <a:lnTo>
                    <a:pt x="663002" y="976041"/>
                  </a:lnTo>
                  <a:lnTo>
                    <a:pt x="629836" y="1027749"/>
                  </a:lnTo>
                  <a:lnTo>
                    <a:pt x="590294" y="1076648"/>
                  </a:lnTo>
                  <a:lnTo>
                    <a:pt x="544604" y="1122160"/>
                  </a:lnTo>
                  <a:lnTo>
                    <a:pt x="493045" y="1163724"/>
                  </a:lnTo>
                  <a:lnTo>
                    <a:pt x="435938" y="1200802"/>
                  </a:lnTo>
                  <a:lnTo>
                    <a:pt x="373647" y="1232879"/>
                  </a:lnTo>
                  <a:lnTo>
                    <a:pt x="306579" y="1259472"/>
                  </a:lnTo>
                  <a:lnTo>
                    <a:pt x="235181" y="1280125"/>
                  </a:lnTo>
                  <a:lnTo>
                    <a:pt x="159935" y="1294420"/>
                  </a:lnTo>
                  <a:lnTo>
                    <a:pt x="81358" y="1301975"/>
                  </a:lnTo>
                  <a:lnTo>
                    <a:pt x="0" y="1302447"/>
                  </a:lnTo>
                  <a:lnTo>
                    <a:pt x="9031" y="1223649"/>
                  </a:lnTo>
                  <a:lnTo>
                    <a:pt x="24242" y="1147853"/>
                  </a:lnTo>
                  <a:lnTo>
                    <a:pt x="45338" y="1075483"/>
                  </a:lnTo>
                  <a:lnTo>
                    <a:pt x="71995" y="1006940"/>
                  </a:lnTo>
                  <a:lnTo>
                    <a:pt x="103866" y="942601"/>
                  </a:lnTo>
                  <a:lnTo>
                    <a:pt x="140580" y="882815"/>
                  </a:lnTo>
                  <a:lnTo>
                    <a:pt x="181744" y="827907"/>
                  </a:lnTo>
                  <a:lnTo>
                    <a:pt x="226943" y="778170"/>
                  </a:lnTo>
                  <a:lnTo>
                    <a:pt x="275746" y="733868"/>
                  </a:lnTo>
                  <a:lnTo>
                    <a:pt x="327705" y="695233"/>
                  </a:lnTo>
                  <a:lnTo>
                    <a:pt x="382358" y="662467"/>
                  </a:lnTo>
                  <a:lnTo>
                    <a:pt x="439231" y="635736"/>
                  </a:lnTo>
                  <a:lnTo>
                    <a:pt x="497841" y="615174"/>
                  </a:lnTo>
                  <a:lnTo>
                    <a:pt x="557696" y="600883"/>
                  </a:lnTo>
                  <a:lnTo>
                    <a:pt x="618301" y="592926"/>
                  </a:lnTo>
                  <a:lnTo>
                    <a:pt x="592039" y="561447"/>
                  </a:lnTo>
                  <a:lnTo>
                    <a:pt x="577856" y="516910"/>
                  </a:lnTo>
                  <a:lnTo>
                    <a:pt x="580517" y="463922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136913" y="3330222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556396" y="3652732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055394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717430" y="481376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975878" y="449125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94180" y="378173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2026-04-01T18:12:26Z</dcterms:modified>
  <cp:category/>
</cp:coreProperties>
</file>