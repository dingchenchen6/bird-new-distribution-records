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18863" y="438873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794385" y="2152966"/>
              <a:ext cx="2949595" cy="3129372"/>
            </a:xfrm>
            <a:custGeom>
              <a:avLst/>
              <a:pathLst>
                <a:path w="2949595" h="3129372">
                  <a:moveTo>
                    <a:pt x="2632980" y="1660370"/>
                  </a:moveTo>
                  <a:lnTo>
                    <a:pt x="2613786" y="1579810"/>
                  </a:lnTo>
                  <a:lnTo>
                    <a:pt x="2590839" y="1501074"/>
                  </a:lnTo>
                  <a:lnTo>
                    <a:pt x="2564269" y="1424336"/>
                  </a:lnTo>
                  <a:lnTo>
                    <a:pt x="2534215" y="1349760"/>
                  </a:lnTo>
                  <a:lnTo>
                    <a:pt x="2500821" y="1277502"/>
                  </a:lnTo>
                  <a:lnTo>
                    <a:pt x="2464239" y="1207709"/>
                  </a:lnTo>
                  <a:lnTo>
                    <a:pt x="2424628" y="1140519"/>
                  </a:lnTo>
                  <a:lnTo>
                    <a:pt x="2382152" y="1076060"/>
                  </a:lnTo>
                  <a:lnTo>
                    <a:pt x="2336981" y="1014451"/>
                  </a:lnTo>
                  <a:lnTo>
                    <a:pt x="2289289" y="955801"/>
                  </a:lnTo>
                  <a:lnTo>
                    <a:pt x="2239255" y="900208"/>
                  </a:lnTo>
                  <a:lnTo>
                    <a:pt x="2187060" y="847761"/>
                  </a:lnTo>
                  <a:lnTo>
                    <a:pt x="2132889" y="798538"/>
                  </a:lnTo>
                  <a:lnTo>
                    <a:pt x="2076930" y="752607"/>
                  </a:lnTo>
                  <a:lnTo>
                    <a:pt x="2019373" y="710024"/>
                  </a:lnTo>
                  <a:lnTo>
                    <a:pt x="1960408" y="670837"/>
                  </a:lnTo>
                  <a:lnTo>
                    <a:pt x="1900227" y="635081"/>
                  </a:lnTo>
                  <a:lnTo>
                    <a:pt x="1839021" y="602782"/>
                  </a:lnTo>
                  <a:lnTo>
                    <a:pt x="1776981" y="573956"/>
                  </a:lnTo>
                  <a:lnTo>
                    <a:pt x="1714298" y="548607"/>
                  </a:lnTo>
                  <a:lnTo>
                    <a:pt x="1651161" y="526731"/>
                  </a:lnTo>
                  <a:lnTo>
                    <a:pt x="1587757" y="508311"/>
                  </a:lnTo>
                  <a:lnTo>
                    <a:pt x="1524270" y="493323"/>
                  </a:lnTo>
                  <a:lnTo>
                    <a:pt x="1460881" y="481732"/>
                  </a:lnTo>
                  <a:lnTo>
                    <a:pt x="1397769" y="473494"/>
                  </a:lnTo>
                  <a:lnTo>
                    <a:pt x="1335106" y="468556"/>
                  </a:lnTo>
                  <a:lnTo>
                    <a:pt x="1273063" y="466855"/>
                  </a:lnTo>
                  <a:lnTo>
                    <a:pt x="1211803" y="468322"/>
                  </a:lnTo>
                  <a:lnTo>
                    <a:pt x="1151486" y="472876"/>
                  </a:lnTo>
                  <a:lnTo>
                    <a:pt x="1092265" y="480432"/>
                  </a:lnTo>
                  <a:lnTo>
                    <a:pt x="1034287" y="490894"/>
                  </a:lnTo>
                  <a:lnTo>
                    <a:pt x="977692" y="504162"/>
                  </a:lnTo>
                  <a:lnTo>
                    <a:pt x="922615" y="520127"/>
                  </a:lnTo>
                  <a:lnTo>
                    <a:pt x="965163" y="469058"/>
                  </a:lnTo>
                  <a:lnTo>
                    <a:pt x="1011354" y="419638"/>
                  </a:lnTo>
                  <a:lnTo>
                    <a:pt x="1061123" y="372064"/>
                  </a:lnTo>
                  <a:lnTo>
                    <a:pt x="1114393" y="326526"/>
                  </a:lnTo>
                  <a:lnTo>
                    <a:pt x="1171081" y="283216"/>
                  </a:lnTo>
                  <a:lnTo>
                    <a:pt x="1231094" y="242317"/>
                  </a:lnTo>
                  <a:lnTo>
                    <a:pt x="1294329" y="204011"/>
                  </a:lnTo>
                  <a:lnTo>
                    <a:pt x="1360675" y="168477"/>
                  </a:lnTo>
                  <a:lnTo>
                    <a:pt x="1430013" y="135886"/>
                  </a:lnTo>
                  <a:lnTo>
                    <a:pt x="1502214" y="106406"/>
                  </a:lnTo>
                  <a:lnTo>
                    <a:pt x="1577144" y="80199"/>
                  </a:lnTo>
                  <a:lnTo>
                    <a:pt x="1654657" y="57422"/>
                  </a:lnTo>
                  <a:lnTo>
                    <a:pt x="1734603" y="38225"/>
                  </a:lnTo>
                  <a:lnTo>
                    <a:pt x="1816823" y="22751"/>
                  </a:lnTo>
                  <a:lnTo>
                    <a:pt x="1901151" y="11137"/>
                  </a:lnTo>
                  <a:lnTo>
                    <a:pt x="1987413" y="3512"/>
                  </a:lnTo>
                  <a:lnTo>
                    <a:pt x="2075431" y="0"/>
                  </a:lnTo>
                  <a:lnTo>
                    <a:pt x="2165020" y="713"/>
                  </a:lnTo>
                  <a:lnTo>
                    <a:pt x="2255986" y="5758"/>
                  </a:lnTo>
                  <a:lnTo>
                    <a:pt x="2348135" y="15234"/>
                  </a:lnTo>
                  <a:lnTo>
                    <a:pt x="2441262" y="29228"/>
                  </a:lnTo>
                  <a:lnTo>
                    <a:pt x="2535163" y="47823"/>
                  </a:lnTo>
                  <a:lnTo>
                    <a:pt x="2599143" y="140854"/>
                  </a:lnTo>
                  <a:lnTo>
                    <a:pt x="2657911" y="236250"/>
                  </a:lnTo>
                  <a:lnTo>
                    <a:pt x="2711389" y="333726"/>
                  </a:lnTo>
                  <a:lnTo>
                    <a:pt x="2759516" y="432993"/>
                  </a:lnTo>
                  <a:lnTo>
                    <a:pt x="2802246" y="533763"/>
                  </a:lnTo>
                  <a:lnTo>
                    <a:pt x="2839549" y="635748"/>
                  </a:lnTo>
                  <a:lnTo>
                    <a:pt x="2871411" y="738659"/>
                  </a:lnTo>
                  <a:lnTo>
                    <a:pt x="2897829" y="842210"/>
                  </a:lnTo>
                  <a:lnTo>
                    <a:pt x="2918820" y="946117"/>
                  </a:lnTo>
                  <a:lnTo>
                    <a:pt x="2934413" y="1050098"/>
                  </a:lnTo>
                  <a:lnTo>
                    <a:pt x="2944652" y="1153877"/>
                  </a:lnTo>
                  <a:lnTo>
                    <a:pt x="2949595" y="1257179"/>
                  </a:lnTo>
                  <a:lnTo>
                    <a:pt x="2949314" y="1359738"/>
                  </a:lnTo>
                  <a:lnTo>
                    <a:pt x="2943894" y="1461292"/>
                  </a:lnTo>
                  <a:lnTo>
                    <a:pt x="2933432" y="1561585"/>
                  </a:lnTo>
                  <a:lnTo>
                    <a:pt x="2918041" y="1660370"/>
                  </a:lnTo>
                  <a:lnTo>
                    <a:pt x="2897843" y="1757407"/>
                  </a:lnTo>
                  <a:lnTo>
                    <a:pt x="2872971" y="1852464"/>
                  </a:lnTo>
                  <a:lnTo>
                    <a:pt x="2843573" y="1945318"/>
                  </a:lnTo>
                  <a:lnTo>
                    <a:pt x="2809804" y="2035756"/>
                  </a:lnTo>
                  <a:lnTo>
                    <a:pt x="2771829" y="2123574"/>
                  </a:lnTo>
                  <a:lnTo>
                    <a:pt x="2729824" y="2208581"/>
                  </a:lnTo>
                  <a:lnTo>
                    <a:pt x="2683973" y="2290594"/>
                  </a:lnTo>
                  <a:lnTo>
                    <a:pt x="2634467" y="2369443"/>
                  </a:lnTo>
                  <a:lnTo>
                    <a:pt x="2581507" y="2444968"/>
                  </a:lnTo>
                  <a:lnTo>
                    <a:pt x="2525298" y="2517022"/>
                  </a:lnTo>
                  <a:lnTo>
                    <a:pt x="2466052" y="2585471"/>
                  </a:lnTo>
                  <a:lnTo>
                    <a:pt x="2403987" y="2650191"/>
                  </a:lnTo>
                  <a:lnTo>
                    <a:pt x="2339324" y="2711073"/>
                  </a:lnTo>
                  <a:lnTo>
                    <a:pt x="2272290" y="2768020"/>
                  </a:lnTo>
                  <a:lnTo>
                    <a:pt x="2203113" y="2820946"/>
                  </a:lnTo>
                  <a:lnTo>
                    <a:pt x="2132026" y="2869781"/>
                  </a:lnTo>
                  <a:lnTo>
                    <a:pt x="2059261" y="2914466"/>
                  </a:lnTo>
                  <a:lnTo>
                    <a:pt x="1985054" y="2954956"/>
                  </a:lnTo>
                  <a:lnTo>
                    <a:pt x="1909639" y="2991218"/>
                  </a:lnTo>
                  <a:lnTo>
                    <a:pt x="1833250" y="3023232"/>
                  </a:lnTo>
                  <a:lnTo>
                    <a:pt x="1756122" y="3050992"/>
                  </a:lnTo>
                  <a:lnTo>
                    <a:pt x="1678484" y="3074502"/>
                  </a:lnTo>
                  <a:lnTo>
                    <a:pt x="1600568" y="3093782"/>
                  </a:lnTo>
                  <a:lnTo>
                    <a:pt x="1522600" y="3108861"/>
                  </a:lnTo>
                  <a:lnTo>
                    <a:pt x="1444801" y="3119781"/>
                  </a:lnTo>
                  <a:lnTo>
                    <a:pt x="1367390" y="3126596"/>
                  </a:lnTo>
                  <a:lnTo>
                    <a:pt x="1290581" y="3129372"/>
                  </a:lnTo>
                  <a:lnTo>
                    <a:pt x="1214581" y="3128184"/>
                  </a:lnTo>
                  <a:lnTo>
                    <a:pt x="1139593" y="3123118"/>
                  </a:lnTo>
                  <a:lnTo>
                    <a:pt x="1065812" y="3114272"/>
                  </a:lnTo>
                  <a:lnTo>
                    <a:pt x="993426" y="3101753"/>
                  </a:lnTo>
                  <a:lnTo>
                    <a:pt x="922615" y="3085675"/>
                  </a:lnTo>
                  <a:lnTo>
                    <a:pt x="853553" y="3066163"/>
                  </a:lnTo>
                  <a:lnTo>
                    <a:pt x="786404" y="3043350"/>
                  </a:lnTo>
                  <a:lnTo>
                    <a:pt x="721322" y="3017377"/>
                  </a:lnTo>
                  <a:lnTo>
                    <a:pt x="658455" y="2988392"/>
                  </a:lnTo>
                  <a:lnTo>
                    <a:pt x="597940" y="2956548"/>
                  </a:lnTo>
                  <a:lnTo>
                    <a:pt x="539902" y="2922007"/>
                  </a:lnTo>
                  <a:lnTo>
                    <a:pt x="484460" y="2884933"/>
                  </a:lnTo>
                  <a:lnTo>
                    <a:pt x="431719" y="2845499"/>
                  </a:lnTo>
                  <a:lnTo>
                    <a:pt x="381776" y="2803878"/>
                  </a:lnTo>
                  <a:lnTo>
                    <a:pt x="334717" y="2760251"/>
                  </a:lnTo>
                  <a:lnTo>
                    <a:pt x="290616" y="2714798"/>
                  </a:lnTo>
                  <a:lnTo>
                    <a:pt x="249537" y="2667703"/>
                  </a:lnTo>
                  <a:lnTo>
                    <a:pt x="211534" y="2619153"/>
                  </a:lnTo>
                  <a:lnTo>
                    <a:pt x="176648" y="2569335"/>
                  </a:lnTo>
                  <a:lnTo>
                    <a:pt x="144910" y="2518436"/>
                  </a:lnTo>
                  <a:lnTo>
                    <a:pt x="116342" y="2466644"/>
                  </a:lnTo>
                  <a:lnTo>
                    <a:pt x="90952" y="2414146"/>
                  </a:lnTo>
                  <a:lnTo>
                    <a:pt x="68740" y="2361128"/>
                  </a:lnTo>
                  <a:lnTo>
                    <a:pt x="49694" y="2307773"/>
                  </a:lnTo>
                  <a:lnTo>
                    <a:pt x="33793" y="2254263"/>
                  </a:lnTo>
                  <a:lnTo>
                    <a:pt x="21004" y="2200776"/>
                  </a:lnTo>
                  <a:lnTo>
                    <a:pt x="11286" y="2147486"/>
                  </a:lnTo>
                  <a:lnTo>
                    <a:pt x="4588" y="2094565"/>
                  </a:lnTo>
                  <a:lnTo>
                    <a:pt x="849" y="2042179"/>
                  </a:lnTo>
                  <a:lnTo>
                    <a:pt x="0" y="1990488"/>
                  </a:lnTo>
                  <a:lnTo>
                    <a:pt x="1962" y="1939648"/>
                  </a:lnTo>
                  <a:lnTo>
                    <a:pt x="6650" y="1889808"/>
                  </a:lnTo>
                  <a:lnTo>
                    <a:pt x="13969" y="1841111"/>
                  </a:lnTo>
                  <a:lnTo>
                    <a:pt x="23818" y="1793694"/>
                  </a:lnTo>
                  <a:lnTo>
                    <a:pt x="36090" y="1747686"/>
                  </a:lnTo>
                  <a:lnTo>
                    <a:pt x="50668" y="1703206"/>
                  </a:lnTo>
                  <a:lnTo>
                    <a:pt x="67433" y="1660370"/>
                  </a:lnTo>
                  <a:lnTo>
                    <a:pt x="86258" y="1619283"/>
                  </a:lnTo>
                  <a:lnTo>
                    <a:pt x="107012" y="1580041"/>
                  </a:lnTo>
                  <a:lnTo>
                    <a:pt x="129559" y="1542732"/>
                  </a:lnTo>
                  <a:lnTo>
                    <a:pt x="153761" y="1507436"/>
                  </a:lnTo>
                  <a:lnTo>
                    <a:pt x="179473" y="1474223"/>
                  </a:lnTo>
                  <a:lnTo>
                    <a:pt x="206552" y="1443155"/>
                  </a:lnTo>
                  <a:lnTo>
                    <a:pt x="234847" y="1414283"/>
                  </a:lnTo>
                  <a:lnTo>
                    <a:pt x="264211" y="1387650"/>
                  </a:lnTo>
                  <a:lnTo>
                    <a:pt x="294491" y="1363290"/>
                  </a:lnTo>
                  <a:lnTo>
                    <a:pt x="325537" y="1341226"/>
                  </a:lnTo>
                  <a:lnTo>
                    <a:pt x="357198" y="1321472"/>
                  </a:lnTo>
                  <a:lnTo>
                    <a:pt x="389322" y="1304035"/>
                  </a:lnTo>
                  <a:lnTo>
                    <a:pt x="421759" y="1288910"/>
                  </a:lnTo>
                  <a:lnTo>
                    <a:pt x="454361" y="1276084"/>
                  </a:lnTo>
                  <a:lnTo>
                    <a:pt x="486982" y="1265535"/>
                  </a:lnTo>
                  <a:lnTo>
                    <a:pt x="519478" y="1257234"/>
                  </a:lnTo>
                  <a:lnTo>
                    <a:pt x="493310" y="1341976"/>
                  </a:lnTo>
                  <a:lnTo>
                    <a:pt x="482663" y="1425211"/>
                  </a:lnTo>
                  <a:lnTo>
                    <a:pt x="486470" y="1504315"/>
                  </a:lnTo>
                  <a:lnTo>
                    <a:pt x="503240" y="1576952"/>
                  </a:lnTo>
                  <a:lnTo>
                    <a:pt x="531129" y="1641138"/>
                  </a:lnTo>
                  <a:lnTo>
                    <a:pt x="568005" y="1695297"/>
                  </a:lnTo>
                  <a:lnTo>
                    <a:pt x="611533" y="1738293"/>
                  </a:lnTo>
                  <a:lnTo>
                    <a:pt x="659253" y="1769459"/>
                  </a:lnTo>
                  <a:lnTo>
                    <a:pt x="708674" y="1788602"/>
                  </a:lnTo>
                  <a:lnTo>
                    <a:pt x="757349" y="1796001"/>
                  </a:lnTo>
                  <a:lnTo>
                    <a:pt x="802968" y="1792381"/>
                  </a:lnTo>
                  <a:lnTo>
                    <a:pt x="843430" y="1778880"/>
                  </a:lnTo>
                  <a:lnTo>
                    <a:pt x="876911" y="1757005"/>
                  </a:lnTo>
                  <a:lnTo>
                    <a:pt x="901928" y="1728567"/>
                  </a:lnTo>
                  <a:lnTo>
                    <a:pt x="917387" y="1695617"/>
                  </a:lnTo>
                  <a:lnTo>
                    <a:pt x="922615" y="1660370"/>
                  </a:lnTo>
                  <a:lnTo>
                    <a:pt x="883445" y="1694311"/>
                  </a:lnTo>
                  <a:lnTo>
                    <a:pt x="839632" y="1722491"/>
                  </a:lnTo>
                  <a:lnTo>
                    <a:pt x="791811" y="1744433"/>
                  </a:lnTo>
                  <a:lnTo>
                    <a:pt x="740658" y="1759727"/>
                  </a:lnTo>
                  <a:lnTo>
                    <a:pt x="686888" y="1768024"/>
                  </a:lnTo>
                  <a:lnTo>
                    <a:pt x="631247" y="1769045"/>
                  </a:lnTo>
                  <a:lnTo>
                    <a:pt x="574507" y="1762584"/>
                  </a:lnTo>
                  <a:lnTo>
                    <a:pt x="517457" y="1748507"/>
                  </a:lnTo>
                  <a:lnTo>
                    <a:pt x="460900" y="1726755"/>
                  </a:lnTo>
                  <a:lnTo>
                    <a:pt x="405643" y="1697345"/>
                  </a:lnTo>
                  <a:lnTo>
                    <a:pt x="352494" y="1660370"/>
                  </a:lnTo>
                  <a:lnTo>
                    <a:pt x="332726" y="1694102"/>
                  </a:lnTo>
                  <a:lnTo>
                    <a:pt x="315017" y="1730086"/>
                  </a:lnTo>
                  <a:lnTo>
                    <a:pt x="299560" y="1768194"/>
                  </a:lnTo>
                  <a:lnTo>
                    <a:pt x="286538" y="1808284"/>
                  </a:lnTo>
                  <a:lnTo>
                    <a:pt x="276128" y="1850196"/>
                  </a:lnTo>
                  <a:lnTo>
                    <a:pt x="268493" y="1893761"/>
                  </a:lnTo>
                  <a:lnTo>
                    <a:pt x="263788" y="1938793"/>
                  </a:lnTo>
                  <a:lnTo>
                    <a:pt x="262152" y="1985098"/>
                  </a:lnTo>
                  <a:lnTo>
                    <a:pt x="263716" y="2032468"/>
                  </a:lnTo>
                  <a:lnTo>
                    <a:pt x="268592" y="2080686"/>
                  </a:lnTo>
                  <a:lnTo>
                    <a:pt x="276882" y="2129523"/>
                  </a:lnTo>
                  <a:lnTo>
                    <a:pt x="288669" y="2178746"/>
                  </a:lnTo>
                  <a:lnTo>
                    <a:pt x="304023" y="2228110"/>
                  </a:lnTo>
                  <a:lnTo>
                    <a:pt x="322994" y="2277366"/>
                  </a:lnTo>
                  <a:lnTo>
                    <a:pt x="345619" y="2326259"/>
                  </a:lnTo>
                  <a:lnTo>
                    <a:pt x="371915" y="2374531"/>
                  </a:lnTo>
                  <a:lnTo>
                    <a:pt x="401882" y="2421918"/>
                  </a:lnTo>
                  <a:lnTo>
                    <a:pt x="435502" y="2468158"/>
                  </a:lnTo>
                  <a:lnTo>
                    <a:pt x="472737" y="2512985"/>
                  </a:lnTo>
                  <a:lnTo>
                    <a:pt x="513533" y="2556136"/>
                  </a:lnTo>
                  <a:lnTo>
                    <a:pt x="557817" y="2597348"/>
                  </a:lnTo>
                  <a:lnTo>
                    <a:pt x="605496" y="2636363"/>
                  </a:lnTo>
                  <a:lnTo>
                    <a:pt x="656461" y="2672925"/>
                  </a:lnTo>
                  <a:lnTo>
                    <a:pt x="710584" y="2706787"/>
                  </a:lnTo>
                  <a:lnTo>
                    <a:pt x="767718" y="2737706"/>
                  </a:lnTo>
                  <a:lnTo>
                    <a:pt x="827700" y="2765448"/>
                  </a:lnTo>
                  <a:lnTo>
                    <a:pt x="890350" y="2789787"/>
                  </a:lnTo>
                  <a:lnTo>
                    <a:pt x="955472" y="2810510"/>
                  </a:lnTo>
                  <a:lnTo>
                    <a:pt x="1022853" y="2827414"/>
                  </a:lnTo>
                  <a:lnTo>
                    <a:pt x="1092265" y="2840309"/>
                  </a:lnTo>
                  <a:lnTo>
                    <a:pt x="1163467" y="2849019"/>
                  </a:lnTo>
                  <a:lnTo>
                    <a:pt x="1236203" y="2853381"/>
                  </a:lnTo>
                  <a:lnTo>
                    <a:pt x="1310205" y="2853250"/>
                  </a:lnTo>
                  <a:lnTo>
                    <a:pt x="1385195" y="2848496"/>
                  </a:lnTo>
                  <a:lnTo>
                    <a:pt x="1460881" y="2839009"/>
                  </a:lnTo>
                  <a:lnTo>
                    <a:pt x="1536965" y="2824693"/>
                  </a:lnTo>
                  <a:lnTo>
                    <a:pt x="1613139" y="2805476"/>
                  </a:lnTo>
                  <a:lnTo>
                    <a:pt x="1689087" y="2781300"/>
                  </a:lnTo>
                  <a:lnTo>
                    <a:pt x="1764490" y="2752133"/>
                  </a:lnTo>
                  <a:lnTo>
                    <a:pt x="1839021" y="2717958"/>
                  </a:lnTo>
                  <a:lnTo>
                    <a:pt x="1912351" y="2678785"/>
                  </a:lnTo>
                  <a:lnTo>
                    <a:pt x="1984151" y="2634639"/>
                  </a:lnTo>
                  <a:lnTo>
                    <a:pt x="2054089" y="2585572"/>
                  </a:lnTo>
                  <a:lnTo>
                    <a:pt x="2121834" y="2531654"/>
                  </a:lnTo>
                  <a:lnTo>
                    <a:pt x="2187060" y="2472980"/>
                  </a:lnTo>
                  <a:lnTo>
                    <a:pt x="2249440" y="2409663"/>
                  </a:lnTo>
                  <a:lnTo>
                    <a:pt x="2308657" y="2341841"/>
                  </a:lnTo>
                  <a:lnTo>
                    <a:pt x="2364398" y="2269673"/>
                  </a:lnTo>
                  <a:lnTo>
                    <a:pt x="2416357" y="2193336"/>
                  </a:lnTo>
                  <a:lnTo>
                    <a:pt x="2464239" y="2113032"/>
                  </a:lnTo>
                  <a:lnTo>
                    <a:pt x="2507759" y="2028980"/>
                  </a:lnTo>
                  <a:lnTo>
                    <a:pt x="2546646" y="1941420"/>
                  </a:lnTo>
                  <a:lnTo>
                    <a:pt x="2580638" y="1850611"/>
                  </a:lnTo>
                  <a:lnTo>
                    <a:pt x="2609493" y="1756830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46879" y="2152966"/>
              <a:ext cx="2415132" cy="1987635"/>
            </a:xfrm>
            <a:custGeom>
              <a:avLst/>
              <a:pathLst>
                <a:path w="2415132" h="1987635">
                  <a:moveTo>
                    <a:pt x="570121" y="520127"/>
                  </a:moveTo>
                  <a:lnTo>
                    <a:pt x="612669" y="469058"/>
                  </a:lnTo>
                  <a:lnTo>
                    <a:pt x="658860" y="419638"/>
                  </a:lnTo>
                  <a:lnTo>
                    <a:pt x="708628" y="372064"/>
                  </a:lnTo>
                  <a:lnTo>
                    <a:pt x="761899" y="326526"/>
                  </a:lnTo>
                  <a:lnTo>
                    <a:pt x="818587" y="283216"/>
                  </a:lnTo>
                  <a:lnTo>
                    <a:pt x="878600" y="242317"/>
                  </a:lnTo>
                  <a:lnTo>
                    <a:pt x="941835" y="204011"/>
                  </a:lnTo>
                  <a:lnTo>
                    <a:pt x="1008181" y="168477"/>
                  </a:lnTo>
                  <a:lnTo>
                    <a:pt x="1077518" y="135886"/>
                  </a:lnTo>
                  <a:lnTo>
                    <a:pt x="1149720" y="106406"/>
                  </a:lnTo>
                  <a:lnTo>
                    <a:pt x="1224649" y="80199"/>
                  </a:lnTo>
                  <a:lnTo>
                    <a:pt x="1302163" y="57422"/>
                  </a:lnTo>
                  <a:lnTo>
                    <a:pt x="1382109" y="38225"/>
                  </a:lnTo>
                  <a:lnTo>
                    <a:pt x="1464329" y="22751"/>
                  </a:lnTo>
                  <a:lnTo>
                    <a:pt x="1548657" y="11137"/>
                  </a:lnTo>
                  <a:lnTo>
                    <a:pt x="1634919" y="3512"/>
                  </a:lnTo>
                  <a:lnTo>
                    <a:pt x="1722937" y="0"/>
                  </a:lnTo>
                  <a:lnTo>
                    <a:pt x="1812525" y="713"/>
                  </a:lnTo>
                  <a:lnTo>
                    <a:pt x="1903492" y="5758"/>
                  </a:lnTo>
                  <a:lnTo>
                    <a:pt x="1995640" y="15234"/>
                  </a:lnTo>
                  <a:lnTo>
                    <a:pt x="2088768" y="29228"/>
                  </a:lnTo>
                  <a:lnTo>
                    <a:pt x="2182669" y="47823"/>
                  </a:lnTo>
                  <a:lnTo>
                    <a:pt x="2221935" y="127711"/>
                  </a:lnTo>
                  <a:lnTo>
                    <a:pt x="2257510" y="208255"/>
                  </a:lnTo>
                  <a:lnTo>
                    <a:pt x="2289400" y="289291"/>
                  </a:lnTo>
                  <a:lnTo>
                    <a:pt x="2317621" y="370657"/>
                  </a:lnTo>
                  <a:lnTo>
                    <a:pt x="2342191" y="452194"/>
                  </a:lnTo>
                  <a:lnTo>
                    <a:pt x="2363140" y="533742"/>
                  </a:lnTo>
                  <a:lnTo>
                    <a:pt x="2380500" y="615147"/>
                  </a:lnTo>
                  <a:lnTo>
                    <a:pt x="2394314" y="696256"/>
                  </a:lnTo>
                  <a:lnTo>
                    <a:pt x="2404628" y="776919"/>
                  </a:lnTo>
                  <a:lnTo>
                    <a:pt x="2411495" y="856987"/>
                  </a:lnTo>
                  <a:lnTo>
                    <a:pt x="2414975" y="936319"/>
                  </a:lnTo>
                  <a:lnTo>
                    <a:pt x="2415132" y="1014773"/>
                  </a:lnTo>
                  <a:lnTo>
                    <a:pt x="2412039" y="1092214"/>
                  </a:lnTo>
                  <a:lnTo>
                    <a:pt x="2405772" y="1168509"/>
                  </a:lnTo>
                  <a:lnTo>
                    <a:pt x="2396411" y="1243532"/>
                  </a:lnTo>
                  <a:lnTo>
                    <a:pt x="2384045" y="1317158"/>
                  </a:lnTo>
                  <a:lnTo>
                    <a:pt x="2368764" y="1389269"/>
                  </a:lnTo>
                  <a:lnTo>
                    <a:pt x="2350665" y="1459751"/>
                  </a:lnTo>
                  <a:lnTo>
                    <a:pt x="2329849" y="1528497"/>
                  </a:lnTo>
                  <a:lnTo>
                    <a:pt x="2306420" y="1595403"/>
                  </a:lnTo>
                  <a:lnTo>
                    <a:pt x="2280486" y="1660370"/>
                  </a:lnTo>
                  <a:lnTo>
                    <a:pt x="2213953" y="1710042"/>
                  </a:lnTo>
                  <a:lnTo>
                    <a:pt x="2146039" y="1755696"/>
                  </a:lnTo>
                  <a:lnTo>
                    <a:pt x="2076928" y="1797297"/>
                  </a:lnTo>
                  <a:lnTo>
                    <a:pt x="2006801" y="1834815"/>
                  </a:lnTo>
                  <a:lnTo>
                    <a:pt x="1935843" y="1868229"/>
                  </a:lnTo>
                  <a:lnTo>
                    <a:pt x="1864236" y="1897526"/>
                  </a:lnTo>
                  <a:lnTo>
                    <a:pt x="1792164" y="1922697"/>
                  </a:lnTo>
                  <a:lnTo>
                    <a:pt x="1719812" y="1943744"/>
                  </a:lnTo>
                  <a:lnTo>
                    <a:pt x="1647362" y="1960674"/>
                  </a:lnTo>
                  <a:lnTo>
                    <a:pt x="1574996" y="1973502"/>
                  </a:lnTo>
                  <a:lnTo>
                    <a:pt x="1502895" y="1982251"/>
                  </a:lnTo>
                  <a:lnTo>
                    <a:pt x="1431239" y="1986949"/>
                  </a:lnTo>
                  <a:lnTo>
                    <a:pt x="1360207" y="1987635"/>
                  </a:lnTo>
                  <a:lnTo>
                    <a:pt x="1289974" y="1984350"/>
                  </a:lnTo>
                  <a:lnTo>
                    <a:pt x="1220716" y="1977146"/>
                  </a:lnTo>
                  <a:lnTo>
                    <a:pt x="1152603" y="1966081"/>
                  </a:lnTo>
                  <a:lnTo>
                    <a:pt x="1085806" y="1951217"/>
                  </a:lnTo>
                  <a:lnTo>
                    <a:pt x="1020490" y="1932628"/>
                  </a:lnTo>
                  <a:lnTo>
                    <a:pt x="956819" y="1910389"/>
                  </a:lnTo>
                  <a:lnTo>
                    <a:pt x="894953" y="1884585"/>
                  </a:lnTo>
                  <a:lnTo>
                    <a:pt x="835047" y="1855307"/>
                  </a:lnTo>
                  <a:lnTo>
                    <a:pt x="777255" y="1822650"/>
                  </a:lnTo>
                  <a:lnTo>
                    <a:pt x="721725" y="1786716"/>
                  </a:lnTo>
                  <a:lnTo>
                    <a:pt x="668600" y="1747615"/>
                  </a:lnTo>
                  <a:lnTo>
                    <a:pt x="618021" y="1705460"/>
                  </a:lnTo>
                  <a:lnTo>
                    <a:pt x="570121" y="1660370"/>
                  </a:lnTo>
                  <a:lnTo>
                    <a:pt x="570121" y="1660370"/>
                  </a:lnTo>
                  <a:lnTo>
                    <a:pt x="570121" y="1660370"/>
                  </a:lnTo>
                  <a:lnTo>
                    <a:pt x="530951" y="1694311"/>
                  </a:lnTo>
                  <a:lnTo>
                    <a:pt x="487138" y="1722491"/>
                  </a:lnTo>
                  <a:lnTo>
                    <a:pt x="439317" y="1744433"/>
                  </a:lnTo>
                  <a:lnTo>
                    <a:pt x="388163" y="1759727"/>
                  </a:lnTo>
                  <a:lnTo>
                    <a:pt x="334393" y="1768024"/>
                  </a:lnTo>
                  <a:lnTo>
                    <a:pt x="278753" y="1769045"/>
                  </a:lnTo>
                  <a:lnTo>
                    <a:pt x="222013" y="1762584"/>
                  </a:lnTo>
                  <a:lnTo>
                    <a:pt x="164963" y="1748507"/>
                  </a:lnTo>
                  <a:lnTo>
                    <a:pt x="108406" y="1726755"/>
                  </a:lnTo>
                  <a:lnTo>
                    <a:pt x="53149" y="1697345"/>
                  </a:lnTo>
                  <a:lnTo>
                    <a:pt x="0" y="1660370"/>
                  </a:lnTo>
                  <a:lnTo>
                    <a:pt x="2745" y="1604489"/>
                  </a:lnTo>
                  <a:lnTo>
                    <a:pt x="10954" y="1549145"/>
                  </a:lnTo>
                  <a:lnTo>
                    <a:pt x="24549" y="1494873"/>
                  </a:lnTo>
                  <a:lnTo>
                    <a:pt x="43397" y="1442194"/>
                  </a:lnTo>
                  <a:lnTo>
                    <a:pt x="67319" y="1391617"/>
                  </a:lnTo>
                  <a:lnTo>
                    <a:pt x="96082" y="1343628"/>
                  </a:lnTo>
                  <a:lnTo>
                    <a:pt x="129411" y="1298689"/>
                  </a:lnTo>
                  <a:lnTo>
                    <a:pt x="166984" y="1257234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95764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97947" y="2169188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115278" y="378173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2026-04-01T18:12:33Z</dcterms:modified>
  <cp:category/>
</cp:coreProperties>
</file>