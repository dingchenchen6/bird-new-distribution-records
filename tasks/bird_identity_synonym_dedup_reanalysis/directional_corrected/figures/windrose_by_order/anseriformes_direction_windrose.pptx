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39444" y="440031"/>
              <a:ext cx="955112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134905" y="2948202"/>
              <a:ext cx="2862581" cy="2294440"/>
            </a:xfrm>
            <a:custGeom>
              <a:avLst/>
              <a:pathLst>
                <a:path w="2862581" h="2294440">
                  <a:moveTo>
                    <a:pt x="2862581" y="865134"/>
                  </a:moveTo>
                  <a:lnTo>
                    <a:pt x="2803346" y="770777"/>
                  </a:lnTo>
                  <a:lnTo>
                    <a:pt x="2740314" y="681443"/>
                  </a:lnTo>
                  <a:lnTo>
                    <a:pt x="2673804" y="597281"/>
                  </a:lnTo>
                  <a:lnTo>
                    <a:pt x="2604142" y="518419"/>
                  </a:lnTo>
                  <a:lnTo>
                    <a:pt x="2531658" y="444971"/>
                  </a:lnTo>
                  <a:lnTo>
                    <a:pt x="2456683" y="377029"/>
                  </a:lnTo>
                  <a:lnTo>
                    <a:pt x="2379555" y="314668"/>
                  </a:lnTo>
                  <a:lnTo>
                    <a:pt x="2300610" y="257944"/>
                  </a:lnTo>
                  <a:lnTo>
                    <a:pt x="2220186" y="206895"/>
                  </a:lnTo>
                  <a:lnTo>
                    <a:pt x="2138622" y="161540"/>
                  </a:lnTo>
                  <a:lnTo>
                    <a:pt x="2056254" y="121879"/>
                  </a:lnTo>
                  <a:lnTo>
                    <a:pt x="1973416" y="87895"/>
                  </a:lnTo>
                  <a:lnTo>
                    <a:pt x="1890441" y="59554"/>
                  </a:lnTo>
                  <a:lnTo>
                    <a:pt x="1807655" y="36800"/>
                  </a:lnTo>
                  <a:lnTo>
                    <a:pt x="1725380" y="19565"/>
                  </a:lnTo>
                  <a:lnTo>
                    <a:pt x="1643934" y="7759"/>
                  </a:lnTo>
                  <a:lnTo>
                    <a:pt x="1563627" y="1277"/>
                  </a:lnTo>
                  <a:lnTo>
                    <a:pt x="1484760" y="0"/>
                  </a:lnTo>
                  <a:lnTo>
                    <a:pt x="1407628" y="3788"/>
                  </a:lnTo>
                  <a:lnTo>
                    <a:pt x="1332516" y="12490"/>
                  </a:lnTo>
                  <a:lnTo>
                    <a:pt x="1259698" y="25938"/>
                  </a:lnTo>
                  <a:lnTo>
                    <a:pt x="1189439" y="43951"/>
                  </a:lnTo>
                  <a:lnTo>
                    <a:pt x="1121991" y="66332"/>
                  </a:lnTo>
                  <a:lnTo>
                    <a:pt x="1057595" y="92873"/>
                  </a:lnTo>
                  <a:lnTo>
                    <a:pt x="996479" y="123352"/>
                  </a:lnTo>
                  <a:lnTo>
                    <a:pt x="938857" y="157538"/>
                  </a:lnTo>
                  <a:lnTo>
                    <a:pt x="884931" y="195186"/>
                  </a:lnTo>
                  <a:lnTo>
                    <a:pt x="834885" y="236042"/>
                  </a:lnTo>
                  <a:lnTo>
                    <a:pt x="788891" y="279843"/>
                  </a:lnTo>
                  <a:lnTo>
                    <a:pt x="747106" y="326317"/>
                  </a:lnTo>
                  <a:lnTo>
                    <a:pt x="709668" y="375185"/>
                  </a:lnTo>
                  <a:lnTo>
                    <a:pt x="676701" y="426160"/>
                  </a:lnTo>
                  <a:lnTo>
                    <a:pt x="648313" y="478949"/>
                  </a:lnTo>
                  <a:lnTo>
                    <a:pt x="624593" y="533256"/>
                  </a:lnTo>
                  <a:lnTo>
                    <a:pt x="605616" y="588777"/>
                  </a:lnTo>
                  <a:lnTo>
                    <a:pt x="591437" y="645209"/>
                  </a:lnTo>
                  <a:lnTo>
                    <a:pt x="582095" y="702242"/>
                  </a:lnTo>
                  <a:lnTo>
                    <a:pt x="612673" y="672071"/>
                  </a:lnTo>
                  <a:lnTo>
                    <a:pt x="652566" y="648247"/>
                  </a:lnTo>
                  <a:lnTo>
                    <a:pt x="700417" y="632914"/>
                  </a:lnTo>
                  <a:lnTo>
                    <a:pt x="754436" y="627926"/>
                  </a:lnTo>
                  <a:lnTo>
                    <a:pt x="812459" y="634770"/>
                  </a:lnTo>
                  <a:lnTo>
                    <a:pt x="848557" y="711292"/>
                  </a:lnTo>
                  <a:lnTo>
                    <a:pt x="861813" y="790184"/>
                  </a:lnTo>
                  <a:lnTo>
                    <a:pt x="853581" y="865134"/>
                  </a:lnTo>
                  <a:lnTo>
                    <a:pt x="826848" y="930716"/>
                  </a:lnTo>
                  <a:lnTo>
                    <a:pt x="785860" y="982779"/>
                  </a:lnTo>
                  <a:lnTo>
                    <a:pt x="735671" y="1018710"/>
                  </a:lnTo>
                  <a:lnTo>
                    <a:pt x="681640" y="1037551"/>
                  </a:lnTo>
                  <a:lnTo>
                    <a:pt x="628939" y="1039958"/>
                  </a:lnTo>
                  <a:lnTo>
                    <a:pt x="582095" y="1028026"/>
                  </a:lnTo>
                  <a:lnTo>
                    <a:pt x="544620" y="1004993"/>
                  </a:lnTo>
                  <a:lnTo>
                    <a:pt x="518748" y="974854"/>
                  </a:lnTo>
                  <a:lnTo>
                    <a:pt x="505307" y="941922"/>
                  </a:lnTo>
                  <a:lnTo>
                    <a:pt x="503723" y="910382"/>
                  </a:lnTo>
                  <a:lnTo>
                    <a:pt x="512165" y="883872"/>
                  </a:lnTo>
                  <a:lnTo>
                    <a:pt x="527797" y="865134"/>
                  </a:lnTo>
                  <a:lnTo>
                    <a:pt x="547130" y="855766"/>
                  </a:lnTo>
                  <a:lnTo>
                    <a:pt x="566420" y="856085"/>
                  </a:lnTo>
                  <a:lnTo>
                    <a:pt x="582095" y="865134"/>
                  </a:lnTo>
                  <a:lnTo>
                    <a:pt x="553269" y="841905"/>
                  </a:lnTo>
                  <a:lnTo>
                    <a:pt x="519807" y="825104"/>
                  </a:lnTo>
                  <a:lnTo>
                    <a:pt x="482780" y="815421"/>
                  </a:lnTo>
                  <a:lnTo>
                    <a:pt x="443348" y="813384"/>
                  </a:lnTo>
                  <a:lnTo>
                    <a:pt x="402740" y="819357"/>
                  </a:lnTo>
                  <a:lnTo>
                    <a:pt x="362230" y="833523"/>
                  </a:lnTo>
                  <a:lnTo>
                    <a:pt x="323114" y="855885"/>
                  </a:lnTo>
                  <a:lnTo>
                    <a:pt x="286682" y="886263"/>
                  </a:lnTo>
                  <a:lnTo>
                    <a:pt x="254201" y="924293"/>
                  </a:lnTo>
                  <a:lnTo>
                    <a:pt x="226882" y="969434"/>
                  </a:lnTo>
                  <a:lnTo>
                    <a:pt x="205863" y="1020974"/>
                  </a:lnTo>
                  <a:lnTo>
                    <a:pt x="192185" y="1078041"/>
                  </a:lnTo>
                  <a:lnTo>
                    <a:pt x="186768" y="1139614"/>
                  </a:lnTo>
                  <a:lnTo>
                    <a:pt x="190395" y="1204544"/>
                  </a:lnTo>
                  <a:lnTo>
                    <a:pt x="203694" y="1271565"/>
                  </a:lnTo>
                  <a:lnTo>
                    <a:pt x="227122" y="1339322"/>
                  </a:lnTo>
                  <a:lnTo>
                    <a:pt x="260954" y="1406389"/>
                  </a:lnTo>
                  <a:lnTo>
                    <a:pt x="305272" y="1471291"/>
                  </a:lnTo>
                  <a:lnTo>
                    <a:pt x="359962" y="1532536"/>
                  </a:lnTo>
                  <a:lnTo>
                    <a:pt x="424708" y="1588631"/>
                  </a:lnTo>
                  <a:lnTo>
                    <a:pt x="498990" y="1638118"/>
                  </a:lnTo>
                  <a:lnTo>
                    <a:pt x="582095" y="1679594"/>
                  </a:lnTo>
                  <a:lnTo>
                    <a:pt x="626994" y="1721856"/>
                  </a:lnTo>
                  <a:lnTo>
                    <a:pt x="676310" y="1761532"/>
                  </a:lnTo>
                  <a:lnTo>
                    <a:pt x="729890" y="1798276"/>
                  </a:lnTo>
                  <a:lnTo>
                    <a:pt x="787555" y="1831750"/>
                  </a:lnTo>
                  <a:lnTo>
                    <a:pt x="849105" y="1861630"/>
                  </a:lnTo>
                  <a:lnTo>
                    <a:pt x="914315" y="1887602"/>
                  </a:lnTo>
                  <a:lnTo>
                    <a:pt x="982938" y="1909367"/>
                  </a:lnTo>
                  <a:lnTo>
                    <a:pt x="1054707" y="1926640"/>
                  </a:lnTo>
                  <a:lnTo>
                    <a:pt x="1129335" y="1939154"/>
                  </a:lnTo>
                  <a:lnTo>
                    <a:pt x="1206514" y="1946660"/>
                  </a:lnTo>
                  <a:lnTo>
                    <a:pt x="1285918" y="1948928"/>
                  </a:lnTo>
                  <a:lnTo>
                    <a:pt x="1367207" y="1945749"/>
                  </a:lnTo>
                  <a:lnTo>
                    <a:pt x="1450023" y="1936936"/>
                  </a:lnTo>
                  <a:lnTo>
                    <a:pt x="1533993" y="1922324"/>
                  </a:lnTo>
                  <a:lnTo>
                    <a:pt x="1618732" y="1901772"/>
                  </a:lnTo>
                  <a:lnTo>
                    <a:pt x="1529323" y="1934335"/>
                  </a:lnTo>
                  <a:lnTo>
                    <a:pt x="1439856" y="1959986"/>
                  </a:lnTo>
                  <a:lnTo>
                    <a:pt x="1350832" y="1978842"/>
                  </a:lnTo>
                  <a:lnTo>
                    <a:pt x="1262738" y="1991056"/>
                  </a:lnTo>
                  <a:lnTo>
                    <a:pt x="1176046" y="1996813"/>
                  </a:lnTo>
                  <a:lnTo>
                    <a:pt x="1091205" y="1996332"/>
                  </a:lnTo>
                  <a:lnTo>
                    <a:pt x="1008647" y="1989860"/>
                  </a:lnTo>
                  <a:lnTo>
                    <a:pt x="928776" y="1977674"/>
                  </a:lnTo>
                  <a:lnTo>
                    <a:pt x="851974" y="1960078"/>
                  </a:lnTo>
                  <a:lnTo>
                    <a:pt x="778595" y="1937401"/>
                  </a:lnTo>
                  <a:lnTo>
                    <a:pt x="708963" y="1909992"/>
                  </a:lnTo>
                  <a:lnTo>
                    <a:pt x="643375" y="1878224"/>
                  </a:lnTo>
                  <a:lnTo>
                    <a:pt x="582095" y="1842486"/>
                  </a:lnTo>
                  <a:lnTo>
                    <a:pt x="525353" y="1803181"/>
                  </a:lnTo>
                  <a:lnTo>
                    <a:pt x="473350" y="1760727"/>
                  </a:lnTo>
                  <a:lnTo>
                    <a:pt x="426250" y="1715553"/>
                  </a:lnTo>
                  <a:lnTo>
                    <a:pt x="384183" y="1668093"/>
                  </a:lnTo>
                  <a:lnTo>
                    <a:pt x="347246" y="1618790"/>
                  </a:lnTo>
                  <a:lnTo>
                    <a:pt x="315500" y="1568088"/>
                  </a:lnTo>
                  <a:lnTo>
                    <a:pt x="288970" y="1516430"/>
                  </a:lnTo>
                  <a:lnTo>
                    <a:pt x="267650" y="1464259"/>
                  </a:lnTo>
                  <a:lnTo>
                    <a:pt x="251496" y="1412011"/>
                  </a:lnTo>
                  <a:lnTo>
                    <a:pt x="240434" y="1360116"/>
                  </a:lnTo>
                  <a:lnTo>
                    <a:pt x="234354" y="1308993"/>
                  </a:lnTo>
                  <a:lnTo>
                    <a:pt x="233116" y="1259050"/>
                  </a:lnTo>
                  <a:lnTo>
                    <a:pt x="236549" y="1210680"/>
                  </a:lnTo>
                  <a:lnTo>
                    <a:pt x="215941" y="1146094"/>
                  </a:lnTo>
                  <a:lnTo>
                    <a:pt x="205912" y="1082324"/>
                  </a:lnTo>
                  <a:lnTo>
                    <a:pt x="205863" y="1020974"/>
                  </a:lnTo>
                  <a:lnTo>
                    <a:pt x="214965" y="963507"/>
                  </a:lnTo>
                  <a:lnTo>
                    <a:pt x="232182" y="911201"/>
                  </a:lnTo>
                  <a:lnTo>
                    <a:pt x="256311" y="865134"/>
                  </a:lnTo>
                  <a:lnTo>
                    <a:pt x="225242" y="883232"/>
                  </a:lnTo>
                  <a:lnTo>
                    <a:pt x="195251" y="904473"/>
                  </a:lnTo>
                  <a:lnTo>
                    <a:pt x="166576" y="928790"/>
                  </a:lnTo>
                  <a:lnTo>
                    <a:pt x="139451" y="956100"/>
                  </a:lnTo>
                  <a:lnTo>
                    <a:pt x="114106" y="986305"/>
                  </a:lnTo>
                  <a:lnTo>
                    <a:pt x="90762" y="1019291"/>
                  </a:lnTo>
                  <a:lnTo>
                    <a:pt x="69636" y="1054928"/>
                  </a:lnTo>
                  <a:lnTo>
                    <a:pt x="50934" y="1093073"/>
                  </a:lnTo>
                  <a:lnTo>
                    <a:pt x="34855" y="1133568"/>
                  </a:lnTo>
                  <a:lnTo>
                    <a:pt x="21587" y="1176241"/>
                  </a:lnTo>
                  <a:lnTo>
                    <a:pt x="11309" y="1220908"/>
                  </a:lnTo>
                  <a:lnTo>
                    <a:pt x="4184" y="1267372"/>
                  </a:lnTo>
                  <a:lnTo>
                    <a:pt x="368" y="1315425"/>
                  </a:lnTo>
                  <a:lnTo>
                    <a:pt x="0" y="1364847"/>
                  </a:lnTo>
                  <a:lnTo>
                    <a:pt x="3206" y="1415409"/>
                  </a:lnTo>
                  <a:lnTo>
                    <a:pt x="10098" y="1466874"/>
                  </a:lnTo>
                  <a:lnTo>
                    <a:pt x="20774" y="1518995"/>
                  </a:lnTo>
                  <a:lnTo>
                    <a:pt x="35314" y="1571517"/>
                  </a:lnTo>
                  <a:lnTo>
                    <a:pt x="53783" y="1624181"/>
                  </a:lnTo>
                  <a:lnTo>
                    <a:pt x="76229" y="1676721"/>
                  </a:lnTo>
                  <a:lnTo>
                    <a:pt x="102684" y="1728867"/>
                  </a:lnTo>
                  <a:lnTo>
                    <a:pt x="133162" y="1780346"/>
                  </a:lnTo>
                  <a:lnTo>
                    <a:pt x="167660" y="1830881"/>
                  </a:lnTo>
                  <a:lnTo>
                    <a:pt x="206157" y="1880198"/>
                  </a:lnTo>
                  <a:lnTo>
                    <a:pt x="248613" y="1928017"/>
                  </a:lnTo>
                  <a:lnTo>
                    <a:pt x="294973" y="1974065"/>
                  </a:lnTo>
                  <a:lnTo>
                    <a:pt x="345161" y="2018066"/>
                  </a:lnTo>
                  <a:lnTo>
                    <a:pt x="399086" y="2059751"/>
                  </a:lnTo>
                  <a:lnTo>
                    <a:pt x="456638" y="2098852"/>
                  </a:lnTo>
                  <a:lnTo>
                    <a:pt x="517689" y="2135110"/>
                  </a:lnTo>
                  <a:lnTo>
                    <a:pt x="582095" y="2168270"/>
                  </a:lnTo>
                  <a:lnTo>
                    <a:pt x="649694" y="2198084"/>
                  </a:lnTo>
                  <a:lnTo>
                    <a:pt x="720310" y="2224315"/>
                  </a:lnTo>
                  <a:lnTo>
                    <a:pt x="793748" y="2246734"/>
                  </a:lnTo>
                  <a:lnTo>
                    <a:pt x="869800" y="2265123"/>
                  </a:lnTo>
                  <a:lnTo>
                    <a:pt x="948241" y="2279275"/>
                  </a:lnTo>
                  <a:lnTo>
                    <a:pt x="1028834" y="2288996"/>
                  </a:lnTo>
                  <a:lnTo>
                    <a:pt x="1111328" y="2294107"/>
                  </a:lnTo>
                  <a:lnTo>
                    <a:pt x="1195458" y="2294440"/>
                  </a:lnTo>
                  <a:lnTo>
                    <a:pt x="1280948" y="2289845"/>
                  </a:lnTo>
                  <a:lnTo>
                    <a:pt x="1367512" y="2280186"/>
                  </a:lnTo>
                  <a:lnTo>
                    <a:pt x="1454852" y="2265344"/>
                  </a:lnTo>
                  <a:lnTo>
                    <a:pt x="1542662" y="2245219"/>
                  </a:lnTo>
                  <a:lnTo>
                    <a:pt x="1630627" y="2219727"/>
                  </a:lnTo>
                  <a:lnTo>
                    <a:pt x="1718427" y="2188803"/>
                  </a:lnTo>
                  <a:lnTo>
                    <a:pt x="1805732" y="2152401"/>
                  </a:lnTo>
                  <a:lnTo>
                    <a:pt x="1892212" y="2110493"/>
                  </a:lnTo>
                  <a:lnTo>
                    <a:pt x="1977528" y="2063075"/>
                  </a:lnTo>
                  <a:lnTo>
                    <a:pt x="2061343" y="2010158"/>
                  </a:lnTo>
                  <a:lnTo>
                    <a:pt x="2143316" y="1951776"/>
                  </a:lnTo>
                  <a:lnTo>
                    <a:pt x="2223105" y="1887984"/>
                  </a:lnTo>
                  <a:lnTo>
                    <a:pt x="2300371" y="1818856"/>
                  </a:lnTo>
                  <a:lnTo>
                    <a:pt x="2374776" y="1744487"/>
                  </a:lnTo>
                  <a:lnTo>
                    <a:pt x="2445986" y="1664993"/>
                  </a:lnTo>
                  <a:lnTo>
                    <a:pt x="2513671" y="1580512"/>
                  </a:lnTo>
                  <a:lnTo>
                    <a:pt x="2577507" y="1491199"/>
                  </a:lnTo>
                  <a:lnTo>
                    <a:pt x="2637176" y="1397232"/>
                  </a:lnTo>
                  <a:lnTo>
                    <a:pt x="2692371" y="1298807"/>
                  </a:lnTo>
                  <a:lnTo>
                    <a:pt x="2742792" y="1196141"/>
                  </a:lnTo>
                  <a:lnTo>
                    <a:pt x="2788149" y="1089468"/>
                  </a:lnTo>
                  <a:lnTo>
                    <a:pt x="2828167" y="979042"/>
                  </a:lnTo>
                  <a:close/>
                </a:path>
              </a:pathLst>
            </a:custGeom>
            <a:solidFill>
              <a:srgbClr val="7AD151">
                <a:alpha val="25882"/>
              </a:srgbClr>
            </a:solidFill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40769" y="3308502"/>
              <a:ext cx="2656717" cy="1588628"/>
            </a:xfrm>
            <a:custGeom>
              <a:avLst/>
              <a:pathLst>
                <a:path w="2656717" h="1588628">
                  <a:moveTo>
                    <a:pt x="376231" y="341942"/>
                  </a:moveTo>
                  <a:lnTo>
                    <a:pt x="406809" y="311770"/>
                  </a:lnTo>
                  <a:lnTo>
                    <a:pt x="446702" y="287947"/>
                  </a:lnTo>
                  <a:lnTo>
                    <a:pt x="494553" y="272614"/>
                  </a:lnTo>
                  <a:lnTo>
                    <a:pt x="548573" y="267626"/>
                  </a:lnTo>
                  <a:lnTo>
                    <a:pt x="606595" y="274470"/>
                  </a:lnTo>
                  <a:lnTo>
                    <a:pt x="665857" y="231586"/>
                  </a:lnTo>
                  <a:lnTo>
                    <a:pt x="727763" y="191997"/>
                  </a:lnTo>
                  <a:lnTo>
                    <a:pt x="792172" y="155818"/>
                  </a:lnTo>
                  <a:lnTo>
                    <a:pt x="858936" y="123160"/>
                  </a:lnTo>
                  <a:lnTo>
                    <a:pt x="927904" y="94129"/>
                  </a:lnTo>
                  <a:lnTo>
                    <a:pt x="998919" y="68823"/>
                  </a:lnTo>
                  <a:lnTo>
                    <a:pt x="1071823" y="47336"/>
                  </a:lnTo>
                  <a:lnTo>
                    <a:pt x="1146453" y="29754"/>
                  </a:lnTo>
                  <a:lnTo>
                    <a:pt x="1222642" y="16158"/>
                  </a:lnTo>
                  <a:lnTo>
                    <a:pt x="1300220" y="6623"/>
                  </a:lnTo>
                  <a:lnTo>
                    <a:pt x="1379015" y="1217"/>
                  </a:lnTo>
                  <a:lnTo>
                    <a:pt x="1458852" y="0"/>
                  </a:lnTo>
                  <a:lnTo>
                    <a:pt x="1539553" y="3026"/>
                  </a:lnTo>
                  <a:lnTo>
                    <a:pt x="1620937" y="10344"/>
                  </a:lnTo>
                  <a:lnTo>
                    <a:pt x="1702823" y="21994"/>
                  </a:lnTo>
                  <a:lnTo>
                    <a:pt x="1785027" y="38010"/>
                  </a:lnTo>
                  <a:lnTo>
                    <a:pt x="1867363" y="58418"/>
                  </a:lnTo>
                  <a:lnTo>
                    <a:pt x="1949646" y="83239"/>
                  </a:lnTo>
                  <a:lnTo>
                    <a:pt x="2031687" y="112484"/>
                  </a:lnTo>
                  <a:lnTo>
                    <a:pt x="2113299" y="146158"/>
                  </a:lnTo>
                  <a:lnTo>
                    <a:pt x="2194292" y="184261"/>
                  </a:lnTo>
                  <a:lnTo>
                    <a:pt x="2274479" y="226782"/>
                  </a:lnTo>
                  <a:lnTo>
                    <a:pt x="2353670" y="273705"/>
                  </a:lnTo>
                  <a:lnTo>
                    <a:pt x="2431677" y="325006"/>
                  </a:lnTo>
                  <a:lnTo>
                    <a:pt x="2508311" y="380655"/>
                  </a:lnTo>
                  <a:lnTo>
                    <a:pt x="2583387" y="440612"/>
                  </a:lnTo>
                  <a:lnTo>
                    <a:pt x="2656717" y="504834"/>
                  </a:lnTo>
                  <a:lnTo>
                    <a:pt x="2616366" y="588654"/>
                  </a:lnTo>
                  <a:lnTo>
                    <a:pt x="2572990" y="669459"/>
                  </a:lnTo>
                  <a:lnTo>
                    <a:pt x="2526758" y="747140"/>
                  </a:lnTo>
                  <a:lnTo>
                    <a:pt x="2477844" y="821601"/>
                  </a:lnTo>
                  <a:lnTo>
                    <a:pt x="2426422" y="892751"/>
                  </a:lnTo>
                  <a:lnTo>
                    <a:pt x="2372672" y="960509"/>
                  </a:lnTo>
                  <a:lnTo>
                    <a:pt x="2316776" y="1024802"/>
                  </a:lnTo>
                  <a:lnTo>
                    <a:pt x="2258916" y="1085566"/>
                  </a:lnTo>
                  <a:lnTo>
                    <a:pt x="2199278" y="1142746"/>
                  </a:lnTo>
                  <a:lnTo>
                    <a:pt x="2138048" y="1196296"/>
                  </a:lnTo>
                  <a:lnTo>
                    <a:pt x="2075413" y="1246180"/>
                  </a:lnTo>
                  <a:lnTo>
                    <a:pt x="2011562" y="1292368"/>
                  </a:lnTo>
                  <a:lnTo>
                    <a:pt x="1946683" y="1334842"/>
                  </a:lnTo>
                  <a:lnTo>
                    <a:pt x="1880962" y="1373591"/>
                  </a:lnTo>
                  <a:lnTo>
                    <a:pt x="1814586" y="1408613"/>
                  </a:lnTo>
                  <a:lnTo>
                    <a:pt x="1747742" y="1439915"/>
                  </a:lnTo>
                  <a:lnTo>
                    <a:pt x="1680614" y="1467513"/>
                  </a:lnTo>
                  <a:lnTo>
                    <a:pt x="1613384" y="1491431"/>
                  </a:lnTo>
                  <a:lnTo>
                    <a:pt x="1546232" y="1511702"/>
                  </a:lnTo>
                  <a:lnTo>
                    <a:pt x="1479335" y="1528365"/>
                  </a:lnTo>
                  <a:lnTo>
                    <a:pt x="1412868" y="1541472"/>
                  </a:lnTo>
                  <a:lnTo>
                    <a:pt x="1328129" y="1562024"/>
                  </a:lnTo>
                  <a:lnTo>
                    <a:pt x="1244159" y="1576636"/>
                  </a:lnTo>
                  <a:lnTo>
                    <a:pt x="1161343" y="1585449"/>
                  </a:lnTo>
                  <a:lnTo>
                    <a:pt x="1080055" y="1588628"/>
                  </a:lnTo>
                  <a:lnTo>
                    <a:pt x="1000650" y="1586359"/>
                  </a:lnTo>
                  <a:lnTo>
                    <a:pt x="923471" y="1578853"/>
                  </a:lnTo>
                  <a:lnTo>
                    <a:pt x="848843" y="1566339"/>
                  </a:lnTo>
                  <a:lnTo>
                    <a:pt x="777074" y="1549067"/>
                  </a:lnTo>
                  <a:lnTo>
                    <a:pt x="708451" y="1527302"/>
                  </a:lnTo>
                  <a:lnTo>
                    <a:pt x="643241" y="1501330"/>
                  </a:lnTo>
                  <a:lnTo>
                    <a:pt x="581691" y="1471450"/>
                  </a:lnTo>
                  <a:lnTo>
                    <a:pt x="524026" y="1437975"/>
                  </a:lnTo>
                  <a:lnTo>
                    <a:pt x="470446" y="1401232"/>
                  </a:lnTo>
                  <a:lnTo>
                    <a:pt x="421130" y="1361556"/>
                  </a:lnTo>
                  <a:lnTo>
                    <a:pt x="376231" y="1319294"/>
                  </a:lnTo>
                  <a:lnTo>
                    <a:pt x="314885" y="1284305"/>
                  </a:lnTo>
                  <a:lnTo>
                    <a:pt x="259014" y="1244912"/>
                  </a:lnTo>
                  <a:lnTo>
                    <a:pt x="208915" y="1201755"/>
                  </a:lnTo>
                  <a:lnTo>
                    <a:pt x="164818" y="1155496"/>
                  </a:lnTo>
                  <a:lnTo>
                    <a:pt x="126887" y="1106804"/>
                  </a:lnTo>
                  <a:lnTo>
                    <a:pt x="95216" y="1056358"/>
                  </a:lnTo>
                  <a:lnTo>
                    <a:pt x="69832" y="1004832"/>
                  </a:lnTo>
                  <a:lnTo>
                    <a:pt x="50696" y="952894"/>
                  </a:lnTo>
                  <a:lnTo>
                    <a:pt x="37703" y="901199"/>
                  </a:lnTo>
                  <a:lnTo>
                    <a:pt x="30685" y="850380"/>
                  </a:lnTo>
                  <a:lnTo>
                    <a:pt x="10077" y="785794"/>
                  </a:lnTo>
                  <a:lnTo>
                    <a:pt x="48" y="722023"/>
                  </a:lnTo>
                  <a:lnTo>
                    <a:pt x="0" y="660674"/>
                  </a:lnTo>
                  <a:lnTo>
                    <a:pt x="9101" y="603206"/>
                  </a:lnTo>
                  <a:lnTo>
                    <a:pt x="26318" y="550901"/>
                  </a:lnTo>
                  <a:lnTo>
                    <a:pt x="50447" y="504834"/>
                  </a:lnTo>
                  <a:lnTo>
                    <a:pt x="98743" y="473569"/>
                  </a:lnTo>
                  <a:lnTo>
                    <a:pt x="149362" y="453053"/>
                  </a:lnTo>
                  <a:lnTo>
                    <a:pt x="200515" y="443349"/>
                  </a:lnTo>
                  <a:lnTo>
                    <a:pt x="250436" y="444255"/>
                  </a:lnTo>
                  <a:lnTo>
                    <a:pt x="297417" y="455312"/>
                  </a:lnTo>
                  <a:lnTo>
                    <a:pt x="339844" y="475817"/>
                  </a:lnTo>
                  <a:lnTo>
                    <a:pt x="376231" y="504834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618844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915763" y="3551372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4596195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722037" y="4818373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339854" y="4127281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359616" y="3781736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2026-04-01T18:12:28Z</dcterms:modified>
  <cp:category/>
</cp:coreProperties>
</file>