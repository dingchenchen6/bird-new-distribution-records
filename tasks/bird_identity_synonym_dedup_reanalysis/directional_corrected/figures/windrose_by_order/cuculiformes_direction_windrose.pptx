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43640" y="438873"/>
              <a:ext cx="946721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062308" y="2052211"/>
              <a:ext cx="3814385" cy="3668162"/>
            </a:xfrm>
            <a:custGeom>
              <a:avLst/>
              <a:pathLst>
                <a:path w="3814385" h="3668162">
                  <a:moveTo>
                    <a:pt x="2414855" y="1761126"/>
                  </a:moveTo>
                  <a:lnTo>
                    <a:pt x="2440765" y="1716981"/>
                  </a:lnTo>
                  <a:lnTo>
                    <a:pt x="2464031" y="1669935"/>
                  </a:lnTo>
                  <a:lnTo>
                    <a:pt x="2484409" y="1620151"/>
                  </a:lnTo>
                  <a:lnTo>
                    <a:pt x="2501668" y="1567809"/>
                  </a:lnTo>
                  <a:lnTo>
                    <a:pt x="2515583" y="1513107"/>
                  </a:lnTo>
                  <a:lnTo>
                    <a:pt x="2525948" y="1456260"/>
                  </a:lnTo>
                  <a:lnTo>
                    <a:pt x="2532565" y="1397499"/>
                  </a:lnTo>
                  <a:lnTo>
                    <a:pt x="2535255" y="1337069"/>
                  </a:lnTo>
                  <a:lnTo>
                    <a:pt x="2533854" y="1275230"/>
                  </a:lnTo>
                  <a:lnTo>
                    <a:pt x="2528214" y="1212256"/>
                  </a:lnTo>
                  <a:lnTo>
                    <a:pt x="2518206" y="1148430"/>
                  </a:lnTo>
                  <a:lnTo>
                    <a:pt x="2503719" y="1084050"/>
                  </a:lnTo>
                  <a:lnTo>
                    <a:pt x="2484663" y="1019419"/>
                  </a:lnTo>
                  <a:lnTo>
                    <a:pt x="2460966" y="954852"/>
                  </a:lnTo>
                  <a:lnTo>
                    <a:pt x="2432580" y="890669"/>
                  </a:lnTo>
                  <a:lnTo>
                    <a:pt x="2399476" y="827196"/>
                  </a:lnTo>
                  <a:lnTo>
                    <a:pt x="2361649" y="764764"/>
                  </a:lnTo>
                  <a:lnTo>
                    <a:pt x="2319114" y="703705"/>
                  </a:lnTo>
                  <a:lnTo>
                    <a:pt x="2271911" y="644353"/>
                  </a:lnTo>
                  <a:lnTo>
                    <a:pt x="2220101" y="587042"/>
                  </a:lnTo>
                  <a:lnTo>
                    <a:pt x="2163770" y="532104"/>
                  </a:lnTo>
                  <a:lnTo>
                    <a:pt x="2103024" y="479868"/>
                  </a:lnTo>
                  <a:lnTo>
                    <a:pt x="2037994" y="430658"/>
                  </a:lnTo>
                  <a:lnTo>
                    <a:pt x="1968832" y="384791"/>
                  </a:lnTo>
                  <a:lnTo>
                    <a:pt x="1895713" y="342577"/>
                  </a:lnTo>
                  <a:lnTo>
                    <a:pt x="1818835" y="304317"/>
                  </a:lnTo>
                  <a:lnTo>
                    <a:pt x="1738415" y="270299"/>
                  </a:lnTo>
                  <a:lnTo>
                    <a:pt x="1654692" y="240801"/>
                  </a:lnTo>
                  <a:lnTo>
                    <a:pt x="1712893" y="205692"/>
                  </a:lnTo>
                  <a:lnTo>
                    <a:pt x="1773716" y="172859"/>
                  </a:lnTo>
                  <a:lnTo>
                    <a:pt x="1837073" y="142449"/>
                  </a:lnTo>
                  <a:lnTo>
                    <a:pt x="1902865" y="114607"/>
                  </a:lnTo>
                  <a:lnTo>
                    <a:pt x="1970987" y="89470"/>
                  </a:lnTo>
                  <a:lnTo>
                    <a:pt x="2041325" y="67175"/>
                  </a:lnTo>
                  <a:lnTo>
                    <a:pt x="2113763" y="47852"/>
                  </a:lnTo>
                  <a:lnTo>
                    <a:pt x="2188173" y="31625"/>
                  </a:lnTo>
                  <a:lnTo>
                    <a:pt x="2264423" y="18615"/>
                  </a:lnTo>
                  <a:lnTo>
                    <a:pt x="2342376" y="8936"/>
                  </a:lnTo>
                  <a:lnTo>
                    <a:pt x="2421887" y="2697"/>
                  </a:lnTo>
                  <a:lnTo>
                    <a:pt x="2502806" y="0"/>
                  </a:lnTo>
                  <a:lnTo>
                    <a:pt x="2584978" y="940"/>
                  </a:lnTo>
                  <a:lnTo>
                    <a:pt x="2668242" y="5606"/>
                  </a:lnTo>
                  <a:lnTo>
                    <a:pt x="2752433" y="14082"/>
                  </a:lnTo>
                  <a:lnTo>
                    <a:pt x="2837380" y="26441"/>
                  </a:lnTo>
                  <a:lnTo>
                    <a:pt x="2922910" y="42751"/>
                  </a:lnTo>
                  <a:lnTo>
                    <a:pt x="3008845" y="63072"/>
                  </a:lnTo>
                  <a:lnTo>
                    <a:pt x="3095002" y="87456"/>
                  </a:lnTo>
                  <a:lnTo>
                    <a:pt x="3181196" y="115946"/>
                  </a:lnTo>
                  <a:lnTo>
                    <a:pt x="3267240" y="148578"/>
                  </a:lnTo>
                  <a:lnTo>
                    <a:pt x="3324191" y="216852"/>
                  </a:lnTo>
                  <a:lnTo>
                    <a:pt x="3378277" y="287109"/>
                  </a:lnTo>
                  <a:lnTo>
                    <a:pt x="3429432" y="359230"/>
                  </a:lnTo>
                  <a:lnTo>
                    <a:pt x="3477592" y="433093"/>
                  </a:lnTo>
                  <a:lnTo>
                    <a:pt x="3522700" y="508574"/>
                  </a:lnTo>
                  <a:lnTo>
                    <a:pt x="3564702" y="585548"/>
                  </a:lnTo>
                  <a:lnTo>
                    <a:pt x="3603551" y="663889"/>
                  </a:lnTo>
                  <a:lnTo>
                    <a:pt x="3639204" y="743468"/>
                  </a:lnTo>
                  <a:lnTo>
                    <a:pt x="3671625" y="824154"/>
                  </a:lnTo>
                  <a:lnTo>
                    <a:pt x="3700781" y="905818"/>
                  </a:lnTo>
                  <a:lnTo>
                    <a:pt x="3726645" y="988327"/>
                  </a:lnTo>
                  <a:lnTo>
                    <a:pt x="3749196" y="1071551"/>
                  </a:lnTo>
                  <a:lnTo>
                    <a:pt x="3768418" y="1155355"/>
                  </a:lnTo>
                  <a:lnTo>
                    <a:pt x="3784299" y="1239607"/>
                  </a:lnTo>
                  <a:lnTo>
                    <a:pt x="3796834" y="1324176"/>
                  </a:lnTo>
                  <a:lnTo>
                    <a:pt x="3806023" y="1408928"/>
                  </a:lnTo>
                  <a:lnTo>
                    <a:pt x="3811870" y="1493731"/>
                  </a:lnTo>
                  <a:lnTo>
                    <a:pt x="3814385" y="1578454"/>
                  </a:lnTo>
                  <a:lnTo>
                    <a:pt x="3813584" y="1662966"/>
                  </a:lnTo>
                  <a:lnTo>
                    <a:pt x="3809487" y="1747139"/>
                  </a:lnTo>
                  <a:lnTo>
                    <a:pt x="3802118" y="1830844"/>
                  </a:lnTo>
                  <a:lnTo>
                    <a:pt x="3791509" y="1913954"/>
                  </a:lnTo>
                  <a:lnTo>
                    <a:pt x="3777694" y="1996344"/>
                  </a:lnTo>
                  <a:lnTo>
                    <a:pt x="3760714" y="2077892"/>
                  </a:lnTo>
                  <a:lnTo>
                    <a:pt x="3740612" y="2158475"/>
                  </a:lnTo>
                  <a:lnTo>
                    <a:pt x="3717438" y="2237975"/>
                  </a:lnTo>
                  <a:lnTo>
                    <a:pt x="3691247" y="2316275"/>
                  </a:lnTo>
                  <a:lnTo>
                    <a:pt x="3662095" y="2393262"/>
                  </a:lnTo>
                  <a:lnTo>
                    <a:pt x="3630046" y="2468823"/>
                  </a:lnTo>
                  <a:lnTo>
                    <a:pt x="3595167" y="2542850"/>
                  </a:lnTo>
                  <a:lnTo>
                    <a:pt x="3557527" y="2615238"/>
                  </a:lnTo>
                  <a:lnTo>
                    <a:pt x="3517202" y="2685885"/>
                  </a:lnTo>
                  <a:lnTo>
                    <a:pt x="3474270" y="2754690"/>
                  </a:lnTo>
                  <a:lnTo>
                    <a:pt x="3428813" y="2821560"/>
                  </a:lnTo>
                  <a:lnTo>
                    <a:pt x="3380916" y="2886401"/>
                  </a:lnTo>
                  <a:lnTo>
                    <a:pt x="3330668" y="2949126"/>
                  </a:lnTo>
                  <a:lnTo>
                    <a:pt x="3278162" y="3009651"/>
                  </a:lnTo>
                  <a:lnTo>
                    <a:pt x="3223492" y="3067894"/>
                  </a:lnTo>
                  <a:lnTo>
                    <a:pt x="3166756" y="3123779"/>
                  </a:lnTo>
                  <a:lnTo>
                    <a:pt x="3108054" y="3177235"/>
                  </a:lnTo>
                  <a:lnTo>
                    <a:pt x="3047490" y="3228192"/>
                  </a:lnTo>
                  <a:lnTo>
                    <a:pt x="2985168" y="3276588"/>
                  </a:lnTo>
                  <a:lnTo>
                    <a:pt x="2921196" y="3322363"/>
                  </a:lnTo>
                  <a:lnTo>
                    <a:pt x="2855683" y="3365462"/>
                  </a:lnTo>
                  <a:lnTo>
                    <a:pt x="2788741" y="3405834"/>
                  </a:lnTo>
                  <a:lnTo>
                    <a:pt x="2720481" y="3443435"/>
                  </a:lnTo>
                  <a:lnTo>
                    <a:pt x="2651018" y="3478222"/>
                  </a:lnTo>
                  <a:lnTo>
                    <a:pt x="2580468" y="3510160"/>
                  </a:lnTo>
                  <a:lnTo>
                    <a:pt x="2508946" y="3539217"/>
                  </a:lnTo>
                  <a:lnTo>
                    <a:pt x="2436569" y="3565365"/>
                  </a:lnTo>
                  <a:lnTo>
                    <a:pt x="2363455" y="3588583"/>
                  </a:lnTo>
                  <a:lnTo>
                    <a:pt x="2289723" y="3608852"/>
                  </a:lnTo>
                  <a:lnTo>
                    <a:pt x="2215490" y="3626160"/>
                  </a:lnTo>
                  <a:lnTo>
                    <a:pt x="2140876" y="3640498"/>
                  </a:lnTo>
                  <a:lnTo>
                    <a:pt x="2065997" y="3651864"/>
                  </a:lnTo>
                  <a:lnTo>
                    <a:pt x="1990973" y="3660259"/>
                  </a:lnTo>
                  <a:lnTo>
                    <a:pt x="1915921" y="3665688"/>
                  </a:lnTo>
                  <a:lnTo>
                    <a:pt x="1840957" y="3668162"/>
                  </a:lnTo>
                  <a:lnTo>
                    <a:pt x="1766197" y="3667697"/>
                  </a:lnTo>
                  <a:lnTo>
                    <a:pt x="1691757" y="3664312"/>
                  </a:lnTo>
                  <a:lnTo>
                    <a:pt x="1617750" y="3658030"/>
                  </a:lnTo>
                  <a:lnTo>
                    <a:pt x="1544288" y="3648882"/>
                  </a:lnTo>
                  <a:lnTo>
                    <a:pt x="1471481" y="3636899"/>
                  </a:lnTo>
                  <a:lnTo>
                    <a:pt x="1399440" y="3622120"/>
                  </a:lnTo>
                  <a:lnTo>
                    <a:pt x="1328270" y="3604584"/>
                  </a:lnTo>
                  <a:lnTo>
                    <a:pt x="1258077" y="3584338"/>
                  </a:lnTo>
                  <a:lnTo>
                    <a:pt x="1188963" y="3561431"/>
                  </a:lnTo>
                  <a:lnTo>
                    <a:pt x="1121030" y="3535916"/>
                  </a:lnTo>
                  <a:lnTo>
                    <a:pt x="1054374" y="3507851"/>
                  </a:lnTo>
                  <a:lnTo>
                    <a:pt x="989091" y="3477295"/>
                  </a:lnTo>
                  <a:lnTo>
                    <a:pt x="925274" y="3444314"/>
                  </a:lnTo>
                  <a:lnTo>
                    <a:pt x="863012" y="3408975"/>
                  </a:lnTo>
                  <a:lnTo>
                    <a:pt x="802391" y="3371348"/>
                  </a:lnTo>
                  <a:lnTo>
                    <a:pt x="743495" y="3331509"/>
                  </a:lnTo>
                  <a:lnTo>
                    <a:pt x="686405" y="3289533"/>
                  </a:lnTo>
                  <a:lnTo>
                    <a:pt x="631196" y="3245501"/>
                  </a:lnTo>
                  <a:lnTo>
                    <a:pt x="577942" y="3199496"/>
                  </a:lnTo>
                  <a:lnTo>
                    <a:pt x="526713" y="3151603"/>
                  </a:lnTo>
                  <a:lnTo>
                    <a:pt x="477574" y="3101909"/>
                  </a:lnTo>
                  <a:lnTo>
                    <a:pt x="430588" y="3050504"/>
                  </a:lnTo>
                  <a:lnTo>
                    <a:pt x="385813" y="2997481"/>
                  </a:lnTo>
                  <a:lnTo>
                    <a:pt x="343304" y="2942933"/>
                  </a:lnTo>
                  <a:lnTo>
                    <a:pt x="303111" y="2886957"/>
                  </a:lnTo>
                  <a:lnTo>
                    <a:pt x="265281" y="2829649"/>
                  </a:lnTo>
                  <a:lnTo>
                    <a:pt x="229856" y="2771108"/>
                  </a:lnTo>
                  <a:lnTo>
                    <a:pt x="196875" y="2711435"/>
                  </a:lnTo>
                  <a:lnTo>
                    <a:pt x="166373" y="2650730"/>
                  </a:lnTo>
                  <a:lnTo>
                    <a:pt x="138378" y="2589096"/>
                  </a:lnTo>
                  <a:lnTo>
                    <a:pt x="112917" y="2526636"/>
                  </a:lnTo>
                  <a:lnTo>
                    <a:pt x="90012" y="2463453"/>
                  </a:lnTo>
                  <a:lnTo>
                    <a:pt x="69680" y="2399651"/>
                  </a:lnTo>
                  <a:lnTo>
                    <a:pt x="51935" y="2335335"/>
                  </a:lnTo>
                  <a:lnTo>
                    <a:pt x="36786" y="2270609"/>
                  </a:lnTo>
                  <a:lnTo>
                    <a:pt x="24237" y="2205576"/>
                  </a:lnTo>
                  <a:lnTo>
                    <a:pt x="14289" y="2140341"/>
                  </a:lnTo>
                  <a:lnTo>
                    <a:pt x="6939" y="2075008"/>
                  </a:lnTo>
                  <a:lnTo>
                    <a:pt x="2180" y="2009680"/>
                  </a:lnTo>
                  <a:lnTo>
                    <a:pt x="0" y="1944458"/>
                  </a:lnTo>
                  <a:lnTo>
                    <a:pt x="382" y="1879444"/>
                  </a:lnTo>
                  <a:lnTo>
                    <a:pt x="3309" y="1814739"/>
                  </a:lnTo>
                  <a:lnTo>
                    <a:pt x="8756" y="1750442"/>
                  </a:lnTo>
                  <a:lnTo>
                    <a:pt x="16696" y="1686650"/>
                  </a:lnTo>
                  <a:lnTo>
                    <a:pt x="27098" y="1623460"/>
                  </a:lnTo>
                  <a:lnTo>
                    <a:pt x="39927" y="1560966"/>
                  </a:lnTo>
                  <a:lnTo>
                    <a:pt x="55144" y="1499261"/>
                  </a:lnTo>
                  <a:lnTo>
                    <a:pt x="72708" y="1438436"/>
                  </a:lnTo>
                  <a:lnTo>
                    <a:pt x="92574" y="1378579"/>
                  </a:lnTo>
                  <a:lnTo>
                    <a:pt x="114693" y="1319778"/>
                  </a:lnTo>
                  <a:lnTo>
                    <a:pt x="139012" y="1262117"/>
                  </a:lnTo>
                  <a:lnTo>
                    <a:pt x="165476" y="1205677"/>
                  </a:lnTo>
                  <a:lnTo>
                    <a:pt x="194029" y="1150538"/>
                  </a:lnTo>
                  <a:lnTo>
                    <a:pt x="224607" y="1096776"/>
                  </a:lnTo>
                  <a:lnTo>
                    <a:pt x="257149" y="1044465"/>
                  </a:lnTo>
                  <a:lnTo>
                    <a:pt x="291586" y="993677"/>
                  </a:lnTo>
                  <a:lnTo>
                    <a:pt x="327851" y="944478"/>
                  </a:lnTo>
                  <a:lnTo>
                    <a:pt x="365872" y="896935"/>
                  </a:lnTo>
                  <a:lnTo>
                    <a:pt x="405574" y="851109"/>
                  </a:lnTo>
                  <a:lnTo>
                    <a:pt x="446883" y="807058"/>
                  </a:lnTo>
                  <a:lnTo>
                    <a:pt x="489721" y="764838"/>
                  </a:lnTo>
                  <a:lnTo>
                    <a:pt x="534007" y="724500"/>
                  </a:lnTo>
                  <a:lnTo>
                    <a:pt x="579661" y="686094"/>
                  </a:lnTo>
                  <a:lnTo>
                    <a:pt x="542491" y="789425"/>
                  </a:lnTo>
                  <a:lnTo>
                    <a:pt x="514205" y="892757"/>
                  </a:lnTo>
                  <a:lnTo>
                    <a:pt x="494626" y="995373"/>
                  </a:lnTo>
                  <a:lnTo>
                    <a:pt x="483522" y="1096581"/>
                  </a:lnTo>
                  <a:lnTo>
                    <a:pt x="480608" y="1195717"/>
                  </a:lnTo>
                  <a:lnTo>
                    <a:pt x="485548" y="1292149"/>
                  </a:lnTo>
                  <a:lnTo>
                    <a:pt x="497961" y="1385281"/>
                  </a:lnTo>
                  <a:lnTo>
                    <a:pt x="517419" y="1474558"/>
                  </a:lnTo>
                  <a:lnTo>
                    <a:pt x="543458" y="1559467"/>
                  </a:lnTo>
                  <a:lnTo>
                    <a:pt x="575575" y="1639538"/>
                  </a:lnTo>
                  <a:lnTo>
                    <a:pt x="613234" y="1714354"/>
                  </a:lnTo>
                  <a:lnTo>
                    <a:pt x="655874" y="1783543"/>
                  </a:lnTo>
                  <a:lnTo>
                    <a:pt x="702907" y="1846788"/>
                  </a:lnTo>
                  <a:lnTo>
                    <a:pt x="753728" y="1903825"/>
                  </a:lnTo>
                  <a:lnTo>
                    <a:pt x="807717" y="1954442"/>
                  </a:lnTo>
                  <a:lnTo>
                    <a:pt x="864242" y="1998487"/>
                  </a:lnTo>
                  <a:lnTo>
                    <a:pt x="922668" y="2035859"/>
                  </a:lnTo>
                  <a:lnTo>
                    <a:pt x="982356" y="2066515"/>
                  </a:lnTo>
                  <a:lnTo>
                    <a:pt x="1042674" y="2090467"/>
                  </a:lnTo>
                  <a:lnTo>
                    <a:pt x="1102994" y="2107781"/>
                  </a:lnTo>
                  <a:lnTo>
                    <a:pt x="1162705" y="2118576"/>
                  </a:lnTo>
                  <a:lnTo>
                    <a:pt x="1221210" y="2123023"/>
                  </a:lnTo>
                  <a:lnTo>
                    <a:pt x="1277933" y="2121345"/>
                  </a:lnTo>
                  <a:lnTo>
                    <a:pt x="1332324" y="2113811"/>
                  </a:lnTo>
                  <a:lnTo>
                    <a:pt x="1383862" y="2100737"/>
                  </a:lnTo>
                  <a:lnTo>
                    <a:pt x="1432058" y="2082480"/>
                  </a:lnTo>
                  <a:lnTo>
                    <a:pt x="1476458" y="2059439"/>
                  </a:lnTo>
                  <a:lnTo>
                    <a:pt x="1516650" y="2032050"/>
                  </a:lnTo>
                  <a:lnTo>
                    <a:pt x="1552259" y="2000780"/>
                  </a:lnTo>
                  <a:lnTo>
                    <a:pt x="1582959" y="1966127"/>
                  </a:lnTo>
                  <a:lnTo>
                    <a:pt x="1608468" y="1928616"/>
                  </a:lnTo>
                  <a:lnTo>
                    <a:pt x="1628553" y="1888791"/>
                  </a:lnTo>
                  <a:lnTo>
                    <a:pt x="1643031" y="1847215"/>
                  </a:lnTo>
                  <a:lnTo>
                    <a:pt x="1651770" y="1804465"/>
                  </a:lnTo>
                  <a:lnTo>
                    <a:pt x="1654692" y="1761126"/>
                  </a:lnTo>
                  <a:lnTo>
                    <a:pt x="1624526" y="1764937"/>
                  </a:lnTo>
                  <a:lnTo>
                    <a:pt x="1595790" y="1776249"/>
                  </a:lnTo>
                  <a:lnTo>
                    <a:pt x="1569879" y="1794706"/>
                  </a:lnTo>
                  <a:lnTo>
                    <a:pt x="1548111" y="1819720"/>
                  </a:lnTo>
                  <a:lnTo>
                    <a:pt x="1531696" y="1850488"/>
                  </a:lnTo>
                  <a:lnTo>
                    <a:pt x="1521700" y="1886014"/>
                  </a:lnTo>
                  <a:lnTo>
                    <a:pt x="1519020" y="1925126"/>
                  </a:lnTo>
                  <a:lnTo>
                    <a:pt x="1524351" y="1966510"/>
                  </a:lnTo>
                  <a:lnTo>
                    <a:pt x="1538174" y="2008739"/>
                  </a:lnTo>
                  <a:lnTo>
                    <a:pt x="1560731" y="2050309"/>
                  </a:lnTo>
                  <a:lnTo>
                    <a:pt x="1592019" y="2089673"/>
                  </a:lnTo>
                  <a:lnTo>
                    <a:pt x="1631781" y="2125284"/>
                  </a:lnTo>
                  <a:lnTo>
                    <a:pt x="1679512" y="2155630"/>
                  </a:lnTo>
                  <a:lnTo>
                    <a:pt x="1734459" y="2179277"/>
                  </a:lnTo>
                  <a:lnTo>
                    <a:pt x="1795634" y="2194900"/>
                  </a:lnTo>
                  <a:lnTo>
                    <a:pt x="1861836" y="2201328"/>
                  </a:lnTo>
                  <a:lnTo>
                    <a:pt x="1931667" y="2197568"/>
                  </a:lnTo>
                  <a:lnTo>
                    <a:pt x="2003565" y="2182841"/>
                  </a:lnTo>
                  <a:lnTo>
                    <a:pt x="2075834" y="2156605"/>
                  </a:lnTo>
                  <a:lnTo>
                    <a:pt x="2146680" y="2118576"/>
                  </a:lnTo>
                  <a:lnTo>
                    <a:pt x="2214246" y="2068743"/>
                  </a:lnTo>
                  <a:lnTo>
                    <a:pt x="2276660" y="2007380"/>
                  </a:lnTo>
                  <a:lnTo>
                    <a:pt x="2332070" y="1935047"/>
                  </a:lnTo>
                  <a:lnTo>
                    <a:pt x="2378694" y="1852588"/>
                  </a:lnTo>
                  <a:close/>
                </a:path>
              </a:pathLst>
            </a:custGeom>
            <a:solidFill>
              <a:srgbClr val="9DCC8A">
                <a:alpha val="25882"/>
              </a:srgbClr>
            </a:solidFill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641969" y="2052211"/>
              <a:ext cx="2694221" cy="1906577"/>
            </a:xfrm>
            <a:custGeom>
              <a:avLst/>
              <a:pathLst>
                <a:path w="2694221" h="1906577">
                  <a:moveTo>
                    <a:pt x="1075031" y="240801"/>
                  </a:moveTo>
                  <a:lnTo>
                    <a:pt x="1133231" y="205692"/>
                  </a:lnTo>
                  <a:lnTo>
                    <a:pt x="1194055" y="172859"/>
                  </a:lnTo>
                  <a:lnTo>
                    <a:pt x="1257412" y="142449"/>
                  </a:lnTo>
                  <a:lnTo>
                    <a:pt x="1323204" y="114607"/>
                  </a:lnTo>
                  <a:lnTo>
                    <a:pt x="1391325" y="89470"/>
                  </a:lnTo>
                  <a:lnTo>
                    <a:pt x="1461664" y="67175"/>
                  </a:lnTo>
                  <a:lnTo>
                    <a:pt x="1534102" y="47852"/>
                  </a:lnTo>
                  <a:lnTo>
                    <a:pt x="1608512" y="31625"/>
                  </a:lnTo>
                  <a:lnTo>
                    <a:pt x="1684762" y="18615"/>
                  </a:lnTo>
                  <a:lnTo>
                    <a:pt x="1762715" y="8936"/>
                  </a:lnTo>
                  <a:lnTo>
                    <a:pt x="1842226" y="2697"/>
                  </a:lnTo>
                  <a:lnTo>
                    <a:pt x="1923145" y="0"/>
                  </a:lnTo>
                  <a:lnTo>
                    <a:pt x="2005317" y="940"/>
                  </a:lnTo>
                  <a:lnTo>
                    <a:pt x="2088581" y="5606"/>
                  </a:lnTo>
                  <a:lnTo>
                    <a:pt x="2172772" y="14082"/>
                  </a:lnTo>
                  <a:lnTo>
                    <a:pt x="2257719" y="26441"/>
                  </a:lnTo>
                  <a:lnTo>
                    <a:pt x="2343249" y="42751"/>
                  </a:lnTo>
                  <a:lnTo>
                    <a:pt x="2429184" y="63072"/>
                  </a:lnTo>
                  <a:lnTo>
                    <a:pt x="2515341" y="87456"/>
                  </a:lnTo>
                  <a:lnTo>
                    <a:pt x="2601535" y="115946"/>
                  </a:lnTo>
                  <a:lnTo>
                    <a:pt x="2687579" y="148578"/>
                  </a:lnTo>
                  <a:lnTo>
                    <a:pt x="2693384" y="249690"/>
                  </a:lnTo>
                  <a:lnTo>
                    <a:pt x="2694221" y="349265"/>
                  </a:lnTo>
                  <a:lnTo>
                    <a:pt x="2690204" y="447085"/>
                  </a:lnTo>
                  <a:lnTo>
                    <a:pt x="2681456" y="542936"/>
                  </a:lnTo>
                  <a:lnTo>
                    <a:pt x="2668107" y="636610"/>
                  </a:lnTo>
                  <a:lnTo>
                    <a:pt x="2650298" y="727908"/>
                  </a:lnTo>
                  <a:lnTo>
                    <a:pt x="2628177" y="816637"/>
                  </a:lnTo>
                  <a:lnTo>
                    <a:pt x="2601900" y="902611"/>
                  </a:lnTo>
                  <a:lnTo>
                    <a:pt x="2571630" y="985651"/>
                  </a:lnTo>
                  <a:lnTo>
                    <a:pt x="2537539" y="1065588"/>
                  </a:lnTo>
                  <a:lnTo>
                    <a:pt x="2499804" y="1142260"/>
                  </a:lnTo>
                  <a:lnTo>
                    <a:pt x="2458610" y="1215513"/>
                  </a:lnTo>
                  <a:lnTo>
                    <a:pt x="2414147" y="1285204"/>
                  </a:lnTo>
                  <a:lnTo>
                    <a:pt x="2366611" y="1351197"/>
                  </a:lnTo>
                  <a:lnTo>
                    <a:pt x="2316203" y="1413366"/>
                  </a:lnTo>
                  <a:lnTo>
                    <a:pt x="2263131" y="1471594"/>
                  </a:lnTo>
                  <a:lnTo>
                    <a:pt x="2207605" y="1525774"/>
                  </a:lnTo>
                  <a:lnTo>
                    <a:pt x="2149840" y="1575810"/>
                  </a:lnTo>
                  <a:lnTo>
                    <a:pt x="2090055" y="1621614"/>
                  </a:lnTo>
                  <a:lnTo>
                    <a:pt x="2028472" y="1663109"/>
                  </a:lnTo>
                  <a:lnTo>
                    <a:pt x="1965315" y="1700229"/>
                  </a:lnTo>
                  <a:lnTo>
                    <a:pt x="1900813" y="1732916"/>
                  </a:lnTo>
                  <a:lnTo>
                    <a:pt x="1835193" y="1761126"/>
                  </a:lnTo>
                  <a:lnTo>
                    <a:pt x="1779786" y="1800704"/>
                  </a:lnTo>
                  <a:lnTo>
                    <a:pt x="1722502" y="1834078"/>
                  </a:lnTo>
                  <a:lnTo>
                    <a:pt x="1663863" y="1861172"/>
                  </a:lnTo>
                  <a:lnTo>
                    <a:pt x="1604391" y="1881949"/>
                  </a:lnTo>
                  <a:lnTo>
                    <a:pt x="1544608" y="1896409"/>
                  </a:lnTo>
                  <a:lnTo>
                    <a:pt x="1485034" y="1904592"/>
                  </a:lnTo>
                  <a:lnTo>
                    <a:pt x="1426180" y="1906577"/>
                  </a:lnTo>
                  <a:lnTo>
                    <a:pt x="1368552" y="1902478"/>
                  </a:lnTo>
                  <a:lnTo>
                    <a:pt x="1312643" y="1892449"/>
                  </a:lnTo>
                  <a:lnTo>
                    <a:pt x="1258931" y="1876677"/>
                  </a:lnTo>
                  <a:lnTo>
                    <a:pt x="1207879" y="1855387"/>
                  </a:lnTo>
                  <a:lnTo>
                    <a:pt x="1159934" y="1828833"/>
                  </a:lnTo>
                  <a:lnTo>
                    <a:pt x="1115518" y="1797307"/>
                  </a:lnTo>
                  <a:lnTo>
                    <a:pt x="1075031" y="1761126"/>
                  </a:lnTo>
                  <a:lnTo>
                    <a:pt x="1075031" y="1761126"/>
                  </a:lnTo>
                  <a:lnTo>
                    <a:pt x="1075031" y="1761126"/>
                  </a:lnTo>
                  <a:lnTo>
                    <a:pt x="1075031" y="1761126"/>
                  </a:lnTo>
                  <a:lnTo>
                    <a:pt x="1008969" y="1758869"/>
                  </a:lnTo>
                  <a:lnTo>
                    <a:pt x="943137" y="1752104"/>
                  </a:lnTo>
                  <a:lnTo>
                    <a:pt x="877768" y="1740847"/>
                  </a:lnTo>
                  <a:lnTo>
                    <a:pt x="813090" y="1725123"/>
                  </a:lnTo>
                  <a:lnTo>
                    <a:pt x="749332" y="1704970"/>
                  </a:lnTo>
                  <a:lnTo>
                    <a:pt x="686720" y="1680434"/>
                  </a:lnTo>
                  <a:lnTo>
                    <a:pt x="625480" y="1651573"/>
                  </a:lnTo>
                  <a:lnTo>
                    <a:pt x="565832" y="1618455"/>
                  </a:lnTo>
                  <a:lnTo>
                    <a:pt x="507996" y="1581157"/>
                  </a:lnTo>
                  <a:lnTo>
                    <a:pt x="452187" y="1539767"/>
                  </a:lnTo>
                  <a:lnTo>
                    <a:pt x="398615" y="1494382"/>
                  </a:lnTo>
                  <a:lnTo>
                    <a:pt x="347488" y="1445109"/>
                  </a:lnTo>
                  <a:lnTo>
                    <a:pt x="299007" y="1392065"/>
                  </a:lnTo>
                  <a:lnTo>
                    <a:pt x="253369" y="1335375"/>
                  </a:lnTo>
                  <a:lnTo>
                    <a:pt x="210766" y="1275174"/>
                  </a:lnTo>
                  <a:lnTo>
                    <a:pt x="171383" y="1211605"/>
                  </a:lnTo>
                  <a:lnTo>
                    <a:pt x="135398" y="1144821"/>
                  </a:lnTo>
                  <a:lnTo>
                    <a:pt x="102985" y="1074981"/>
                  </a:lnTo>
                  <a:lnTo>
                    <a:pt x="74308" y="1002253"/>
                  </a:lnTo>
                  <a:lnTo>
                    <a:pt x="49524" y="926814"/>
                  </a:lnTo>
                  <a:lnTo>
                    <a:pt x="28785" y="848847"/>
                  </a:lnTo>
                  <a:lnTo>
                    <a:pt x="12232" y="768541"/>
                  </a:lnTo>
                  <a:lnTo>
                    <a:pt x="0" y="686094"/>
                  </a:lnTo>
                </a:path>
              </a:pathLst>
            </a:custGeom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445562" y="378173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26141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610368" y="2706704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2026-04-01T18:12:37Z</dcterms:modified>
  <cp:category/>
</cp:coreProperties>
</file>