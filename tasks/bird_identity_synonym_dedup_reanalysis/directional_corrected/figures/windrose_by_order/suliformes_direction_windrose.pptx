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34174" y="438005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63584" y="2152966"/>
              <a:ext cx="2833903" cy="2981189"/>
            </a:xfrm>
            <a:custGeom>
              <a:avLst/>
              <a:pathLst>
                <a:path w="2833903" h="2981189">
                  <a:moveTo>
                    <a:pt x="2833903" y="1660370"/>
                  </a:moveTo>
                  <a:lnTo>
                    <a:pt x="2801974" y="1567369"/>
                  </a:lnTo>
                  <a:lnTo>
                    <a:pt x="2766306" y="1477005"/>
                  </a:lnTo>
                  <a:lnTo>
                    <a:pt x="2727062" y="1389426"/>
                  </a:lnTo>
                  <a:lnTo>
                    <a:pt x="2684411" y="1304770"/>
                  </a:lnTo>
                  <a:lnTo>
                    <a:pt x="2638528" y="1223169"/>
                  </a:lnTo>
                  <a:lnTo>
                    <a:pt x="2589591" y="1144741"/>
                  </a:lnTo>
                  <a:lnTo>
                    <a:pt x="2537784" y="1069598"/>
                  </a:lnTo>
                  <a:lnTo>
                    <a:pt x="2483295" y="997842"/>
                  </a:lnTo>
                  <a:lnTo>
                    <a:pt x="2426314" y="929564"/>
                  </a:lnTo>
                  <a:lnTo>
                    <a:pt x="2367034" y="864844"/>
                  </a:lnTo>
                  <a:lnTo>
                    <a:pt x="2305652" y="803754"/>
                  </a:lnTo>
                  <a:lnTo>
                    <a:pt x="2242366" y="746356"/>
                  </a:lnTo>
                  <a:lnTo>
                    <a:pt x="2177374" y="692701"/>
                  </a:lnTo>
                  <a:lnTo>
                    <a:pt x="2110878" y="642830"/>
                  </a:lnTo>
                  <a:lnTo>
                    <a:pt x="2043077" y="596773"/>
                  </a:lnTo>
                  <a:lnTo>
                    <a:pt x="1974172" y="554552"/>
                  </a:lnTo>
                  <a:lnTo>
                    <a:pt x="1904363" y="516177"/>
                  </a:lnTo>
                  <a:lnTo>
                    <a:pt x="1833849" y="481649"/>
                  </a:lnTo>
                  <a:lnTo>
                    <a:pt x="1762827" y="450960"/>
                  </a:lnTo>
                  <a:lnTo>
                    <a:pt x="1691492" y="424091"/>
                  </a:lnTo>
                  <a:lnTo>
                    <a:pt x="1620037" y="401013"/>
                  </a:lnTo>
                  <a:lnTo>
                    <a:pt x="1548653" y="381690"/>
                  </a:lnTo>
                  <a:lnTo>
                    <a:pt x="1477525" y="366075"/>
                  </a:lnTo>
                  <a:lnTo>
                    <a:pt x="1406837" y="354112"/>
                  </a:lnTo>
                  <a:lnTo>
                    <a:pt x="1336767" y="345737"/>
                  </a:lnTo>
                  <a:lnTo>
                    <a:pt x="1267489" y="340878"/>
                  </a:lnTo>
                  <a:lnTo>
                    <a:pt x="1199173" y="339454"/>
                  </a:lnTo>
                  <a:lnTo>
                    <a:pt x="1131981" y="341375"/>
                  </a:lnTo>
                  <a:lnTo>
                    <a:pt x="1066072" y="346547"/>
                  </a:lnTo>
                  <a:lnTo>
                    <a:pt x="1001597" y="354864"/>
                  </a:lnTo>
                  <a:lnTo>
                    <a:pt x="938702" y="366217"/>
                  </a:lnTo>
                  <a:lnTo>
                    <a:pt x="877526" y="380489"/>
                  </a:lnTo>
                  <a:lnTo>
                    <a:pt x="818200" y="397556"/>
                  </a:lnTo>
                  <a:lnTo>
                    <a:pt x="760849" y="417290"/>
                  </a:lnTo>
                  <a:lnTo>
                    <a:pt x="705590" y="439556"/>
                  </a:lnTo>
                  <a:lnTo>
                    <a:pt x="652532" y="464214"/>
                  </a:lnTo>
                  <a:lnTo>
                    <a:pt x="601776" y="491120"/>
                  </a:lnTo>
                  <a:lnTo>
                    <a:pt x="553416" y="520127"/>
                  </a:lnTo>
                  <a:lnTo>
                    <a:pt x="595964" y="469058"/>
                  </a:lnTo>
                  <a:lnTo>
                    <a:pt x="642155" y="419638"/>
                  </a:lnTo>
                  <a:lnTo>
                    <a:pt x="691923" y="372064"/>
                  </a:lnTo>
                  <a:lnTo>
                    <a:pt x="745194" y="326526"/>
                  </a:lnTo>
                  <a:lnTo>
                    <a:pt x="801882" y="283216"/>
                  </a:lnTo>
                  <a:lnTo>
                    <a:pt x="861895" y="242317"/>
                  </a:lnTo>
                  <a:lnTo>
                    <a:pt x="925129" y="204011"/>
                  </a:lnTo>
                  <a:lnTo>
                    <a:pt x="991475" y="168477"/>
                  </a:lnTo>
                  <a:lnTo>
                    <a:pt x="1060813" y="135886"/>
                  </a:lnTo>
                  <a:lnTo>
                    <a:pt x="1133015" y="106406"/>
                  </a:lnTo>
                  <a:lnTo>
                    <a:pt x="1207944" y="80199"/>
                  </a:lnTo>
                  <a:lnTo>
                    <a:pt x="1285458" y="57422"/>
                  </a:lnTo>
                  <a:lnTo>
                    <a:pt x="1365404" y="38225"/>
                  </a:lnTo>
                  <a:lnTo>
                    <a:pt x="1447624" y="22751"/>
                  </a:lnTo>
                  <a:lnTo>
                    <a:pt x="1531952" y="11137"/>
                  </a:lnTo>
                  <a:lnTo>
                    <a:pt x="1618214" y="3512"/>
                  </a:lnTo>
                  <a:lnTo>
                    <a:pt x="1706232" y="0"/>
                  </a:lnTo>
                  <a:lnTo>
                    <a:pt x="1795820" y="713"/>
                  </a:lnTo>
                  <a:lnTo>
                    <a:pt x="1886787" y="5758"/>
                  </a:lnTo>
                  <a:lnTo>
                    <a:pt x="1978935" y="15234"/>
                  </a:lnTo>
                  <a:lnTo>
                    <a:pt x="2072063" y="29228"/>
                  </a:lnTo>
                  <a:lnTo>
                    <a:pt x="2165963" y="47823"/>
                  </a:lnTo>
                  <a:lnTo>
                    <a:pt x="2238500" y="167516"/>
                  </a:lnTo>
                  <a:lnTo>
                    <a:pt x="2302548" y="290013"/>
                  </a:lnTo>
                  <a:lnTo>
                    <a:pt x="2358035" y="414732"/>
                  </a:lnTo>
                  <a:lnTo>
                    <a:pt x="2404932" y="541090"/>
                  </a:lnTo>
                  <a:lnTo>
                    <a:pt x="2443246" y="668511"/>
                  </a:lnTo>
                  <a:lnTo>
                    <a:pt x="2473024" y="796425"/>
                  </a:lnTo>
                  <a:lnTo>
                    <a:pt x="2494348" y="924272"/>
                  </a:lnTo>
                  <a:lnTo>
                    <a:pt x="2507339" y="1051504"/>
                  </a:lnTo>
                  <a:lnTo>
                    <a:pt x="2512149" y="1177586"/>
                  </a:lnTo>
                  <a:lnTo>
                    <a:pt x="2508967" y="1302002"/>
                  </a:lnTo>
                  <a:lnTo>
                    <a:pt x="2498013" y="1424254"/>
                  </a:lnTo>
                  <a:lnTo>
                    <a:pt x="2479538" y="1543862"/>
                  </a:lnTo>
                  <a:lnTo>
                    <a:pt x="2453821" y="1660370"/>
                  </a:lnTo>
                  <a:lnTo>
                    <a:pt x="2421171" y="1773349"/>
                  </a:lnTo>
                  <a:lnTo>
                    <a:pt x="2381918" y="1882391"/>
                  </a:lnTo>
                  <a:lnTo>
                    <a:pt x="2336418" y="1987118"/>
                  </a:lnTo>
                  <a:lnTo>
                    <a:pt x="2285049" y="2087180"/>
                  </a:lnTo>
                  <a:lnTo>
                    <a:pt x="2228207" y="2182256"/>
                  </a:lnTo>
                  <a:lnTo>
                    <a:pt x="2166303" y="2272058"/>
                  </a:lnTo>
                  <a:lnTo>
                    <a:pt x="2099767" y="2356327"/>
                  </a:lnTo>
                  <a:lnTo>
                    <a:pt x="2029037" y="2434836"/>
                  </a:lnTo>
                  <a:lnTo>
                    <a:pt x="1954563" y="2507393"/>
                  </a:lnTo>
                  <a:lnTo>
                    <a:pt x="1876803" y="2573839"/>
                  </a:lnTo>
                  <a:lnTo>
                    <a:pt x="1796220" y="2634045"/>
                  </a:lnTo>
                  <a:lnTo>
                    <a:pt x="1713279" y="2687920"/>
                  </a:lnTo>
                  <a:lnTo>
                    <a:pt x="1628448" y="2735402"/>
                  </a:lnTo>
                  <a:lnTo>
                    <a:pt x="1542190" y="2776465"/>
                  </a:lnTo>
                  <a:lnTo>
                    <a:pt x="1454967" y="2811115"/>
                  </a:lnTo>
                  <a:lnTo>
                    <a:pt x="1367233" y="2839388"/>
                  </a:lnTo>
                  <a:lnTo>
                    <a:pt x="1279436" y="2861354"/>
                  </a:lnTo>
                  <a:lnTo>
                    <a:pt x="1192010" y="2877110"/>
                  </a:lnTo>
                  <a:lnTo>
                    <a:pt x="1105381" y="2886787"/>
                  </a:lnTo>
                  <a:lnTo>
                    <a:pt x="1019957" y="2890539"/>
                  </a:lnTo>
                  <a:lnTo>
                    <a:pt x="936132" y="2888550"/>
                  </a:lnTo>
                  <a:lnTo>
                    <a:pt x="854282" y="2881030"/>
                  </a:lnTo>
                  <a:lnTo>
                    <a:pt x="774761" y="2868211"/>
                  </a:lnTo>
                  <a:lnTo>
                    <a:pt x="697905" y="2850348"/>
                  </a:lnTo>
                  <a:lnTo>
                    <a:pt x="624027" y="2827717"/>
                  </a:lnTo>
                  <a:lnTo>
                    <a:pt x="553416" y="2800614"/>
                  </a:lnTo>
                  <a:lnTo>
                    <a:pt x="486335" y="2769350"/>
                  </a:lnTo>
                  <a:lnTo>
                    <a:pt x="423023" y="2734252"/>
                  </a:lnTo>
                  <a:lnTo>
                    <a:pt x="363692" y="2695662"/>
                  </a:lnTo>
                  <a:lnTo>
                    <a:pt x="308525" y="2653931"/>
                  </a:lnTo>
                  <a:lnTo>
                    <a:pt x="257681" y="2609419"/>
                  </a:lnTo>
                  <a:lnTo>
                    <a:pt x="211286" y="2562494"/>
                  </a:lnTo>
                  <a:lnTo>
                    <a:pt x="169440" y="2513530"/>
                  </a:lnTo>
                  <a:lnTo>
                    <a:pt x="132215" y="2462901"/>
                  </a:lnTo>
                  <a:lnTo>
                    <a:pt x="99654" y="2410985"/>
                  </a:lnTo>
                  <a:lnTo>
                    <a:pt x="71769" y="2358156"/>
                  </a:lnTo>
                  <a:lnTo>
                    <a:pt x="48548" y="2304787"/>
                  </a:lnTo>
                  <a:lnTo>
                    <a:pt x="29947" y="2251244"/>
                  </a:lnTo>
                  <a:lnTo>
                    <a:pt x="15900" y="2197886"/>
                  </a:lnTo>
                  <a:lnTo>
                    <a:pt x="6311" y="2145064"/>
                  </a:lnTo>
                  <a:lnTo>
                    <a:pt x="1059" y="2093115"/>
                  </a:lnTo>
                  <a:lnTo>
                    <a:pt x="0" y="2042366"/>
                  </a:lnTo>
                  <a:lnTo>
                    <a:pt x="2965" y="1993129"/>
                  </a:lnTo>
                  <a:lnTo>
                    <a:pt x="9766" y="1945700"/>
                  </a:lnTo>
                  <a:lnTo>
                    <a:pt x="20192" y="1900355"/>
                  </a:lnTo>
                  <a:lnTo>
                    <a:pt x="34012" y="1857355"/>
                  </a:lnTo>
                  <a:lnTo>
                    <a:pt x="50979" y="1816936"/>
                  </a:lnTo>
                  <a:lnTo>
                    <a:pt x="70830" y="1779317"/>
                  </a:lnTo>
                  <a:lnTo>
                    <a:pt x="93286" y="1744692"/>
                  </a:lnTo>
                  <a:lnTo>
                    <a:pt x="118058" y="1713232"/>
                  </a:lnTo>
                  <a:lnTo>
                    <a:pt x="144845" y="1685084"/>
                  </a:lnTo>
                  <a:lnTo>
                    <a:pt x="173335" y="1660370"/>
                  </a:lnTo>
                  <a:lnTo>
                    <a:pt x="203212" y="1639187"/>
                  </a:lnTo>
                  <a:lnTo>
                    <a:pt x="234154" y="1621605"/>
                  </a:lnTo>
                  <a:lnTo>
                    <a:pt x="265835" y="1607669"/>
                  </a:lnTo>
                  <a:lnTo>
                    <a:pt x="297929" y="1597399"/>
                  </a:lnTo>
                  <a:lnTo>
                    <a:pt x="330111" y="1590786"/>
                  </a:lnTo>
                  <a:lnTo>
                    <a:pt x="362056" y="1587797"/>
                  </a:lnTo>
                  <a:lnTo>
                    <a:pt x="393449" y="1588375"/>
                  </a:lnTo>
                  <a:lnTo>
                    <a:pt x="423976" y="1592435"/>
                  </a:lnTo>
                  <a:lnTo>
                    <a:pt x="453334" y="1599869"/>
                  </a:lnTo>
                  <a:lnTo>
                    <a:pt x="481231" y="1610545"/>
                  </a:lnTo>
                  <a:lnTo>
                    <a:pt x="507386" y="1624308"/>
                  </a:lnTo>
                  <a:lnTo>
                    <a:pt x="531532" y="1640983"/>
                  </a:lnTo>
                  <a:lnTo>
                    <a:pt x="553416" y="1660370"/>
                  </a:lnTo>
                  <a:lnTo>
                    <a:pt x="513468" y="1662574"/>
                  </a:lnTo>
                  <a:lnTo>
                    <a:pt x="473885" y="1669173"/>
                  </a:lnTo>
                  <a:lnTo>
                    <a:pt x="435027" y="1680126"/>
                  </a:lnTo>
                  <a:lnTo>
                    <a:pt x="397255" y="1695367"/>
                  </a:lnTo>
                  <a:lnTo>
                    <a:pt x="360921" y="1714803"/>
                  </a:lnTo>
                  <a:lnTo>
                    <a:pt x="326371" y="1738315"/>
                  </a:lnTo>
                  <a:lnTo>
                    <a:pt x="293942" y="1765760"/>
                  </a:lnTo>
                  <a:lnTo>
                    <a:pt x="263960" y="1796968"/>
                  </a:lnTo>
                  <a:lnTo>
                    <a:pt x="236738" y="1831748"/>
                  </a:lnTo>
                  <a:lnTo>
                    <a:pt x="212575" y="1869884"/>
                  </a:lnTo>
                  <a:lnTo>
                    <a:pt x="191757" y="1911140"/>
                  </a:lnTo>
                  <a:lnTo>
                    <a:pt x="174548" y="1955255"/>
                  </a:lnTo>
                  <a:lnTo>
                    <a:pt x="161197" y="2001954"/>
                  </a:lnTo>
                  <a:lnTo>
                    <a:pt x="151932" y="2050940"/>
                  </a:lnTo>
                  <a:lnTo>
                    <a:pt x="146960" y="2101899"/>
                  </a:lnTo>
                  <a:lnTo>
                    <a:pt x="146466" y="2154503"/>
                  </a:lnTo>
                  <a:lnTo>
                    <a:pt x="150610" y="2208408"/>
                  </a:lnTo>
                  <a:lnTo>
                    <a:pt x="159529" y="2263259"/>
                  </a:lnTo>
                  <a:lnTo>
                    <a:pt x="173335" y="2318690"/>
                  </a:lnTo>
                  <a:lnTo>
                    <a:pt x="192112" y="2374326"/>
                  </a:lnTo>
                  <a:lnTo>
                    <a:pt x="215920" y="2429784"/>
                  </a:lnTo>
                  <a:lnTo>
                    <a:pt x="244789" y="2484676"/>
                  </a:lnTo>
                  <a:lnTo>
                    <a:pt x="278724" y="2538610"/>
                  </a:lnTo>
                  <a:lnTo>
                    <a:pt x="317700" y="2591193"/>
                  </a:lnTo>
                  <a:lnTo>
                    <a:pt x="361664" y="2642031"/>
                  </a:lnTo>
                  <a:lnTo>
                    <a:pt x="410538" y="2690733"/>
                  </a:lnTo>
                  <a:lnTo>
                    <a:pt x="464211" y="2736911"/>
                  </a:lnTo>
                  <a:lnTo>
                    <a:pt x="522549" y="2780184"/>
                  </a:lnTo>
                  <a:lnTo>
                    <a:pt x="585386" y="2820177"/>
                  </a:lnTo>
                  <a:lnTo>
                    <a:pt x="652532" y="2856527"/>
                  </a:lnTo>
                  <a:lnTo>
                    <a:pt x="723771" y="2888880"/>
                  </a:lnTo>
                  <a:lnTo>
                    <a:pt x="798858" y="2916896"/>
                  </a:lnTo>
                  <a:lnTo>
                    <a:pt x="877526" y="2940252"/>
                  </a:lnTo>
                  <a:lnTo>
                    <a:pt x="959483" y="2958638"/>
                  </a:lnTo>
                  <a:lnTo>
                    <a:pt x="1044413" y="2971766"/>
                  </a:lnTo>
                  <a:lnTo>
                    <a:pt x="1131981" y="2979365"/>
                  </a:lnTo>
                  <a:lnTo>
                    <a:pt x="1221828" y="2981189"/>
                  </a:lnTo>
                  <a:lnTo>
                    <a:pt x="1313578" y="2977010"/>
                  </a:lnTo>
                  <a:lnTo>
                    <a:pt x="1406837" y="2966629"/>
                  </a:lnTo>
                  <a:lnTo>
                    <a:pt x="1501195" y="2949870"/>
                  </a:lnTo>
                  <a:lnTo>
                    <a:pt x="1596225" y="2926584"/>
                  </a:lnTo>
                  <a:lnTo>
                    <a:pt x="1691492" y="2896650"/>
                  </a:lnTo>
                  <a:lnTo>
                    <a:pt x="1786545" y="2859977"/>
                  </a:lnTo>
                  <a:lnTo>
                    <a:pt x="1880927" y="2816501"/>
                  </a:lnTo>
                  <a:lnTo>
                    <a:pt x="1974172" y="2766189"/>
                  </a:lnTo>
                  <a:lnTo>
                    <a:pt x="2065810" y="2709041"/>
                  </a:lnTo>
                  <a:lnTo>
                    <a:pt x="2155366" y="2645086"/>
                  </a:lnTo>
                  <a:lnTo>
                    <a:pt x="2242366" y="2574384"/>
                  </a:lnTo>
                  <a:lnTo>
                    <a:pt x="2326334" y="2497031"/>
                  </a:lnTo>
                  <a:lnTo>
                    <a:pt x="2406800" y="2413150"/>
                  </a:lnTo>
                  <a:lnTo>
                    <a:pt x="2483295" y="2322899"/>
                  </a:lnTo>
                  <a:lnTo>
                    <a:pt x="2555361" y="2226466"/>
                  </a:lnTo>
                  <a:lnTo>
                    <a:pt x="2622546" y="2124073"/>
                  </a:lnTo>
                  <a:lnTo>
                    <a:pt x="2684411" y="2015971"/>
                  </a:lnTo>
                  <a:lnTo>
                    <a:pt x="2740530" y="1902440"/>
                  </a:lnTo>
                  <a:lnTo>
                    <a:pt x="2790492" y="1783793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17001" y="2152966"/>
              <a:ext cx="2280486" cy="2096723"/>
            </a:xfrm>
            <a:custGeom>
              <a:avLst/>
              <a:pathLst>
                <a:path w="2280486" h="2096723">
                  <a:moveTo>
                    <a:pt x="0" y="520127"/>
                  </a:moveTo>
                  <a:lnTo>
                    <a:pt x="42547" y="469058"/>
                  </a:lnTo>
                  <a:lnTo>
                    <a:pt x="88738" y="419638"/>
                  </a:lnTo>
                  <a:lnTo>
                    <a:pt x="138507" y="372064"/>
                  </a:lnTo>
                  <a:lnTo>
                    <a:pt x="191777" y="326526"/>
                  </a:lnTo>
                  <a:lnTo>
                    <a:pt x="248466" y="283216"/>
                  </a:lnTo>
                  <a:lnTo>
                    <a:pt x="308478" y="242317"/>
                  </a:lnTo>
                  <a:lnTo>
                    <a:pt x="371713" y="204011"/>
                  </a:lnTo>
                  <a:lnTo>
                    <a:pt x="438059" y="168477"/>
                  </a:lnTo>
                  <a:lnTo>
                    <a:pt x="507397" y="135886"/>
                  </a:lnTo>
                  <a:lnTo>
                    <a:pt x="579598" y="106406"/>
                  </a:lnTo>
                  <a:lnTo>
                    <a:pt x="654528" y="80199"/>
                  </a:lnTo>
                  <a:lnTo>
                    <a:pt x="732041" y="57422"/>
                  </a:lnTo>
                  <a:lnTo>
                    <a:pt x="811988" y="38225"/>
                  </a:lnTo>
                  <a:lnTo>
                    <a:pt x="894207" y="22751"/>
                  </a:lnTo>
                  <a:lnTo>
                    <a:pt x="978535" y="11137"/>
                  </a:lnTo>
                  <a:lnTo>
                    <a:pt x="1064798" y="3512"/>
                  </a:lnTo>
                  <a:lnTo>
                    <a:pt x="1152816" y="0"/>
                  </a:lnTo>
                  <a:lnTo>
                    <a:pt x="1242404" y="713"/>
                  </a:lnTo>
                  <a:lnTo>
                    <a:pt x="1333370" y="5758"/>
                  </a:lnTo>
                  <a:lnTo>
                    <a:pt x="1425519" y="15234"/>
                  </a:lnTo>
                  <a:lnTo>
                    <a:pt x="1518647" y="29228"/>
                  </a:lnTo>
                  <a:lnTo>
                    <a:pt x="1612547" y="47823"/>
                  </a:lnTo>
                  <a:lnTo>
                    <a:pt x="1666661" y="103817"/>
                  </a:lnTo>
                  <a:lnTo>
                    <a:pt x="1718832" y="161626"/>
                  </a:lnTo>
                  <a:lnTo>
                    <a:pt x="1768999" y="221183"/>
                  </a:lnTo>
                  <a:lnTo>
                    <a:pt x="1817103" y="282417"/>
                  </a:lnTo>
                  <a:lnTo>
                    <a:pt x="1863088" y="345259"/>
                  </a:lnTo>
                  <a:lnTo>
                    <a:pt x="1906902" y="409633"/>
                  </a:lnTo>
                  <a:lnTo>
                    <a:pt x="1948491" y="475466"/>
                  </a:lnTo>
                  <a:lnTo>
                    <a:pt x="1987809" y="542681"/>
                  </a:lnTo>
                  <a:lnTo>
                    <a:pt x="2024810" y="611198"/>
                  </a:lnTo>
                  <a:lnTo>
                    <a:pt x="2059449" y="680939"/>
                  </a:lnTo>
                  <a:lnTo>
                    <a:pt x="2091688" y="751822"/>
                  </a:lnTo>
                  <a:lnTo>
                    <a:pt x="2121487" y="823764"/>
                  </a:lnTo>
                  <a:lnTo>
                    <a:pt x="2148813" y="896682"/>
                  </a:lnTo>
                  <a:lnTo>
                    <a:pt x="2173633" y="970490"/>
                  </a:lnTo>
                  <a:lnTo>
                    <a:pt x="2195919" y="1045103"/>
                  </a:lnTo>
                  <a:lnTo>
                    <a:pt x="2215645" y="1120432"/>
                  </a:lnTo>
                  <a:lnTo>
                    <a:pt x="2232788" y="1196392"/>
                  </a:lnTo>
                  <a:lnTo>
                    <a:pt x="2247327" y="1272892"/>
                  </a:lnTo>
                  <a:lnTo>
                    <a:pt x="2259245" y="1349844"/>
                  </a:lnTo>
                  <a:lnTo>
                    <a:pt x="2268530" y="1427158"/>
                  </a:lnTo>
                  <a:lnTo>
                    <a:pt x="2275170" y="1504745"/>
                  </a:lnTo>
                  <a:lnTo>
                    <a:pt x="2279157" y="1582512"/>
                  </a:lnTo>
                  <a:lnTo>
                    <a:pt x="2280486" y="1660370"/>
                  </a:lnTo>
                  <a:lnTo>
                    <a:pt x="2208555" y="1714587"/>
                  </a:lnTo>
                  <a:lnTo>
                    <a:pt x="2135380" y="1765275"/>
                  </a:lnTo>
                  <a:lnTo>
                    <a:pt x="2061091" y="1812406"/>
                  </a:lnTo>
                  <a:lnTo>
                    <a:pt x="1985817" y="1855956"/>
                  </a:lnTo>
                  <a:lnTo>
                    <a:pt x="1909689" y="1895908"/>
                  </a:lnTo>
                  <a:lnTo>
                    <a:pt x="1832840" y="1932247"/>
                  </a:lnTo>
                  <a:lnTo>
                    <a:pt x="1755400" y="1964961"/>
                  </a:lnTo>
                  <a:lnTo>
                    <a:pt x="1677500" y="1994046"/>
                  </a:lnTo>
                  <a:lnTo>
                    <a:pt x="1599273" y="2019499"/>
                  </a:lnTo>
                  <a:lnTo>
                    <a:pt x="1520848" y="2041323"/>
                  </a:lnTo>
                  <a:lnTo>
                    <a:pt x="1442357" y="2059525"/>
                  </a:lnTo>
                  <a:lnTo>
                    <a:pt x="1363930" y="2074114"/>
                  </a:lnTo>
                  <a:lnTo>
                    <a:pt x="1285698" y="2085108"/>
                  </a:lnTo>
                  <a:lnTo>
                    <a:pt x="1207787" y="2092524"/>
                  </a:lnTo>
                  <a:lnTo>
                    <a:pt x="1130328" y="2096386"/>
                  </a:lnTo>
                  <a:lnTo>
                    <a:pt x="1053447" y="2096723"/>
                  </a:lnTo>
                  <a:lnTo>
                    <a:pt x="977270" y="2093565"/>
                  </a:lnTo>
                  <a:lnTo>
                    <a:pt x="901921" y="2086948"/>
                  </a:lnTo>
                  <a:lnTo>
                    <a:pt x="827525" y="2076912"/>
                  </a:lnTo>
                  <a:lnTo>
                    <a:pt x="754203" y="2063501"/>
                  </a:lnTo>
                  <a:lnTo>
                    <a:pt x="682076" y="2046762"/>
                  </a:lnTo>
                  <a:lnTo>
                    <a:pt x="611262" y="2026747"/>
                  </a:lnTo>
                  <a:lnTo>
                    <a:pt x="541877" y="2003511"/>
                  </a:lnTo>
                  <a:lnTo>
                    <a:pt x="474038" y="1977113"/>
                  </a:lnTo>
                  <a:lnTo>
                    <a:pt x="407857" y="1947616"/>
                  </a:lnTo>
                  <a:lnTo>
                    <a:pt x="343444" y="1915086"/>
                  </a:lnTo>
                  <a:lnTo>
                    <a:pt x="280908" y="1879593"/>
                  </a:lnTo>
                  <a:lnTo>
                    <a:pt x="220354" y="1841211"/>
                  </a:lnTo>
                  <a:lnTo>
                    <a:pt x="161887" y="1800016"/>
                  </a:lnTo>
                  <a:lnTo>
                    <a:pt x="105608" y="1756088"/>
                  </a:lnTo>
                  <a:lnTo>
                    <a:pt x="51613" y="1709511"/>
                  </a:lnTo>
                  <a:lnTo>
                    <a:pt x="0" y="1660370"/>
                  </a:lnTo>
                  <a:lnTo>
                    <a:pt x="0" y="1660370"/>
                  </a:lnTo>
                  <a:lnTo>
                    <a:pt x="0" y="1660370"/>
                  </a:lnTo>
                  <a:lnTo>
                    <a:pt x="0" y="1660370"/>
                  </a:lnTo>
                  <a:lnTo>
                    <a:pt x="0" y="1660370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2026-04-01T18:12:42Z</dcterms:modified>
  <cp:category/>
</cp:coreProperties>
</file>