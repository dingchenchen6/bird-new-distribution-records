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551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24771"/>
              <a:ext cx="9004821" cy="58636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8638904" cy="85518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309434" y="438295"/>
              <a:ext cx="815133" cy="1122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Galliformes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66392" y="962729"/>
              <a:ext cx="5701216" cy="57012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17001" y="1247789"/>
              <a:ext cx="0" cy="2565547"/>
            </a:xfrm>
            <a:custGeom>
              <a:avLst/>
              <a:pathLst>
                <a:path w="0" h="2565547">
                  <a:moveTo>
                    <a:pt x="0" y="256554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01" y="1999221"/>
              <a:ext cx="1814115" cy="1814115"/>
            </a:xfrm>
            <a:custGeom>
              <a:avLst/>
              <a:pathLst>
                <a:path w="1814115" h="1814115">
                  <a:moveTo>
                    <a:pt x="0" y="1814115"/>
                  </a:moveTo>
                  <a:lnTo>
                    <a:pt x="18141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01" y="3813337"/>
              <a:ext cx="2565547" cy="0"/>
            </a:xfrm>
            <a:custGeom>
              <a:avLst/>
              <a:pathLst>
                <a:path w="2565547" h="0">
                  <a:moveTo>
                    <a:pt x="0" y="0"/>
                  </a:moveTo>
                  <a:lnTo>
                    <a:pt x="256554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01" y="3813337"/>
              <a:ext cx="1814115" cy="1814115"/>
            </a:xfrm>
            <a:custGeom>
              <a:avLst/>
              <a:pathLst>
                <a:path w="1814115" h="1814115">
                  <a:moveTo>
                    <a:pt x="0" y="0"/>
                  </a:moveTo>
                  <a:lnTo>
                    <a:pt x="1814115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01" y="3813337"/>
              <a:ext cx="0" cy="2565547"/>
            </a:xfrm>
            <a:custGeom>
              <a:avLst/>
              <a:pathLst>
                <a:path w="0" h="2565547">
                  <a:moveTo>
                    <a:pt x="0" y="0"/>
                  </a:moveTo>
                  <a:lnTo>
                    <a:pt x="0" y="256554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2885" y="3813337"/>
              <a:ext cx="1814115" cy="1814115"/>
            </a:xfrm>
            <a:custGeom>
              <a:avLst/>
              <a:pathLst>
                <a:path w="1814115" h="1814115">
                  <a:moveTo>
                    <a:pt x="1814115" y="0"/>
                  </a:moveTo>
                  <a:lnTo>
                    <a:pt x="0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51453" y="3813337"/>
              <a:ext cx="2565547" cy="0"/>
            </a:xfrm>
            <a:custGeom>
              <a:avLst/>
              <a:pathLst>
                <a:path w="2565547" h="0">
                  <a:moveTo>
                    <a:pt x="2565547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2885" y="1999221"/>
              <a:ext cx="1814115" cy="1814115"/>
            </a:xfrm>
            <a:custGeom>
              <a:avLst/>
              <a:pathLst>
                <a:path w="1814115" h="1814115">
                  <a:moveTo>
                    <a:pt x="1814115" y="18141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6901" y="2673094"/>
              <a:ext cx="2280199" cy="2279912"/>
            </a:xfrm>
            <a:custGeom>
              <a:avLst/>
              <a:pathLst>
                <a:path w="2280199" h="2279912">
                  <a:moveTo>
                    <a:pt x="1140099" y="0"/>
                  </a:moveTo>
                  <a:lnTo>
                    <a:pt x="1212418" y="2295"/>
                  </a:lnTo>
                  <a:lnTo>
                    <a:pt x="1284445" y="9173"/>
                  </a:lnTo>
                  <a:lnTo>
                    <a:pt x="1355892" y="20605"/>
                  </a:lnTo>
                  <a:lnTo>
                    <a:pt x="1426469" y="36546"/>
                  </a:lnTo>
                  <a:lnTo>
                    <a:pt x="1495893" y="56931"/>
                  </a:lnTo>
                  <a:lnTo>
                    <a:pt x="1563885" y="81677"/>
                  </a:lnTo>
                  <a:lnTo>
                    <a:pt x="1630170" y="110687"/>
                  </a:lnTo>
                  <a:lnTo>
                    <a:pt x="1694482" y="143842"/>
                  </a:lnTo>
                  <a:lnTo>
                    <a:pt x="1756561" y="181009"/>
                  </a:lnTo>
                  <a:lnTo>
                    <a:pt x="1816159" y="222039"/>
                  </a:lnTo>
                  <a:lnTo>
                    <a:pt x="1873034" y="266766"/>
                  </a:lnTo>
                  <a:lnTo>
                    <a:pt x="1926957" y="315010"/>
                  </a:lnTo>
                  <a:lnTo>
                    <a:pt x="1977713" y="366577"/>
                  </a:lnTo>
                  <a:lnTo>
                    <a:pt x="2025095" y="421259"/>
                  </a:lnTo>
                  <a:lnTo>
                    <a:pt x="2068914" y="478837"/>
                  </a:lnTo>
                  <a:lnTo>
                    <a:pt x="2108993" y="539077"/>
                  </a:lnTo>
                  <a:lnTo>
                    <a:pt x="2145171" y="601739"/>
                  </a:lnTo>
                  <a:lnTo>
                    <a:pt x="2177301" y="666569"/>
                  </a:lnTo>
                  <a:lnTo>
                    <a:pt x="2205255" y="733306"/>
                  </a:lnTo>
                  <a:lnTo>
                    <a:pt x="2228920" y="801681"/>
                  </a:lnTo>
                  <a:lnTo>
                    <a:pt x="2248201" y="871420"/>
                  </a:lnTo>
                  <a:lnTo>
                    <a:pt x="2263020" y="942242"/>
                  </a:lnTo>
                  <a:lnTo>
                    <a:pt x="2273317" y="1013860"/>
                  </a:lnTo>
                  <a:lnTo>
                    <a:pt x="2279051" y="1085988"/>
                  </a:lnTo>
                  <a:lnTo>
                    <a:pt x="2280199" y="1158334"/>
                  </a:lnTo>
                  <a:lnTo>
                    <a:pt x="2276756" y="1230607"/>
                  </a:lnTo>
                  <a:lnTo>
                    <a:pt x="2268736" y="1302516"/>
                  </a:lnTo>
                  <a:lnTo>
                    <a:pt x="2256172" y="1373772"/>
                  </a:lnTo>
                  <a:lnTo>
                    <a:pt x="2239114" y="1444088"/>
                  </a:lnTo>
                  <a:lnTo>
                    <a:pt x="2217630" y="1513180"/>
                  </a:lnTo>
                  <a:lnTo>
                    <a:pt x="2191808" y="1580770"/>
                  </a:lnTo>
                  <a:lnTo>
                    <a:pt x="2161750" y="1646587"/>
                  </a:lnTo>
                  <a:lnTo>
                    <a:pt x="2127579" y="1710364"/>
                  </a:lnTo>
                  <a:lnTo>
                    <a:pt x="2089431" y="1771846"/>
                  </a:lnTo>
                  <a:lnTo>
                    <a:pt x="2047461" y="1830785"/>
                  </a:lnTo>
                  <a:lnTo>
                    <a:pt x="2001838" y="1886943"/>
                  </a:lnTo>
                  <a:lnTo>
                    <a:pt x="1952744" y="1940095"/>
                  </a:lnTo>
                  <a:lnTo>
                    <a:pt x="1900378" y="1990026"/>
                  </a:lnTo>
                  <a:lnTo>
                    <a:pt x="1844951" y="2036535"/>
                  </a:lnTo>
                  <a:lnTo>
                    <a:pt x="1786685" y="2079434"/>
                  </a:lnTo>
                  <a:lnTo>
                    <a:pt x="1725816" y="2118553"/>
                  </a:lnTo>
                  <a:lnTo>
                    <a:pt x="1662589" y="2153731"/>
                  </a:lnTo>
                  <a:lnTo>
                    <a:pt x="1597258" y="2184829"/>
                  </a:lnTo>
                  <a:lnTo>
                    <a:pt x="1530085" y="2211721"/>
                  </a:lnTo>
                  <a:lnTo>
                    <a:pt x="1461343" y="2234298"/>
                  </a:lnTo>
                  <a:lnTo>
                    <a:pt x="1391307" y="2252470"/>
                  </a:lnTo>
                  <a:lnTo>
                    <a:pt x="1320259" y="2266163"/>
                  </a:lnTo>
                  <a:lnTo>
                    <a:pt x="1248486" y="2275323"/>
                  </a:lnTo>
                  <a:lnTo>
                    <a:pt x="1176277" y="2279912"/>
                  </a:lnTo>
                  <a:lnTo>
                    <a:pt x="1103922" y="2279912"/>
                  </a:lnTo>
                  <a:lnTo>
                    <a:pt x="1031712" y="2275323"/>
                  </a:lnTo>
                  <a:lnTo>
                    <a:pt x="959939" y="2266163"/>
                  </a:lnTo>
                  <a:lnTo>
                    <a:pt x="888892" y="2252470"/>
                  </a:lnTo>
                  <a:lnTo>
                    <a:pt x="818856" y="2234298"/>
                  </a:lnTo>
                  <a:lnTo>
                    <a:pt x="750113" y="2211721"/>
                  </a:lnTo>
                  <a:lnTo>
                    <a:pt x="682941" y="2184829"/>
                  </a:lnTo>
                  <a:lnTo>
                    <a:pt x="617610" y="2153731"/>
                  </a:lnTo>
                  <a:lnTo>
                    <a:pt x="554382" y="2118553"/>
                  </a:lnTo>
                  <a:lnTo>
                    <a:pt x="493513" y="2079434"/>
                  </a:lnTo>
                  <a:lnTo>
                    <a:pt x="435248" y="2036535"/>
                  </a:lnTo>
                  <a:lnTo>
                    <a:pt x="379820" y="1990026"/>
                  </a:lnTo>
                  <a:lnTo>
                    <a:pt x="327455" y="1940095"/>
                  </a:lnTo>
                  <a:lnTo>
                    <a:pt x="278361" y="1886943"/>
                  </a:lnTo>
                  <a:lnTo>
                    <a:pt x="232737" y="1830785"/>
                  </a:lnTo>
                  <a:lnTo>
                    <a:pt x="190767" y="1771846"/>
                  </a:lnTo>
                  <a:lnTo>
                    <a:pt x="152620" y="1710364"/>
                  </a:lnTo>
                  <a:lnTo>
                    <a:pt x="118448" y="1646587"/>
                  </a:lnTo>
                  <a:lnTo>
                    <a:pt x="88391" y="1580770"/>
                  </a:lnTo>
                  <a:lnTo>
                    <a:pt x="62568" y="1513180"/>
                  </a:lnTo>
                  <a:lnTo>
                    <a:pt x="41085" y="1444088"/>
                  </a:lnTo>
                  <a:lnTo>
                    <a:pt x="24026" y="1373772"/>
                  </a:lnTo>
                  <a:lnTo>
                    <a:pt x="11462" y="1302516"/>
                  </a:lnTo>
                  <a:lnTo>
                    <a:pt x="3442" y="1230607"/>
                  </a:lnTo>
                  <a:lnTo>
                    <a:pt x="0" y="1158334"/>
                  </a:lnTo>
                  <a:lnTo>
                    <a:pt x="1147" y="1085988"/>
                  </a:lnTo>
                  <a:lnTo>
                    <a:pt x="6882" y="1013860"/>
                  </a:lnTo>
                  <a:lnTo>
                    <a:pt x="17179" y="942242"/>
                  </a:lnTo>
                  <a:lnTo>
                    <a:pt x="31998" y="871420"/>
                  </a:lnTo>
                  <a:lnTo>
                    <a:pt x="51278" y="801681"/>
                  </a:lnTo>
                  <a:lnTo>
                    <a:pt x="74943" y="733306"/>
                  </a:lnTo>
                  <a:lnTo>
                    <a:pt x="102897" y="666569"/>
                  </a:lnTo>
                  <a:lnTo>
                    <a:pt x="135028" y="601739"/>
                  </a:lnTo>
                  <a:lnTo>
                    <a:pt x="171206" y="539077"/>
                  </a:lnTo>
                  <a:lnTo>
                    <a:pt x="211284" y="478837"/>
                  </a:lnTo>
                  <a:lnTo>
                    <a:pt x="255103" y="421259"/>
                  </a:lnTo>
                  <a:lnTo>
                    <a:pt x="302486" y="366577"/>
                  </a:lnTo>
                  <a:lnTo>
                    <a:pt x="353241" y="315010"/>
                  </a:lnTo>
                  <a:lnTo>
                    <a:pt x="407165" y="266766"/>
                  </a:lnTo>
                  <a:lnTo>
                    <a:pt x="464040" y="222039"/>
                  </a:lnTo>
                  <a:lnTo>
                    <a:pt x="523637" y="181009"/>
                  </a:lnTo>
                  <a:lnTo>
                    <a:pt x="585717" y="143842"/>
                  </a:lnTo>
                  <a:lnTo>
                    <a:pt x="650028" y="110687"/>
                  </a:lnTo>
                  <a:lnTo>
                    <a:pt x="716314" y="81677"/>
                  </a:lnTo>
                  <a:lnTo>
                    <a:pt x="784305" y="56931"/>
                  </a:lnTo>
                  <a:lnTo>
                    <a:pt x="853729" y="36546"/>
                  </a:lnTo>
                  <a:lnTo>
                    <a:pt x="924307" y="20605"/>
                  </a:lnTo>
                  <a:lnTo>
                    <a:pt x="995753" y="9173"/>
                  </a:lnTo>
                  <a:lnTo>
                    <a:pt x="1067781" y="2295"/>
                  </a:lnTo>
                  <a:lnTo>
                    <a:pt x="11400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36801" y="1532850"/>
              <a:ext cx="4560399" cy="4559824"/>
            </a:xfrm>
            <a:custGeom>
              <a:avLst/>
              <a:pathLst>
                <a:path w="4560399" h="4559824">
                  <a:moveTo>
                    <a:pt x="2280199" y="0"/>
                  </a:moveTo>
                  <a:lnTo>
                    <a:pt x="2424836" y="4591"/>
                  </a:lnTo>
                  <a:lnTo>
                    <a:pt x="2568891" y="18346"/>
                  </a:lnTo>
                  <a:lnTo>
                    <a:pt x="2711784" y="41211"/>
                  </a:lnTo>
                  <a:lnTo>
                    <a:pt x="2852939" y="73092"/>
                  </a:lnTo>
                  <a:lnTo>
                    <a:pt x="2991787" y="113862"/>
                  </a:lnTo>
                  <a:lnTo>
                    <a:pt x="3127770" y="163355"/>
                  </a:lnTo>
                  <a:lnTo>
                    <a:pt x="3260341" y="221374"/>
                  </a:lnTo>
                  <a:lnTo>
                    <a:pt x="3388964" y="287684"/>
                  </a:lnTo>
                  <a:lnTo>
                    <a:pt x="3513123" y="362019"/>
                  </a:lnTo>
                  <a:lnTo>
                    <a:pt x="3632318" y="444078"/>
                  </a:lnTo>
                  <a:lnTo>
                    <a:pt x="3746068" y="533532"/>
                  </a:lnTo>
                  <a:lnTo>
                    <a:pt x="3853915" y="630020"/>
                  </a:lnTo>
                  <a:lnTo>
                    <a:pt x="3955426" y="733154"/>
                  </a:lnTo>
                  <a:lnTo>
                    <a:pt x="4050191" y="842519"/>
                  </a:lnTo>
                  <a:lnTo>
                    <a:pt x="4137829" y="957674"/>
                  </a:lnTo>
                  <a:lnTo>
                    <a:pt x="4217986" y="1078155"/>
                  </a:lnTo>
                  <a:lnTo>
                    <a:pt x="4290342" y="1203478"/>
                  </a:lnTo>
                  <a:lnTo>
                    <a:pt x="4354603" y="1333138"/>
                  </a:lnTo>
                  <a:lnTo>
                    <a:pt x="4410511" y="1466612"/>
                  </a:lnTo>
                  <a:lnTo>
                    <a:pt x="4457841" y="1603363"/>
                  </a:lnTo>
                  <a:lnTo>
                    <a:pt x="4496402" y="1742841"/>
                  </a:lnTo>
                  <a:lnTo>
                    <a:pt x="4526040" y="1884484"/>
                  </a:lnTo>
                  <a:lnTo>
                    <a:pt x="4546634" y="2027721"/>
                  </a:lnTo>
                  <a:lnTo>
                    <a:pt x="4558103" y="2171976"/>
                  </a:lnTo>
                  <a:lnTo>
                    <a:pt x="4560399" y="2316668"/>
                  </a:lnTo>
                  <a:lnTo>
                    <a:pt x="4553513" y="2461215"/>
                  </a:lnTo>
                  <a:lnTo>
                    <a:pt x="4537473" y="2605033"/>
                  </a:lnTo>
                  <a:lnTo>
                    <a:pt x="4512345" y="2747545"/>
                  </a:lnTo>
                  <a:lnTo>
                    <a:pt x="4478228" y="2888176"/>
                  </a:lnTo>
                  <a:lnTo>
                    <a:pt x="4435261" y="3026360"/>
                  </a:lnTo>
                  <a:lnTo>
                    <a:pt x="4383616" y="3161541"/>
                  </a:lnTo>
                  <a:lnTo>
                    <a:pt x="4323501" y="3293174"/>
                  </a:lnTo>
                  <a:lnTo>
                    <a:pt x="4255158" y="3420729"/>
                  </a:lnTo>
                  <a:lnTo>
                    <a:pt x="4178863" y="3543693"/>
                  </a:lnTo>
                  <a:lnTo>
                    <a:pt x="4094923" y="3661571"/>
                  </a:lnTo>
                  <a:lnTo>
                    <a:pt x="4003676" y="3773887"/>
                  </a:lnTo>
                  <a:lnTo>
                    <a:pt x="3905488" y="3880190"/>
                  </a:lnTo>
                  <a:lnTo>
                    <a:pt x="3800757" y="3980052"/>
                  </a:lnTo>
                  <a:lnTo>
                    <a:pt x="3689902" y="4073070"/>
                  </a:lnTo>
                  <a:lnTo>
                    <a:pt x="3573371" y="4158869"/>
                  </a:lnTo>
                  <a:lnTo>
                    <a:pt x="3451633" y="4237106"/>
                  </a:lnTo>
                  <a:lnTo>
                    <a:pt x="3325178" y="4307463"/>
                  </a:lnTo>
                  <a:lnTo>
                    <a:pt x="3194516" y="4369659"/>
                  </a:lnTo>
                  <a:lnTo>
                    <a:pt x="3060171" y="4423442"/>
                  </a:lnTo>
                  <a:lnTo>
                    <a:pt x="2922686" y="4468597"/>
                  </a:lnTo>
                  <a:lnTo>
                    <a:pt x="2782614" y="4504941"/>
                  </a:lnTo>
                  <a:lnTo>
                    <a:pt x="2640519" y="4532327"/>
                  </a:lnTo>
                  <a:lnTo>
                    <a:pt x="2496973" y="4550646"/>
                  </a:lnTo>
                  <a:lnTo>
                    <a:pt x="2352554" y="4559824"/>
                  </a:lnTo>
                  <a:lnTo>
                    <a:pt x="2207844" y="4559824"/>
                  </a:lnTo>
                  <a:lnTo>
                    <a:pt x="2063425" y="4550646"/>
                  </a:lnTo>
                  <a:lnTo>
                    <a:pt x="1919879" y="4532327"/>
                  </a:lnTo>
                  <a:lnTo>
                    <a:pt x="1777784" y="4504941"/>
                  </a:lnTo>
                  <a:lnTo>
                    <a:pt x="1637712" y="4468597"/>
                  </a:lnTo>
                  <a:lnTo>
                    <a:pt x="1500227" y="4423442"/>
                  </a:lnTo>
                  <a:lnTo>
                    <a:pt x="1365882" y="4369659"/>
                  </a:lnTo>
                  <a:lnTo>
                    <a:pt x="1235220" y="4307463"/>
                  </a:lnTo>
                  <a:lnTo>
                    <a:pt x="1108765" y="4237106"/>
                  </a:lnTo>
                  <a:lnTo>
                    <a:pt x="987027" y="4158869"/>
                  </a:lnTo>
                  <a:lnTo>
                    <a:pt x="870496" y="4073070"/>
                  </a:lnTo>
                  <a:lnTo>
                    <a:pt x="759641" y="3980052"/>
                  </a:lnTo>
                  <a:lnTo>
                    <a:pt x="654910" y="3880190"/>
                  </a:lnTo>
                  <a:lnTo>
                    <a:pt x="556722" y="3773887"/>
                  </a:lnTo>
                  <a:lnTo>
                    <a:pt x="465475" y="3661571"/>
                  </a:lnTo>
                  <a:lnTo>
                    <a:pt x="381535" y="3543693"/>
                  </a:lnTo>
                  <a:lnTo>
                    <a:pt x="305240" y="3420729"/>
                  </a:lnTo>
                  <a:lnTo>
                    <a:pt x="236897" y="3293174"/>
                  </a:lnTo>
                  <a:lnTo>
                    <a:pt x="176782" y="3161541"/>
                  </a:lnTo>
                  <a:lnTo>
                    <a:pt x="125137" y="3026360"/>
                  </a:lnTo>
                  <a:lnTo>
                    <a:pt x="82170" y="2888176"/>
                  </a:lnTo>
                  <a:lnTo>
                    <a:pt x="48053" y="2747545"/>
                  </a:lnTo>
                  <a:lnTo>
                    <a:pt x="22925" y="2605033"/>
                  </a:lnTo>
                  <a:lnTo>
                    <a:pt x="6885" y="2461215"/>
                  </a:lnTo>
                  <a:lnTo>
                    <a:pt x="0" y="2316668"/>
                  </a:lnTo>
                  <a:lnTo>
                    <a:pt x="2295" y="2171976"/>
                  </a:lnTo>
                  <a:lnTo>
                    <a:pt x="13764" y="2027721"/>
                  </a:lnTo>
                  <a:lnTo>
                    <a:pt x="34358" y="1884484"/>
                  </a:lnTo>
                  <a:lnTo>
                    <a:pt x="63996" y="1742841"/>
                  </a:lnTo>
                  <a:lnTo>
                    <a:pt x="102557" y="1603363"/>
                  </a:lnTo>
                  <a:lnTo>
                    <a:pt x="149887" y="1466612"/>
                  </a:lnTo>
                  <a:lnTo>
                    <a:pt x="205795" y="1333138"/>
                  </a:lnTo>
                  <a:lnTo>
                    <a:pt x="270056" y="1203478"/>
                  </a:lnTo>
                  <a:lnTo>
                    <a:pt x="342412" y="1078155"/>
                  </a:lnTo>
                  <a:lnTo>
                    <a:pt x="422569" y="957674"/>
                  </a:lnTo>
                  <a:lnTo>
                    <a:pt x="510207" y="842519"/>
                  </a:lnTo>
                  <a:lnTo>
                    <a:pt x="604972" y="733154"/>
                  </a:lnTo>
                  <a:lnTo>
                    <a:pt x="706483" y="630020"/>
                  </a:lnTo>
                  <a:lnTo>
                    <a:pt x="814331" y="533532"/>
                  </a:lnTo>
                  <a:lnTo>
                    <a:pt x="928080" y="444078"/>
                  </a:lnTo>
                  <a:lnTo>
                    <a:pt x="1047275" y="362019"/>
                  </a:lnTo>
                  <a:lnTo>
                    <a:pt x="1171434" y="287684"/>
                  </a:lnTo>
                  <a:lnTo>
                    <a:pt x="1300057" y="221374"/>
                  </a:lnTo>
                  <a:lnTo>
                    <a:pt x="1432628" y="163355"/>
                  </a:lnTo>
                  <a:lnTo>
                    <a:pt x="1568611" y="113862"/>
                  </a:lnTo>
                  <a:lnTo>
                    <a:pt x="1707459" y="73092"/>
                  </a:lnTo>
                  <a:lnTo>
                    <a:pt x="1848614" y="41211"/>
                  </a:lnTo>
                  <a:lnTo>
                    <a:pt x="1991507" y="18346"/>
                  </a:lnTo>
                  <a:lnTo>
                    <a:pt x="2135562" y="4591"/>
                  </a:lnTo>
                  <a:lnTo>
                    <a:pt x="22801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51776" y="1247789"/>
              <a:ext cx="5130448" cy="5129803"/>
            </a:xfrm>
            <a:custGeom>
              <a:avLst/>
              <a:pathLst>
                <a:path w="5130448" h="5129803">
                  <a:moveTo>
                    <a:pt x="2565224" y="0"/>
                  </a:moveTo>
                  <a:lnTo>
                    <a:pt x="2727941" y="5165"/>
                  </a:lnTo>
                  <a:lnTo>
                    <a:pt x="2890003" y="20640"/>
                  </a:lnTo>
                  <a:lnTo>
                    <a:pt x="3050757" y="46362"/>
                  </a:lnTo>
                  <a:lnTo>
                    <a:pt x="3209556" y="82229"/>
                  </a:lnTo>
                  <a:lnTo>
                    <a:pt x="3365761" y="128094"/>
                  </a:lnTo>
                  <a:lnTo>
                    <a:pt x="3518742" y="183775"/>
                  </a:lnTo>
                  <a:lnTo>
                    <a:pt x="3667883" y="249046"/>
                  </a:lnTo>
                  <a:lnTo>
                    <a:pt x="3812585" y="323645"/>
                  </a:lnTo>
                  <a:lnTo>
                    <a:pt x="3952264" y="407271"/>
                  </a:lnTo>
                  <a:lnTo>
                    <a:pt x="4086357" y="499588"/>
                  </a:lnTo>
                  <a:lnTo>
                    <a:pt x="4214326" y="600224"/>
                  </a:lnTo>
                  <a:lnTo>
                    <a:pt x="4335654" y="708773"/>
                  </a:lnTo>
                  <a:lnTo>
                    <a:pt x="4449854" y="824799"/>
                  </a:lnTo>
                  <a:lnTo>
                    <a:pt x="4556464" y="947834"/>
                  </a:lnTo>
                  <a:lnTo>
                    <a:pt x="4655057" y="1077383"/>
                  </a:lnTo>
                  <a:lnTo>
                    <a:pt x="4745235" y="1212925"/>
                  </a:lnTo>
                  <a:lnTo>
                    <a:pt x="4826634" y="1353913"/>
                  </a:lnTo>
                  <a:lnTo>
                    <a:pt x="4898928" y="1499780"/>
                  </a:lnTo>
                  <a:lnTo>
                    <a:pt x="4961825" y="1649938"/>
                  </a:lnTo>
                  <a:lnTo>
                    <a:pt x="5015071" y="1803784"/>
                  </a:lnTo>
                  <a:lnTo>
                    <a:pt x="5058453" y="1960696"/>
                  </a:lnTo>
                  <a:lnTo>
                    <a:pt x="5091795" y="2120044"/>
                  </a:lnTo>
                  <a:lnTo>
                    <a:pt x="5114964" y="2281186"/>
                  </a:lnTo>
                  <a:lnTo>
                    <a:pt x="5127865" y="2443473"/>
                  </a:lnTo>
                  <a:lnTo>
                    <a:pt x="5130448" y="2606252"/>
                  </a:lnTo>
                  <a:lnTo>
                    <a:pt x="5122702" y="2768866"/>
                  </a:lnTo>
                  <a:lnTo>
                    <a:pt x="5104658" y="2930662"/>
                  </a:lnTo>
                  <a:lnTo>
                    <a:pt x="5076388" y="3090988"/>
                  </a:lnTo>
                  <a:lnTo>
                    <a:pt x="5038007" y="3249198"/>
                  </a:lnTo>
                  <a:lnTo>
                    <a:pt x="4989668" y="3404655"/>
                  </a:lnTo>
                  <a:lnTo>
                    <a:pt x="4931568" y="3556734"/>
                  </a:lnTo>
                  <a:lnTo>
                    <a:pt x="4863938" y="3704821"/>
                  </a:lnTo>
                  <a:lnTo>
                    <a:pt x="4787053" y="3848321"/>
                  </a:lnTo>
                  <a:lnTo>
                    <a:pt x="4701221" y="3986655"/>
                  </a:lnTo>
                  <a:lnTo>
                    <a:pt x="4606789" y="4119267"/>
                  </a:lnTo>
                  <a:lnTo>
                    <a:pt x="4504135" y="4245623"/>
                  </a:lnTo>
                  <a:lnTo>
                    <a:pt x="4393675" y="4365214"/>
                  </a:lnTo>
                  <a:lnTo>
                    <a:pt x="4275851" y="4477558"/>
                  </a:lnTo>
                  <a:lnTo>
                    <a:pt x="4151140" y="4582203"/>
                  </a:lnTo>
                  <a:lnTo>
                    <a:pt x="4020043" y="4678728"/>
                  </a:lnTo>
                  <a:lnTo>
                    <a:pt x="3883088" y="4766744"/>
                  </a:lnTo>
                  <a:lnTo>
                    <a:pt x="3740826" y="4845896"/>
                  </a:lnTo>
                  <a:lnTo>
                    <a:pt x="3593830" y="4915867"/>
                  </a:lnTo>
                  <a:lnTo>
                    <a:pt x="3442693" y="4976373"/>
                  </a:lnTo>
                  <a:lnTo>
                    <a:pt x="3288022" y="5027172"/>
                  </a:lnTo>
                  <a:lnTo>
                    <a:pt x="3130441" y="5068058"/>
                  </a:lnTo>
                  <a:lnTo>
                    <a:pt x="2970584" y="5098868"/>
                  </a:lnTo>
                  <a:lnTo>
                    <a:pt x="2809095" y="5119477"/>
                  </a:lnTo>
                  <a:lnTo>
                    <a:pt x="2646623" y="5129803"/>
                  </a:lnTo>
                  <a:lnTo>
                    <a:pt x="2483824" y="5129803"/>
                  </a:lnTo>
                  <a:lnTo>
                    <a:pt x="2321353" y="5119477"/>
                  </a:lnTo>
                  <a:lnTo>
                    <a:pt x="2159864" y="5098868"/>
                  </a:lnTo>
                  <a:lnTo>
                    <a:pt x="2000007" y="5068058"/>
                  </a:lnTo>
                  <a:lnTo>
                    <a:pt x="1842426" y="5027172"/>
                  </a:lnTo>
                  <a:lnTo>
                    <a:pt x="1687755" y="4976373"/>
                  </a:lnTo>
                  <a:lnTo>
                    <a:pt x="1536618" y="4915867"/>
                  </a:lnTo>
                  <a:lnTo>
                    <a:pt x="1389622" y="4845896"/>
                  </a:lnTo>
                  <a:lnTo>
                    <a:pt x="1247360" y="4766744"/>
                  </a:lnTo>
                  <a:lnTo>
                    <a:pt x="1110405" y="4678728"/>
                  </a:lnTo>
                  <a:lnTo>
                    <a:pt x="979308" y="4582203"/>
                  </a:lnTo>
                  <a:lnTo>
                    <a:pt x="854596" y="4477558"/>
                  </a:lnTo>
                  <a:lnTo>
                    <a:pt x="736773" y="4365214"/>
                  </a:lnTo>
                  <a:lnTo>
                    <a:pt x="626313" y="4245623"/>
                  </a:lnTo>
                  <a:lnTo>
                    <a:pt x="523659" y="4119267"/>
                  </a:lnTo>
                  <a:lnTo>
                    <a:pt x="429227" y="3986655"/>
                  </a:lnTo>
                  <a:lnTo>
                    <a:pt x="343395" y="3848321"/>
                  </a:lnTo>
                  <a:lnTo>
                    <a:pt x="266509" y="3704821"/>
                  </a:lnTo>
                  <a:lnTo>
                    <a:pt x="198880" y="3556734"/>
                  </a:lnTo>
                  <a:lnTo>
                    <a:pt x="140780" y="3404655"/>
                  </a:lnTo>
                  <a:lnTo>
                    <a:pt x="92441" y="3249198"/>
                  </a:lnTo>
                  <a:lnTo>
                    <a:pt x="54060" y="3090988"/>
                  </a:lnTo>
                  <a:lnTo>
                    <a:pt x="25790" y="2930662"/>
                  </a:lnTo>
                  <a:lnTo>
                    <a:pt x="7746" y="2768866"/>
                  </a:lnTo>
                  <a:lnTo>
                    <a:pt x="0" y="2606252"/>
                  </a:lnTo>
                  <a:lnTo>
                    <a:pt x="2582" y="2443473"/>
                  </a:lnTo>
                  <a:lnTo>
                    <a:pt x="15484" y="2281186"/>
                  </a:lnTo>
                  <a:lnTo>
                    <a:pt x="38653" y="2120044"/>
                  </a:lnTo>
                  <a:lnTo>
                    <a:pt x="71995" y="1960696"/>
                  </a:lnTo>
                  <a:lnTo>
                    <a:pt x="115377" y="1803784"/>
                  </a:lnTo>
                  <a:lnTo>
                    <a:pt x="168623" y="1649938"/>
                  </a:lnTo>
                  <a:lnTo>
                    <a:pt x="231520" y="1499780"/>
                  </a:lnTo>
                  <a:lnTo>
                    <a:pt x="303814" y="1353913"/>
                  </a:lnTo>
                  <a:lnTo>
                    <a:pt x="385213" y="1212925"/>
                  </a:lnTo>
                  <a:lnTo>
                    <a:pt x="475391" y="1077383"/>
                  </a:lnTo>
                  <a:lnTo>
                    <a:pt x="573983" y="947834"/>
                  </a:lnTo>
                  <a:lnTo>
                    <a:pt x="680594" y="824799"/>
                  </a:lnTo>
                  <a:lnTo>
                    <a:pt x="794794" y="708773"/>
                  </a:lnTo>
                  <a:lnTo>
                    <a:pt x="916122" y="600224"/>
                  </a:lnTo>
                  <a:lnTo>
                    <a:pt x="1044091" y="499588"/>
                  </a:lnTo>
                  <a:lnTo>
                    <a:pt x="1178184" y="407271"/>
                  </a:lnTo>
                  <a:lnTo>
                    <a:pt x="1317863" y="323645"/>
                  </a:lnTo>
                  <a:lnTo>
                    <a:pt x="1462565" y="249046"/>
                  </a:lnTo>
                  <a:lnTo>
                    <a:pt x="1611706" y="183775"/>
                  </a:lnTo>
                  <a:lnTo>
                    <a:pt x="1764687" y="128094"/>
                  </a:lnTo>
                  <a:lnTo>
                    <a:pt x="1920892" y="82229"/>
                  </a:lnTo>
                  <a:lnTo>
                    <a:pt x="2079691" y="46362"/>
                  </a:lnTo>
                  <a:lnTo>
                    <a:pt x="2240445" y="20640"/>
                  </a:lnTo>
                  <a:lnTo>
                    <a:pt x="2402507" y="5165"/>
                  </a:lnTo>
                  <a:lnTo>
                    <a:pt x="256522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3794385" y="2200789"/>
              <a:ext cx="2949595" cy="3081548"/>
            </a:xfrm>
            <a:custGeom>
              <a:avLst/>
              <a:pathLst>
                <a:path w="2949595" h="3081548">
                  <a:moveTo>
                    <a:pt x="1492737" y="1612547"/>
                  </a:moveTo>
                  <a:lnTo>
                    <a:pt x="1445044" y="1549113"/>
                  </a:lnTo>
                  <a:lnTo>
                    <a:pt x="1391008" y="1497099"/>
                  </a:lnTo>
                  <a:lnTo>
                    <a:pt x="1332671" y="1457033"/>
                  </a:lnTo>
                  <a:lnTo>
                    <a:pt x="1272104" y="1429121"/>
                  </a:lnTo>
                  <a:lnTo>
                    <a:pt x="1211354" y="1413245"/>
                  </a:lnTo>
                  <a:lnTo>
                    <a:pt x="1152400" y="1408976"/>
                  </a:lnTo>
                  <a:lnTo>
                    <a:pt x="1097105" y="1415589"/>
                  </a:lnTo>
                  <a:lnTo>
                    <a:pt x="1047179" y="1432085"/>
                  </a:lnTo>
                  <a:lnTo>
                    <a:pt x="1004138" y="1457219"/>
                  </a:lnTo>
                  <a:lnTo>
                    <a:pt x="969269" y="1489530"/>
                  </a:lnTo>
                  <a:lnTo>
                    <a:pt x="943606" y="1527385"/>
                  </a:lnTo>
                  <a:lnTo>
                    <a:pt x="927901" y="1569011"/>
                  </a:lnTo>
                  <a:lnTo>
                    <a:pt x="922615" y="1612547"/>
                  </a:lnTo>
                  <a:lnTo>
                    <a:pt x="924364" y="1541303"/>
                  </a:lnTo>
                  <a:lnTo>
                    <a:pt x="929609" y="1470188"/>
                  </a:lnTo>
                  <a:lnTo>
                    <a:pt x="938343" y="1399331"/>
                  </a:lnTo>
                  <a:lnTo>
                    <a:pt x="950556" y="1328859"/>
                  </a:lnTo>
                  <a:lnTo>
                    <a:pt x="966233" y="1258901"/>
                  </a:lnTo>
                  <a:lnTo>
                    <a:pt x="985356" y="1189584"/>
                  </a:lnTo>
                  <a:lnTo>
                    <a:pt x="1007901" y="1121035"/>
                  </a:lnTo>
                  <a:lnTo>
                    <a:pt x="1033841" y="1053380"/>
                  </a:lnTo>
                  <a:lnTo>
                    <a:pt x="1063144" y="986744"/>
                  </a:lnTo>
                  <a:lnTo>
                    <a:pt x="1095776" y="921252"/>
                  </a:lnTo>
                  <a:lnTo>
                    <a:pt x="1131696" y="857026"/>
                  </a:lnTo>
                  <a:lnTo>
                    <a:pt x="1170862" y="794188"/>
                  </a:lnTo>
                  <a:lnTo>
                    <a:pt x="1213225" y="732859"/>
                  </a:lnTo>
                  <a:lnTo>
                    <a:pt x="1258735" y="673156"/>
                  </a:lnTo>
                  <a:lnTo>
                    <a:pt x="1307335" y="615198"/>
                  </a:lnTo>
                  <a:lnTo>
                    <a:pt x="1358968" y="559100"/>
                  </a:lnTo>
                  <a:lnTo>
                    <a:pt x="1413569" y="504974"/>
                  </a:lnTo>
                  <a:lnTo>
                    <a:pt x="1471072" y="452933"/>
                  </a:lnTo>
                  <a:lnTo>
                    <a:pt x="1531407" y="403087"/>
                  </a:lnTo>
                  <a:lnTo>
                    <a:pt x="1594499" y="355541"/>
                  </a:lnTo>
                  <a:lnTo>
                    <a:pt x="1660272" y="310402"/>
                  </a:lnTo>
                  <a:lnTo>
                    <a:pt x="1728643" y="267770"/>
                  </a:lnTo>
                  <a:lnTo>
                    <a:pt x="1799530" y="227748"/>
                  </a:lnTo>
                  <a:lnTo>
                    <a:pt x="1872843" y="190431"/>
                  </a:lnTo>
                  <a:lnTo>
                    <a:pt x="1948493" y="155913"/>
                  </a:lnTo>
                  <a:lnTo>
                    <a:pt x="2026384" y="124288"/>
                  </a:lnTo>
                  <a:lnTo>
                    <a:pt x="2106420" y="95642"/>
                  </a:lnTo>
                  <a:lnTo>
                    <a:pt x="2188500" y="70062"/>
                  </a:lnTo>
                  <a:lnTo>
                    <a:pt x="2272522" y="47630"/>
                  </a:lnTo>
                  <a:lnTo>
                    <a:pt x="2358379" y="28426"/>
                  </a:lnTo>
                  <a:lnTo>
                    <a:pt x="2445963" y="12525"/>
                  </a:lnTo>
                  <a:lnTo>
                    <a:pt x="2535163" y="0"/>
                  </a:lnTo>
                  <a:lnTo>
                    <a:pt x="2599143" y="93031"/>
                  </a:lnTo>
                  <a:lnTo>
                    <a:pt x="2657911" y="188427"/>
                  </a:lnTo>
                  <a:lnTo>
                    <a:pt x="2711389" y="285902"/>
                  </a:lnTo>
                  <a:lnTo>
                    <a:pt x="2759516" y="385169"/>
                  </a:lnTo>
                  <a:lnTo>
                    <a:pt x="2802246" y="485940"/>
                  </a:lnTo>
                  <a:lnTo>
                    <a:pt x="2839549" y="587924"/>
                  </a:lnTo>
                  <a:lnTo>
                    <a:pt x="2871411" y="690836"/>
                  </a:lnTo>
                  <a:lnTo>
                    <a:pt x="2897829" y="794387"/>
                  </a:lnTo>
                  <a:lnTo>
                    <a:pt x="2918820" y="898293"/>
                  </a:lnTo>
                  <a:lnTo>
                    <a:pt x="2934413" y="1002275"/>
                  </a:lnTo>
                  <a:lnTo>
                    <a:pt x="2944652" y="1106053"/>
                  </a:lnTo>
                  <a:lnTo>
                    <a:pt x="2949595" y="1209356"/>
                  </a:lnTo>
                  <a:lnTo>
                    <a:pt x="2949314" y="1311915"/>
                  </a:lnTo>
                  <a:lnTo>
                    <a:pt x="2943894" y="1413468"/>
                  </a:lnTo>
                  <a:lnTo>
                    <a:pt x="2933432" y="1513762"/>
                  </a:lnTo>
                  <a:lnTo>
                    <a:pt x="2918041" y="1612547"/>
                  </a:lnTo>
                  <a:lnTo>
                    <a:pt x="2897843" y="1709584"/>
                  </a:lnTo>
                  <a:lnTo>
                    <a:pt x="2872971" y="1804640"/>
                  </a:lnTo>
                  <a:lnTo>
                    <a:pt x="2843573" y="1897494"/>
                  </a:lnTo>
                  <a:lnTo>
                    <a:pt x="2809804" y="1987932"/>
                  </a:lnTo>
                  <a:lnTo>
                    <a:pt x="2771829" y="2075751"/>
                  </a:lnTo>
                  <a:lnTo>
                    <a:pt x="2729824" y="2160758"/>
                  </a:lnTo>
                  <a:lnTo>
                    <a:pt x="2683973" y="2242771"/>
                  </a:lnTo>
                  <a:lnTo>
                    <a:pt x="2634467" y="2321619"/>
                  </a:lnTo>
                  <a:lnTo>
                    <a:pt x="2581507" y="2397144"/>
                  </a:lnTo>
                  <a:lnTo>
                    <a:pt x="2525298" y="2469199"/>
                  </a:lnTo>
                  <a:lnTo>
                    <a:pt x="2466052" y="2537647"/>
                  </a:lnTo>
                  <a:lnTo>
                    <a:pt x="2403987" y="2602368"/>
                  </a:lnTo>
                  <a:lnTo>
                    <a:pt x="2339324" y="2663250"/>
                  </a:lnTo>
                  <a:lnTo>
                    <a:pt x="2272290" y="2720196"/>
                  </a:lnTo>
                  <a:lnTo>
                    <a:pt x="2203113" y="2773123"/>
                  </a:lnTo>
                  <a:lnTo>
                    <a:pt x="2132026" y="2821958"/>
                  </a:lnTo>
                  <a:lnTo>
                    <a:pt x="2059261" y="2866643"/>
                  </a:lnTo>
                  <a:lnTo>
                    <a:pt x="1985054" y="2907133"/>
                  </a:lnTo>
                  <a:lnTo>
                    <a:pt x="1909639" y="2943394"/>
                  </a:lnTo>
                  <a:lnTo>
                    <a:pt x="1833250" y="2975409"/>
                  </a:lnTo>
                  <a:lnTo>
                    <a:pt x="1756122" y="3003168"/>
                  </a:lnTo>
                  <a:lnTo>
                    <a:pt x="1678484" y="3026679"/>
                  </a:lnTo>
                  <a:lnTo>
                    <a:pt x="1600568" y="3045958"/>
                  </a:lnTo>
                  <a:lnTo>
                    <a:pt x="1522600" y="3061037"/>
                  </a:lnTo>
                  <a:lnTo>
                    <a:pt x="1444801" y="3071957"/>
                  </a:lnTo>
                  <a:lnTo>
                    <a:pt x="1367390" y="3078773"/>
                  </a:lnTo>
                  <a:lnTo>
                    <a:pt x="1290581" y="3081548"/>
                  </a:lnTo>
                  <a:lnTo>
                    <a:pt x="1214581" y="3080360"/>
                  </a:lnTo>
                  <a:lnTo>
                    <a:pt x="1139593" y="3075295"/>
                  </a:lnTo>
                  <a:lnTo>
                    <a:pt x="1065812" y="3066449"/>
                  </a:lnTo>
                  <a:lnTo>
                    <a:pt x="993426" y="3053929"/>
                  </a:lnTo>
                  <a:lnTo>
                    <a:pt x="922615" y="3037851"/>
                  </a:lnTo>
                  <a:lnTo>
                    <a:pt x="853553" y="3018339"/>
                  </a:lnTo>
                  <a:lnTo>
                    <a:pt x="786404" y="2995527"/>
                  </a:lnTo>
                  <a:lnTo>
                    <a:pt x="721322" y="2969554"/>
                  </a:lnTo>
                  <a:lnTo>
                    <a:pt x="658455" y="2940568"/>
                  </a:lnTo>
                  <a:lnTo>
                    <a:pt x="597940" y="2908725"/>
                  </a:lnTo>
                  <a:lnTo>
                    <a:pt x="539902" y="2874183"/>
                  </a:lnTo>
                  <a:lnTo>
                    <a:pt x="484460" y="2837110"/>
                  </a:lnTo>
                  <a:lnTo>
                    <a:pt x="431719" y="2797675"/>
                  </a:lnTo>
                  <a:lnTo>
                    <a:pt x="381776" y="2756055"/>
                  </a:lnTo>
                  <a:lnTo>
                    <a:pt x="334717" y="2712427"/>
                  </a:lnTo>
                  <a:lnTo>
                    <a:pt x="290616" y="2666974"/>
                  </a:lnTo>
                  <a:lnTo>
                    <a:pt x="249537" y="2619879"/>
                  </a:lnTo>
                  <a:lnTo>
                    <a:pt x="211534" y="2571330"/>
                  </a:lnTo>
                  <a:lnTo>
                    <a:pt x="176648" y="2521511"/>
                  </a:lnTo>
                  <a:lnTo>
                    <a:pt x="144910" y="2470613"/>
                  </a:lnTo>
                  <a:lnTo>
                    <a:pt x="116342" y="2418821"/>
                  </a:lnTo>
                  <a:lnTo>
                    <a:pt x="90952" y="2366323"/>
                  </a:lnTo>
                  <a:lnTo>
                    <a:pt x="68740" y="2313305"/>
                  </a:lnTo>
                  <a:lnTo>
                    <a:pt x="49694" y="2259950"/>
                  </a:lnTo>
                  <a:lnTo>
                    <a:pt x="33793" y="2206439"/>
                  </a:lnTo>
                  <a:lnTo>
                    <a:pt x="21004" y="2152952"/>
                  </a:lnTo>
                  <a:lnTo>
                    <a:pt x="11286" y="2099663"/>
                  </a:lnTo>
                  <a:lnTo>
                    <a:pt x="4588" y="2046742"/>
                  </a:lnTo>
                  <a:lnTo>
                    <a:pt x="849" y="1994355"/>
                  </a:lnTo>
                  <a:lnTo>
                    <a:pt x="0" y="1942664"/>
                  </a:lnTo>
                  <a:lnTo>
                    <a:pt x="1962" y="1891824"/>
                  </a:lnTo>
                  <a:lnTo>
                    <a:pt x="6650" y="1841984"/>
                  </a:lnTo>
                  <a:lnTo>
                    <a:pt x="13969" y="1793288"/>
                  </a:lnTo>
                  <a:lnTo>
                    <a:pt x="23818" y="1745871"/>
                  </a:lnTo>
                  <a:lnTo>
                    <a:pt x="36090" y="1699862"/>
                  </a:lnTo>
                  <a:lnTo>
                    <a:pt x="50668" y="1655383"/>
                  </a:lnTo>
                  <a:lnTo>
                    <a:pt x="67433" y="1612547"/>
                  </a:lnTo>
                  <a:lnTo>
                    <a:pt x="86258" y="1571459"/>
                  </a:lnTo>
                  <a:lnTo>
                    <a:pt x="107012" y="1532217"/>
                  </a:lnTo>
                  <a:lnTo>
                    <a:pt x="129559" y="1494908"/>
                  </a:lnTo>
                  <a:lnTo>
                    <a:pt x="153761" y="1459612"/>
                  </a:lnTo>
                  <a:lnTo>
                    <a:pt x="179473" y="1426400"/>
                  </a:lnTo>
                  <a:lnTo>
                    <a:pt x="206552" y="1395331"/>
                  </a:lnTo>
                  <a:lnTo>
                    <a:pt x="234847" y="1366460"/>
                  </a:lnTo>
                  <a:lnTo>
                    <a:pt x="264211" y="1339827"/>
                  </a:lnTo>
                  <a:lnTo>
                    <a:pt x="294491" y="1315466"/>
                  </a:lnTo>
                  <a:lnTo>
                    <a:pt x="325537" y="1293402"/>
                  </a:lnTo>
                  <a:lnTo>
                    <a:pt x="357198" y="1273649"/>
                  </a:lnTo>
                  <a:lnTo>
                    <a:pt x="389322" y="1256212"/>
                  </a:lnTo>
                  <a:lnTo>
                    <a:pt x="421759" y="1241086"/>
                  </a:lnTo>
                  <a:lnTo>
                    <a:pt x="454361" y="1228261"/>
                  </a:lnTo>
                  <a:lnTo>
                    <a:pt x="486982" y="1217712"/>
                  </a:lnTo>
                  <a:lnTo>
                    <a:pt x="519478" y="1209410"/>
                  </a:lnTo>
                  <a:lnTo>
                    <a:pt x="481905" y="1250866"/>
                  </a:lnTo>
                  <a:lnTo>
                    <a:pt x="448576" y="1295804"/>
                  </a:lnTo>
                  <a:lnTo>
                    <a:pt x="419813" y="1343794"/>
                  </a:lnTo>
                  <a:lnTo>
                    <a:pt x="395892" y="1394371"/>
                  </a:lnTo>
                  <a:lnTo>
                    <a:pt x="377043" y="1447049"/>
                  </a:lnTo>
                  <a:lnTo>
                    <a:pt x="363448" y="1501322"/>
                  </a:lnTo>
                  <a:lnTo>
                    <a:pt x="355239" y="1556665"/>
                  </a:lnTo>
                  <a:lnTo>
                    <a:pt x="352494" y="1612547"/>
                  </a:lnTo>
                  <a:lnTo>
                    <a:pt x="355239" y="1668429"/>
                  </a:lnTo>
                  <a:lnTo>
                    <a:pt x="363448" y="1723772"/>
                  </a:lnTo>
                  <a:lnTo>
                    <a:pt x="377043" y="1778045"/>
                  </a:lnTo>
                  <a:lnTo>
                    <a:pt x="395892" y="1830723"/>
                  </a:lnTo>
                  <a:lnTo>
                    <a:pt x="419813" y="1881300"/>
                  </a:lnTo>
                  <a:lnTo>
                    <a:pt x="448576" y="1929290"/>
                  </a:lnTo>
                  <a:lnTo>
                    <a:pt x="481905" y="1974228"/>
                  </a:lnTo>
                  <a:lnTo>
                    <a:pt x="519478" y="2015684"/>
                  </a:lnTo>
                  <a:lnTo>
                    <a:pt x="560934" y="2053257"/>
                  </a:lnTo>
                  <a:lnTo>
                    <a:pt x="605873" y="2086586"/>
                  </a:lnTo>
                  <a:lnTo>
                    <a:pt x="653862" y="2115349"/>
                  </a:lnTo>
                  <a:lnTo>
                    <a:pt x="704439" y="2139271"/>
                  </a:lnTo>
                  <a:lnTo>
                    <a:pt x="757118" y="2158119"/>
                  </a:lnTo>
                  <a:lnTo>
                    <a:pt x="811390" y="2171714"/>
                  </a:lnTo>
                  <a:lnTo>
                    <a:pt x="866734" y="2179923"/>
                  </a:lnTo>
                  <a:lnTo>
                    <a:pt x="922615" y="2182669"/>
                  </a:lnTo>
                  <a:lnTo>
                    <a:pt x="978497" y="2179923"/>
                  </a:lnTo>
                  <a:lnTo>
                    <a:pt x="1033841" y="2171714"/>
                  </a:lnTo>
                  <a:lnTo>
                    <a:pt x="1088113" y="2158119"/>
                  </a:lnTo>
                  <a:lnTo>
                    <a:pt x="1140791" y="2139271"/>
                  </a:lnTo>
                  <a:lnTo>
                    <a:pt x="1191369" y="2115349"/>
                  </a:lnTo>
                  <a:lnTo>
                    <a:pt x="1239358" y="2086586"/>
                  </a:lnTo>
                  <a:lnTo>
                    <a:pt x="1284297" y="2053257"/>
                  </a:lnTo>
                  <a:lnTo>
                    <a:pt x="1325752" y="2015684"/>
                  </a:lnTo>
                  <a:lnTo>
                    <a:pt x="1247174" y="2026815"/>
                  </a:lnTo>
                  <a:lnTo>
                    <a:pt x="1172185" y="2025385"/>
                  </a:lnTo>
                  <a:lnTo>
                    <a:pt x="1102604" y="2012465"/>
                  </a:lnTo>
                  <a:lnTo>
                    <a:pt x="1040040" y="1989375"/>
                  </a:lnTo>
                  <a:lnTo>
                    <a:pt x="985857" y="1957644"/>
                  </a:lnTo>
                  <a:lnTo>
                    <a:pt x="941151" y="1918975"/>
                  </a:lnTo>
                  <a:lnTo>
                    <a:pt x="906728" y="1875200"/>
                  </a:lnTo>
                  <a:lnTo>
                    <a:pt x="883089" y="1828233"/>
                  </a:lnTo>
                  <a:lnTo>
                    <a:pt x="870427" y="1780026"/>
                  </a:lnTo>
                  <a:lnTo>
                    <a:pt x="868619" y="1732523"/>
                  </a:lnTo>
                  <a:lnTo>
                    <a:pt x="877239" y="1687608"/>
                  </a:lnTo>
                  <a:lnTo>
                    <a:pt x="895569" y="1647069"/>
                  </a:lnTo>
                  <a:lnTo>
                    <a:pt x="922615" y="1612547"/>
                  </a:lnTo>
                  <a:lnTo>
                    <a:pt x="894460" y="1617006"/>
                  </a:lnTo>
                  <a:lnTo>
                    <a:pt x="868394" y="1630165"/>
                  </a:lnTo>
                  <a:lnTo>
                    <a:pt x="846418" y="1651371"/>
                  </a:lnTo>
                  <a:lnTo>
                    <a:pt x="830368" y="1679569"/>
                  </a:lnTo>
                  <a:lnTo>
                    <a:pt x="821831" y="1713331"/>
                  </a:lnTo>
                  <a:lnTo>
                    <a:pt x="822083" y="1750918"/>
                  </a:lnTo>
                  <a:lnTo>
                    <a:pt x="832025" y="1790341"/>
                  </a:lnTo>
                  <a:lnTo>
                    <a:pt x="852144" y="1829434"/>
                  </a:lnTo>
                  <a:lnTo>
                    <a:pt x="882481" y="1865943"/>
                  </a:lnTo>
                  <a:lnTo>
                    <a:pt x="922615" y="1897608"/>
                  </a:lnTo>
                  <a:lnTo>
                    <a:pt x="971668" y="1922253"/>
                  </a:lnTo>
                  <a:lnTo>
                    <a:pt x="1028322" y="1937878"/>
                  </a:lnTo>
                  <a:lnTo>
                    <a:pt x="1090855" y="1942735"/>
                  </a:lnTo>
                  <a:lnTo>
                    <a:pt x="1157192" y="1935414"/>
                  </a:lnTo>
                  <a:lnTo>
                    <a:pt x="1224968" y="1914900"/>
                  </a:lnTo>
                  <a:lnTo>
                    <a:pt x="1291606" y="1880634"/>
                  </a:lnTo>
                  <a:lnTo>
                    <a:pt x="1354400" y="1832552"/>
                  </a:lnTo>
                  <a:lnTo>
                    <a:pt x="1410611" y="1771107"/>
                  </a:lnTo>
                  <a:lnTo>
                    <a:pt x="1457563" y="1697274"/>
                  </a:lnTo>
                  <a:close/>
                </a:path>
              </a:pathLst>
            </a:custGeom>
            <a:solidFill>
              <a:srgbClr val="78C8A0">
                <a:alpha val="25882"/>
              </a:srgbClr>
            </a:solidFill>
            <a:ln w="24933" cap="flat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313864" y="2200789"/>
              <a:ext cx="2015684" cy="2182669"/>
            </a:xfrm>
            <a:custGeom>
              <a:avLst/>
              <a:pathLst>
                <a:path w="2015684" h="2182669">
                  <a:moveTo>
                    <a:pt x="403136" y="1612547"/>
                  </a:moveTo>
                  <a:lnTo>
                    <a:pt x="404885" y="1541303"/>
                  </a:lnTo>
                  <a:lnTo>
                    <a:pt x="410130" y="1470188"/>
                  </a:lnTo>
                  <a:lnTo>
                    <a:pt x="418864" y="1399331"/>
                  </a:lnTo>
                  <a:lnTo>
                    <a:pt x="431077" y="1328859"/>
                  </a:lnTo>
                  <a:lnTo>
                    <a:pt x="446754" y="1258901"/>
                  </a:lnTo>
                  <a:lnTo>
                    <a:pt x="465877" y="1189584"/>
                  </a:lnTo>
                  <a:lnTo>
                    <a:pt x="488422" y="1121035"/>
                  </a:lnTo>
                  <a:lnTo>
                    <a:pt x="514362" y="1053380"/>
                  </a:lnTo>
                  <a:lnTo>
                    <a:pt x="543665" y="986744"/>
                  </a:lnTo>
                  <a:lnTo>
                    <a:pt x="576297" y="921252"/>
                  </a:lnTo>
                  <a:lnTo>
                    <a:pt x="612217" y="857026"/>
                  </a:lnTo>
                  <a:lnTo>
                    <a:pt x="651383" y="794188"/>
                  </a:lnTo>
                  <a:lnTo>
                    <a:pt x="693746" y="732859"/>
                  </a:lnTo>
                  <a:lnTo>
                    <a:pt x="739256" y="673156"/>
                  </a:lnTo>
                  <a:lnTo>
                    <a:pt x="787856" y="615198"/>
                  </a:lnTo>
                  <a:lnTo>
                    <a:pt x="839489" y="559100"/>
                  </a:lnTo>
                  <a:lnTo>
                    <a:pt x="894090" y="504974"/>
                  </a:lnTo>
                  <a:lnTo>
                    <a:pt x="951593" y="452933"/>
                  </a:lnTo>
                  <a:lnTo>
                    <a:pt x="1011928" y="403087"/>
                  </a:lnTo>
                  <a:lnTo>
                    <a:pt x="1075020" y="355541"/>
                  </a:lnTo>
                  <a:lnTo>
                    <a:pt x="1140793" y="310402"/>
                  </a:lnTo>
                  <a:lnTo>
                    <a:pt x="1209164" y="267770"/>
                  </a:lnTo>
                  <a:lnTo>
                    <a:pt x="1280051" y="227748"/>
                  </a:lnTo>
                  <a:lnTo>
                    <a:pt x="1353364" y="190431"/>
                  </a:lnTo>
                  <a:lnTo>
                    <a:pt x="1429014" y="155913"/>
                  </a:lnTo>
                  <a:lnTo>
                    <a:pt x="1506905" y="124288"/>
                  </a:lnTo>
                  <a:lnTo>
                    <a:pt x="1586941" y="95642"/>
                  </a:lnTo>
                  <a:lnTo>
                    <a:pt x="1669021" y="70062"/>
                  </a:lnTo>
                  <a:lnTo>
                    <a:pt x="1753043" y="47630"/>
                  </a:lnTo>
                  <a:lnTo>
                    <a:pt x="1838900" y="28426"/>
                  </a:lnTo>
                  <a:lnTo>
                    <a:pt x="1926484" y="12525"/>
                  </a:lnTo>
                  <a:lnTo>
                    <a:pt x="2015684" y="0"/>
                  </a:lnTo>
                  <a:lnTo>
                    <a:pt x="2015568" y="102340"/>
                  </a:lnTo>
                  <a:lnTo>
                    <a:pt x="2010537" y="202895"/>
                  </a:lnTo>
                  <a:lnTo>
                    <a:pt x="2000710" y="301452"/>
                  </a:lnTo>
                  <a:lnTo>
                    <a:pt x="1986214" y="397809"/>
                  </a:lnTo>
                  <a:lnTo>
                    <a:pt x="1967184" y="491766"/>
                  </a:lnTo>
                  <a:lnTo>
                    <a:pt x="1943763" y="583134"/>
                  </a:lnTo>
                  <a:lnTo>
                    <a:pt x="1916101" y="671725"/>
                  </a:lnTo>
                  <a:lnTo>
                    <a:pt x="1884356" y="757365"/>
                  </a:lnTo>
                  <a:lnTo>
                    <a:pt x="1848693" y="839881"/>
                  </a:lnTo>
                  <a:lnTo>
                    <a:pt x="1809284" y="919112"/>
                  </a:lnTo>
                  <a:lnTo>
                    <a:pt x="1766307" y="994902"/>
                  </a:lnTo>
                  <a:lnTo>
                    <a:pt x="1719946" y="1067107"/>
                  </a:lnTo>
                  <a:lnTo>
                    <a:pt x="1670389" y="1135587"/>
                  </a:lnTo>
                  <a:lnTo>
                    <a:pt x="1617833" y="1200213"/>
                  </a:lnTo>
                  <a:lnTo>
                    <a:pt x="1562478" y="1260865"/>
                  </a:lnTo>
                  <a:lnTo>
                    <a:pt x="1504527" y="1317430"/>
                  </a:lnTo>
                  <a:lnTo>
                    <a:pt x="1444190" y="1369807"/>
                  </a:lnTo>
                  <a:lnTo>
                    <a:pt x="1381678" y="1417903"/>
                  </a:lnTo>
                  <a:lnTo>
                    <a:pt x="1317210" y="1461633"/>
                  </a:lnTo>
                  <a:lnTo>
                    <a:pt x="1251003" y="1500923"/>
                  </a:lnTo>
                  <a:lnTo>
                    <a:pt x="1183279" y="1535710"/>
                  </a:lnTo>
                  <a:lnTo>
                    <a:pt x="1114263" y="1565937"/>
                  </a:lnTo>
                  <a:lnTo>
                    <a:pt x="1044180" y="1591561"/>
                  </a:lnTo>
                  <a:lnTo>
                    <a:pt x="973258" y="1612547"/>
                  </a:lnTo>
                  <a:lnTo>
                    <a:pt x="970513" y="1668429"/>
                  </a:lnTo>
                  <a:lnTo>
                    <a:pt x="962303" y="1723772"/>
                  </a:lnTo>
                  <a:lnTo>
                    <a:pt x="948709" y="1778045"/>
                  </a:lnTo>
                  <a:lnTo>
                    <a:pt x="929860" y="1830723"/>
                  </a:lnTo>
                  <a:lnTo>
                    <a:pt x="905939" y="1881300"/>
                  </a:lnTo>
                  <a:lnTo>
                    <a:pt x="877175" y="1929290"/>
                  </a:lnTo>
                  <a:lnTo>
                    <a:pt x="843846" y="1974228"/>
                  </a:lnTo>
                  <a:lnTo>
                    <a:pt x="806273" y="2015684"/>
                  </a:lnTo>
                  <a:lnTo>
                    <a:pt x="764818" y="2053257"/>
                  </a:lnTo>
                  <a:lnTo>
                    <a:pt x="719879" y="2086586"/>
                  </a:lnTo>
                  <a:lnTo>
                    <a:pt x="671890" y="2115349"/>
                  </a:lnTo>
                  <a:lnTo>
                    <a:pt x="621312" y="2139271"/>
                  </a:lnTo>
                  <a:lnTo>
                    <a:pt x="568634" y="2158119"/>
                  </a:lnTo>
                  <a:lnTo>
                    <a:pt x="514362" y="2171714"/>
                  </a:lnTo>
                  <a:lnTo>
                    <a:pt x="459018" y="2179923"/>
                  </a:lnTo>
                  <a:lnTo>
                    <a:pt x="403136" y="2182669"/>
                  </a:lnTo>
                  <a:lnTo>
                    <a:pt x="366162" y="2129519"/>
                  </a:lnTo>
                  <a:lnTo>
                    <a:pt x="336752" y="2074262"/>
                  </a:lnTo>
                  <a:lnTo>
                    <a:pt x="315000" y="2017705"/>
                  </a:lnTo>
                  <a:lnTo>
                    <a:pt x="300922" y="1960656"/>
                  </a:lnTo>
                  <a:lnTo>
                    <a:pt x="294462" y="1903915"/>
                  </a:lnTo>
                  <a:lnTo>
                    <a:pt x="295483" y="1848275"/>
                  </a:lnTo>
                  <a:lnTo>
                    <a:pt x="303780" y="1794505"/>
                  </a:lnTo>
                  <a:lnTo>
                    <a:pt x="319073" y="1743352"/>
                  </a:lnTo>
                  <a:lnTo>
                    <a:pt x="341016" y="1695530"/>
                  </a:lnTo>
                  <a:lnTo>
                    <a:pt x="369195" y="1651717"/>
                  </a:lnTo>
                  <a:lnTo>
                    <a:pt x="403136" y="1612547"/>
                  </a:lnTo>
                  <a:lnTo>
                    <a:pt x="403136" y="1612547"/>
                  </a:lnTo>
                  <a:lnTo>
                    <a:pt x="351439" y="1608850"/>
                  </a:lnTo>
                  <a:lnTo>
                    <a:pt x="300533" y="1597795"/>
                  </a:lnTo>
                  <a:lnTo>
                    <a:pt x="251202" y="1579496"/>
                  </a:lnTo>
                  <a:lnTo>
                    <a:pt x="204217" y="1554139"/>
                  </a:lnTo>
                  <a:lnTo>
                    <a:pt x="160329" y="1521985"/>
                  </a:lnTo>
                  <a:lnTo>
                    <a:pt x="120263" y="1483363"/>
                  </a:lnTo>
                  <a:lnTo>
                    <a:pt x="84710" y="1438673"/>
                  </a:lnTo>
                  <a:lnTo>
                    <a:pt x="54324" y="1388379"/>
                  </a:lnTo>
                  <a:lnTo>
                    <a:pt x="29713" y="1333006"/>
                  </a:lnTo>
                  <a:lnTo>
                    <a:pt x="11437" y="1273138"/>
                  </a:lnTo>
                  <a:lnTo>
                    <a:pt x="0" y="1209410"/>
                  </a:lnTo>
                </a:path>
              </a:pathLst>
            </a:custGeom>
            <a:ln w="24933" cap="flat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255521" y="3781736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297947" y="2169188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282263" y="3378599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399" y="4351857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088536" y="4184872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17001" y="1532850"/>
              <a:ext cx="0" cy="2280486"/>
            </a:xfrm>
            <a:custGeom>
              <a:avLst/>
              <a:pathLst>
                <a:path w="0" h="2280486">
                  <a:moveTo>
                    <a:pt x="0" y="2280486"/>
                  </a:moveTo>
                  <a:lnTo>
                    <a:pt x="0" y="2201849"/>
                  </a:lnTo>
                  <a:lnTo>
                    <a:pt x="0" y="2123211"/>
                  </a:lnTo>
                  <a:lnTo>
                    <a:pt x="0" y="2044574"/>
                  </a:lnTo>
                  <a:lnTo>
                    <a:pt x="0" y="1965936"/>
                  </a:lnTo>
                  <a:lnTo>
                    <a:pt x="0" y="1887299"/>
                  </a:lnTo>
                  <a:lnTo>
                    <a:pt x="0" y="1808661"/>
                  </a:lnTo>
                  <a:lnTo>
                    <a:pt x="0" y="1730024"/>
                  </a:lnTo>
                  <a:lnTo>
                    <a:pt x="0" y="1651386"/>
                  </a:lnTo>
                  <a:lnTo>
                    <a:pt x="0" y="1572749"/>
                  </a:lnTo>
                  <a:lnTo>
                    <a:pt x="0" y="1494111"/>
                  </a:lnTo>
                  <a:lnTo>
                    <a:pt x="0" y="1415474"/>
                  </a:lnTo>
                  <a:lnTo>
                    <a:pt x="0" y="1336836"/>
                  </a:lnTo>
                  <a:lnTo>
                    <a:pt x="0" y="1258199"/>
                  </a:lnTo>
                  <a:lnTo>
                    <a:pt x="0" y="1179562"/>
                  </a:lnTo>
                  <a:lnTo>
                    <a:pt x="0" y="1100924"/>
                  </a:lnTo>
                  <a:lnTo>
                    <a:pt x="0" y="1022287"/>
                  </a:lnTo>
                  <a:lnTo>
                    <a:pt x="0" y="943649"/>
                  </a:lnTo>
                  <a:lnTo>
                    <a:pt x="0" y="865012"/>
                  </a:lnTo>
                  <a:lnTo>
                    <a:pt x="0" y="786374"/>
                  </a:lnTo>
                  <a:lnTo>
                    <a:pt x="0" y="707737"/>
                  </a:lnTo>
                  <a:lnTo>
                    <a:pt x="0" y="629099"/>
                  </a:lnTo>
                  <a:lnTo>
                    <a:pt x="0" y="550462"/>
                  </a:lnTo>
                  <a:lnTo>
                    <a:pt x="0" y="471824"/>
                  </a:lnTo>
                  <a:lnTo>
                    <a:pt x="0" y="393187"/>
                  </a:lnTo>
                  <a:lnTo>
                    <a:pt x="0" y="314549"/>
                  </a:lnTo>
                  <a:lnTo>
                    <a:pt x="0" y="235912"/>
                  </a:lnTo>
                  <a:lnTo>
                    <a:pt x="0" y="157274"/>
                  </a:lnTo>
                  <a:lnTo>
                    <a:pt x="0" y="7863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01" y="2200789"/>
              <a:ext cx="1612547" cy="1612547"/>
            </a:xfrm>
            <a:custGeom>
              <a:avLst/>
              <a:pathLst>
                <a:path w="1612547" h="1612547">
                  <a:moveTo>
                    <a:pt x="0" y="1612547"/>
                  </a:moveTo>
                  <a:lnTo>
                    <a:pt x="55605" y="1556942"/>
                  </a:lnTo>
                  <a:lnTo>
                    <a:pt x="111210" y="1501337"/>
                  </a:lnTo>
                  <a:lnTo>
                    <a:pt x="166815" y="1445732"/>
                  </a:lnTo>
                  <a:lnTo>
                    <a:pt x="222420" y="1390127"/>
                  </a:lnTo>
                  <a:lnTo>
                    <a:pt x="278025" y="1334522"/>
                  </a:lnTo>
                  <a:lnTo>
                    <a:pt x="333630" y="1278916"/>
                  </a:lnTo>
                  <a:lnTo>
                    <a:pt x="389235" y="1223311"/>
                  </a:lnTo>
                  <a:lnTo>
                    <a:pt x="444840" y="1167706"/>
                  </a:lnTo>
                  <a:lnTo>
                    <a:pt x="500445" y="1112101"/>
                  </a:lnTo>
                  <a:lnTo>
                    <a:pt x="556050" y="1056496"/>
                  </a:lnTo>
                  <a:lnTo>
                    <a:pt x="611655" y="1000891"/>
                  </a:lnTo>
                  <a:lnTo>
                    <a:pt x="667261" y="945286"/>
                  </a:lnTo>
                  <a:lnTo>
                    <a:pt x="722866" y="889681"/>
                  </a:lnTo>
                  <a:lnTo>
                    <a:pt x="778471" y="834076"/>
                  </a:lnTo>
                  <a:lnTo>
                    <a:pt x="834076" y="778471"/>
                  </a:lnTo>
                  <a:lnTo>
                    <a:pt x="889681" y="722866"/>
                  </a:lnTo>
                  <a:lnTo>
                    <a:pt x="945286" y="667261"/>
                  </a:lnTo>
                  <a:lnTo>
                    <a:pt x="1000891" y="611655"/>
                  </a:lnTo>
                  <a:lnTo>
                    <a:pt x="1056496" y="556050"/>
                  </a:lnTo>
                  <a:lnTo>
                    <a:pt x="1112101" y="500445"/>
                  </a:lnTo>
                  <a:lnTo>
                    <a:pt x="1167706" y="444840"/>
                  </a:lnTo>
                  <a:lnTo>
                    <a:pt x="1223311" y="389235"/>
                  </a:lnTo>
                  <a:lnTo>
                    <a:pt x="1278916" y="333630"/>
                  </a:lnTo>
                  <a:lnTo>
                    <a:pt x="1334522" y="278025"/>
                  </a:lnTo>
                  <a:lnTo>
                    <a:pt x="1390127" y="222420"/>
                  </a:lnTo>
                  <a:lnTo>
                    <a:pt x="1445732" y="166815"/>
                  </a:lnTo>
                  <a:lnTo>
                    <a:pt x="1501337" y="111210"/>
                  </a:lnTo>
                  <a:lnTo>
                    <a:pt x="1556942" y="55605"/>
                  </a:lnTo>
                  <a:lnTo>
                    <a:pt x="161254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01" y="3813337"/>
              <a:ext cx="2280486" cy="0"/>
            </a:xfrm>
            <a:custGeom>
              <a:avLst/>
              <a:pathLst>
                <a:path w="2280486" h="0">
                  <a:moveTo>
                    <a:pt x="0" y="0"/>
                  </a:moveTo>
                  <a:lnTo>
                    <a:pt x="78637" y="0"/>
                  </a:lnTo>
                  <a:lnTo>
                    <a:pt x="157274" y="0"/>
                  </a:lnTo>
                  <a:lnTo>
                    <a:pt x="235912" y="0"/>
                  </a:lnTo>
                  <a:lnTo>
                    <a:pt x="314549" y="0"/>
                  </a:lnTo>
                  <a:lnTo>
                    <a:pt x="393187" y="0"/>
                  </a:lnTo>
                  <a:lnTo>
                    <a:pt x="471824" y="0"/>
                  </a:lnTo>
                  <a:lnTo>
                    <a:pt x="550462" y="0"/>
                  </a:lnTo>
                  <a:lnTo>
                    <a:pt x="629099" y="0"/>
                  </a:lnTo>
                  <a:lnTo>
                    <a:pt x="707737" y="0"/>
                  </a:lnTo>
                  <a:lnTo>
                    <a:pt x="786374" y="0"/>
                  </a:lnTo>
                  <a:lnTo>
                    <a:pt x="865012" y="0"/>
                  </a:lnTo>
                  <a:lnTo>
                    <a:pt x="943649" y="0"/>
                  </a:lnTo>
                  <a:lnTo>
                    <a:pt x="1022287" y="0"/>
                  </a:lnTo>
                  <a:lnTo>
                    <a:pt x="1100924" y="0"/>
                  </a:lnTo>
                  <a:lnTo>
                    <a:pt x="1179562" y="0"/>
                  </a:lnTo>
                  <a:lnTo>
                    <a:pt x="1258199" y="0"/>
                  </a:lnTo>
                  <a:lnTo>
                    <a:pt x="1336836" y="0"/>
                  </a:lnTo>
                  <a:lnTo>
                    <a:pt x="1415474" y="0"/>
                  </a:lnTo>
                  <a:lnTo>
                    <a:pt x="1494111" y="0"/>
                  </a:lnTo>
                  <a:lnTo>
                    <a:pt x="1572749" y="0"/>
                  </a:lnTo>
                  <a:lnTo>
                    <a:pt x="1651386" y="0"/>
                  </a:lnTo>
                  <a:lnTo>
                    <a:pt x="1730024" y="0"/>
                  </a:lnTo>
                  <a:lnTo>
                    <a:pt x="1808661" y="0"/>
                  </a:lnTo>
                  <a:lnTo>
                    <a:pt x="1887299" y="0"/>
                  </a:lnTo>
                  <a:lnTo>
                    <a:pt x="1965936" y="0"/>
                  </a:lnTo>
                  <a:lnTo>
                    <a:pt x="2044574" y="0"/>
                  </a:lnTo>
                  <a:lnTo>
                    <a:pt x="2123211" y="0"/>
                  </a:lnTo>
                  <a:lnTo>
                    <a:pt x="2201849" y="0"/>
                  </a:lnTo>
                  <a:lnTo>
                    <a:pt x="228048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01" y="3813337"/>
              <a:ext cx="1612547" cy="1612547"/>
            </a:xfrm>
            <a:custGeom>
              <a:avLst/>
              <a:pathLst>
                <a:path w="1612547" h="1612547">
                  <a:moveTo>
                    <a:pt x="0" y="0"/>
                  </a:moveTo>
                  <a:lnTo>
                    <a:pt x="55605" y="55605"/>
                  </a:lnTo>
                  <a:lnTo>
                    <a:pt x="111210" y="111210"/>
                  </a:lnTo>
                  <a:lnTo>
                    <a:pt x="166815" y="166815"/>
                  </a:lnTo>
                  <a:lnTo>
                    <a:pt x="222420" y="222420"/>
                  </a:lnTo>
                  <a:lnTo>
                    <a:pt x="278025" y="278025"/>
                  </a:lnTo>
                  <a:lnTo>
                    <a:pt x="333630" y="333630"/>
                  </a:lnTo>
                  <a:lnTo>
                    <a:pt x="389235" y="389235"/>
                  </a:lnTo>
                  <a:lnTo>
                    <a:pt x="444840" y="444840"/>
                  </a:lnTo>
                  <a:lnTo>
                    <a:pt x="500445" y="500445"/>
                  </a:lnTo>
                  <a:lnTo>
                    <a:pt x="556050" y="556050"/>
                  </a:lnTo>
                  <a:lnTo>
                    <a:pt x="611655" y="611655"/>
                  </a:lnTo>
                  <a:lnTo>
                    <a:pt x="667261" y="667261"/>
                  </a:lnTo>
                  <a:lnTo>
                    <a:pt x="722866" y="722866"/>
                  </a:lnTo>
                  <a:lnTo>
                    <a:pt x="778471" y="778471"/>
                  </a:lnTo>
                  <a:lnTo>
                    <a:pt x="834076" y="834076"/>
                  </a:lnTo>
                  <a:lnTo>
                    <a:pt x="889681" y="889681"/>
                  </a:lnTo>
                  <a:lnTo>
                    <a:pt x="945286" y="945286"/>
                  </a:lnTo>
                  <a:lnTo>
                    <a:pt x="1000891" y="1000891"/>
                  </a:lnTo>
                  <a:lnTo>
                    <a:pt x="1056496" y="1056496"/>
                  </a:lnTo>
                  <a:lnTo>
                    <a:pt x="1112101" y="1112101"/>
                  </a:lnTo>
                  <a:lnTo>
                    <a:pt x="1167706" y="1167706"/>
                  </a:lnTo>
                  <a:lnTo>
                    <a:pt x="1223311" y="1223311"/>
                  </a:lnTo>
                  <a:lnTo>
                    <a:pt x="1278916" y="1278916"/>
                  </a:lnTo>
                  <a:lnTo>
                    <a:pt x="1334522" y="1334522"/>
                  </a:lnTo>
                  <a:lnTo>
                    <a:pt x="1390127" y="1390127"/>
                  </a:lnTo>
                  <a:lnTo>
                    <a:pt x="1445732" y="1445732"/>
                  </a:lnTo>
                  <a:lnTo>
                    <a:pt x="1501337" y="1501337"/>
                  </a:lnTo>
                  <a:lnTo>
                    <a:pt x="1556942" y="1556942"/>
                  </a:lnTo>
                  <a:lnTo>
                    <a:pt x="1612547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01" y="3813337"/>
              <a:ext cx="0" cy="2280486"/>
            </a:xfrm>
            <a:custGeom>
              <a:avLst/>
              <a:pathLst>
                <a:path w="0" h="2280486">
                  <a:moveTo>
                    <a:pt x="0" y="0"/>
                  </a:moveTo>
                  <a:lnTo>
                    <a:pt x="0" y="78637"/>
                  </a:lnTo>
                  <a:lnTo>
                    <a:pt x="0" y="157274"/>
                  </a:lnTo>
                  <a:lnTo>
                    <a:pt x="0" y="235912"/>
                  </a:lnTo>
                  <a:lnTo>
                    <a:pt x="0" y="314549"/>
                  </a:lnTo>
                  <a:lnTo>
                    <a:pt x="0" y="393187"/>
                  </a:lnTo>
                  <a:lnTo>
                    <a:pt x="0" y="471824"/>
                  </a:lnTo>
                  <a:lnTo>
                    <a:pt x="0" y="550462"/>
                  </a:lnTo>
                  <a:lnTo>
                    <a:pt x="0" y="629099"/>
                  </a:lnTo>
                  <a:lnTo>
                    <a:pt x="0" y="707737"/>
                  </a:lnTo>
                  <a:lnTo>
                    <a:pt x="0" y="786374"/>
                  </a:lnTo>
                  <a:lnTo>
                    <a:pt x="0" y="865012"/>
                  </a:lnTo>
                  <a:lnTo>
                    <a:pt x="0" y="943649"/>
                  </a:lnTo>
                  <a:lnTo>
                    <a:pt x="0" y="1022287"/>
                  </a:lnTo>
                  <a:lnTo>
                    <a:pt x="0" y="1100924"/>
                  </a:lnTo>
                  <a:lnTo>
                    <a:pt x="0" y="1179562"/>
                  </a:lnTo>
                  <a:lnTo>
                    <a:pt x="0" y="1258199"/>
                  </a:lnTo>
                  <a:lnTo>
                    <a:pt x="0" y="1336836"/>
                  </a:lnTo>
                  <a:lnTo>
                    <a:pt x="0" y="1415474"/>
                  </a:lnTo>
                  <a:lnTo>
                    <a:pt x="0" y="1494111"/>
                  </a:lnTo>
                  <a:lnTo>
                    <a:pt x="0" y="1572749"/>
                  </a:lnTo>
                  <a:lnTo>
                    <a:pt x="0" y="1651386"/>
                  </a:lnTo>
                  <a:lnTo>
                    <a:pt x="0" y="1730024"/>
                  </a:lnTo>
                  <a:lnTo>
                    <a:pt x="0" y="1808661"/>
                  </a:lnTo>
                  <a:lnTo>
                    <a:pt x="0" y="1887299"/>
                  </a:lnTo>
                  <a:lnTo>
                    <a:pt x="0" y="1965936"/>
                  </a:lnTo>
                  <a:lnTo>
                    <a:pt x="0" y="2044574"/>
                  </a:lnTo>
                  <a:lnTo>
                    <a:pt x="0" y="2123211"/>
                  </a:lnTo>
                  <a:lnTo>
                    <a:pt x="0" y="2201849"/>
                  </a:lnTo>
                  <a:lnTo>
                    <a:pt x="0" y="228048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04453" y="3813337"/>
              <a:ext cx="1612547" cy="1612547"/>
            </a:xfrm>
            <a:custGeom>
              <a:avLst/>
              <a:pathLst>
                <a:path w="1612547" h="1612547">
                  <a:moveTo>
                    <a:pt x="1612547" y="0"/>
                  </a:moveTo>
                  <a:lnTo>
                    <a:pt x="1556942" y="55605"/>
                  </a:lnTo>
                  <a:lnTo>
                    <a:pt x="1501337" y="111210"/>
                  </a:lnTo>
                  <a:lnTo>
                    <a:pt x="1445732" y="166815"/>
                  </a:lnTo>
                  <a:lnTo>
                    <a:pt x="1390127" y="222420"/>
                  </a:lnTo>
                  <a:lnTo>
                    <a:pt x="1334522" y="278025"/>
                  </a:lnTo>
                  <a:lnTo>
                    <a:pt x="1278916" y="333630"/>
                  </a:lnTo>
                  <a:lnTo>
                    <a:pt x="1223311" y="389235"/>
                  </a:lnTo>
                  <a:lnTo>
                    <a:pt x="1167706" y="444840"/>
                  </a:lnTo>
                  <a:lnTo>
                    <a:pt x="1112101" y="500445"/>
                  </a:lnTo>
                  <a:lnTo>
                    <a:pt x="1056496" y="556050"/>
                  </a:lnTo>
                  <a:lnTo>
                    <a:pt x="1000891" y="611655"/>
                  </a:lnTo>
                  <a:lnTo>
                    <a:pt x="945286" y="667261"/>
                  </a:lnTo>
                  <a:lnTo>
                    <a:pt x="889681" y="722866"/>
                  </a:lnTo>
                  <a:lnTo>
                    <a:pt x="834076" y="778471"/>
                  </a:lnTo>
                  <a:lnTo>
                    <a:pt x="778471" y="834076"/>
                  </a:lnTo>
                  <a:lnTo>
                    <a:pt x="722866" y="889681"/>
                  </a:lnTo>
                  <a:lnTo>
                    <a:pt x="667261" y="945286"/>
                  </a:lnTo>
                  <a:lnTo>
                    <a:pt x="611655" y="1000891"/>
                  </a:lnTo>
                  <a:lnTo>
                    <a:pt x="556050" y="1056496"/>
                  </a:lnTo>
                  <a:lnTo>
                    <a:pt x="500445" y="1112101"/>
                  </a:lnTo>
                  <a:lnTo>
                    <a:pt x="444840" y="1167706"/>
                  </a:lnTo>
                  <a:lnTo>
                    <a:pt x="389235" y="1223311"/>
                  </a:lnTo>
                  <a:lnTo>
                    <a:pt x="333630" y="1278916"/>
                  </a:lnTo>
                  <a:lnTo>
                    <a:pt x="278025" y="1334522"/>
                  </a:lnTo>
                  <a:lnTo>
                    <a:pt x="222420" y="1390127"/>
                  </a:lnTo>
                  <a:lnTo>
                    <a:pt x="166815" y="1445732"/>
                  </a:lnTo>
                  <a:lnTo>
                    <a:pt x="111210" y="1501337"/>
                  </a:lnTo>
                  <a:lnTo>
                    <a:pt x="55605" y="1556942"/>
                  </a:lnTo>
                  <a:lnTo>
                    <a:pt x="0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36514" y="3813337"/>
              <a:ext cx="2280486" cy="0"/>
            </a:xfrm>
            <a:custGeom>
              <a:avLst/>
              <a:pathLst>
                <a:path w="2280486" h="0">
                  <a:moveTo>
                    <a:pt x="2280486" y="0"/>
                  </a:moveTo>
                  <a:lnTo>
                    <a:pt x="2201849" y="0"/>
                  </a:lnTo>
                  <a:lnTo>
                    <a:pt x="2123211" y="0"/>
                  </a:lnTo>
                  <a:lnTo>
                    <a:pt x="2044574" y="0"/>
                  </a:lnTo>
                  <a:lnTo>
                    <a:pt x="1965936" y="0"/>
                  </a:lnTo>
                  <a:lnTo>
                    <a:pt x="1887299" y="0"/>
                  </a:lnTo>
                  <a:lnTo>
                    <a:pt x="1808661" y="0"/>
                  </a:lnTo>
                  <a:lnTo>
                    <a:pt x="1730024" y="0"/>
                  </a:lnTo>
                  <a:lnTo>
                    <a:pt x="1651386" y="0"/>
                  </a:lnTo>
                  <a:lnTo>
                    <a:pt x="1572749" y="0"/>
                  </a:lnTo>
                  <a:lnTo>
                    <a:pt x="1494111" y="0"/>
                  </a:lnTo>
                  <a:lnTo>
                    <a:pt x="1415474" y="0"/>
                  </a:lnTo>
                  <a:lnTo>
                    <a:pt x="1336836" y="0"/>
                  </a:lnTo>
                  <a:lnTo>
                    <a:pt x="1258199" y="0"/>
                  </a:lnTo>
                  <a:lnTo>
                    <a:pt x="1179562" y="0"/>
                  </a:lnTo>
                  <a:lnTo>
                    <a:pt x="1100924" y="0"/>
                  </a:lnTo>
                  <a:lnTo>
                    <a:pt x="1022287" y="0"/>
                  </a:lnTo>
                  <a:lnTo>
                    <a:pt x="943649" y="0"/>
                  </a:lnTo>
                  <a:lnTo>
                    <a:pt x="865012" y="0"/>
                  </a:lnTo>
                  <a:lnTo>
                    <a:pt x="786374" y="0"/>
                  </a:lnTo>
                  <a:lnTo>
                    <a:pt x="707737" y="0"/>
                  </a:lnTo>
                  <a:lnTo>
                    <a:pt x="629099" y="0"/>
                  </a:lnTo>
                  <a:lnTo>
                    <a:pt x="550462" y="0"/>
                  </a:lnTo>
                  <a:lnTo>
                    <a:pt x="471824" y="0"/>
                  </a:lnTo>
                  <a:lnTo>
                    <a:pt x="393187" y="0"/>
                  </a:lnTo>
                  <a:lnTo>
                    <a:pt x="314549" y="0"/>
                  </a:lnTo>
                  <a:lnTo>
                    <a:pt x="235912" y="0"/>
                  </a:lnTo>
                  <a:lnTo>
                    <a:pt x="157274" y="0"/>
                  </a:lnTo>
                  <a:lnTo>
                    <a:pt x="78637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04453" y="2200789"/>
              <a:ext cx="1612547" cy="1612547"/>
            </a:xfrm>
            <a:custGeom>
              <a:avLst/>
              <a:pathLst>
                <a:path w="1612547" h="1612547">
                  <a:moveTo>
                    <a:pt x="1612547" y="1612547"/>
                  </a:moveTo>
                  <a:lnTo>
                    <a:pt x="1556942" y="1556942"/>
                  </a:lnTo>
                  <a:lnTo>
                    <a:pt x="1501337" y="1501337"/>
                  </a:lnTo>
                  <a:lnTo>
                    <a:pt x="1445732" y="1445732"/>
                  </a:lnTo>
                  <a:lnTo>
                    <a:pt x="1390127" y="1390127"/>
                  </a:lnTo>
                  <a:lnTo>
                    <a:pt x="1334522" y="1334522"/>
                  </a:lnTo>
                  <a:lnTo>
                    <a:pt x="1278916" y="1278916"/>
                  </a:lnTo>
                  <a:lnTo>
                    <a:pt x="1223311" y="1223311"/>
                  </a:lnTo>
                  <a:lnTo>
                    <a:pt x="1167706" y="1167706"/>
                  </a:lnTo>
                  <a:lnTo>
                    <a:pt x="1112101" y="1112101"/>
                  </a:lnTo>
                  <a:lnTo>
                    <a:pt x="1056496" y="1056496"/>
                  </a:lnTo>
                  <a:lnTo>
                    <a:pt x="1000891" y="1000891"/>
                  </a:lnTo>
                  <a:lnTo>
                    <a:pt x="945286" y="945286"/>
                  </a:lnTo>
                  <a:lnTo>
                    <a:pt x="889681" y="889681"/>
                  </a:lnTo>
                  <a:lnTo>
                    <a:pt x="834076" y="834076"/>
                  </a:lnTo>
                  <a:lnTo>
                    <a:pt x="778471" y="778471"/>
                  </a:lnTo>
                  <a:lnTo>
                    <a:pt x="722866" y="722866"/>
                  </a:lnTo>
                  <a:lnTo>
                    <a:pt x="667261" y="667261"/>
                  </a:lnTo>
                  <a:lnTo>
                    <a:pt x="611655" y="611655"/>
                  </a:lnTo>
                  <a:lnTo>
                    <a:pt x="556050" y="556050"/>
                  </a:lnTo>
                  <a:lnTo>
                    <a:pt x="500445" y="500445"/>
                  </a:lnTo>
                  <a:lnTo>
                    <a:pt x="444840" y="444840"/>
                  </a:lnTo>
                  <a:lnTo>
                    <a:pt x="389235" y="389235"/>
                  </a:lnTo>
                  <a:lnTo>
                    <a:pt x="333630" y="333630"/>
                  </a:lnTo>
                  <a:lnTo>
                    <a:pt x="278025" y="278025"/>
                  </a:lnTo>
                  <a:lnTo>
                    <a:pt x="222420" y="222420"/>
                  </a:lnTo>
                  <a:lnTo>
                    <a:pt x="166815" y="166815"/>
                  </a:lnTo>
                  <a:lnTo>
                    <a:pt x="111210" y="111210"/>
                  </a:lnTo>
                  <a:lnTo>
                    <a:pt x="55605" y="55605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5015" y="1206755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97111" y="1958081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74545" y="377246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88045" y="5584362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5949" y="6335794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50852" y="5584362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28507" y="377246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59918" y="1958081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625832" y="2641123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76390" y="150088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2026-04-01T18:12:38Z</dcterms:modified>
  <cp:category/>
</cp:coreProperties>
</file>