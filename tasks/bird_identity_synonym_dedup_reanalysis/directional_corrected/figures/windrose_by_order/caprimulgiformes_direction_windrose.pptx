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83116" y="409575"/>
              <a:ext cx="1267768" cy="140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609929" y="1532850"/>
              <a:ext cx="3387558" cy="4560973"/>
            </a:xfrm>
            <a:custGeom>
              <a:avLst/>
              <a:pathLst>
                <a:path w="3387558" h="4560973">
                  <a:moveTo>
                    <a:pt x="3387558" y="2280486"/>
                  </a:moveTo>
                  <a:lnTo>
                    <a:pt x="3386228" y="2202628"/>
                  </a:lnTo>
                  <a:lnTo>
                    <a:pt x="3382242" y="2124860"/>
                  </a:lnTo>
                  <a:lnTo>
                    <a:pt x="3375602" y="2047274"/>
                  </a:lnTo>
                  <a:lnTo>
                    <a:pt x="3366317" y="1969960"/>
                  </a:lnTo>
                  <a:lnTo>
                    <a:pt x="3354398" y="1893008"/>
                  </a:lnTo>
                  <a:lnTo>
                    <a:pt x="3339859" y="1816507"/>
                  </a:lnTo>
                  <a:lnTo>
                    <a:pt x="3322717" y="1740548"/>
                  </a:lnTo>
                  <a:lnTo>
                    <a:pt x="3302991" y="1665218"/>
                  </a:lnTo>
                  <a:lnTo>
                    <a:pt x="3280705" y="1590606"/>
                  </a:lnTo>
                  <a:lnTo>
                    <a:pt x="3255885" y="1516798"/>
                  </a:lnTo>
                  <a:lnTo>
                    <a:pt x="3228559" y="1443880"/>
                  </a:lnTo>
                  <a:lnTo>
                    <a:pt x="3198759" y="1371938"/>
                  </a:lnTo>
                  <a:lnTo>
                    <a:pt x="3166521" y="1301055"/>
                  </a:lnTo>
                  <a:lnTo>
                    <a:pt x="3131882" y="1231314"/>
                  </a:lnTo>
                  <a:lnTo>
                    <a:pt x="3094881" y="1162796"/>
                  </a:lnTo>
                  <a:lnTo>
                    <a:pt x="3055563" y="1095582"/>
                  </a:lnTo>
                  <a:lnTo>
                    <a:pt x="3013973" y="1029749"/>
                  </a:lnTo>
                  <a:lnTo>
                    <a:pt x="2970160" y="965374"/>
                  </a:lnTo>
                  <a:lnTo>
                    <a:pt x="2924175" y="902533"/>
                  </a:lnTo>
                  <a:lnTo>
                    <a:pt x="2876070" y="841298"/>
                  </a:lnTo>
                  <a:lnTo>
                    <a:pt x="2825904" y="781742"/>
                  </a:lnTo>
                  <a:lnTo>
                    <a:pt x="2773733" y="723933"/>
                  </a:lnTo>
                  <a:lnTo>
                    <a:pt x="2719619" y="667939"/>
                  </a:lnTo>
                  <a:lnTo>
                    <a:pt x="2663625" y="613824"/>
                  </a:lnTo>
                  <a:lnTo>
                    <a:pt x="2605815" y="561654"/>
                  </a:lnTo>
                  <a:lnTo>
                    <a:pt x="2546259" y="511487"/>
                  </a:lnTo>
                  <a:lnTo>
                    <a:pt x="2485024" y="463383"/>
                  </a:lnTo>
                  <a:lnTo>
                    <a:pt x="2422183" y="417397"/>
                  </a:lnTo>
                  <a:lnTo>
                    <a:pt x="2357808" y="373584"/>
                  </a:lnTo>
                  <a:lnTo>
                    <a:pt x="2291976" y="331994"/>
                  </a:lnTo>
                  <a:lnTo>
                    <a:pt x="2224761" y="292676"/>
                  </a:lnTo>
                  <a:lnTo>
                    <a:pt x="2156243" y="255676"/>
                  </a:lnTo>
                  <a:lnTo>
                    <a:pt x="2086503" y="221036"/>
                  </a:lnTo>
                  <a:lnTo>
                    <a:pt x="2015620" y="188798"/>
                  </a:lnTo>
                  <a:lnTo>
                    <a:pt x="1943677" y="158999"/>
                  </a:lnTo>
                  <a:lnTo>
                    <a:pt x="1870760" y="131673"/>
                  </a:lnTo>
                  <a:lnTo>
                    <a:pt x="1796952" y="106852"/>
                  </a:lnTo>
                  <a:lnTo>
                    <a:pt x="1722339" y="84566"/>
                  </a:lnTo>
                  <a:lnTo>
                    <a:pt x="1647009" y="64840"/>
                  </a:lnTo>
                  <a:lnTo>
                    <a:pt x="1571050" y="47698"/>
                  </a:lnTo>
                  <a:lnTo>
                    <a:pt x="1494550" y="33159"/>
                  </a:lnTo>
                  <a:lnTo>
                    <a:pt x="1417598" y="21240"/>
                  </a:lnTo>
                  <a:lnTo>
                    <a:pt x="1340283" y="11955"/>
                  </a:lnTo>
                  <a:lnTo>
                    <a:pt x="1262697" y="5316"/>
                  </a:lnTo>
                  <a:lnTo>
                    <a:pt x="1184930" y="1329"/>
                  </a:lnTo>
                  <a:lnTo>
                    <a:pt x="1107071" y="0"/>
                  </a:lnTo>
                  <a:lnTo>
                    <a:pt x="1184930" y="1329"/>
                  </a:lnTo>
                  <a:lnTo>
                    <a:pt x="1262697" y="5316"/>
                  </a:lnTo>
                  <a:lnTo>
                    <a:pt x="1340283" y="11955"/>
                  </a:lnTo>
                  <a:lnTo>
                    <a:pt x="1417598" y="21240"/>
                  </a:lnTo>
                  <a:lnTo>
                    <a:pt x="1494550" y="33159"/>
                  </a:lnTo>
                  <a:lnTo>
                    <a:pt x="1571050" y="47698"/>
                  </a:lnTo>
                  <a:lnTo>
                    <a:pt x="1647009" y="64840"/>
                  </a:lnTo>
                  <a:lnTo>
                    <a:pt x="1722339" y="84566"/>
                  </a:lnTo>
                  <a:lnTo>
                    <a:pt x="1796952" y="106852"/>
                  </a:lnTo>
                  <a:lnTo>
                    <a:pt x="1870760" y="131673"/>
                  </a:lnTo>
                  <a:lnTo>
                    <a:pt x="1943677" y="158999"/>
                  </a:lnTo>
                  <a:lnTo>
                    <a:pt x="2015620" y="188798"/>
                  </a:lnTo>
                  <a:lnTo>
                    <a:pt x="2086503" y="221036"/>
                  </a:lnTo>
                  <a:lnTo>
                    <a:pt x="2156243" y="255676"/>
                  </a:lnTo>
                  <a:lnTo>
                    <a:pt x="2224761" y="292676"/>
                  </a:lnTo>
                  <a:lnTo>
                    <a:pt x="2291976" y="331994"/>
                  </a:lnTo>
                  <a:lnTo>
                    <a:pt x="2357808" y="373584"/>
                  </a:lnTo>
                  <a:lnTo>
                    <a:pt x="2422183" y="417397"/>
                  </a:lnTo>
                  <a:lnTo>
                    <a:pt x="2485024" y="463383"/>
                  </a:lnTo>
                  <a:lnTo>
                    <a:pt x="2546259" y="511487"/>
                  </a:lnTo>
                  <a:lnTo>
                    <a:pt x="2605815" y="561654"/>
                  </a:lnTo>
                  <a:lnTo>
                    <a:pt x="2663625" y="613824"/>
                  </a:lnTo>
                  <a:lnTo>
                    <a:pt x="2719619" y="667939"/>
                  </a:lnTo>
                  <a:lnTo>
                    <a:pt x="2792156" y="787631"/>
                  </a:lnTo>
                  <a:lnTo>
                    <a:pt x="2856203" y="910129"/>
                  </a:lnTo>
                  <a:lnTo>
                    <a:pt x="2911690" y="1034848"/>
                  </a:lnTo>
                  <a:lnTo>
                    <a:pt x="2958587" y="1161206"/>
                  </a:lnTo>
                  <a:lnTo>
                    <a:pt x="2996901" y="1288627"/>
                  </a:lnTo>
                  <a:lnTo>
                    <a:pt x="3026679" y="1416541"/>
                  </a:lnTo>
                  <a:lnTo>
                    <a:pt x="3048004" y="1544387"/>
                  </a:lnTo>
                  <a:lnTo>
                    <a:pt x="3060994" y="1671619"/>
                  </a:lnTo>
                  <a:lnTo>
                    <a:pt x="3065804" y="1797702"/>
                  </a:lnTo>
                  <a:lnTo>
                    <a:pt x="3062622" y="1922118"/>
                  </a:lnTo>
                  <a:lnTo>
                    <a:pt x="3051668" y="2044369"/>
                  </a:lnTo>
                  <a:lnTo>
                    <a:pt x="3033193" y="2163977"/>
                  </a:lnTo>
                  <a:lnTo>
                    <a:pt x="3007477" y="2280486"/>
                  </a:lnTo>
                  <a:lnTo>
                    <a:pt x="2974826" y="2393464"/>
                  </a:lnTo>
                  <a:lnTo>
                    <a:pt x="2935573" y="2502506"/>
                  </a:lnTo>
                  <a:lnTo>
                    <a:pt x="2890074" y="2607233"/>
                  </a:lnTo>
                  <a:lnTo>
                    <a:pt x="2838705" y="2707295"/>
                  </a:lnTo>
                  <a:lnTo>
                    <a:pt x="2781862" y="2802372"/>
                  </a:lnTo>
                  <a:lnTo>
                    <a:pt x="2719959" y="2892174"/>
                  </a:lnTo>
                  <a:lnTo>
                    <a:pt x="2653422" y="2976442"/>
                  </a:lnTo>
                  <a:lnTo>
                    <a:pt x="2582692" y="3054952"/>
                  </a:lnTo>
                  <a:lnTo>
                    <a:pt x="2508218" y="3127509"/>
                  </a:lnTo>
                  <a:lnTo>
                    <a:pt x="2430458" y="3193954"/>
                  </a:lnTo>
                  <a:lnTo>
                    <a:pt x="2349875" y="3254161"/>
                  </a:lnTo>
                  <a:lnTo>
                    <a:pt x="2266935" y="3308035"/>
                  </a:lnTo>
                  <a:lnTo>
                    <a:pt x="2182103" y="3355518"/>
                  </a:lnTo>
                  <a:lnTo>
                    <a:pt x="2095845" y="3396581"/>
                  </a:lnTo>
                  <a:lnTo>
                    <a:pt x="2008622" y="3431231"/>
                  </a:lnTo>
                  <a:lnTo>
                    <a:pt x="1920888" y="3459504"/>
                  </a:lnTo>
                  <a:lnTo>
                    <a:pt x="1833091" y="3481469"/>
                  </a:lnTo>
                  <a:lnTo>
                    <a:pt x="1745666" y="3497226"/>
                  </a:lnTo>
                  <a:lnTo>
                    <a:pt x="1659036" y="3506902"/>
                  </a:lnTo>
                  <a:lnTo>
                    <a:pt x="1573613" y="3510655"/>
                  </a:lnTo>
                  <a:lnTo>
                    <a:pt x="1489788" y="3508666"/>
                  </a:lnTo>
                  <a:lnTo>
                    <a:pt x="1407937" y="3501146"/>
                  </a:lnTo>
                  <a:lnTo>
                    <a:pt x="1328416" y="3488326"/>
                  </a:lnTo>
                  <a:lnTo>
                    <a:pt x="1251561" y="3470463"/>
                  </a:lnTo>
                  <a:lnTo>
                    <a:pt x="1177683" y="3447833"/>
                  </a:lnTo>
                  <a:lnTo>
                    <a:pt x="1107071" y="3420729"/>
                  </a:lnTo>
                  <a:lnTo>
                    <a:pt x="1039990" y="3389465"/>
                  </a:lnTo>
                  <a:lnTo>
                    <a:pt x="976678" y="3354368"/>
                  </a:lnTo>
                  <a:lnTo>
                    <a:pt x="917347" y="3315778"/>
                  </a:lnTo>
                  <a:lnTo>
                    <a:pt x="862181" y="3274046"/>
                  </a:lnTo>
                  <a:lnTo>
                    <a:pt x="811336" y="3229534"/>
                  </a:lnTo>
                  <a:lnTo>
                    <a:pt x="764941" y="3182610"/>
                  </a:lnTo>
                  <a:lnTo>
                    <a:pt x="723096" y="3133645"/>
                  </a:lnTo>
                  <a:lnTo>
                    <a:pt x="685871" y="3083017"/>
                  </a:lnTo>
                  <a:lnTo>
                    <a:pt x="653309" y="3031101"/>
                  </a:lnTo>
                  <a:lnTo>
                    <a:pt x="625424" y="2978272"/>
                  </a:lnTo>
                  <a:lnTo>
                    <a:pt x="602203" y="2924903"/>
                  </a:lnTo>
                  <a:lnTo>
                    <a:pt x="583603" y="2871360"/>
                  </a:lnTo>
                  <a:lnTo>
                    <a:pt x="569555" y="2818002"/>
                  </a:lnTo>
                  <a:lnTo>
                    <a:pt x="559966" y="2765179"/>
                  </a:lnTo>
                  <a:lnTo>
                    <a:pt x="554714" y="2713230"/>
                  </a:lnTo>
                  <a:lnTo>
                    <a:pt x="553655" y="2662482"/>
                  </a:lnTo>
                  <a:lnTo>
                    <a:pt x="556621" y="2613245"/>
                  </a:lnTo>
                  <a:lnTo>
                    <a:pt x="563422" y="2565815"/>
                  </a:lnTo>
                  <a:lnTo>
                    <a:pt x="573847" y="2520471"/>
                  </a:lnTo>
                  <a:lnTo>
                    <a:pt x="587667" y="2477470"/>
                  </a:lnTo>
                  <a:lnTo>
                    <a:pt x="604634" y="2437052"/>
                  </a:lnTo>
                  <a:lnTo>
                    <a:pt x="624485" y="2399433"/>
                  </a:lnTo>
                  <a:lnTo>
                    <a:pt x="646942" y="2364808"/>
                  </a:lnTo>
                  <a:lnTo>
                    <a:pt x="671714" y="2333348"/>
                  </a:lnTo>
                  <a:lnTo>
                    <a:pt x="698500" y="2305200"/>
                  </a:lnTo>
                  <a:lnTo>
                    <a:pt x="726990" y="2280486"/>
                  </a:lnTo>
                  <a:lnTo>
                    <a:pt x="756867" y="2259303"/>
                  </a:lnTo>
                  <a:lnTo>
                    <a:pt x="787809" y="2241721"/>
                  </a:lnTo>
                  <a:lnTo>
                    <a:pt x="819490" y="2227785"/>
                  </a:lnTo>
                  <a:lnTo>
                    <a:pt x="851584" y="2217514"/>
                  </a:lnTo>
                  <a:lnTo>
                    <a:pt x="883766" y="2210901"/>
                  </a:lnTo>
                  <a:lnTo>
                    <a:pt x="915712" y="2207913"/>
                  </a:lnTo>
                  <a:lnTo>
                    <a:pt x="947104" y="2208491"/>
                  </a:lnTo>
                  <a:lnTo>
                    <a:pt x="977631" y="2212550"/>
                  </a:lnTo>
                  <a:lnTo>
                    <a:pt x="1006989" y="2219984"/>
                  </a:lnTo>
                  <a:lnTo>
                    <a:pt x="1034887" y="2230661"/>
                  </a:lnTo>
                  <a:lnTo>
                    <a:pt x="1061042" y="2244424"/>
                  </a:lnTo>
                  <a:lnTo>
                    <a:pt x="1085187" y="2261098"/>
                  </a:lnTo>
                  <a:lnTo>
                    <a:pt x="1107071" y="2280486"/>
                  </a:lnTo>
                  <a:lnTo>
                    <a:pt x="1071086" y="2247939"/>
                  </a:lnTo>
                  <a:lnTo>
                    <a:pt x="1031928" y="2219080"/>
                  </a:lnTo>
                  <a:lnTo>
                    <a:pt x="989883" y="2194141"/>
                  </a:lnTo>
                  <a:lnTo>
                    <a:pt x="945247" y="2173334"/>
                  </a:lnTo>
                  <a:lnTo>
                    <a:pt x="898334" y="2156851"/>
                  </a:lnTo>
                  <a:lnTo>
                    <a:pt x="849466" y="2144862"/>
                  </a:lnTo>
                  <a:lnTo>
                    <a:pt x="798981" y="2137517"/>
                  </a:lnTo>
                  <a:lnTo>
                    <a:pt x="747222" y="2134942"/>
                  </a:lnTo>
                  <a:lnTo>
                    <a:pt x="694545" y="2137241"/>
                  </a:lnTo>
                  <a:lnTo>
                    <a:pt x="641309" y="2144494"/>
                  </a:lnTo>
                  <a:lnTo>
                    <a:pt x="587880" y="2156756"/>
                  </a:lnTo>
                  <a:lnTo>
                    <a:pt x="534628" y="2174060"/>
                  </a:lnTo>
                  <a:lnTo>
                    <a:pt x="481927" y="2196412"/>
                  </a:lnTo>
                  <a:lnTo>
                    <a:pt x="430147" y="2223795"/>
                  </a:lnTo>
                  <a:lnTo>
                    <a:pt x="379663" y="2256166"/>
                  </a:lnTo>
                  <a:lnTo>
                    <a:pt x="330844" y="2293458"/>
                  </a:lnTo>
                  <a:lnTo>
                    <a:pt x="284056" y="2335580"/>
                  </a:lnTo>
                  <a:lnTo>
                    <a:pt x="239662" y="2382416"/>
                  </a:lnTo>
                  <a:lnTo>
                    <a:pt x="198014" y="2433825"/>
                  </a:lnTo>
                  <a:lnTo>
                    <a:pt x="159460" y="2489644"/>
                  </a:lnTo>
                  <a:lnTo>
                    <a:pt x="124334" y="2549686"/>
                  </a:lnTo>
                  <a:lnTo>
                    <a:pt x="92963" y="2613741"/>
                  </a:lnTo>
                  <a:lnTo>
                    <a:pt x="65658" y="2681579"/>
                  </a:lnTo>
                  <a:lnTo>
                    <a:pt x="42717" y="2752947"/>
                  </a:lnTo>
                  <a:lnTo>
                    <a:pt x="24424" y="2827573"/>
                  </a:lnTo>
                  <a:lnTo>
                    <a:pt x="11044" y="2905164"/>
                  </a:lnTo>
                  <a:lnTo>
                    <a:pt x="2826" y="2985410"/>
                  </a:lnTo>
                  <a:lnTo>
                    <a:pt x="0" y="3067984"/>
                  </a:lnTo>
                  <a:lnTo>
                    <a:pt x="2773" y="3152542"/>
                  </a:lnTo>
                  <a:lnTo>
                    <a:pt x="11335" y="3238724"/>
                  </a:lnTo>
                  <a:lnTo>
                    <a:pt x="25852" y="3326160"/>
                  </a:lnTo>
                  <a:lnTo>
                    <a:pt x="46466" y="3414464"/>
                  </a:lnTo>
                  <a:lnTo>
                    <a:pt x="73297" y="3503240"/>
                  </a:lnTo>
                  <a:lnTo>
                    <a:pt x="106438" y="3592084"/>
                  </a:lnTo>
                  <a:lnTo>
                    <a:pt x="145960" y="3680581"/>
                  </a:lnTo>
                  <a:lnTo>
                    <a:pt x="191906" y="3768313"/>
                  </a:lnTo>
                  <a:lnTo>
                    <a:pt x="244294" y="3854854"/>
                  </a:lnTo>
                  <a:lnTo>
                    <a:pt x="303114" y="3939776"/>
                  </a:lnTo>
                  <a:lnTo>
                    <a:pt x="368330" y="4022649"/>
                  </a:lnTo>
                  <a:lnTo>
                    <a:pt x="439880" y="4103043"/>
                  </a:lnTo>
                  <a:lnTo>
                    <a:pt x="517672" y="4180529"/>
                  </a:lnTo>
                  <a:lnTo>
                    <a:pt x="601590" y="4254682"/>
                  </a:lnTo>
                  <a:lnTo>
                    <a:pt x="691489" y="4325081"/>
                  </a:lnTo>
                  <a:lnTo>
                    <a:pt x="787198" y="4391310"/>
                  </a:lnTo>
                  <a:lnTo>
                    <a:pt x="888518" y="4452965"/>
                  </a:lnTo>
                  <a:lnTo>
                    <a:pt x="995226" y="4509648"/>
                  </a:lnTo>
                  <a:lnTo>
                    <a:pt x="1107071" y="4560973"/>
                  </a:lnTo>
                  <a:lnTo>
                    <a:pt x="1161288" y="4489042"/>
                  </a:lnTo>
                  <a:lnTo>
                    <a:pt x="1211976" y="4415867"/>
                  </a:lnTo>
                  <a:lnTo>
                    <a:pt x="1259107" y="4341577"/>
                  </a:lnTo>
                  <a:lnTo>
                    <a:pt x="1302657" y="4266303"/>
                  </a:lnTo>
                  <a:lnTo>
                    <a:pt x="1342609" y="4190176"/>
                  </a:lnTo>
                  <a:lnTo>
                    <a:pt x="1378948" y="4113327"/>
                  </a:lnTo>
                  <a:lnTo>
                    <a:pt x="1411662" y="4035886"/>
                  </a:lnTo>
                  <a:lnTo>
                    <a:pt x="1440747" y="3957987"/>
                  </a:lnTo>
                  <a:lnTo>
                    <a:pt x="1466200" y="3879759"/>
                  </a:lnTo>
                  <a:lnTo>
                    <a:pt x="1488024" y="3801335"/>
                  </a:lnTo>
                  <a:lnTo>
                    <a:pt x="1506225" y="3722844"/>
                  </a:lnTo>
                  <a:lnTo>
                    <a:pt x="1520815" y="3644417"/>
                  </a:lnTo>
                  <a:lnTo>
                    <a:pt x="1531809" y="3566184"/>
                  </a:lnTo>
                  <a:lnTo>
                    <a:pt x="1539225" y="3488274"/>
                  </a:lnTo>
                  <a:lnTo>
                    <a:pt x="1543087" y="3410815"/>
                  </a:lnTo>
                  <a:lnTo>
                    <a:pt x="1543424" y="3333933"/>
                  </a:lnTo>
                  <a:lnTo>
                    <a:pt x="1540265" y="3257756"/>
                  </a:lnTo>
                  <a:lnTo>
                    <a:pt x="1533649" y="3182408"/>
                  </a:lnTo>
                  <a:lnTo>
                    <a:pt x="1523613" y="3108012"/>
                  </a:lnTo>
                  <a:lnTo>
                    <a:pt x="1510202" y="3034690"/>
                  </a:lnTo>
                  <a:lnTo>
                    <a:pt x="1493463" y="2962562"/>
                  </a:lnTo>
                  <a:lnTo>
                    <a:pt x="1473448" y="2891748"/>
                  </a:lnTo>
                  <a:lnTo>
                    <a:pt x="1450212" y="2822364"/>
                  </a:lnTo>
                  <a:lnTo>
                    <a:pt x="1423814" y="2754525"/>
                  </a:lnTo>
                  <a:lnTo>
                    <a:pt x="1394317" y="2688344"/>
                  </a:lnTo>
                  <a:lnTo>
                    <a:pt x="1361787" y="2623931"/>
                  </a:lnTo>
                  <a:lnTo>
                    <a:pt x="1326294" y="2561394"/>
                  </a:lnTo>
                  <a:lnTo>
                    <a:pt x="1287912" y="2500841"/>
                  </a:lnTo>
                  <a:lnTo>
                    <a:pt x="1246717" y="2442374"/>
                  </a:lnTo>
                  <a:lnTo>
                    <a:pt x="1202789" y="2386094"/>
                  </a:lnTo>
                  <a:lnTo>
                    <a:pt x="1156212" y="2332100"/>
                  </a:lnTo>
                  <a:lnTo>
                    <a:pt x="1107071" y="2280486"/>
                  </a:lnTo>
                  <a:lnTo>
                    <a:pt x="1067124" y="2282690"/>
                  </a:lnTo>
                  <a:lnTo>
                    <a:pt x="1027540" y="2289289"/>
                  </a:lnTo>
                  <a:lnTo>
                    <a:pt x="988683" y="2300242"/>
                  </a:lnTo>
                  <a:lnTo>
                    <a:pt x="950911" y="2315482"/>
                  </a:lnTo>
                  <a:lnTo>
                    <a:pt x="914577" y="2334918"/>
                  </a:lnTo>
                  <a:lnTo>
                    <a:pt x="880027" y="2358431"/>
                  </a:lnTo>
                  <a:lnTo>
                    <a:pt x="847598" y="2385875"/>
                  </a:lnTo>
                  <a:lnTo>
                    <a:pt x="817615" y="2417084"/>
                  </a:lnTo>
                  <a:lnTo>
                    <a:pt x="790393" y="2451864"/>
                  </a:lnTo>
                  <a:lnTo>
                    <a:pt x="766231" y="2490000"/>
                  </a:lnTo>
                  <a:lnTo>
                    <a:pt x="745412" y="2531255"/>
                  </a:lnTo>
                  <a:lnTo>
                    <a:pt x="728203" y="2575371"/>
                  </a:lnTo>
                  <a:lnTo>
                    <a:pt x="714852" y="2622070"/>
                  </a:lnTo>
                  <a:lnTo>
                    <a:pt x="705587" y="2671056"/>
                  </a:lnTo>
                  <a:lnTo>
                    <a:pt x="700616" y="2722015"/>
                  </a:lnTo>
                  <a:lnTo>
                    <a:pt x="700121" y="2774618"/>
                  </a:lnTo>
                  <a:lnTo>
                    <a:pt x="704265" y="2828523"/>
                  </a:lnTo>
                  <a:lnTo>
                    <a:pt x="713185" y="2883375"/>
                  </a:lnTo>
                  <a:lnTo>
                    <a:pt x="726990" y="2938806"/>
                  </a:lnTo>
                  <a:lnTo>
                    <a:pt x="745768" y="2994442"/>
                  </a:lnTo>
                  <a:lnTo>
                    <a:pt x="769575" y="3049900"/>
                  </a:lnTo>
                  <a:lnTo>
                    <a:pt x="798444" y="3104792"/>
                  </a:lnTo>
                  <a:lnTo>
                    <a:pt x="832379" y="3158726"/>
                  </a:lnTo>
                  <a:lnTo>
                    <a:pt x="871355" y="3211309"/>
                  </a:lnTo>
                  <a:lnTo>
                    <a:pt x="915320" y="3262147"/>
                  </a:lnTo>
                  <a:lnTo>
                    <a:pt x="964193" y="3310849"/>
                  </a:lnTo>
                  <a:lnTo>
                    <a:pt x="1017867" y="3357027"/>
                  </a:lnTo>
                  <a:lnTo>
                    <a:pt x="1076204" y="3400300"/>
                  </a:lnTo>
                  <a:lnTo>
                    <a:pt x="1139041" y="3440293"/>
                  </a:lnTo>
                  <a:lnTo>
                    <a:pt x="1206188" y="3476643"/>
                  </a:lnTo>
                  <a:lnTo>
                    <a:pt x="1277426" y="3508996"/>
                  </a:lnTo>
                  <a:lnTo>
                    <a:pt x="1352513" y="3537012"/>
                  </a:lnTo>
                  <a:lnTo>
                    <a:pt x="1431181" y="3560367"/>
                  </a:lnTo>
                  <a:lnTo>
                    <a:pt x="1513138" y="3578754"/>
                  </a:lnTo>
                  <a:lnTo>
                    <a:pt x="1598069" y="3591882"/>
                  </a:lnTo>
                  <a:lnTo>
                    <a:pt x="1685636" y="3599481"/>
                  </a:lnTo>
                  <a:lnTo>
                    <a:pt x="1775483" y="3601304"/>
                  </a:lnTo>
                  <a:lnTo>
                    <a:pt x="1867234" y="3597126"/>
                  </a:lnTo>
                  <a:lnTo>
                    <a:pt x="1960493" y="3586744"/>
                  </a:lnTo>
                  <a:lnTo>
                    <a:pt x="2054850" y="3569985"/>
                  </a:lnTo>
                  <a:lnTo>
                    <a:pt x="2149881" y="3546700"/>
                  </a:lnTo>
                  <a:lnTo>
                    <a:pt x="2245147" y="3516766"/>
                  </a:lnTo>
                  <a:lnTo>
                    <a:pt x="2340200" y="3480092"/>
                  </a:lnTo>
                  <a:lnTo>
                    <a:pt x="2434582" y="3436616"/>
                  </a:lnTo>
                  <a:lnTo>
                    <a:pt x="2527827" y="3386305"/>
                  </a:lnTo>
                  <a:lnTo>
                    <a:pt x="2619465" y="3329157"/>
                  </a:lnTo>
                  <a:lnTo>
                    <a:pt x="2709022" y="3265201"/>
                  </a:lnTo>
                  <a:lnTo>
                    <a:pt x="2796021" y="3194500"/>
                  </a:lnTo>
                  <a:lnTo>
                    <a:pt x="2879990" y="3117146"/>
                  </a:lnTo>
                  <a:lnTo>
                    <a:pt x="2960455" y="3033265"/>
                  </a:lnTo>
                  <a:lnTo>
                    <a:pt x="3036950" y="2943014"/>
                  </a:lnTo>
                  <a:lnTo>
                    <a:pt x="3109016" y="2846582"/>
                  </a:lnTo>
                  <a:lnTo>
                    <a:pt x="3176201" y="2744189"/>
                  </a:lnTo>
                  <a:lnTo>
                    <a:pt x="3238066" y="2636086"/>
                  </a:lnTo>
                  <a:lnTo>
                    <a:pt x="3294185" y="2522556"/>
                  </a:lnTo>
                  <a:lnTo>
                    <a:pt x="3344147" y="2403909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80648" y="1532850"/>
              <a:ext cx="2716838" cy="4560973"/>
            </a:xfrm>
            <a:custGeom>
              <a:avLst/>
              <a:pathLst>
                <a:path w="2716838" h="4560973">
                  <a:moveTo>
                    <a:pt x="436352" y="0"/>
                  </a:moveTo>
                  <a:lnTo>
                    <a:pt x="514210" y="1329"/>
                  </a:lnTo>
                  <a:lnTo>
                    <a:pt x="591978" y="5316"/>
                  </a:lnTo>
                  <a:lnTo>
                    <a:pt x="669564" y="11955"/>
                  </a:lnTo>
                  <a:lnTo>
                    <a:pt x="746878" y="21240"/>
                  </a:lnTo>
                  <a:lnTo>
                    <a:pt x="823830" y="33159"/>
                  </a:lnTo>
                  <a:lnTo>
                    <a:pt x="900330" y="47698"/>
                  </a:lnTo>
                  <a:lnTo>
                    <a:pt x="976290" y="64840"/>
                  </a:lnTo>
                  <a:lnTo>
                    <a:pt x="1051620" y="84566"/>
                  </a:lnTo>
                  <a:lnTo>
                    <a:pt x="1126232" y="106852"/>
                  </a:lnTo>
                  <a:lnTo>
                    <a:pt x="1200040" y="131673"/>
                  </a:lnTo>
                  <a:lnTo>
                    <a:pt x="1272958" y="158999"/>
                  </a:lnTo>
                  <a:lnTo>
                    <a:pt x="1344900" y="188798"/>
                  </a:lnTo>
                  <a:lnTo>
                    <a:pt x="1415783" y="221036"/>
                  </a:lnTo>
                  <a:lnTo>
                    <a:pt x="1485524" y="255676"/>
                  </a:lnTo>
                  <a:lnTo>
                    <a:pt x="1554041" y="292676"/>
                  </a:lnTo>
                  <a:lnTo>
                    <a:pt x="1621256" y="331994"/>
                  </a:lnTo>
                  <a:lnTo>
                    <a:pt x="1687089" y="373584"/>
                  </a:lnTo>
                  <a:lnTo>
                    <a:pt x="1751463" y="417397"/>
                  </a:lnTo>
                  <a:lnTo>
                    <a:pt x="1814305" y="463383"/>
                  </a:lnTo>
                  <a:lnTo>
                    <a:pt x="1875539" y="511487"/>
                  </a:lnTo>
                  <a:lnTo>
                    <a:pt x="1935096" y="561654"/>
                  </a:lnTo>
                  <a:lnTo>
                    <a:pt x="1992905" y="613824"/>
                  </a:lnTo>
                  <a:lnTo>
                    <a:pt x="2048899" y="667939"/>
                  </a:lnTo>
                  <a:lnTo>
                    <a:pt x="2103013" y="723933"/>
                  </a:lnTo>
                  <a:lnTo>
                    <a:pt x="2155184" y="781742"/>
                  </a:lnTo>
                  <a:lnTo>
                    <a:pt x="2205351" y="841298"/>
                  </a:lnTo>
                  <a:lnTo>
                    <a:pt x="2253455" y="902533"/>
                  </a:lnTo>
                  <a:lnTo>
                    <a:pt x="2299441" y="965374"/>
                  </a:lnTo>
                  <a:lnTo>
                    <a:pt x="2343254" y="1029749"/>
                  </a:lnTo>
                  <a:lnTo>
                    <a:pt x="2384844" y="1095582"/>
                  </a:lnTo>
                  <a:lnTo>
                    <a:pt x="2424162" y="1162796"/>
                  </a:lnTo>
                  <a:lnTo>
                    <a:pt x="2461162" y="1231314"/>
                  </a:lnTo>
                  <a:lnTo>
                    <a:pt x="2495801" y="1301055"/>
                  </a:lnTo>
                  <a:lnTo>
                    <a:pt x="2528040" y="1371938"/>
                  </a:lnTo>
                  <a:lnTo>
                    <a:pt x="2557839" y="1443880"/>
                  </a:lnTo>
                  <a:lnTo>
                    <a:pt x="2585165" y="1516798"/>
                  </a:lnTo>
                  <a:lnTo>
                    <a:pt x="2609986" y="1590606"/>
                  </a:lnTo>
                  <a:lnTo>
                    <a:pt x="2632272" y="1665218"/>
                  </a:lnTo>
                  <a:lnTo>
                    <a:pt x="2651997" y="1740548"/>
                  </a:lnTo>
                  <a:lnTo>
                    <a:pt x="2669140" y="1816507"/>
                  </a:lnTo>
                  <a:lnTo>
                    <a:pt x="2683679" y="1893008"/>
                  </a:lnTo>
                  <a:lnTo>
                    <a:pt x="2695598" y="1969960"/>
                  </a:lnTo>
                  <a:lnTo>
                    <a:pt x="2704882" y="2047274"/>
                  </a:lnTo>
                  <a:lnTo>
                    <a:pt x="2711522" y="2124860"/>
                  </a:lnTo>
                  <a:lnTo>
                    <a:pt x="2715509" y="2202628"/>
                  </a:lnTo>
                  <a:lnTo>
                    <a:pt x="2716838" y="2280486"/>
                  </a:lnTo>
                  <a:lnTo>
                    <a:pt x="2644908" y="2334703"/>
                  </a:lnTo>
                  <a:lnTo>
                    <a:pt x="2571733" y="2385391"/>
                  </a:lnTo>
                  <a:lnTo>
                    <a:pt x="2497443" y="2432521"/>
                  </a:lnTo>
                  <a:lnTo>
                    <a:pt x="2422169" y="2476072"/>
                  </a:lnTo>
                  <a:lnTo>
                    <a:pt x="2346042" y="2516024"/>
                  </a:lnTo>
                  <a:lnTo>
                    <a:pt x="2269192" y="2552362"/>
                  </a:lnTo>
                  <a:lnTo>
                    <a:pt x="2191752" y="2585077"/>
                  </a:lnTo>
                  <a:lnTo>
                    <a:pt x="2113852" y="2614162"/>
                  </a:lnTo>
                  <a:lnTo>
                    <a:pt x="2035625" y="2639615"/>
                  </a:lnTo>
                  <a:lnTo>
                    <a:pt x="1957200" y="2661439"/>
                  </a:lnTo>
                  <a:lnTo>
                    <a:pt x="1878709" y="2679640"/>
                  </a:lnTo>
                  <a:lnTo>
                    <a:pt x="1800283" y="2694230"/>
                  </a:lnTo>
                  <a:lnTo>
                    <a:pt x="1722050" y="2705223"/>
                  </a:lnTo>
                  <a:lnTo>
                    <a:pt x="1644140" y="2712639"/>
                  </a:lnTo>
                  <a:lnTo>
                    <a:pt x="1566680" y="2716502"/>
                  </a:lnTo>
                  <a:lnTo>
                    <a:pt x="1489799" y="2716838"/>
                  </a:lnTo>
                  <a:lnTo>
                    <a:pt x="1413622" y="2713680"/>
                  </a:lnTo>
                  <a:lnTo>
                    <a:pt x="1338273" y="2707063"/>
                  </a:lnTo>
                  <a:lnTo>
                    <a:pt x="1263877" y="2697027"/>
                  </a:lnTo>
                  <a:lnTo>
                    <a:pt x="1190555" y="2683616"/>
                  </a:lnTo>
                  <a:lnTo>
                    <a:pt x="1118428" y="2666877"/>
                  </a:lnTo>
                  <a:lnTo>
                    <a:pt x="1047614" y="2646862"/>
                  </a:lnTo>
                  <a:lnTo>
                    <a:pt x="978230" y="2623626"/>
                  </a:lnTo>
                  <a:lnTo>
                    <a:pt x="910391" y="2597229"/>
                  </a:lnTo>
                  <a:lnTo>
                    <a:pt x="844209" y="2567732"/>
                  </a:lnTo>
                  <a:lnTo>
                    <a:pt x="779796" y="2535202"/>
                  </a:lnTo>
                  <a:lnTo>
                    <a:pt x="717260" y="2499709"/>
                  </a:lnTo>
                  <a:lnTo>
                    <a:pt x="656707" y="2461327"/>
                  </a:lnTo>
                  <a:lnTo>
                    <a:pt x="598240" y="2420132"/>
                  </a:lnTo>
                  <a:lnTo>
                    <a:pt x="541960" y="2376204"/>
                  </a:lnTo>
                  <a:lnTo>
                    <a:pt x="487965" y="2329626"/>
                  </a:lnTo>
                  <a:lnTo>
                    <a:pt x="436352" y="2280486"/>
                  </a:lnTo>
                  <a:lnTo>
                    <a:pt x="485492" y="2332100"/>
                  </a:lnTo>
                  <a:lnTo>
                    <a:pt x="532069" y="2386094"/>
                  </a:lnTo>
                  <a:lnTo>
                    <a:pt x="575997" y="2442374"/>
                  </a:lnTo>
                  <a:lnTo>
                    <a:pt x="617192" y="2500841"/>
                  </a:lnTo>
                  <a:lnTo>
                    <a:pt x="655575" y="2561394"/>
                  </a:lnTo>
                  <a:lnTo>
                    <a:pt x="691068" y="2623931"/>
                  </a:lnTo>
                  <a:lnTo>
                    <a:pt x="723597" y="2688344"/>
                  </a:lnTo>
                  <a:lnTo>
                    <a:pt x="753094" y="2754525"/>
                  </a:lnTo>
                  <a:lnTo>
                    <a:pt x="779492" y="2822364"/>
                  </a:lnTo>
                  <a:lnTo>
                    <a:pt x="802728" y="2891748"/>
                  </a:lnTo>
                  <a:lnTo>
                    <a:pt x="822743" y="2962562"/>
                  </a:lnTo>
                  <a:lnTo>
                    <a:pt x="839482" y="3034690"/>
                  </a:lnTo>
                  <a:lnTo>
                    <a:pt x="852893" y="3108012"/>
                  </a:lnTo>
                  <a:lnTo>
                    <a:pt x="862929" y="3182408"/>
                  </a:lnTo>
                  <a:lnTo>
                    <a:pt x="869546" y="3257756"/>
                  </a:lnTo>
                  <a:lnTo>
                    <a:pt x="872704" y="3333933"/>
                  </a:lnTo>
                  <a:lnTo>
                    <a:pt x="872368" y="3410815"/>
                  </a:lnTo>
                  <a:lnTo>
                    <a:pt x="868505" y="3488274"/>
                  </a:lnTo>
                  <a:lnTo>
                    <a:pt x="861089" y="3566184"/>
                  </a:lnTo>
                  <a:lnTo>
                    <a:pt x="850096" y="3644417"/>
                  </a:lnTo>
                  <a:lnTo>
                    <a:pt x="835506" y="3722844"/>
                  </a:lnTo>
                  <a:lnTo>
                    <a:pt x="817304" y="3801335"/>
                  </a:lnTo>
                  <a:lnTo>
                    <a:pt x="795480" y="3879759"/>
                  </a:lnTo>
                  <a:lnTo>
                    <a:pt x="770027" y="3957987"/>
                  </a:lnTo>
                  <a:lnTo>
                    <a:pt x="740943" y="4035886"/>
                  </a:lnTo>
                  <a:lnTo>
                    <a:pt x="708228" y="4113327"/>
                  </a:lnTo>
                  <a:lnTo>
                    <a:pt x="671890" y="4190176"/>
                  </a:lnTo>
                  <a:lnTo>
                    <a:pt x="631938" y="4266303"/>
                  </a:lnTo>
                  <a:lnTo>
                    <a:pt x="588387" y="4341577"/>
                  </a:lnTo>
                  <a:lnTo>
                    <a:pt x="541256" y="4415867"/>
                  </a:lnTo>
                  <a:lnTo>
                    <a:pt x="490569" y="4489042"/>
                  </a:lnTo>
                  <a:lnTo>
                    <a:pt x="436352" y="4560973"/>
                  </a:lnTo>
                  <a:lnTo>
                    <a:pt x="382135" y="4489042"/>
                  </a:lnTo>
                  <a:lnTo>
                    <a:pt x="331447" y="4415867"/>
                  </a:lnTo>
                  <a:lnTo>
                    <a:pt x="284316" y="4341577"/>
                  </a:lnTo>
                  <a:lnTo>
                    <a:pt x="240766" y="4266303"/>
                  </a:lnTo>
                  <a:lnTo>
                    <a:pt x="200814" y="4190176"/>
                  </a:lnTo>
                  <a:lnTo>
                    <a:pt x="164476" y="4113327"/>
                  </a:lnTo>
                  <a:lnTo>
                    <a:pt x="131761" y="4035886"/>
                  </a:lnTo>
                  <a:lnTo>
                    <a:pt x="102676" y="3957987"/>
                  </a:lnTo>
                  <a:lnTo>
                    <a:pt x="77223" y="3879759"/>
                  </a:lnTo>
                  <a:lnTo>
                    <a:pt x="55399" y="3801335"/>
                  </a:lnTo>
                  <a:lnTo>
                    <a:pt x="37198" y="3722844"/>
                  </a:lnTo>
                  <a:lnTo>
                    <a:pt x="22608" y="3644417"/>
                  </a:lnTo>
                  <a:lnTo>
                    <a:pt x="11614" y="3566184"/>
                  </a:lnTo>
                  <a:lnTo>
                    <a:pt x="4198" y="3488274"/>
                  </a:lnTo>
                  <a:lnTo>
                    <a:pt x="336" y="3410815"/>
                  </a:lnTo>
                  <a:lnTo>
                    <a:pt x="0" y="3333933"/>
                  </a:lnTo>
                  <a:lnTo>
                    <a:pt x="3158" y="3257756"/>
                  </a:lnTo>
                  <a:lnTo>
                    <a:pt x="9774" y="3182408"/>
                  </a:lnTo>
                  <a:lnTo>
                    <a:pt x="19810" y="3108012"/>
                  </a:lnTo>
                  <a:lnTo>
                    <a:pt x="33221" y="3034690"/>
                  </a:lnTo>
                  <a:lnTo>
                    <a:pt x="49960" y="2962562"/>
                  </a:lnTo>
                  <a:lnTo>
                    <a:pt x="69975" y="2891748"/>
                  </a:lnTo>
                  <a:lnTo>
                    <a:pt x="93211" y="2822364"/>
                  </a:lnTo>
                  <a:lnTo>
                    <a:pt x="119609" y="2754525"/>
                  </a:lnTo>
                  <a:lnTo>
                    <a:pt x="149106" y="2688344"/>
                  </a:lnTo>
                  <a:lnTo>
                    <a:pt x="181636" y="2623931"/>
                  </a:lnTo>
                  <a:lnTo>
                    <a:pt x="217129" y="2561394"/>
                  </a:lnTo>
                  <a:lnTo>
                    <a:pt x="255511" y="2500841"/>
                  </a:lnTo>
                  <a:lnTo>
                    <a:pt x="296706" y="2442374"/>
                  </a:lnTo>
                  <a:lnTo>
                    <a:pt x="340634" y="2386094"/>
                  </a:lnTo>
                  <a:lnTo>
                    <a:pt x="387211" y="2332100"/>
                  </a:lnTo>
                  <a:lnTo>
                    <a:pt x="436352" y="2280486"/>
                  </a:lnTo>
                  <a:lnTo>
                    <a:pt x="436352" y="2280486"/>
                  </a:lnTo>
                  <a:lnTo>
                    <a:pt x="436352" y="2280486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150124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6062222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2026-04-01T18:12:43Z</dcterms:modified>
  <cp:category/>
</cp:coreProperties>
</file>