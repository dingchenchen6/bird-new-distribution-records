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06385" y="440031"/>
              <a:ext cx="1021231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091921" y="2787178"/>
              <a:ext cx="2905566" cy="2441686"/>
            </a:xfrm>
            <a:custGeom>
              <a:avLst/>
              <a:pathLst>
                <a:path w="2905566" h="2441686">
                  <a:moveTo>
                    <a:pt x="2905566" y="1026158"/>
                  </a:moveTo>
                  <a:lnTo>
                    <a:pt x="2855274" y="931420"/>
                  </a:lnTo>
                  <a:lnTo>
                    <a:pt x="2801137" y="840948"/>
                  </a:lnTo>
                  <a:lnTo>
                    <a:pt x="2743426" y="754893"/>
                  </a:lnTo>
                  <a:lnTo>
                    <a:pt x="2682418" y="673392"/>
                  </a:lnTo>
                  <a:lnTo>
                    <a:pt x="2618396" y="596565"/>
                  </a:lnTo>
                  <a:lnTo>
                    <a:pt x="2551645" y="524519"/>
                  </a:lnTo>
                  <a:lnTo>
                    <a:pt x="2482454" y="457343"/>
                  </a:lnTo>
                  <a:lnTo>
                    <a:pt x="2411117" y="395111"/>
                  </a:lnTo>
                  <a:lnTo>
                    <a:pt x="2337926" y="337879"/>
                  </a:lnTo>
                  <a:lnTo>
                    <a:pt x="2263177" y="285691"/>
                  </a:lnTo>
                  <a:lnTo>
                    <a:pt x="2187164" y="238571"/>
                  </a:lnTo>
                  <a:lnTo>
                    <a:pt x="2110180" y="196530"/>
                  </a:lnTo>
                  <a:lnTo>
                    <a:pt x="2032520" y="159562"/>
                  </a:lnTo>
                  <a:lnTo>
                    <a:pt x="1954471" y="127646"/>
                  </a:lnTo>
                  <a:lnTo>
                    <a:pt x="1876322" y="100743"/>
                  </a:lnTo>
                  <a:lnTo>
                    <a:pt x="1798355" y="78804"/>
                  </a:lnTo>
                  <a:lnTo>
                    <a:pt x="1720848" y="61760"/>
                  </a:lnTo>
                  <a:lnTo>
                    <a:pt x="1644074" y="49530"/>
                  </a:lnTo>
                  <a:lnTo>
                    <a:pt x="1568299" y="42019"/>
                  </a:lnTo>
                  <a:lnTo>
                    <a:pt x="1493784" y="39118"/>
                  </a:lnTo>
                  <a:lnTo>
                    <a:pt x="1420779" y="40702"/>
                  </a:lnTo>
                  <a:lnTo>
                    <a:pt x="1349529" y="46637"/>
                  </a:lnTo>
                  <a:lnTo>
                    <a:pt x="1280268" y="56774"/>
                  </a:lnTo>
                  <a:lnTo>
                    <a:pt x="1213222" y="70953"/>
                  </a:lnTo>
                  <a:lnTo>
                    <a:pt x="1148606" y="89001"/>
                  </a:lnTo>
                  <a:lnTo>
                    <a:pt x="1086624" y="110738"/>
                  </a:lnTo>
                  <a:lnTo>
                    <a:pt x="1027470" y="135969"/>
                  </a:lnTo>
                  <a:lnTo>
                    <a:pt x="971325" y="164492"/>
                  </a:lnTo>
                  <a:lnTo>
                    <a:pt x="918359" y="196096"/>
                  </a:lnTo>
                  <a:lnTo>
                    <a:pt x="868728" y="230561"/>
                  </a:lnTo>
                  <a:lnTo>
                    <a:pt x="822577" y="267660"/>
                  </a:lnTo>
                  <a:lnTo>
                    <a:pt x="780035" y="307158"/>
                  </a:lnTo>
                  <a:lnTo>
                    <a:pt x="741221" y="348815"/>
                  </a:lnTo>
                  <a:lnTo>
                    <a:pt x="706237" y="392386"/>
                  </a:lnTo>
                  <a:lnTo>
                    <a:pt x="675171" y="437619"/>
                  </a:lnTo>
                  <a:lnTo>
                    <a:pt x="648098" y="484261"/>
                  </a:lnTo>
                  <a:lnTo>
                    <a:pt x="625079" y="532052"/>
                  </a:lnTo>
                  <a:lnTo>
                    <a:pt x="652238" y="473332"/>
                  </a:lnTo>
                  <a:lnTo>
                    <a:pt x="685152" y="416228"/>
                  </a:lnTo>
                  <a:lnTo>
                    <a:pt x="723721" y="361166"/>
                  </a:lnTo>
                  <a:lnTo>
                    <a:pt x="767818" y="308560"/>
                  </a:lnTo>
                  <a:lnTo>
                    <a:pt x="817287" y="258821"/>
                  </a:lnTo>
                  <a:lnTo>
                    <a:pt x="871946" y="212346"/>
                  </a:lnTo>
                  <a:lnTo>
                    <a:pt x="931588" y="169523"/>
                  </a:lnTo>
                  <a:lnTo>
                    <a:pt x="995978" y="130728"/>
                  </a:lnTo>
                  <a:lnTo>
                    <a:pt x="1064860" y="96320"/>
                  </a:lnTo>
                  <a:lnTo>
                    <a:pt x="1137950" y="66643"/>
                  </a:lnTo>
                  <a:lnTo>
                    <a:pt x="1214945" y="42026"/>
                  </a:lnTo>
                  <a:lnTo>
                    <a:pt x="1295517" y="22776"/>
                  </a:lnTo>
                  <a:lnTo>
                    <a:pt x="1379321" y="9181"/>
                  </a:lnTo>
                  <a:lnTo>
                    <a:pt x="1465988" y="1507"/>
                  </a:lnTo>
                  <a:lnTo>
                    <a:pt x="1555135" y="0"/>
                  </a:lnTo>
                  <a:lnTo>
                    <a:pt x="1646359" y="4878"/>
                  </a:lnTo>
                  <a:lnTo>
                    <a:pt x="1701706" y="85537"/>
                  </a:lnTo>
                  <a:lnTo>
                    <a:pt x="1750878" y="168972"/>
                  </a:lnTo>
                  <a:lnTo>
                    <a:pt x="1793755" y="254722"/>
                  </a:lnTo>
                  <a:lnTo>
                    <a:pt x="1830251" y="342320"/>
                  </a:lnTo>
                  <a:lnTo>
                    <a:pt x="1860313" y="431300"/>
                  </a:lnTo>
                  <a:lnTo>
                    <a:pt x="1883924" y="521199"/>
                  </a:lnTo>
                  <a:lnTo>
                    <a:pt x="1901098" y="611554"/>
                  </a:lnTo>
                  <a:lnTo>
                    <a:pt x="1911882" y="701912"/>
                  </a:lnTo>
                  <a:lnTo>
                    <a:pt x="1916354" y="791826"/>
                  </a:lnTo>
                  <a:lnTo>
                    <a:pt x="1914625" y="880861"/>
                  </a:lnTo>
                  <a:lnTo>
                    <a:pt x="1906832" y="968594"/>
                  </a:lnTo>
                  <a:lnTo>
                    <a:pt x="1893145" y="1054618"/>
                  </a:lnTo>
                  <a:lnTo>
                    <a:pt x="1873756" y="1138541"/>
                  </a:lnTo>
                  <a:lnTo>
                    <a:pt x="1848888" y="1219990"/>
                  </a:lnTo>
                  <a:lnTo>
                    <a:pt x="1818785" y="1298613"/>
                  </a:lnTo>
                  <a:lnTo>
                    <a:pt x="1783712" y="1374079"/>
                  </a:lnTo>
                  <a:lnTo>
                    <a:pt x="1743958" y="1446080"/>
                  </a:lnTo>
                  <a:lnTo>
                    <a:pt x="1699828" y="1514332"/>
                  </a:lnTo>
                  <a:lnTo>
                    <a:pt x="1651645" y="1578576"/>
                  </a:lnTo>
                  <a:lnTo>
                    <a:pt x="1599745" y="1638581"/>
                  </a:lnTo>
                  <a:lnTo>
                    <a:pt x="1544480" y="1694142"/>
                  </a:lnTo>
                  <a:lnTo>
                    <a:pt x="1486209" y="1745081"/>
                  </a:lnTo>
                  <a:lnTo>
                    <a:pt x="1425301" y="1791249"/>
                  </a:lnTo>
                  <a:lnTo>
                    <a:pt x="1362131" y="1832525"/>
                  </a:lnTo>
                  <a:lnTo>
                    <a:pt x="1297077" y="1868817"/>
                  </a:lnTo>
                  <a:lnTo>
                    <a:pt x="1230521" y="1900062"/>
                  </a:lnTo>
                  <a:lnTo>
                    <a:pt x="1162844" y="1926225"/>
                  </a:lnTo>
                  <a:lnTo>
                    <a:pt x="1094424" y="1947299"/>
                  </a:lnTo>
                  <a:lnTo>
                    <a:pt x="1025634" y="1963304"/>
                  </a:lnTo>
                  <a:lnTo>
                    <a:pt x="956844" y="1974289"/>
                  </a:lnTo>
                  <a:lnTo>
                    <a:pt x="888413" y="1980327"/>
                  </a:lnTo>
                  <a:lnTo>
                    <a:pt x="820690" y="1981517"/>
                  </a:lnTo>
                  <a:lnTo>
                    <a:pt x="754013" y="1977984"/>
                  </a:lnTo>
                  <a:lnTo>
                    <a:pt x="688706" y="1969874"/>
                  </a:lnTo>
                  <a:lnTo>
                    <a:pt x="625079" y="1957357"/>
                  </a:lnTo>
                  <a:lnTo>
                    <a:pt x="563424" y="1940620"/>
                  </a:lnTo>
                  <a:lnTo>
                    <a:pt x="504017" y="1919874"/>
                  </a:lnTo>
                  <a:lnTo>
                    <a:pt x="447112" y="1895343"/>
                  </a:lnTo>
                  <a:lnTo>
                    <a:pt x="392946" y="1867271"/>
                  </a:lnTo>
                  <a:lnTo>
                    <a:pt x="341733" y="1835913"/>
                  </a:lnTo>
                  <a:lnTo>
                    <a:pt x="293666" y="1801538"/>
                  </a:lnTo>
                  <a:lnTo>
                    <a:pt x="248913" y="1764425"/>
                  </a:lnTo>
                  <a:lnTo>
                    <a:pt x="207622" y="1724864"/>
                  </a:lnTo>
                  <a:lnTo>
                    <a:pt x="169915" y="1683148"/>
                  </a:lnTo>
                  <a:lnTo>
                    <a:pt x="135891" y="1639580"/>
                  </a:lnTo>
                  <a:lnTo>
                    <a:pt x="105626" y="1594462"/>
                  </a:lnTo>
                  <a:lnTo>
                    <a:pt x="79170" y="1548101"/>
                  </a:lnTo>
                  <a:lnTo>
                    <a:pt x="56550" y="1500800"/>
                  </a:lnTo>
                  <a:lnTo>
                    <a:pt x="37769" y="1452863"/>
                  </a:lnTo>
                  <a:lnTo>
                    <a:pt x="22809" y="1404589"/>
                  </a:lnTo>
                  <a:lnTo>
                    <a:pt x="11626" y="1356271"/>
                  </a:lnTo>
                  <a:lnTo>
                    <a:pt x="4157" y="1308194"/>
                  </a:lnTo>
                  <a:lnTo>
                    <a:pt x="317" y="1260635"/>
                  </a:lnTo>
                  <a:lnTo>
                    <a:pt x="0" y="1213861"/>
                  </a:lnTo>
                  <a:lnTo>
                    <a:pt x="3082" y="1168125"/>
                  </a:lnTo>
                  <a:lnTo>
                    <a:pt x="9420" y="1123669"/>
                  </a:lnTo>
                  <a:lnTo>
                    <a:pt x="18857" y="1080719"/>
                  </a:lnTo>
                  <a:lnTo>
                    <a:pt x="31216" y="1039486"/>
                  </a:lnTo>
                  <a:lnTo>
                    <a:pt x="46310" y="1000165"/>
                  </a:lnTo>
                  <a:lnTo>
                    <a:pt x="63938" y="962932"/>
                  </a:lnTo>
                  <a:lnTo>
                    <a:pt x="83887" y="927946"/>
                  </a:lnTo>
                  <a:lnTo>
                    <a:pt x="105935" y="895345"/>
                  </a:lnTo>
                  <a:lnTo>
                    <a:pt x="129853" y="865249"/>
                  </a:lnTo>
                  <a:lnTo>
                    <a:pt x="155406" y="837758"/>
                  </a:lnTo>
                  <a:lnTo>
                    <a:pt x="182351" y="812952"/>
                  </a:lnTo>
                  <a:lnTo>
                    <a:pt x="210447" y="790888"/>
                  </a:lnTo>
                  <a:lnTo>
                    <a:pt x="239448" y="771605"/>
                  </a:lnTo>
                  <a:lnTo>
                    <a:pt x="269109" y="755122"/>
                  </a:lnTo>
                  <a:lnTo>
                    <a:pt x="299188" y="741435"/>
                  </a:lnTo>
                  <a:lnTo>
                    <a:pt x="329445" y="730524"/>
                  </a:lnTo>
                  <a:lnTo>
                    <a:pt x="298807" y="784178"/>
                  </a:lnTo>
                  <a:lnTo>
                    <a:pt x="277307" y="840270"/>
                  </a:lnTo>
                  <a:lnTo>
                    <a:pt x="264979" y="897312"/>
                  </a:lnTo>
                  <a:lnTo>
                    <a:pt x="261620" y="953862"/>
                  </a:lnTo>
                  <a:lnTo>
                    <a:pt x="266809" y="1008557"/>
                  </a:lnTo>
                  <a:lnTo>
                    <a:pt x="279925" y="1060153"/>
                  </a:lnTo>
                  <a:lnTo>
                    <a:pt x="300170" y="1107543"/>
                  </a:lnTo>
                  <a:lnTo>
                    <a:pt x="326602" y="1149791"/>
                  </a:lnTo>
                  <a:lnTo>
                    <a:pt x="358161" y="1186142"/>
                  </a:lnTo>
                  <a:lnTo>
                    <a:pt x="393706" y="1216041"/>
                  </a:lnTo>
                  <a:lnTo>
                    <a:pt x="432049" y="1239134"/>
                  </a:lnTo>
                  <a:lnTo>
                    <a:pt x="471987" y="1255277"/>
                  </a:lnTo>
                  <a:lnTo>
                    <a:pt x="512341" y="1264523"/>
                  </a:lnTo>
                  <a:lnTo>
                    <a:pt x="551984" y="1267119"/>
                  </a:lnTo>
                  <a:lnTo>
                    <a:pt x="589874" y="1263487"/>
                  </a:lnTo>
                  <a:lnTo>
                    <a:pt x="625079" y="1254207"/>
                  </a:lnTo>
                  <a:lnTo>
                    <a:pt x="652088" y="1300390"/>
                  </a:lnTo>
                  <a:lnTo>
                    <a:pt x="688107" y="1343019"/>
                  </a:lnTo>
                  <a:lnTo>
                    <a:pt x="732652" y="1380780"/>
                  </a:lnTo>
                  <a:lnTo>
                    <a:pt x="785075" y="1412422"/>
                  </a:lnTo>
                  <a:lnTo>
                    <a:pt x="844561" y="1436780"/>
                  </a:lnTo>
                  <a:lnTo>
                    <a:pt x="910147" y="1452793"/>
                  </a:lnTo>
                  <a:lnTo>
                    <a:pt x="980732" y="1459523"/>
                  </a:lnTo>
                  <a:lnTo>
                    <a:pt x="1055092" y="1456171"/>
                  </a:lnTo>
                  <a:lnTo>
                    <a:pt x="1008612" y="1493494"/>
                  </a:lnTo>
                  <a:lnTo>
                    <a:pt x="958978" y="1525874"/>
                  </a:lnTo>
                  <a:lnTo>
                    <a:pt x="906710" y="1553053"/>
                  </a:lnTo>
                  <a:lnTo>
                    <a:pt x="852346" y="1574828"/>
                  </a:lnTo>
                  <a:lnTo>
                    <a:pt x="796438" y="1591053"/>
                  </a:lnTo>
                  <a:lnTo>
                    <a:pt x="739548" y="1601634"/>
                  </a:lnTo>
                  <a:lnTo>
                    <a:pt x="682241" y="1606537"/>
                  </a:lnTo>
                  <a:lnTo>
                    <a:pt x="625079" y="1605782"/>
                  </a:lnTo>
                  <a:lnTo>
                    <a:pt x="568615" y="1599444"/>
                  </a:lnTo>
                  <a:lnTo>
                    <a:pt x="513390" y="1587655"/>
                  </a:lnTo>
                  <a:lnTo>
                    <a:pt x="459926" y="1570594"/>
                  </a:lnTo>
                  <a:lnTo>
                    <a:pt x="408721" y="1548492"/>
                  </a:lnTo>
                  <a:lnTo>
                    <a:pt x="360245" y="1521628"/>
                  </a:lnTo>
                  <a:lnTo>
                    <a:pt x="314935" y="1490321"/>
                  </a:lnTo>
                  <a:lnTo>
                    <a:pt x="273193" y="1454932"/>
                  </a:lnTo>
                  <a:lnTo>
                    <a:pt x="235380" y="1415857"/>
                  </a:lnTo>
                  <a:lnTo>
                    <a:pt x="223914" y="1346076"/>
                  </a:lnTo>
                  <a:lnTo>
                    <a:pt x="222799" y="1278927"/>
                  </a:lnTo>
                  <a:lnTo>
                    <a:pt x="231272" y="1215806"/>
                  </a:lnTo>
                  <a:lnTo>
                    <a:pt x="248389" y="1157967"/>
                  </a:lnTo>
                  <a:lnTo>
                    <a:pt x="273055" y="1106505"/>
                  </a:lnTo>
                  <a:lnTo>
                    <a:pt x="304041" y="1062330"/>
                  </a:lnTo>
                  <a:lnTo>
                    <a:pt x="340018" y="1026158"/>
                  </a:lnTo>
                  <a:lnTo>
                    <a:pt x="307728" y="1042516"/>
                  </a:lnTo>
                  <a:lnTo>
                    <a:pt x="276452" y="1062195"/>
                  </a:lnTo>
                  <a:lnTo>
                    <a:pt x="246447" y="1085128"/>
                  </a:lnTo>
                  <a:lnTo>
                    <a:pt x="217965" y="1111233"/>
                  </a:lnTo>
                  <a:lnTo>
                    <a:pt x="191251" y="1140409"/>
                  </a:lnTo>
                  <a:lnTo>
                    <a:pt x="166545" y="1172538"/>
                  </a:lnTo>
                  <a:lnTo>
                    <a:pt x="144079" y="1207488"/>
                  </a:lnTo>
                  <a:lnTo>
                    <a:pt x="124077" y="1245108"/>
                  </a:lnTo>
                  <a:lnTo>
                    <a:pt x="106752" y="1285234"/>
                  </a:lnTo>
                  <a:lnTo>
                    <a:pt x="92308" y="1327686"/>
                  </a:lnTo>
                  <a:lnTo>
                    <a:pt x="80935" y="1372269"/>
                  </a:lnTo>
                  <a:lnTo>
                    <a:pt x="72813" y="1418776"/>
                  </a:lnTo>
                  <a:lnTo>
                    <a:pt x="68107" y="1466986"/>
                  </a:lnTo>
                  <a:lnTo>
                    <a:pt x="66967" y="1516669"/>
                  </a:lnTo>
                  <a:lnTo>
                    <a:pt x="69532" y="1567581"/>
                  </a:lnTo>
                  <a:lnTo>
                    <a:pt x="75920" y="1619468"/>
                  </a:lnTo>
                  <a:lnTo>
                    <a:pt x="86236" y="1672071"/>
                  </a:lnTo>
                  <a:lnTo>
                    <a:pt x="100567" y="1725117"/>
                  </a:lnTo>
                  <a:lnTo>
                    <a:pt x="118983" y="1778332"/>
                  </a:lnTo>
                  <a:lnTo>
                    <a:pt x="141535" y="1831432"/>
                  </a:lnTo>
                  <a:lnTo>
                    <a:pt x="168257" y="1884131"/>
                  </a:lnTo>
                  <a:lnTo>
                    <a:pt x="199163" y="1936137"/>
                  </a:lnTo>
                  <a:lnTo>
                    <a:pt x="234248" y="1987158"/>
                  </a:lnTo>
                  <a:lnTo>
                    <a:pt x="273491" y="2036900"/>
                  </a:lnTo>
                  <a:lnTo>
                    <a:pt x="316846" y="2085067"/>
                  </a:lnTo>
                  <a:lnTo>
                    <a:pt x="364252" y="2131368"/>
                  </a:lnTo>
                  <a:lnTo>
                    <a:pt x="415628" y="2175511"/>
                  </a:lnTo>
                  <a:lnTo>
                    <a:pt x="470873" y="2217211"/>
                  </a:lnTo>
                  <a:lnTo>
                    <a:pt x="529867" y="2256184"/>
                  </a:lnTo>
                  <a:lnTo>
                    <a:pt x="592471" y="2292156"/>
                  </a:lnTo>
                  <a:lnTo>
                    <a:pt x="658529" y="2324857"/>
                  </a:lnTo>
                  <a:lnTo>
                    <a:pt x="727864" y="2354027"/>
                  </a:lnTo>
                  <a:lnTo>
                    <a:pt x="800285" y="2379416"/>
                  </a:lnTo>
                  <a:lnTo>
                    <a:pt x="875582" y="2400785"/>
                  </a:lnTo>
                  <a:lnTo>
                    <a:pt x="953527" y="2417904"/>
                  </a:lnTo>
                  <a:lnTo>
                    <a:pt x="1033880" y="2430559"/>
                  </a:lnTo>
                  <a:lnTo>
                    <a:pt x="1116382" y="2438548"/>
                  </a:lnTo>
                  <a:lnTo>
                    <a:pt x="1200762" y="2441686"/>
                  </a:lnTo>
                  <a:lnTo>
                    <a:pt x="1286735" y="2439800"/>
                  </a:lnTo>
                  <a:lnTo>
                    <a:pt x="1374004" y="2432739"/>
                  </a:lnTo>
                  <a:lnTo>
                    <a:pt x="1462260" y="2420365"/>
                  </a:lnTo>
                  <a:lnTo>
                    <a:pt x="1551183" y="2402559"/>
                  </a:lnTo>
                  <a:lnTo>
                    <a:pt x="1640445" y="2379224"/>
                  </a:lnTo>
                  <a:lnTo>
                    <a:pt x="1729708" y="2350279"/>
                  </a:lnTo>
                  <a:lnTo>
                    <a:pt x="1818628" y="2315665"/>
                  </a:lnTo>
                  <a:lnTo>
                    <a:pt x="1906854" y="2275344"/>
                  </a:lnTo>
                  <a:lnTo>
                    <a:pt x="1994032" y="2229298"/>
                  </a:lnTo>
                  <a:lnTo>
                    <a:pt x="2079803" y="2177532"/>
                  </a:lnTo>
                  <a:lnTo>
                    <a:pt x="2163807" y="2120072"/>
                  </a:lnTo>
                  <a:lnTo>
                    <a:pt x="2245681" y="2056966"/>
                  </a:lnTo>
                  <a:lnTo>
                    <a:pt x="2325066" y="1988285"/>
                  </a:lnTo>
                  <a:lnTo>
                    <a:pt x="2401601" y="1914122"/>
                  </a:lnTo>
                  <a:lnTo>
                    <a:pt x="2474932" y="1834591"/>
                  </a:lnTo>
                  <a:lnTo>
                    <a:pt x="2544705" y="1749830"/>
                  </a:lnTo>
                  <a:lnTo>
                    <a:pt x="2610576" y="1659999"/>
                  </a:lnTo>
                  <a:lnTo>
                    <a:pt x="2672206" y="1565278"/>
                  </a:lnTo>
                  <a:lnTo>
                    <a:pt x="2729265" y="1465871"/>
                  </a:lnTo>
                  <a:lnTo>
                    <a:pt x="2781433" y="1362001"/>
                  </a:lnTo>
                  <a:lnTo>
                    <a:pt x="2828402" y="1253913"/>
                  </a:lnTo>
                  <a:lnTo>
                    <a:pt x="2869873" y="1141871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4721" y="2787178"/>
              <a:ext cx="2682766" cy="1608949"/>
            </a:xfrm>
            <a:custGeom>
              <a:avLst/>
              <a:pathLst>
                <a:path w="2682766" h="1608949">
                  <a:moveTo>
                    <a:pt x="402279" y="532052"/>
                  </a:moveTo>
                  <a:lnTo>
                    <a:pt x="429438" y="473332"/>
                  </a:lnTo>
                  <a:lnTo>
                    <a:pt x="462352" y="416228"/>
                  </a:lnTo>
                  <a:lnTo>
                    <a:pt x="500922" y="361166"/>
                  </a:lnTo>
                  <a:lnTo>
                    <a:pt x="545018" y="308560"/>
                  </a:lnTo>
                  <a:lnTo>
                    <a:pt x="594487" y="258821"/>
                  </a:lnTo>
                  <a:lnTo>
                    <a:pt x="649147" y="212346"/>
                  </a:lnTo>
                  <a:lnTo>
                    <a:pt x="708788" y="169523"/>
                  </a:lnTo>
                  <a:lnTo>
                    <a:pt x="773179" y="130728"/>
                  </a:lnTo>
                  <a:lnTo>
                    <a:pt x="842060" y="96320"/>
                  </a:lnTo>
                  <a:lnTo>
                    <a:pt x="915151" y="66643"/>
                  </a:lnTo>
                  <a:lnTo>
                    <a:pt x="992145" y="42026"/>
                  </a:lnTo>
                  <a:lnTo>
                    <a:pt x="1072718" y="22776"/>
                  </a:lnTo>
                  <a:lnTo>
                    <a:pt x="1156521" y="9181"/>
                  </a:lnTo>
                  <a:lnTo>
                    <a:pt x="1243188" y="1507"/>
                  </a:lnTo>
                  <a:lnTo>
                    <a:pt x="1332335" y="0"/>
                  </a:lnTo>
                  <a:lnTo>
                    <a:pt x="1423559" y="4878"/>
                  </a:lnTo>
                  <a:lnTo>
                    <a:pt x="1490221" y="16696"/>
                  </a:lnTo>
                  <a:lnTo>
                    <a:pt x="1557386" y="32108"/>
                  </a:lnTo>
                  <a:lnTo>
                    <a:pt x="1624878" y="51168"/>
                  </a:lnTo>
                  <a:lnTo>
                    <a:pt x="1692516" y="73920"/>
                  </a:lnTo>
                  <a:lnTo>
                    <a:pt x="1760119" y="100399"/>
                  </a:lnTo>
                  <a:lnTo>
                    <a:pt x="1827499" y="130633"/>
                  </a:lnTo>
                  <a:lnTo>
                    <a:pt x="1894471" y="164641"/>
                  </a:lnTo>
                  <a:lnTo>
                    <a:pt x="1960844" y="202432"/>
                  </a:lnTo>
                  <a:lnTo>
                    <a:pt x="2026429" y="244009"/>
                  </a:lnTo>
                  <a:lnTo>
                    <a:pt x="2091035" y="289361"/>
                  </a:lnTo>
                  <a:lnTo>
                    <a:pt x="2154469" y="338474"/>
                  </a:lnTo>
                  <a:lnTo>
                    <a:pt x="2216540" y="391320"/>
                  </a:lnTo>
                  <a:lnTo>
                    <a:pt x="2277058" y="447865"/>
                  </a:lnTo>
                  <a:lnTo>
                    <a:pt x="2335831" y="508064"/>
                  </a:lnTo>
                  <a:lnTo>
                    <a:pt x="2392671" y="571864"/>
                  </a:lnTo>
                  <a:lnTo>
                    <a:pt x="2447390" y="639202"/>
                  </a:lnTo>
                  <a:lnTo>
                    <a:pt x="2499802" y="710007"/>
                  </a:lnTo>
                  <a:lnTo>
                    <a:pt x="2549724" y="784199"/>
                  </a:lnTo>
                  <a:lnTo>
                    <a:pt x="2596976" y="861688"/>
                  </a:lnTo>
                  <a:lnTo>
                    <a:pt x="2641381" y="942377"/>
                  </a:lnTo>
                  <a:lnTo>
                    <a:pt x="2682766" y="1026158"/>
                  </a:lnTo>
                  <a:lnTo>
                    <a:pt x="2611901" y="1098493"/>
                  </a:lnTo>
                  <a:lnTo>
                    <a:pt x="2538819" y="1166194"/>
                  </a:lnTo>
                  <a:lnTo>
                    <a:pt x="2463747" y="1229195"/>
                  </a:lnTo>
                  <a:lnTo>
                    <a:pt x="2386914" y="1287440"/>
                  </a:lnTo>
                  <a:lnTo>
                    <a:pt x="2308552" y="1340885"/>
                  </a:lnTo>
                  <a:lnTo>
                    <a:pt x="2228891" y="1389494"/>
                  </a:lnTo>
                  <a:lnTo>
                    <a:pt x="2148164" y="1433241"/>
                  </a:lnTo>
                  <a:lnTo>
                    <a:pt x="2066603" y="1472112"/>
                  </a:lnTo>
                  <a:lnTo>
                    <a:pt x="1984439" y="1506101"/>
                  </a:lnTo>
                  <a:lnTo>
                    <a:pt x="1901905" y="1535212"/>
                  </a:lnTo>
                  <a:lnTo>
                    <a:pt x="1819231" y="1559461"/>
                  </a:lnTo>
                  <a:lnTo>
                    <a:pt x="1736646" y="1578871"/>
                  </a:lnTo>
                  <a:lnTo>
                    <a:pt x="1654377" y="1593476"/>
                  </a:lnTo>
                  <a:lnTo>
                    <a:pt x="1572649" y="1603320"/>
                  </a:lnTo>
                  <a:lnTo>
                    <a:pt x="1491685" y="1608457"/>
                  </a:lnTo>
                  <a:lnTo>
                    <a:pt x="1411703" y="1608949"/>
                  </a:lnTo>
                  <a:lnTo>
                    <a:pt x="1332920" y="1604868"/>
                  </a:lnTo>
                  <a:lnTo>
                    <a:pt x="1255549" y="1596295"/>
                  </a:lnTo>
                  <a:lnTo>
                    <a:pt x="1179798" y="1583320"/>
                  </a:lnTo>
                  <a:lnTo>
                    <a:pt x="1105869" y="1566042"/>
                  </a:lnTo>
                  <a:lnTo>
                    <a:pt x="1033964" y="1544568"/>
                  </a:lnTo>
                  <a:lnTo>
                    <a:pt x="964274" y="1519014"/>
                  </a:lnTo>
                  <a:lnTo>
                    <a:pt x="896989" y="1489504"/>
                  </a:lnTo>
                  <a:lnTo>
                    <a:pt x="832292" y="1456171"/>
                  </a:lnTo>
                  <a:lnTo>
                    <a:pt x="757933" y="1459523"/>
                  </a:lnTo>
                  <a:lnTo>
                    <a:pt x="687348" y="1452793"/>
                  </a:lnTo>
                  <a:lnTo>
                    <a:pt x="621761" y="1436780"/>
                  </a:lnTo>
                  <a:lnTo>
                    <a:pt x="562275" y="1412422"/>
                  </a:lnTo>
                  <a:lnTo>
                    <a:pt x="509853" y="1380780"/>
                  </a:lnTo>
                  <a:lnTo>
                    <a:pt x="465307" y="1343019"/>
                  </a:lnTo>
                  <a:lnTo>
                    <a:pt x="429289" y="1300390"/>
                  </a:lnTo>
                  <a:lnTo>
                    <a:pt x="402279" y="1254207"/>
                  </a:lnTo>
                  <a:lnTo>
                    <a:pt x="371579" y="1298635"/>
                  </a:lnTo>
                  <a:lnTo>
                    <a:pt x="330994" y="1338480"/>
                  </a:lnTo>
                  <a:lnTo>
                    <a:pt x="281230" y="1372098"/>
                  </a:lnTo>
                  <a:lnTo>
                    <a:pt x="223233" y="1397951"/>
                  </a:lnTo>
                  <a:lnTo>
                    <a:pt x="158177" y="1414645"/>
                  </a:lnTo>
                  <a:lnTo>
                    <a:pt x="87439" y="1420955"/>
                  </a:lnTo>
                  <a:lnTo>
                    <a:pt x="12580" y="1415857"/>
                  </a:lnTo>
                  <a:lnTo>
                    <a:pt x="1114" y="1346076"/>
                  </a:lnTo>
                  <a:lnTo>
                    <a:pt x="0" y="1278927"/>
                  </a:lnTo>
                  <a:lnTo>
                    <a:pt x="8472" y="1215806"/>
                  </a:lnTo>
                  <a:lnTo>
                    <a:pt x="25590" y="1157967"/>
                  </a:lnTo>
                  <a:lnTo>
                    <a:pt x="50255" y="1106505"/>
                  </a:lnTo>
                  <a:lnTo>
                    <a:pt x="81242" y="1062330"/>
                  </a:lnTo>
                  <a:lnTo>
                    <a:pt x="117219" y="1026158"/>
                  </a:lnTo>
                  <a:lnTo>
                    <a:pt x="97676" y="986056"/>
                  </a:lnTo>
                  <a:lnTo>
                    <a:pt x="84100" y="940902"/>
                  </a:lnTo>
                  <a:lnTo>
                    <a:pt x="77466" y="891616"/>
                  </a:lnTo>
                  <a:lnTo>
                    <a:pt x="78605" y="839285"/>
                  </a:lnTo>
                  <a:lnTo>
                    <a:pt x="88177" y="785138"/>
                  </a:lnTo>
                  <a:lnTo>
                    <a:pt x="106646" y="730524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28763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706679" y="2760456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389766" y="3486102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00978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115412" y="421174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295700" y="4171435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400339" y="3781736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2026-04-01T18:12:24Z</dcterms:modified>
  <cp:category/>
</cp:coreProperties>
</file>