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80678" y="408490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310051" y="2066101"/>
              <a:ext cx="2687436" cy="3068053"/>
            </a:xfrm>
            <a:custGeom>
              <a:avLst/>
              <a:pathLst>
                <a:path w="2687436" h="3068053">
                  <a:moveTo>
                    <a:pt x="2687436" y="1747235"/>
                  </a:moveTo>
                  <a:lnTo>
                    <a:pt x="2672277" y="1662473"/>
                  </a:lnTo>
                  <a:lnTo>
                    <a:pt x="2653987" y="1578843"/>
                  </a:lnTo>
                  <a:lnTo>
                    <a:pt x="2632630" y="1496461"/>
                  </a:lnTo>
                  <a:lnTo>
                    <a:pt x="2608274" y="1415439"/>
                  </a:lnTo>
                  <a:lnTo>
                    <a:pt x="2580991" y="1335884"/>
                  </a:lnTo>
                  <a:lnTo>
                    <a:pt x="2550856" y="1257903"/>
                  </a:lnTo>
                  <a:lnTo>
                    <a:pt x="2517948" y="1181595"/>
                  </a:lnTo>
                  <a:lnTo>
                    <a:pt x="2482350" y="1107059"/>
                  </a:lnTo>
                  <a:lnTo>
                    <a:pt x="2444150" y="1034388"/>
                  </a:lnTo>
                  <a:lnTo>
                    <a:pt x="2403435" y="963672"/>
                  </a:lnTo>
                  <a:lnTo>
                    <a:pt x="2360299" y="894998"/>
                  </a:lnTo>
                  <a:lnTo>
                    <a:pt x="2314836" y="828445"/>
                  </a:lnTo>
                  <a:lnTo>
                    <a:pt x="2267146" y="764092"/>
                  </a:lnTo>
                  <a:lnTo>
                    <a:pt x="2217329" y="702012"/>
                  </a:lnTo>
                  <a:lnTo>
                    <a:pt x="2165487" y="642273"/>
                  </a:lnTo>
                  <a:lnTo>
                    <a:pt x="2111726" y="584938"/>
                  </a:lnTo>
                  <a:lnTo>
                    <a:pt x="2056152" y="530068"/>
                  </a:lnTo>
                  <a:lnTo>
                    <a:pt x="1998875" y="477717"/>
                  </a:lnTo>
                  <a:lnTo>
                    <a:pt x="1940004" y="427935"/>
                  </a:lnTo>
                  <a:lnTo>
                    <a:pt x="1879651" y="380768"/>
                  </a:lnTo>
                  <a:lnTo>
                    <a:pt x="1817929" y="336256"/>
                  </a:lnTo>
                  <a:lnTo>
                    <a:pt x="1754951" y="294435"/>
                  </a:lnTo>
                  <a:lnTo>
                    <a:pt x="1690832" y="255337"/>
                  </a:lnTo>
                  <a:lnTo>
                    <a:pt x="1625687" y="218987"/>
                  </a:lnTo>
                  <a:lnTo>
                    <a:pt x="1559631" y="185407"/>
                  </a:lnTo>
                  <a:lnTo>
                    <a:pt x="1492779" y="154615"/>
                  </a:lnTo>
                  <a:lnTo>
                    <a:pt x="1425248" y="126622"/>
                  </a:lnTo>
                  <a:lnTo>
                    <a:pt x="1357152" y="101436"/>
                  </a:lnTo>
                  <a:lnTo>
                    <a:pt x="1288607" y="79059"/>
                  </a:lnTo>
                  <a:lnTo>
                    <a:pt x="1219725" y="59489"/>
                  </a:lnTo>
                  <a:lnTo>
                    <a:pt x="1150622" y="42720"/>
                  </a:lnTo>
                  <a:lnTo>
                    <a:pt x="1081409" y="28741"/>
                  </a:lnTo>
                  <a:lnTo>
                    <a:pt x="1012197" y="17537"/>
                  </a:lnTo>
                  <a:lnTo>
                    <a:pt x="943097" y="9087"/>
                  </a:lnTo>
                  <a:lnTo>
                    <a:pt x="874218" y="3367"/>
                  </a:lnTo>
                  <a:lnTo>
                    <a:pt x="805665" y="349"/>
                  </a:lnTo>
                  <a:lnTo>
                    <a:pt x="737544" y="0"/>
                  </a:lnTo>
                  <a:lnTo>
                    <a:pt x="669959" y="2283"/>
                  </a:lnTo>
                  <a:lnTo>
                    <a:pt x="603009" y="7158"/>
                  </a:lnTo>
                  <a:lnTo>
                    <a:pt x="536794" y="14580"/>
                  </a:lnTo>
                  <a:lnTo>
                    <a:pt x="471410" y="24501"/>
                  </a:lnTo>
                  <a:lnTo>
                    <a:pt x="406950" y="36870"/>
                  </a:lnTo>
                  <a:lnTo>
                    <a:pt x="484391" y="72196"/>
                  </a:lnTo>
                  <a:lnTo>
                    <a:pt x="558573" y="110953"/>
                  </a:lnTo>
                  <a:lnTo>
                    <a:pt x="629347" y="152917"/>
                  </a:lnTo>
                  <a:lnTo>
                    <a:pt x="696579" y="197855"/>
                  </a:lnTo>
                  <a:lnTo>
                    <a:pt x="760147" y="245530"/>
                  </a:lnTo>
                  <a:lnTo>
                    <a:pt x="819947" y="295700"/>
                  </a:lnTo>
                  <a:lnTo>
                    <a:pt x="875885" y="348121"/>
                  </a:lnTo>
                  <a:lnTo>
                    <a:pt x="927886" y="402543"/>
                  </a:lnTo>
                  <a:lnTo>
                    <a:pt x="975887" y="458715"/>
                  </a:lnTo>
                  <a:lnTo>
                    <a:pt x="1019839" y="516386"/>
                  </a:lnTo>
                  <a:lnTo>
                    <a:pt x="1059711" y="575303"/>
                  </a:lnTo>
                  <a:lnTo>
                    <a:pt x="1095484" y="635214"/>
                  </a:lnTo>
                  <a:lnTo>
                    <a:pt x="1127153" y="695867"/>
                  </a:lnTo>
                  <a:lnTo>
                    <a:pt x="1154731" y="757013"/>
                  </a:lnTo>
                  <a:lnTo>
                    <a:pt x="1178240" y="818406"/>
                  </a:lnTo>
                  <a:lnTo>
                    <a:pt x="1197720" y="879801"/>
                  </a:lnTo>
                  <a:lnTo>
                    <a:pt x="1213223" y="940961"/>
                  </a:lnTo>
                  <a:lnTo>
                    <a:pt x="1272221" y="1043285"/>
                  </a:lnTo>
                  <a:lnTo>
                    <a:pt x="1318946" y="1149056"/>
                  </a:lnTo>
                  <a:lnTo>
                    <a:pt x="1353328" y="1256861"/>
                  </a:lnTo>
                  <a:lnTo>
                    <a:pt x="1375455" y="1365306"/>
                  </a:lnTo>
                  <a:lnTo>
                    <a:pt x="1385566" y="1473040"/>
                  </a:lnTo>
                  <a:lnTo>
                    <a:pt x="1384048" y="1578766"/>
                  </a:lnTo>
                  <a:lnTo>
                    <a:pt x="1371424" y="1681263"/>
                  </a:lnTo>
                  <a:lnTo>
                    <a:pt x="1348340" y="1779394"/>
                  </a:lnTo>
                  <a:lnTo>
                    <a:pt x="1315559" y="1872121"/>
                  </a:lnTo>
                  <a:lnTo>
                    <a:pt x="1273941" y="1958515"/>
                  </a:lnTo>
                  <a:lnTo>
                    <a:pt x="1224433" y="2037769"/>
                  </a:lnTo>
                  <a:lnTo>
                    <a:pt x="1168051" y="2109199"/>
                  </a:lnTo>
                  <a:lnTo>
                    <a:pt x="1105865" y="2172255"/>
                  </a:lnTo>
                  <a:lnTo>
                    <a:pt x="1038985" y="2226523"/>
                  </a:lnTo>
                  <a:lnTo>
                    <a:pt x="968542" y="2271726"/>
                  </a:lnTo>
                  <a:lnTo>
                    <a:pt x="895670" y="2307724"/>
                  </a:lnTo>
                  <a:lnTo>
                    <a:pt x="821496" y="2334513"/>
                  </a:lnTo>
                  <a:lnTo>
                    <a:pt x="747116" y="2352221"/>
                  </a:lnTo>
                  <a:lnTo>
                    <a:pt x="673589" y="2361100"/>
                  </a:lnTo>
                  <a:lnTo>
                    <a:pt x="601916" y="2361523"/>
                  </a:lnTo>
                  <a:lnTo>
                    <a:pt x="533031" y="2353971"/>
                  </a:lnTo>
                  <a:lnTo>
                    <a:pt x="467787" y="2339026"/>
                  </a:lnTo>
                  <a:lnTo>
                    <a:pt x="406950" y="2317357"/>
                  </a:lnTo>
                  <a:lnTo>
                    <a:pt x="351181" y="2289710"/>
                  </a:lnTo>
                  <a:lnTo>
                    <a:pt x="301041" y="2256893"/>
                  </a:lnTo>
                  <a:lnTo>
                    <a:pt x="256976" y="2219764"/>
                  </a:lnTo>
                  <a:lnTo>
                    <a:pt x="219315" y="2179214"/>
                  </a:lnTo>
                  <a:lnTo>
                    <a:pt x="188271" y="2136154"/>
                  </a:lnTo>
                  <a:lnTo>
                    <a:pt x="163940" y="2091502"/>
                  </a:lnTo>
                  <a:lnTo>
                    <a:pt x="146298" y="2046162"/>
                  </a:lnTo>
                  <a:lnTo>
                    <a:pt x="135211" y="2001021"/>
                  </a:lnTo>
                  <a:lnTo>
                    <a:pt x="130434" y="1956924"/>
                  </a:lnTo>
                  <a:lnTo>
                    <a:pt x="131619" y="1914667"/>
                  </a:lnTo>
                  <a:lnTo>
                    <a:pt x="138326" y="1874987"/>
                  </a:lnTo>
                  <a:lnTo>
                    <a:pt x="150026" y="1838546"/>
                  </a:lnTo>
                  <a:lnTo>
                    <a:pt x="166118" y="1805924"/>
                  </a:lnTo>
                  <a:lnTo>
                    <a:pt x="185936" y="1777613"/>
                  </a:lnTo>
                  <a:lnTo>
                    <a:pt x="208762" y="1754005"/>
                  </a:lnTo>
                  <a:lnTo>
                    <a:pt x="233839" y="1735394"/>
                  </a:lnTo>
                  <a:lnTo>
                    <a:pt x="260385" y="1721965"/>
                  </a:lnTo>
                  <a:lnTo>
                    <a:pt x="287606" y="1713797"/>
                  </a:lnTo>
                  <a:lnTo>
                    <a:pt x="314711" y="1710861"/>
                  </a:lnTo>
                  <a:lnTo>
                    <a:pt x="340923" y="1713023"/>
                  </a:lnTo>
                  <a:lnTo>
                    <a:pt x="365495" y="1720045"/>
                  </a:lnTo>
                  <a:lnTo>
                    <a:pt x="387721" y="1731592"/>
                  </a:lnTo>
                  <a:lnTo>
                    <a:pt x="406950" y="1747235"/>
                  </a:lnTo>
                  <a:lnTo>
                    <a:pt x="433996" y="1781757"/>
                  </a:lnTo>
                  <a:lnTo>
                    <a:pt x="452326" y="1822297"/>
                  </a:lnTo>
                  <a:lnTo>
                    <a:pt x="460946" y="1867211"/>
                  </a:lnTo>
                  <a:lnTo>
                    <a:pt x="459138" y="1914714"/>
                  </a:lnTo>
                  <a:lnTo>
                    <a:pt x="446475" y="1962921"/>
                  </a:lnTo>
                  <a:lnTo>
                    <a:pt x="422837" y="2009888"/>
                  </a:lnTo>
                  <a:lnTo>
                    <a:pt x="388414" y="2053664"/>
                  </a:lnTo>
                  <a:lnTo>
                    <a:pt x="343708" y="2092332"/>
                  </a:lnTo>
                  <a:lnTo>
                    <a:pt x="289525" y="2124063"/>
                  </a:lnTo>
                  <a:lnTo>
                    <a:pt x="226961" y="2147153"/>
                  </a:lnTo>
                  <a:lnTo>
                    <a:pt x="157380" y="2160073"/>
                  </a:lnTo>
                  <a:lnTo>
                    <a:pt x="82391" y="2161503"/>
                  </a:lnTo>
                  <a:lnTo>
                    <a:pt x="3813" y="2150372"/>
                  </a:lnTo>
                  <a:lnTo>
                    <a:pt x="15250" y="2086644"/>
                  </a:lnTo>
                  <a:lnTo>
                    <a:pt x="33527" y="2026776"/>
                  </a:lnTo>
                  <a:lnTo>
                    <a:pt x="58137" y="1971403"/>
                  </a:lnTo>
                  <a:lnTo>
                    <a:pt x="88523" y="1921109"/>
                  </a:lnTo>
                  <a:lnTo>
                    <a:pt x="124076" y="1876419"/>
                  </a:lnTo>
                  <a:lnTo>
                    <a:pt x="164143" y="1837797"/>
                  </a:lnTo>
                  <a:lnTo>
                    <a:pt x="208030" y="1805643"/>
                  </a:lnTo>
                  <a:lnTo>
                    <a:pt x="255015" y="1780286"/>
                  </a:lnTo>
                  <a:lnTo>
                    <a:pt x="304346" y="1761987"/>
                  </a:lnTo>
                  <a:lnTo>
                    <a:pt x="355252" y="1750933"/>
                  </a:lnTo>
                  <a:lnTo>
                    <a:pt x="406950" y="1747235"/>
                  </a:lnTo>
                  <a:lnTo>
                    <a:pt x="367002" y="1749439"/>
                  </a:lnTo>
                  <a:lnTo>
                    <a:pt x="327418" y="1756038"/>
                  </a:lnTo>
                  <a:lnTo>
                    <a:pt x="288561" y="1766991"/>
                  </a:lnTo>
                  <a:lnTo>
                    <a:pt x="250789" y="1782232"/>
                  </a:lnTo>
                  <a:lnTo>
                    <a:pt x="214455" y="1801667"/>
                  </a:lnTo>
                  <a:lnTo>
                    <a:pt x="179905" y="1825180"/>
                  </a:lnTo>
                  <a:lnTo>
                    <a:pt x="147476" y="1852624"/>
                  </a:lnTo>
                  <a:lnTo>
                    <a:pt x="117493" y="1883833"/>
                  </a:lnTo>
                  <a:lnTo>
                    <a:pt x="90271" y="1918613"/>
                  </a:lnTo>
                  <a:lnTo>
                    <a:pt x="66109" y="1956749"/>
                  </a:lnTo>
                  <a:lnTo>
                    <a:pt x="45290" y="1998004"/>
                  </a:lnTo>
                  <a:lnTo>
                    <a:pt x="28081" y="2042120"/>
                  </a:lnTo>
                  <a:lnTo>
                    <a:pt x="14730" y="2088819"/>
                  </a:lnTo>
                  <a:lnTo>
                    <a:pt x="5466" y="2137805"/>
                  </a:lnTo>
                  <a:lnTo>
                    <a:pt x="494" y="2188764"/>
                  </a:lnTo>
                  <a:lnTo>
                    <a:pt x="0" y="2241367"/>
                  </a:lnTo>
                  <a:lnTo>
                    <a:pt x="4144" y="2295272"/>
                  </a:lnTo>
                  <a:lnTo>
                    <a:pt x="13063" y="2350124"/>
                  </a:lnTo>
                  <a:lnTo>
                    <a:pt x="26868" y="2405555"/>
                  </a:lnTo>
                  <a:lnTo>
                    <a:pt x="45646" y="2461191"/>
                  </a:lnTo>
                  <a:lnTo>
                    <a:pt x="69453" y="2516649"/>
                  </a:lnTo>
                  <a:lnTo>
                    <a:pt x="98323" y="2571541"/>
                  </a:lnTo>
                  <a:lnTo>
                    <a:pt x="132257" y="2625475"/>
                  </a:lnTo>
                  <a:lnTo>
                    <a:pt x="171233" y="2678058"/>
                  </a:lnTo>
                  <a:lnTo>
                    <a:pt x="215198" y="2728896"/>
                  </a:lnTo>
                  <a:lnTo>
                    <a:pt x="264071" y="2777598"/>
                  </a:lnTo>
                  <a:lnTo>
                    <a:pt x="317745" y="2823776"/>
                  </a:lnTo>
                  <a:lnTo>
                    <a:pt x="376082" y="2867049"/>
                  </a:lnTo>
                  <a:lnTo>
                    <a:pt x="438919" y="2907042"/>
                  </a:lnTo>
                  <a:lnTo>
                    <a:pt x="506066" y="2943392"/>
                  </a:lnTo>
                  <a:lnTo>
                    <a:pt x="577304" y="2975745"/>
                  </a:lnTo>
                  <a:lnTo>
                    <a:pt x="652391" y="3003761"/>
                  </a:lnTo>
                  <a:lnTo>
                    <a:pt x="731060" y="3027117"/>
                  </a:lnTo>
                  <a:lnTo>
                    <a:pt x="813016" y="3045503"/>
                  </a:lnTo>
                  <a:lnTo>
                    <a:pt x="897947" y="3058631"/>
                  </a:lnTo>
                  <a:lnTo>
                    <a:pt x="985514" y="3066230"/>
                  </a:lnTo>
                  <a:lnTo>
                    <a:pt x="1075362" y="3068053"/>
                  </a:lnTo>
                  <a:lnTo>
                    <a:pt x="1167112" y="3063875"/>
                  </a:lnTo>
                  <a:lnTo>
                    <a:pt x="1260371" y="3053494"/>
                  </a:lnTo>
                  <a:lnTo>
                    <a:pt x="1354728" y="3036734"/>
                  </a:lnTo>
                  <a:lnTo>
                    <a:pt x="1449759" y="3013449"/>
                  </a:lnTo>
                  <a:lnTo>
                    <a:pt x="1545025" y="2983515"/>
                  </a:lnTo>
                  <a:lnTo>
                    <a:pt x="1640079" y="2946842"/>
                  </a:lnTo>
                  <a:lnTo>
                    <a:pt x="1734460" y="2903365"/>
                  </a:lnTo>
                  <a:lnTo>
                    <a:pt x="1827706" y="2853054"/>
                  </a:lnTo>
                  <a:lnTo>
                    <a:pt x="1919343" y="2795906"/>
                  </a:lnTo>
                  <a:lnTo>
                    <a:pt x="2008900" y="2731950"/>
                  </a:lnTo>
                  <a:lnTo>
                    <a:pt x="2095899" y="2661249"/>
                  </a:lnTo>
                  <a:lnTo>
                    <a:pt x="2179868" y="2583895"/>
                  </a:lnTo>
                  <a:lnTo>
                    <a:pt x="2260333" y="2500014"/>
                  </a:lnTo>
                  <a:lnTo>
                    <a:pt x="2336828" y="2409763"/>
                  </a:lnTo>
                  <a:lnTo>
                    <a:pt x="2408894" y="2313331"/>
                  </a:lnTo>
                  <a:lnTo>
                    <a:pt x="2476079" y="2210938"/>
                  </a:lnTo>
                  <a:lnTo>
                    <a:pt x="2537945" y="2102835"/>
                  </a:lnTo>
                  <a:lnTo>
                    <a:pt x="2594064" y="1989305"/>
                  </a:lnTo>
                  <a:lnTo>
                    <a:pt x="2644025" y="1870658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2102972"/>
              <a:ext cx="2683623" cy="2146717"/>
            </a:xfrm>
            <a:custGeom>
              <a:avLst/>
              <a:pathLst>
                <a:path w="2683623" h="2146717">
                  <a:moveTo>
                    <a:pt x="403136" y="0"/>
                  </a:moveTo>
                  <a:lnTo>
                    <a:pt x="480578" y="35325"/>
                  </a:lnTo>
                  <a:lnTo>
                    <a:pt x="554760" y="74083"/>
                  </a:lnTo>
                  <a:lnTo>
                    <a:pt x="625534" y="116046"/>
                  </a:lnTo>
                  <a:lnTo>
                    <a:pt x="692766" y="160984"/>
                  </a:lnTo>
                  <a:lnTo>
                    <a:pt x="756334" y="208659"/>
                  </a:lnTo>
                  <a:lnTo>
                    <a:pt x="816134" y="258830"/>
                  </a:lnTo>
                  <a:lnTo>
                    <a:pt x="872072" y="311250"/>
                  </a:lnTo>
                  <a:lnTo>
                    <a:pt x="924073" y="365672"/>
                  </a:lnTo>
                  <a:lnTo>
                    <a:pt x="972074" y="421844"/>
                  </a:lnTo>
                  <a:lnTo>
                    <a:pt x="1016026" y="479516"/>
                  </a:lnTo>
                  <a:lnTo>
                    <a:pt x="1055898" y="538433"/>
                  </a:lnTo>
                  <a:lnTo>
                    <a:pt x="1091671" y="598343"/>
                  </a:lnTo>
                  <a:lnTo>
                    <a:pt x="1123340" y="658996"/>
                  </a:lnTo>
                  <a:lnTo>
                    <a:pt x="1150917" y="720142"/>
                  </a:lnTo>
                  <a:lnTo>
                    <a:pt x="1174427" y="781535"/>
                  </a:lnTo>
                  <a:lnTo>
                    <a:pt x="1193907" y="842931"/>
                  </a:lnTo>
                  <a:lnTo>
                    <a:pt x="1209410" y="904091"/>
                  </a:lnTo>
                  <a:lnTo>
                    <a:pt x="1275608" y="898065"/>
                  </a:lnTo>
                  <a:lnTo>
                    <a:pt x="1343215" y="895782"/>
                  </a:lnTo>
                  <a:lnTo>
                    <a:pt x="1412046" y="897333"/>
                  </a:lnTo>
                  <a:lnTo>
                    <a:pt x="1481914" y="902802"/>
                  </a:lnTo>
                  <a:lnTo>
                    <a:pt x="1552624" y="912261"/>
                  </a:lnTo>
                  <a:lnTo>
                    <a:pt x="1623979" y="925776"/>
                  </a:lnTo>
                  <a:lnTo>
                    <a:pt x="1695779" y="943404"/>
                  </a:lnTo>
                  <a:lnTo>
                    <a:pt x="1767819" y="965191"/>
                  </a:lnTo>
                  <a:lnTo>
                    <a:pt x="1839894" y="991175"/>
                  </a:lnTo>
                  <a:lnTo>
                    <a:pt x="1911793" y="1021384"/>
                  </a:lnTo>
                  <a:lnTo>
                    <a:pt x="1983308" y="1055836"/>
                  </a:lnTo>
                  <a:lnTo>
                    <a:pt x="2054224" y="1094541"/>
                  </a:lnTo>
                  <a:lnTo>
                    <a:pt x="2124329" y="1137497"/>
                  </a:lnTo>
                  <a:lnTo>
                    <a:pt x="2193409" y="1184693"/>
                  </a:lnTo>
                  <a:lnTo>
                    <a:pt x="2261250" y="1236109"/>
                  </a:lnTo>
                  <a:lnTo>
                    <a:pt x="2327638" y="1291715"/>
                  </a:lnTo>
                  <a:lnTo>
                    <a:pt x="2392360" y="1351469"/>
                  </a:lnTo>
                  <a:lnTo>
                    <a:pt x="2455204" y="1415322"/>
                  </a:lnTo>
                  <a:lnTo>
                    <a:pt x="2515960" y="1483212"/>
                  </a:lnTo>
                  <a:lnTo>
                    <a:pt x="2574418" y="1555071"/>
                  </a:lnTo>
                  <a:lnTo>
                    <a:pt x="2630374" y="1630818"/>
                  </a:lnTo>
                  <a:lnTo>
                    <a:pt x="2683623" y="1710364"/>
                  </a:lnTo>
                  <a:lnTo>
                    <a:pt x="2611692" y="1764581"/>
                  </a:lnTo>
                  <a:lnTo>
                    <a:pt x="2538517" y="1815269"/>
                  </a:lnTo>
                  <a:lnTo>
                    <a:pt x="2464228" y="1862400"/>
                  </a:lnTo>
                  <a:lnTo>
                    <a:pt x="2388954" y="1905950"/>
                  </a:lnTo>
                  <a:lnTo>
                    <a:pt x="2312826" y="1945902"/>
                  </a:lnTo>
                  <a:lnTo>
                    <a:pt x="2235977" y="1982241"/>
                  </a:lnTo>
                  <a:lnTo>
                    <a:pt x="2158537" y="2014955"/>
                  </a:lnTo>
                  <a:lnTo>
                    <a:pt x="2080637" y="2044040"/>
                  </a:lnTo>
                  <a:lnTo>
                    <a:pt x="2002409" y="2069493"/>
                  </a:lnTo>
                  <a:lnTo>
                    <a:pt x="1923985" y="2091317"/>
                  </a:lnTo>
                  <a:lnTo>
                    <a:pt x="1845494" y="2109519"/>
                  </a:lnTo>
                  <a:lnTo>
                    <a:pt x="1767067" y="2124108"/>
                  </a:lnTo>
                  <a:lnTo>
                    <a:pt x="1688834" y="2135102"/>
                  </a:lnTo>
                  <a:lnTo>
                    <a:pt x="1610924" y="2142518"/>
                  </a:lnTo>
                  <a:lnTo>
                    <a:pt x="1533465" y="2146380"/>
                  </a:lnTo>
                  <a:lnTo>
                    <a:pt x="1456584" y="2146717"/>
                  </a:lnTo>
                  <a:lnTo>
                    <a:pt x="1380407" y="2143558"/>
                  </a:lnTo>
                  <a:lnTo>
                    <a:pt x="1305058" y="2136942"/>
                  </a:lnTo>
                  <a:lnTo>
                    <a:pt x="1230662" y="2126906"/>
                  </a:lnTo>
                  <a:lnTo>
                    <a:pt x="1157340" y="2113495"/>
                  </a:lnTo>
                  <a:lnTo>
                    <a:pt x="1085213" y="2096756"/>
                  </a:lnTo>
                  <a:lnTo>
                    <a:pt x="1014398" y="2076741"/>
                  </a:lnTo>
                  <a:lnTo>
                    <a:pt x="945014" y="2053505"/>
                  </a:lnTo>
                  <a:lnTo>
                    <a:pt x="877175" y="2027107"/>
                  </a:lnTo>
                  <a:lnTo>
                    <a:pt x="810994" y="1997610"/>
                  </a:lnTo>
                  <a:lnTo>
                    <a:pt x="746581" y="1965080"/>
                  </a:lnTo>
                  <a:lnTo>
                    <a:pt x="684045" y="1929587"/>
                  </a:lnTo>
                  <a:lnTo>
                    <a:pt x="623491" y="1891205"/>
                  </a:lnTo>
                  <a:lnTo>
                    <a:pt x="565024" y="1850010"/>
                  </a:lnTo>
                  <a:lnTo>
                    <a:pt x="508744" y="1806082"/>
                  </a:lnTo>
                  <a:lnTo>
                    <a:pt x="454750" y="1759505"/>
                  </a:lnTo>
                  <a:lnTo>
                    <a:pt x="403136" y="1710364"/>
                  </a:lnTo>
                  <a:lnTo>
                    <a:pt x="403136" y="1710364"/>
                  </a:lnTo>
                  <a:lnTo>
                    <a:pt x="399439" y="1762062"/>
                  </a:lnTo>
                  <a:lnTo>
                    <a:pt x="388384" y="1812968"/>
                  </a:lnTo>
                  <a:lnTo>
                    <a:pt x="370085" y="1862299"/>
                  </a:lnTo>
                  <a:lnTo>
                    <a:pt x="344728" y="1909284"/>
                  </a:lnTo>
                  <a:lnTo>
                    <a:pt x="312574" y="1953171"/>
                  </a:lnTo>
                  <a:lnTo>
                    <a:pt x="273953" y="1993238"/>
                  </a:lnTo>
                  <a:lnTo>
                    <a:pt x="229263" y="2028790"/>
                  </a:lnTo>
                  <a:lnTo>
                    <a:pt x="178968" y="2059177"/>
                  </a:lnTo>
                  <a:lnTo>
                    <a:pt x="123595" y="2083787"/>
                  </a:lnTo>
                  <a:lnTo>
                    <a:pt x="63727" y="2102064"/>
                  </a:lnTo>
                  <a:lnTo>
                    <a:pt x="0" y="2113501"/>
                  </a:lnTo>
                  <a:lnTo>
                    <a:pt x="11437" y="2049774"/>
                  </a:lnTo>
                  <a:lnTo>
                    <a:pt x="29713" y="1989905"/>
                  </a:lnTo>
                  <a:lnTo>
                    <a:pt x="54324" y="1934532"/>
                  </a:lnTo>
                  <a:lnTo>
                    <a:pt x="84710" y="1884238"/>
                  </a:lnTo>
                  <a:lnTo>
                    <a:pt x="120263" y="1839548"/>
                  </a:lnTo>
                  <a:lnTo>
                    <a:pt x="160329" y="1800927"/>
                  </a:lnTo>
                  <a:lnTo>
                    <a:pt x="204217" y="1768772"/>
                  </a:lnTo>
                  <a:lnTo>
                    <a:pt x="251202" y="1743416"/>
                  </a:lnTo>
                  <a:lnTo>
                    <a:pt x="300533" y="1725117"/>
                  </a:lnTo>
                  <a:lnTo>
                    <a:pt x="351439" y="1714062"/>
                  </a:lnTo>
                  <a:lnTo>
                    <a:pt x="403136" y="1710364"/>
                  </a:lnTo>
                  <a:lnTo>
                    <a:pt x="403136" y="1710364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07137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91673" y="297546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82263" y="418487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2026-04-01T18:12:36Z</dcterms:modified>
  <cp:category/>
</cp:coreProperties>
</file>