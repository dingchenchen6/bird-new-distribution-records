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17717" y="438295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104453" y="2619822"/>
              <a:ext cx="3322912" cy="2854073"/>
            </a:xfrm>
            <a:custGeom>
              <a:avLst/>
              <a:pathLst>
                <a:path w="3322912" h="2854073">
                  <a:moveTo>
                    <a:pt x="3322912" y="1193514"/>
                  </a:moveTo>
                  <a:lnTo>
                    <a:pt x="3303718" y="1112954"/>
                  </a:lnTo>
                  <a:lnTo>
                    <a:pt x="3280771" y="1034218"/>
                  </a:lnTo>
                  <a:lnTo>
                    <a:pt x="3254201" y="957480"/>
                  </a:lnTo>
                  <a:lnTo>
                    <a:pt x="3224147" y="882904"/>
                  </a:lnTo>
                  <a:lnTo>
                    <a:pt x="3190752" y="810646"/>
                  </a:lnTo>
                  <a:lnTo>
                    <a:pt x="3154171" y="740853"/>
                  </a:lnTo>
                  <a:lnTo>
                    <a:pt x="3114560" y="673663"/>
                  </a:lnTo>
                  <a:lnTo>
                    <a:pt x="3072084" y="609204"/>
                  </a:lnTo>
                  <a:lnTo>
                    <a:pt x="3026913" y="547595"/>
                  </a:lnTo>
                  <a:lnTo>
                    <a:pt x="2979221" y="488945"/>
                  </a:lnTo>
                  <a:lnTo>
                    <a:pt x="2929187" y="433352"/>
                  </a:lnTo>
                  <a:lnTo>
                    <a:pt x="2876991" y="380905"/>
                  </a:lnTo>
                  <a:lnTo>
                    <a:pt x="2822821" y="331682"/>
                  </a:lnTo>
                  <a:lnTo>
                    <a:pt x="2766862" y="285751"/>
                  </a:lnTo>
                  <a:lnTo>
                    <a:pt x="2709305" y="243168"/>
                  </a:lnTo>
                  <a:lnTo>
                    <a:pt x="2650340" y="203981"/>
                  </a:lnTo>
                  <a:lnTo>
                    <a:pt x="2590158" y="168225"/>
                  </a:lnTo>
                  <a:lnTo>
                    <a:pt x="2528952" y="135926"/>
                  </a:lnTo>
                  <a:lnTo>
                    <a:pt x="2466913" y="107100"/>
                  </a:lnTo>
                  <a:lnTo>
                    <a:pt x="2404230" y="81751"/>
                  </a:lnTo>
                  <a:lnTo>
                    <a:pt x="2341093" y="59875"/>
                  </a:lnTo>
                  <a:lnTo>
                    <a:pt x="2277689" y="41455"/>
                  </a:lnTo>
                  <a:lnTo>
                    <a:pt x="2214202" y="26467"/>
                  </a:lnTo>
                  <a:lnTo>
                    <a:pt x="2150813" y="14876"/>
                  </a:lnTo>
                  <a:lnTo>
                    <a:pt x="2087701" y="6638"/>
                  </a:lnTo>
                  <a:lnTo>
                    <a:pt x="2025038" y="1700"/>
                  </a:lnTo>
                  <a:lnTo>
                    <a:pt x="1962995" y="0"/>
                  </a:lnTo>
                  <a:lnTo>
                    <a:pt x="1901735" y="1466"/>
                  </a:lnTo>
                  <a:lnTo>
                    <a:pt x="1841418" y="6020"/>
                  </a:lnTo>
                  <a:lnTo>
                    <a:pt x="1782197" y="13576"/>
                  </a:lnTo>
                  <a:lnTo>
                    <a:pt x="1724218" y="24038"/>
                  </a:lnTo>
                  <a:lnTo>
                    <a:pt x="1667624" y="37306"/>
                  </a:lnTo>
                  <a:lnTo>
                    <a:pt x="1612547" y="53271"/>
                  </a:lnTo>
                  <a:lnTo>
                    <a:pt x="1681393" y="55352"/>
                  </a:lnTo>
                  <a:lnTo>
                    <a:pt x="1749988" y="61585"/>
                  </a:lnTo>
                  <a:lnTo>
                    <a:pt x="1818082" y="71949"/>
                  </a:lnTo>
                  <a:lnTo>
                    <a:pt x="1885425" y="86405"/>
                  </a:lnTo>
                  <a:lnTo>
                    <a:pt x="1951773" y="104900"/>
                  </a:lnTo>
                  <a:lnTo>
                    <a:pt x="2016883" y="127369"/>
                  </a:lnTo>
                  <a:lnTo>
                    <a:pt x="2080517" y="153727"/>
                  </a:lnTo>
                  <a:lnTo>
                    <a:pt x="2142444" y="183879"/>
                  </a:lnTo>
                  <a:lnTo>
                    <a:pt x="2202438" y="217716"/>
                  </a:lnTo>
                  <a:lnTo>
                    <a:pt x="2260279" y="255113"/>
                  </a:lnTo>
                  <a:lnTo>
                    <a:pt x="2315757" y="295934"/>
                  </a:lnTo>
                  <a:lnTo>
                    <a:pt x="2368668" y="340030"/>
                  </a:lnTo>
                  <a:lnTo>
                    <a:pt x="2418821" y="387241"/>
                  </a:lnTo>
                  <a:lnTo>
                    <a:pt x="2467757" y="452471"/>
                  </a:lnTo>
                  <a:lnTo>
                    <a:pt x="2511528" y="520546"/>
                  </a:lnTo>
                  <a:lnTo>
                    <a:pt x="2549980" y="591063"/>
                  </a:lnTo>
                  <a:lnTo>
                    <a:pt x="2582988" y="663613"/>
                  </a:lnTo>
                  <a:lnTo>
                    <a:pt x="2610461" y="737783"/>
                  </a:lnTo>
                  <a:lnTo>
                    <a:pt x="2632336" y="813153"/>
                  </a:lnTo>
                  <a:lnTo>
                    <a:pt x="2648584" y="889306"/>
                  </a:lnTo>
                  <a:lnTo>
                    <a:pt x="2659206" y="965828"/>
                  </a:lnTo>
                  <a:lnTo>
                    <a:pt x="2664232" y="1042305"/>
                  </a:lnTo>
                  <a:lnTo>
                    <a:pt x="2663723" y="1118333"/>
                  </a:lnTo>
                  <a:lnTo>
                    <a:pt x="2657770" y="1193514"/>
                  </a:lnTo>
                  <a:lnTo>
                    <a:pt x="2646491" y="1267464"/>
                  </a:lnTo>
                  <a:lnTo>
                    <a:pt x="2630031" y="1339807"/>
                  </a:lnTo>
                  <a:lnTo>
                    <a:pt x="2608561" y="1410184"/>
                  </a:lnTo>
                  <a:lnTo>
                    <a:pt x="2582278" y="1478253"/>
                  </a:lnTo>
                  <a:lnTo>
                    <a:pt x="2551401" y="1543689"/>
                  </a:lnTo>
                  <a:lnTo>
                    <a:pt x="2516170" y="1606185"/>
                  </a:lnTo>
                  <a:lnTo>
                    <a:pt x="2476846" y="1665458"/>
                  </a:lnTo>
                  <a:lnTo>
                    <a:pt x="2433709" y="1721243"/>
                  </a:lnTo>
                  <a:lnTo>
                    <a:pt x="2387054" y="1773303"/>
                  </a:lnTo>
                  <a:lnTo>
                    <a:pt x="2337191" y="1821422"/>
                  </a:lnTo>
                  <a:lnTo>
                    <a:pt x="2284442" y="1865409"/>
                  </a:lnTo>
                  <a:lnTo>
                    <a:pt x="2229141" y="1905101"/>
                  </a:lnTo>
                  <a:lnTo>
                    <a:pt x="2171629" y="1940360"/>
                  </a:lnTo>
                  <a:lnTo>
                    <a:pt x="2112255" y="1971075"/>
                  </a:lnTo>
                  <a:lnTo>
                    <a:pt x="2051371" y="1997161"/>
                  </a:lnTo>
                  <a:lnTo>
                    <a:pt x="1989333" y="2018561"/>
                  </a:lnTo>
                  <a:lnTo>
                    <a:pt x="1926496" y="2035245"/>
                  </a:lnTo>
                  <a:lnTo>
                    <a:pt x="1863214" y="2047209"/>
                  </a:lnTo>
                  <a:lnTo>
                    <a:pt x="1799838" y="2054476"/>
                  </a:lnTo>
                  <a:lnTo>
                    <a:pt x="1736711" y="2057093"/>
                  </a:lnTo>
                  <a:lnTo>
                    <a:pt x="1674171" y="2055134"/>
                  </a:lnTo>
                  <a:lnTo>
                    <a:pt x="1612547" y="2048697"/>
                  </a:lnTo>
                  <a:lnTo>
                    <a:pt x="1552155" y="2037902"/>
                  </a:lnTo>
                  <a:lnTo>
                    <a:pt x="1493301" y="2022892"/>
                  </a:lnTo>
                  <a:lnTo>
                    <a:pt x="1436273" y="2003831"/>
                  </a:lnTo>
                  <a:lnTo>
                    <a:pt x="1381349" y="1980903"/>
                  </a:lnTo>
                  <a:lnTo>
                    <a:pt x="1328785" y="1954310"/>
                  </a:lnTo>
                  <a:lnTo>
                    <a:pt x="1278822" y="1924270"/>
                  </a:lnTo>
                  <a:lnTo>
                    <a:pt x="1231681" y="1891019"/>
                  </a:lnTo>
                  <a:lnTo>
                    <a:pt x="1187562" y="1854804"/>
                  </a:lnTo>
                  <a:lnTo>
                    <a:pt x="1146645" y="1815886"/>
                  </a:lnTo>
                  <a:lnTo>
                    <a:pt x="1109090" y="1774535"/>
                  </a:lnTo>
                  <a:lnTo>
                    <a:pt x="1075031" y="1731030"/>
                  </a:lnTo>
                  <a:lnTo>
                    <a:pt x="1044583" y="1685658"/>
                  </a:lnTo>
                  <a:lnTo>
                    <a:pt x="1017836" y="1638709"/>
                  </a:lnTo>
                  <a:lnTo>
                    <a:pt x="994859" y="1590479"/>
                  </a:lnTo>
                  <a:lnTo>
                    <a:pt x="975695" y="1541262"/>
                  </a:lnTo>
                  <a:lnTo>
                    <a:pt x="960367" y="1491355"/>
                  </a:lnTo>
                  <a:lnTo>
                    <a:pt x="948875" y="1441051"/>
                  </a:lnTo>
                  <a:lnTo>
                    <a:pt x="941195" y="1390641"/>
                  </a:lnTo>
                  <a:lnTo>
                    <a:pt x="937283" y="1340409"/>
                  </a:lnTo>
                  <a:lnTo>
                    <a:pt x="937075" y="1290633"/>
                  </a:lnTo>
                  <a:lnTo>
                    <a:pt x="940484" y="1241581"/>
                  </a:lnTo>
                  <a:lnTo>
                    <a:pt x="947405" y="1193514"/>
                  </a:lnTo>
                  <a:lnTo>
                    <a:pt x="957716" y="1146680"/>
                  </a:lnTo>
                  <a:lnTo>
                    <a:pt x="971276" y="1101314"/>
                  </a:lnTo>
                  <a:lnTo>
                    <a:pt x="987928" y="1057637"/>
                  </a:lnTo>
                  <a:lnTo>
                    <a:pt x="1007501" y="1015857"/>
                  </a:lnTo>
                  <a:lnTo>
                    <a:pt x="1029810" y="976165"/>
                  </a:lnTo>
                  <a:lnTo>
                    <a:pt x="1054658" y="938735"/>
                  </a:lnTo>
                  <a:lnTo>
                    <a:pt x="1081837" y="903725"/>
                  </a:lnTo>
                  <a:lnTo>
                    <a:pt x="1111129" y="871273"/>
                  </a:lnTo>
                  <a:lnTo>
                    <a:pt x="1142311" y="841500"/>
                  </a:lnTo>
                  <a:lnTo>
                    <a:pt x="1175150" y="814507"/>
                  </a:lnTo>
                  <a:lnTo>
                    <a:pt x="1209410" y="790378"/>
                  </a:lnTo>
                  <a:lnTo>
                    <a:pt x="1171837" y="831833"/>
                  </a:lnTo>
                  <a:lnTo>
                    <a:pt x="1138508" y="876772"/>
                  </a:lnTo>
                  <a:lnTo>
                    <a:pt x="1109745" y="924761"/>
                  </a:lnTo>
                  <a:lnTo>
                    <a:pt x="1085823" y="975338"/>
                  </a:lnTo>
                  <a:lnTo>
                    <a:pt x="1066975" y="1028017"/>
                  </a:lnTo>
                  <a:lnTo>
                    <a:pt x="1053380" y="1082289"/>
                  </a:lnTo>
                  <a:lnTo>
                    <a:pt x="1045171" y="1137633"/>
                  </a:lnTo>
                  <a:lnTo>
                    <a:pt x="1042425" y="1193514"/>
                  </a:lnTo>
                  <a:lnTo>
                    <a:pt x="1045171" y="1249396"/>
                  </a:lnTo>
                  <a:lnTo>
                    <a:pt x="1053380" y="1304740"/>
                  </a:lnTo>
                  <a:lnTo>
                    <a:pt x="1066975" y="1359012"/>
                  </a:lnTo>
                  <a:lnTo>
                    <a:pt x="1085823" y="1411691"/>
                  </a:lnTo>
                  <a:lnTo>
                    <a:pt x="1109745" y="1462268"/>
                  </a:lnTo>
                  <a:lnTo>
                    <a:pt x="1138508" y="1510257"/>
                  </a:lnTo>
                  <a:lnTo>
                    <a:pt x="1171837" y="1555196"/>
                  </a:lnTo>
                  <a:lnTo>
                    <a:pt x="1209410" y="1596651"/>
                  </a:lnTo>
                  <a:lnTo>
                    <a:pt x="1250866" y="1634224"/>
                  </a:lnTo>
                  <a:lnTo>
                    <a:pt x="1295804" y="1667553"/>
                  </a:lnTo>
                  <a:lnTo>
                    <a:pt x="1343794" y="1696317"/>
                  </a:lnTo>
                  <a:lnTo>
                    <a:pt x="1394371" y="1720238"/>
                  </a:lnTo>
                  <a:lnTo>
                    <a:pt x="1447049" y="1739087"/>
                  </a:lnTo>
                  <a:lnTo>
                    <a:pt x="1501322" y="1752681"/>
                  </a:lnTo>
                  <a:lnTo>
                    <a:pt x="1556665" y="1760891"/>
                  </a:lnTo>
                  <a:lnTo>
                    <a:pt x="1612547" y="1763636"/>
                  </a:lnTo>
                  <a:lnTo>
                    <a:pt x="1649522" y="1710486"/>
                  </a:lnTo>
                  <a:lnTo>
                    <a:pt x="1678932" y="1655230"/>
                  </a:lnTo>
                  <a:lnTo>
                    <a:pt x="1700684" y="1598673"/>
                  </a:lnTo>
                  <a:lnTo>
                    <a:pt x="1714761" y="1541623"/>
                  </a:lnTo>
                  <a:lnTo>
                    <a:pt x="1721222" y="1484883"/>
                  </a:lnTo>
                  <a:lnTo>
                    <a:pt x="1720200" y="1429242"/>
                  </a:lnTo>
                  <a:lnTo>
                    <a:pt x="1711903" y="1375472"/>
                  </a:lnTo>
                  <a:lnTo>
                    <a:pt x="1696610" y="1324319"/>
                  </a:lnTo>
                  <a:lnTo>
                    <a:pt x="1674667" y="1276497"/>
                  </a:lnTo>
                  <a:lnTo>
                    <a:pt x="1646488" y="1232684"/>
                  </a:lnTo>
                  <a:lnTo>
                    <a:pt x="1612547" y="1193514"/>
                  </a:lnTo>
                  <a:lnTo>
                    <a:pt x="1652196" y="1236493"/>
                  </a:lnTo>
                  <a:lnTo>
                    <a:pt x="1688319" y="1282595"/>
                  </a:lnTo>
                  <a:lnTo>
                    <a:pt x="1720733" y="1331604"/>
                  </a:lnTo>
                  <a:lnTo>
                    <a:pt x="1749264" y="1383293"/>
                  </a:lnTo>
                  <a:lnTo>
                    <a:pt x="1773753" y="1437426"/>
                  </a:lnTo>
                  <a:lnTo>
                    <a:pt x="1794052" y="1493760"/>
                  </a:lnTo>
                  <a:lnTo>
                    <a:pt x="1810026" y="1552044"/>
                  </a:lnTo>
                  <a:lnTo>
                    <a:pt x="1821556" y="1612018"/>
                  </a:lnTo>
                  <a:lnTo>
                    <a:pt x="1828533" y="1673416"/>
                  </a:lnTo>
                  <a:lnTo>
                    <a:pt x="1830866" y="1735970"/>
                  </a:lnTo>
                  <a:lnTo>
                    <a:pt x="1828477" y="1799401"/>
                  </a:lnTo>
                  <a:lnTo>
                    <a:pt x="1821301" y="1863431"/>
                  </a:lnTo>
                  <a:lnTo>
                    <a:pt x="1809291" y="1927775"/>
                  </a:lnTo>
                  <a:lnTo>
                    <a:pt x="1792414" y="1992147"/>
                  </a:lnTo>
                  <a:lnTo>
                    <a:pt x="1770651" y="2056258"/>
                  </a:lnTo>
                  <a:lnTo>
                    <a:pt x="1743999" y="2119818"/>
                  </a:lnTo>
                  <a:lnTo>
                    <a:pt x="1712472" y="2182538"/>
                  </a:lnTo>
                  <a:lnTo>
                    <a:pt x="1676097" y="2244126"/>
                  </a:lnTo>
                  <a:lnTo>
                    <a:pt x="1634919" y="2304295"/>
                  </a:lnTo>
                  <a:lnTo>
                    <a:pt x="1588997" y="2362758"/>
                  </a:lnTo>
                  <a:lnTo>
                    <a:pt x="1538405" y="2419228"/>
                  </a:lnTo>
                  <a:lnTo>
                    <a:pt x="1483233" y="2473427"/>
                  </a:lnTo>
                  <a:lnTo>
                    <a:pt x="1423585" y="2525076"/>
                  </a:lnTo>
                  <a:lnTo>
                    <a:pt x="1359581" y="2573903"/>
                  </a:lnTo>
                  <a:lnTo>
                    <a:pt x="1291356" y="2619643"/>
                  </a:lnTo>
                  <a:lnTo>
                    <a:pt x="1219058" y="2662035"/>
                  </a:lnTo>
                  <a:lnTo>
                    <a:pt x="1142850" y="2700826"/>
                  </a:lnTo>
                  <a:lnTo>
                    <a:pt x="1062907" y="2735772"/>
                  </a:lnTo>
                  <a:lnTo>
                    <a:pt x="979421" y="2766635"/>
                  </a:lnTo>
                  <a:lnTo>
                    <a:pt x="892592" y="2793188"/>
                  </a:lnTo>
                  <a:lnTo>
                    <a:pt x="802638" y="2815214"/>
                  </a:lnTo>
                  <a:lnTo>
                    <a:pt x="709784" y="2832505"/>
                  </a:lnTo>
                  <a:lnTo>
                    <a:pt x="614270" y="2844866"/>
                  </a:lnTo>
                  <a:lnTo>
                    <a:pt x="516345" y="2852113"/>
                  </a:lnTo>
                  <a:lnTo>
                    <a:pt x="416270" y="2854073"/>
                  </a:lnTo>
                  <a:lnTo>
                    <a:pt x="314314" y="2850587"/>
                  </a:lnTo>
                  <a:lnTo>
                    <a:pt x="210757" y="2841508"/>
                  </a:lnTo>
                  <a:lnTo>
                    <a:pt x="105887" y="2826706"/>
                  </a:lnTo>
                  <a:lnTo>
                    <a:pt x="0" y="2806062"/>
                  </a:lnTo>
                  <a:lnTo>
                    <a:pt x="12525" y="2716862"/>
                  </a:lnTo>
                  <a:lnTo>
                    <a:pt x="28426" y="2629278"/>
                  </a:lnTo>
                  <a:lnTo>
                    <a:pt x="47630" y="2543421"/>
                  </a:lnTo>
                  <a:lnTo>
                    <a:pt x="70062" y="2459399"/>
                  </a:lnTo>
                  <a:lnTo>
                    <a:pt x="95642" y="2377319"/>
                  </a:lnTo>
                  <a:lnTo>
                    <a:pt x="124288" y="2297283"/>
                  </a:lnTo>
                  <a:lnTo>
                    <a:pt x="155913" y="2219392"/>
                  </a:lnTo>
                  <a:lnTo>
                    <a:pt x="190431" y="2143742"/>
                  </a:lnTo>
                  <a:lnTo>
                    <a:pt x="227748" y="2070429"/>
                  </a:lnTo>
                  <a:lnTo>
                    <a:pt x="267770" y="1999543"/>
                  </a:lnTo>
                  <a:lnTo>
                    <a:pt x="310402" y="1931171"/>
                  </a:lnTo>
                  <a:lnTo>
                    <a:pt x="355541" y="1865398"/>
                  </a:lnTo>
                  <a:lnTo>
                    <a:pt x="403087" y="1802306"/>
                  </a:lnTo>
                  <a:lnTo>
                    <a:pt x="452933" y="1741971"/>
                  </a:lnTo>
                  <a:lnTo>
                    <a:pt x="504974" y="1684468"/>
                  </a:lnTo>
                  <a:lnTo>
                    <a:pt x="559100" y="1629867"/>
                  </a:lnTo>
                  <a:lnTo>
                    <a:pt x="615198" y="1578234"/>
                  </a:lnTo>
                  <a:lnTo>
                    <a:pt x="673156" y="1529634"/>
                  </a:lnTo>
                  <a:lnTo>
                    <a:pt x="732859" y="1484124"/>
                  </a:lnTo>
                  <a:lnTo>
                    <a:pt x="794188" y="1441761"/>
                  </a:lnTo>
                  <a:lnTo>
                    <a:pt x="857026" y="1402595"/>
                  </a:lnTo>
                  <a:lnTo>
                    <a:pt x="921252" y="1366675"/>
                  </a:lnTo>
                  <a:lnTo>
                    <a:pt x="986744" y="1334043"/>
                  </a:lnTo>
                  <a:lnTo>
                    <a:pt x="1053380" y="1304740"/>
                  </a:lnTo>
                  <a:lnTo>
                    <a:pt x="1121035" y="1278800"/>
                  </a:lnTo>
                  <a:lnTo>
                    <a:pt x="1189584" y="1256255"/>
                  </a:lnTo>
                  <a:lnTo>
                    <a:pt x="1258901" y="1237133"/>
                  </a:lnTo>
                  <a:lnTo>
                    <a:pt x="1328859" y="1221455"/>
                  </a:lnTo>
                  <a:lnTo>
                    <a:pt x="1399331" y="1209242"/>
                  </a:lnTo>
                  <a:lnTo>
                    <a:pt x="1470188" y="1200508"/>
                  </a:lnTo>
                  <a:lnTo>
                    <a:pt x="1541303" y="1195263"/>
                  </a:lnTo>
                  <a:lnTo>
                    <a:pt x="1612547" y="1193514"/>
                  </a:lnTo>
                  <a:lnTo>
                    <a:pt x="1575452" y="1196052"/>
                  </a:lnTo>
                  <a:lnTo>
                    <a:pt x="1538876" y="1203640"/>
                  </a:lnTo>
                  <a:lnTo>
                    <a:pt x="1503335" y="1216209"/>
                  </a:lnTo>
                  <a:lnTo>
                    <a:pt x="1469335" y="1233641"/>
                  </a:lnTo>
                  <a:lnTo>
                    <a:pt x="1437372" y="1255772"/>
                  </a:lnTo>
                  <a:lnTo>
                    <a:pt x="1407925" y="1282394"/>
                  </a:lnTo>
                  <a:lnTo>
                    <a:pt x="1381455" y="1313257"/>
                  </a:lnTo>
                  <a:lnTo>
                    <a:pt x="1358396" y="1348067"/>
                  </a:lnTo>
                  <a:lnTo>
                    <a:pt x="1339159" y="1386493"/>
                  </a:lnTo>
                  <a:lnTo>
                    <a:pt x="1324123" y="1428165"/>
                  </a:lnTo>
                  <a:lnTo>
                    <a:pt x="1313635" y="1472679"/>
                  </a:lnTo>
                  <a:lnTo>
                    <a:pt x="1308004" y="1519600"/>
                  </a:lnTo>
                  <a:lnTo>
                    <a:pt x="1307502" y="1568465"/>
                  </a:lnTo>
                  <a:lnTo>
                    <a:pt x="1312358" y="1618785"/>
                  </a:lnTo>
                  <a:lnTo>
                    <a:pt x="1322761" y="1670048"/>
                  </a:lnTo>
                  <a:lnTo>
                    <a:pt x="1338850" y="1721726"/>
                  </a:lnTo>
                  <a:lnTo>
                    <a:pt x="1360721" y="1773276"/>
                  </a:lnTo>
                  <a:lnTo>
                    <a:pt x="1388421" y="1824145"/>
                  </a:lnTo>
                  <a:lnTo>
                    <a:pt x="1421948" y="1873772"/>
                  </a:lnTo>
                  <a:lnTo>
                    <a:pt x="1461250" y="1921598"/>
                  </a:lnTo>
                  <a:lnTo>
                    <a:pt x="1506226" y="1967061"/>
                  </a:lnTo>
                  <a:lnTo>
                    <a:pt x="1556725" y="2009608"/>
                  </a:lnTo>
                  <a:lnTo>
                    <a:pt x="1612547" y="2048697"/>
                  </a:lnTo>
                  <a:lnTo>
                    <a:pt x="1673444" y="2083798"/>
                  </a:lnTo>
                  <a:lnTo>
                    <a:pt x="1739120" y="2114403"/>
                  </a:lnTo>
                  <a:lnTo>
                    <a:pt x="1809234" y="2140022"/>
                  </a:lnTo>
                  <a:lnTo>
                    <a:pt x="1883399" y="2160197"/>
                  </a:lnTo>
                  <a:lnTo>
                    <a:pt x="1961187" y="2174495"/>
                  </a:lnTo>
                  <a:lnTo>
                    <a:pt x="2042132" y="2182519"/>
                  </a:lnTo>
                  <a:lnTo>
                    <a:pt x="2125729" y="2183911"/>
                  </a:lnTo>
                  <a:lnTo>
                    <a:pt x="2211439" y="2178350"/>
                  </a:lnTo>
                  <a:lnTo>
                    <a:pt x="2298692" y="2165561"/>
                  </a:lnTo>
                  <a:lnTo>
                    <a:pt x="2386892" y="2145313"/>
                  </a:lnTo>
                  <a:lnTo>
                    <a:pt x="2475419" y="2117425"/>
                  </a:lnTo>
                  <a:lnTo>
                    <a:pt x="2563631" y="2081765"/>
                  </a:lnTo>
                  <a:lnTo>
                    <a:pt x="2650873" y="2038255"/>
                  </a:lnTo>
                  <a:lnTo>
                    <a:pt x="2736476" y="1986870"/>
                  </a:lnTo>
                  <a:lnTo>
                    <a:pt x="2819765" y="1927640"/>
                  </a:lnTo>
                  <a:lnTo>
                    <a:pt x="2900062" y="1860651"/>
                  </a:lnTo>
                  <a:lnTo>
                    <a:pt x="2976691" y="1786046"/>
                  </a:lnTo>
                  <a:lnTo>
                    <a:pt x="3048982" y="1704024"/>
                  </a:lnTo>
                  <a:lnTo>
                    <a:pt x="3116275" y="1614839"/>
                  </a:lnTo>
                  <a:lnTo>
                    <a:pt x="3177926" y="1518804"/>
                  </a:lnTo>
                  <a:lnTo>
                    <a:pt x="3233310" y="1416283"/>
                  </a:lnTo>
                  <a:lnTo>
                    <a:pt x="3281830" y="1307697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04453" y="2673094"/>
              <a:ext cx="3322912" cy="2752790"/>
            </a:xfrm>
            <a:custGeom>
              <a:avLst/>
              <a:pathLst>
                <a:path w="3322912" h="2752790">
                  <a:moveTo>
                    <a:pt x="1612547" y="0"/>
                  </a:moveTo>
                  <a:lnTo>
                    <a:pt x="1681393" y="2080"/>
                  </a:lnTo>
                  <a:lnTo>
                    <a:pt x="1749988" y="8313"/>
                  </a:lnTo>
                  <a:lnTo>
                    <a:pt x="1818082" y="18677"/>
                  </a:lnTo>
                  <a:lnTo>
                    <a:pt x="1885425" y="33133"/>
                  </a:lnTo>
                  <a:lnTo>
                    <a:pt x="1951773" y="51629"/>
                  </a:lnTo>
                  <a:lnTo>
                    <a:pt x="2016883" y="74097"/>
                  </a:lnTo>
                  <a:lnTo>
                    <a:pt x="2080517" y="100455"/>
                  </a:lnTo>
                  <a:lnTo>
                    <a:pt x="2142444" y="130607"/>
                  </a:lnTo>
                  <a:lnTo>
                    <a:pt x="2202438" y="164444"/>
                  </a:lnTo>
                  <a:lnTo>
                    <a:pt x="2260279" y="201841"/>
                  </a:lnTo>
                  <a:lnTo>
                    <a:pt x="2315757" y="242662"/>
                  </a:lnTo>
                  <a:lnTo>
                    <a:pt x="2368668" y="286758"/>
                  </a:lnTo>
                  <a:lnTo>
                    <a:pt x="2418821" y="333969"/>
                  </a:lnTo>
                  <a:lnTo>
                    <a:pt x="2479981" y="349472"/>
                  </a:lnTo>
                  <a:lnTo>
                    <a:pt x="2541377" y="368953"/>
                  </a:lnTo>
                  <a:lnTo>
                    <a:pt x="2602769" y="392462"/>
                  </a:lnTo>
                  <a:lnTo>
                    <a:pt x="2663915" y="420039"/>
                  </a:lnTo>
                  <a:lnTo>
                    <a:pt x="2724568" y="451708"/>
                  </a:lnTo>
                  <a:lnTo>
                    <a:pt x="2784479" y="487481"/>
                  </a:lnTo>
                  <a:lnTo>
                    <a:pt x="2843396" y="527353"/>
                  </a:lnTo>
                  <a:lnTo>
                    <a:pt x="2901067" y="571306"/>
                  </a:lnTo>
                  <a:lnTo>
                    <a:pt x="2957239" y="619306"/>
                  </a:lnTo>
                  <a:lnTo>
                    <a:pt x="3011661" y="671307"/>
                  </a:lnTo>
                  <a:lnTo>
                    <a:pt x="3064082" y="727246"/>
                  </a:lnTo>
                  <a:lnTo>
                    <a:pt x="3114252" y="787045"/>
                  </a:lnTo>
                  <a:lnTo>
                    <a:pt x="3161928" y="850613"/>
                  </a:lnTo>
                  <a:lnTo>
                    <a:pt x="3206865" y="917845"/>
                  </a:lnTo>
                  <a:lnTo>
                    <a:pt x="3248829" y="988619"/>
                  </a:lnTo>
                  <a:lnTo>
                    <a:pt x="3287586" y="1062801"/>
                  </a:lnTo>
                  <a:lnTo>
                    <a:pt x="3322912" y="1140243"/>
                  </a:lnTo>
                  <a:lnTo>
                    <a:pt x="3256378" y="1189914"/>
                  </a:lnTo>
                  <a:lnTo>
                    <a:pt x="3188465" y="1235568"/>
                  </a:lnTo>
                  <a:lnTo>
                    <a:pt x="3119354" y="1277169"/>
                  </a:lnTo>
                  <a:lnTo>
                    <a:pt x="3049227" y="1314687"/>
                  </a:lnTo>
                  <a:lnTo>
                    <a:pt x="2978268" y="1348102"/>
                  </a:lnTo>
                  <a:lnTo>
                    <a:pt x="2906662" y="1377398"/>
                  </a:lnTo>
                  <a:lnTo>
                    <a:pt x="2834590" y="1402569"/>
                  </a:lnTo>
                  <a:lnTo>
                    <a:pt x="2762238" y="1423616"/>
                  </a:lnTo>
                  <a:lnTo>
                    <a:pt x="2689788" y="1440546"/>
                  </a:lnTo>
                  <a:lnTo>
                    <a:pt x="2617422" y="1453374"/>
                  </a:lnTo>
                  <a:lnTo>
                    <a:pt x="2545321" y="1462123"/>
                  </a:lnTo>
                  <a:lnTo>
                    <a:pt x="2473665" y="1466822"/>
                  </a:lnTo>
                  <a:lnTo>
                    <a:pt x="2402633" y="1467507"/>
                  </a:lnTo>
                  <a:lnTo>
                    <a:pt x="2332400" y="1464222"/>
                  </a:lnTo>
                  <a:lnTo>
                    <a:pt x="2263141" y="1457018"/>
                  </a:lnTo>
                  <a:lnTo>
                    <a:pt x="2195029" y="1445953"/>
                  </a:lnTo>
                  <a:lnTo>
                    <a:pt x="2128232" y="1431090"/>
                  </a:lnTo>
                  <a:lnTo>
                    <a:pt x="2062916" y="1412500"/>
                  </a:lnTo>
                  <a:lnTo>
                    <a:pt x="1999245" y="1390261"/>
                  </a:lnTo>
                  <a:lnTo>
                    <a:pt x="1937378" y="1364458"/>
                  </a:lnTo>
                  <a:lnTo>
                    <a:pt x="1877473" y="1335179"/>
                  </a:lnTo>
                  <a:lnTo>
                    <a:pt x="1819681" y="1302522"/>
                  </a:lnTo>
                  <a:lnTo>
                    <a:pt x="1764151" y="1266589"/>
                  </a:lnTo>
                  <a:lnTo>
                    <a:pt x="1711026" y="1227488"/>
                  </a:lnTo>
                  <a:lnTo>
                    <a:pt x="1660446" y="1185332"/>
                  </a:lnTo>
                  <a:lnTo>
                    <a:pt x="1612547" y="1140243"/>
                  </a:lnTo>
                  <a:lnTo>
                    <a:pt x="1646488" y="1179413"/>
                  </a:lnTo>
                  <a:lnTo>
                    <a:pt x="1674667" y="1223226"/>
                  </a:lnTo>
                  <a:lnTo>
                    <a:pt x="1696610" y="1271047"/>
                  </a:lnTo>
                  <a:lnTo>
                    <a:pt x="1711903" y="1322201"/>
                  </a:lnTo>
                  <a:lnTo>
                    <a:pt x="1720200" y="1375970"/>
                  </a:lnTo>
                  <a:lnTo>
                    <a:pt x="1721222" y="1431611"/>
                  </a:lnTo>
                  <a:lnTo>
                    <a:pt x="1714761" y="1488351"/>
                  </a:lnTo>
                  <a:lnTo>
                    <a:pt x="1700684" y="1545401"/>
                  </a:lnTo>
                  <a:lnTo>
                    <a:pt x="1678932" y="1601958"/>
                  </a:lnTo>
                  <a:lnTo>
                    <a:pt x="1649522" y="1657215"/>
                  </a:lnTo>
                  <a:lnTo>
                    <a:pt x="1612547" y="1710364"/>
                  </a:lnTo>
                  <a:lnTo>
                    <a:pt x="1591561" y="1781286"/>
                  </a:lnTo>
                  <a:lnTo>
                    <a:pt x="1565937" y="1851369"/>
                  </a:lnTo>
                  <a:lnTo>
                    <a:pt x="1535710" y="1920385"/>
                  </a:lnTo>
                  <a:lnTo>
                    <a:pt x="1500923" y="1988109"/>
                  </a:lnTo>
                  <a:lnTo>
                    <a:pt x="1461633" y="2054316"/>
                  </a:lnTo>
                  <a:lnTo>
                    <a:pt x="1417903" y="2118785"/>
                  </a:lnTo>
                  <a:lnTo>
                    <a:pt x="1369807" y="2181296"/>
                  </a:lnTo>
                  <a:lnTo>
                    <a:pt x="1317430" y="2241633"/>
                  </a:lnTo>
                  <a:lnTo>
                    <a:pt x="1260865" y="2299584"/>
                  </a:lnTo>
                  <a:lnTo>
                    <a:pt x="1200213" y="2354940"/>
                  </a:lnTo>
                  <a:lnTo>
                    <a:pt x="1135587" y="2407496"/>
                  </a:lnTo>
                  <a:lnTo>
                    <a:pt x="1067107" y="2457052"/>
                  </a:lnTo>
                  <a:lnTo>
                    <a:pt x="994902" y="2503414"/>
                  </a:lnTo>
                  <a:lnTo>
                    <a:pt x="919112" y="2546391"/>
                  </a:lnTo>
                  <a:lnTo>
                    <a:pt x="839881" y="2585800"/>
                  </a:lnTo>
                  <a:lnTo>
                    <a:pt x="757365" y="2621462"/>
                  </a:lnTo>
                  <a:lnTo>
                    <a:pt x="671725" y="2653207"/>
                  </a:lnTo>
                  <a:lnTo>
                    <a:pt x="583134" y="2680869"/>
                  </a:lnTo>
                  <a:lnTo>
                    <a:pt x="491766" y="2704290"/>
                  </a:lnTo>
                  <a:lnTo>
                    <a:pt x="397809" y="2723320"/>
                  </a:lnTo>
                  <a:lnTo>
                    <a:pt x="301452" y="2737816"/>
                  </a:lnTo>
                  <a:lnTo>
                    <a:pt x="202895" y="2747643"/>
                  </a:lnTo>
                  <a:lnTo>
                    <a:pt x="102340" y="2752674"/>
                  </a:lnTo>
                  <a:lnTo>
                    <a:pt x="0" y="2752790"/>
                  </a:lnTo>
                  <a:lnTo>
                    <a:pt x="12525" y="2663590"/>
                  </a:lnTo>
                  <a:lnTo>
                    <a:pt x="28426" y="2576006"/>
                  </a:lnTo>
                  <a:lnTo>
                    <a:pt x="47630" y="2490149"/>
                  </a:lnTo>
                  <a:lnTo>
                    <a:pt x="70062" y="2406127"/>
                  </a:lnTo>
                  <a:lnTo>
                    <a:pt x="95642" y="2324047"/>
                  </a:lnTo>
                  <a:lnTo>
                    <a:pt x="124288" y="2244011"/>
                  </a:lnTo>
                  <a:lnTo>
                    <a:pt x="155913" y="2166120"/>
                  </a:lnTo>
                  <a:lnTo>
                    <a:pt x="190431" y="2090471"/>
                  </a:lnTo>
                  <a:lnTo>
                    <a:pt x="227748" y="2017157"/>
                  </a:lnTo>
                  <a:lnTo>
                    <a:pt x="267770" y="1946271"/>
                  </a:lnTo>
                  <a:lnTo>
                    <a:pt x="310402" y="1877899"/>
                  </a:lnTo>
                  <a:lnTo>
                    <a:pt x="355541" y="1812126"/>
                  </a:lnTo>
                  <a:lnTo>
                    <a:pt x="403087" y="1749034"/>
                  </a:lnTo>
                  <a:lnTo>
                    <a:pt x="452933" y="1688699"/>
                  </a:lnTo>
                  <a:lnTo>
                    <a:pt x="504974" y="1631196"/>
                  </a:lnTo>
                  <a:lnTo>
                    <a:pt x="559100" y="1576595"/>
                  </a:lnTo>
                  <a:lnTo>
                    <a:pt x="615198" y="1524963"/>
                  </a:lnTo>
                  <a:lnTo>
                    <a:pt x="673156" y="1476362"/>
                  </a:lnTo>
                  <a:lnTo>
                    <a:pt x="732859" y="1430852"/>
                  </a:lnTo>
                  <a:lnTo>
                    <a:pt x="794188" y="1388489"/>
                  </a:lnTo>
                  <a:lnTo>
                    <a:pt x="857026" y="1349324"/>
                  </a:lnTo>
                  <a:lnTo>
                    <a:pt x="921252" y="1313403"/>
                  </a:lnTo>
                  <a:lnTo>
                    <a:pt x="986744" y="1280771"/>
                  </a:lnTo>
                  <a:lnTo>
                    <a:pt x="1053380" y="1251468"/>
                  </a:lnTo>
                  <a:lnTo>
                    <a:pt x="1121035" y="1225528"/>
                  </a:lnTo>
                  <a:lnTo>
                    <a:pt x="1189584" y="1202983"/>
                  </a:lnTo>
                  <a:lnTo>
                    <a:pt x="1258901" y="1183861"/>
                  </a:lnTo>
                  <a:lnTo>
                    <a:pt x="1328859" y="1168184"/>
                  </a:lnTo>
                  <a:lnTo>
                    <a:pt x="1399331" y="1155971"/>
                  </a:lnTo>
                  <a:lnTo>
                    <a:pt x="1470188" y="1147236"/>
                  </a:lnTo>
                  <a:lnTo>
                    <a:pt x="1541303" y="1141992"/>
                  </a:lnTo>
                  <a:lnTo>
                    <a:pt x="1612547" y="1140243"/>
                  </a:lnTo>
                  <a:lnTo>
                    <a:pt x="1560850" y="1136545"/>
                  </a:lnTo>
                  <a:lnTo>
                    <a:pt x="1509944" y="1125491"/>
                  </a:lnTo>
                  <a:lnTo>
                    <a:pt x="1460613" y="1107191"/>
                  </a:lnTo>
                  <a:lnTo>
                    <a:pt x="1413628" y="1081835"/>
                  </a:lnTo>
                  <a:lnTo>
                    <a:pt x="1369740" y="1049680"/>
                  </a:lnTo>
                  <a:lnTo>
                    <a:pt x="1329674" y="1011059"/>
                  </a:lnTo>
                  <a:lnTo>
                    <a:pt x="1294121" y="966369"/>
                  </a:lnTo>
                  <a:lnTo>
                    <a:pt x="1263735" y="916075"/>
                  </a:lnTo>
                  <a:lnTo>
                    <a:pt x="1239124" y="860702"/>
                  </a:lnTo>
                  <a:lnTo>
                    <a:pt x="1220848" y="800833"/>
                  </a:lnTo>
                  <a:lnTo>
                    <a:pt x="1209410" y="737106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395764" y="3781736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491673" y="297546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3518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72852" y="5394283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2026-04-01T18:12:32Z</dcterms:modified>
  <cp:category/>
</cp:coreProperties>
</file>