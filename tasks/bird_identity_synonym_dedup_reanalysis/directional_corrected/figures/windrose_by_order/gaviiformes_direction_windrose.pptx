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88817" y="438295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163853" y="2999053"/>
              <a:ext cx="2833633" cy="2474842"/>
            </a:xfrm>
            <a:custGeom>
              <a:avLst/>
              <a:pathLst>
                <a:path w="2833633" h="2474842">
                  <a:moveTo>
                    <a:pt x="2833633" y="814284"/>
                  </a:moveTo>
                  <a:lnTo>
                    <a:pt x="2773357" y="724812"/>
                  </a:lnTo>
                  <a:lnTo>
                    <a:pt x="2709670" y="640191"/>
                  </a:lnTo>
                  <a:lnTo>
                    <a:pt x="2642863" y="560546"/>
                  </a:lnTo>
                  <a:lnTo>
                    <a:pt x="2573235" y="485988"/>
                  </a:lnTo>
                  <a:lnTo>
                    <a:pt x="2501085" y="416609"/>
                  </a:lnTo>
                  <a:lnTo>
                    <a:pt x="2426717" y="352490"/>
                  </a:lnTo>
                  <a:lnTo>
                    <a:pt x="2350438" y="293692"/>
                  </a:lnTo>
                  <a:lnTo>
                    <a:pt x="2272554" y="240262"/>
                  </a:lnTo>
                  <a:lnTo>
                    <a:pt x="2193372" y="192229"/>
                  </a:lnTo>
                  <a:lnTo>
                    <a:pt x="2113199" y="149608"/>
                  </a:lnTo>
                  <a:lnTo>
                    <a:pt x="2032341" y="112397"/>
                  </a:lnTo>
                  <a:lnTo>
                    <a:pt x="1951103" y="80580"/>
                  </a:lnTo>
                  <a:lnTo>
                    <a:pt x="1869786" y="54122"/>
                  </a:lnTo>
                  <a:lnTo>
                    <a:pt x="1788688" y="32975"/>
                  </a:lnTo>
                  <a:lnTo>
                    <a:pt x="1708103" y="17075"/>
                  </a:lnTo>
                  <a:lnTo>
                    <a:pt x="1628319" y="6344"/>
                  </a:lnTo>
                  <a:lnTo>
                    <a:pt x="1549621" y="688"/>
                  </a:lnTo>
                  <a:lnTo>
                    <a:pt x="1472284" y="0"/>
                  </a:lnTo>
                  <a:lnTo>
                    <a:pt x="1396579" y="4156"/>
                  </a:lnTo>
                  <a:lnTo>
                    <a:pt x="1322768" y="13023"/>
                  </a:lnTo>
                  <a:lnTo>
                    <a:pt x="1251105" y="26452"/>
                  </a:lnTo>
                  <a:lnTo>
                    <a:pt x="1181834" y="44281"/>
                  </a:lnTo>
                  <a:lnTo>
                    <a:pt x="1115192" y="66338"/>
                  </a:lnTo>
                  <a:lnTo>
                    <a:pt x="1051402" y="92436"/>
                  </a:lnTo>
                  <a:lnTo>
                    <a:pt x="990680" y="122381"/>
                  </a:lnTo>
                  <a:lnTo>
                    <a:pt x="933228" y="155964"/>
                  </a:lnTo>
                  <a:lnTo>
                    <a:pt x="879238" y="192970"/>
                  </a:lnTo>
                  <a:lnTo>
                    <a:pt x="828888" y="233172"/>
                  </a:lnTo>
                  <a:lnTo>
                    <a:pt x="782346" y="276335"/>
                  </a:lnTo>
                  <a:lnTo>
                    <a:pt x="739763" y="322216"/>
                  </a:lnTo>
                  <a:lnTo>
                    <a:pt x="701282" y="370566"/>
                  </a:lnTo>
                  <a:lnTo>
                    <a:pt x="667026" y="421126"/>
                  </a:lnTo>
                  <a:lnTo>
                    <a:pt x="637109" y="473635"/>
                  </a:lnTo>
                  <a:lnTo>
                    <a:pt x="611628" y="527822"/>
                  </a:lnTo>
                  <a:lnTo>
                    <a:pt x="590666" y="583417"/>
                  </a:lnTo>
                  <a:lnTo>
                    <a:pt x="574292" y="640141"/>
                  </a:lnTo>
                  <a:lnTo>
                    <a:pt x="562557" y="697715"/>
                  </a:lnTo>
                  <a:lnTo>
                    <a:pt x="555501" y="755857"/>
                  </a:lnTo>
                  <a:lnTo>
                    <a:pt x="553147" y="814284"/>
                  </a:lnTo>
                  <a:lnTo>
                    <a:pt x="522033" y="788010"/>
                  </a:lnTo>
                  <a:lnTo>
                    <a:pt x="486723" y="767153"/>
                  </a:lnTo>
                  <a:lnTo>
                    <a:pt x="447921" y="752213"/>
                  </a:lnTo>
                  <a:lnTo>
                    <a:pt x="406386" y="743608"/>
                  </a:lnTo>
                  <a:lnTo>
                    <a:pt x="362920" y="741670"/>
                  </a:lnTo>
                  <a:lnTo>
                    <a:pt x="318358" y="746642"/>
                  </a:lnTo>
                  <a:lnTo>
                    <a:pt x="273563" y="758671"/>
                  </a:lnTo>
                  <a:lnTo>
                    <a:pt x="229412" y="777808"/>
                  </a:lnTo>
                  <a:lnTo>
                    <a:pt x="186784" y="804005"/>
                  </a:lnTo>
                  <a:lnTo>
                    <a:pt x="146558" y="837117"/>
                  </a:lnTo>
                  <a:lnTo>
                    <a:pt x="109593" y="876903"/>
                  </a:lnTo>
                  <a:lnTo>
                    <a:pt x="76723" y="923024"/>
                  </a:lnTo>
                  <a:lnTo>
                    <a:pt x="48749" y="975050"/>
                  </a:lnTo>
                  <a:lnTo>
                    <a:pt x="26423" y="1032460"/>
                  </a:lnTo>
                  <a:lnTo>
                    <a:pt x="10445" y="1094650"/>
                  </a:lnTo>
                  <a:lnTo>
                    <a:pt x="1449" y="1160939"/>
                  </a:lnTo>
                  <a:lnTo>
                    <a:pt x="0" y="1230570"/>
                  </a:lnTo>
                  <a:lnTo>
                    <a:pt x="6581" y="1302725"/>
                  </a:lnTo>
                  <a:lnTo>
                    <a:pt x="21592" y="1376527"/>
                  </a:lnTo>
                  <a:lnTo>
                    <a:pt x="45340" y="1451054"/>
                  </a:lnTo>
                  <a:lnTo>
                    <a:pt x="78033" y="1525342"/>
                  </a:lnTo>
                  <a:lnTo>
                    <a:pt x="119781" y="1598401"/>
                  </a:lnTo>
                  <a:lnTo>
                    <a:pt x="170586" y="1669223"/>
                  </a:lnTo>
                  <a:lnTo>
                    <a:pt x="230348" y="1736789"/>
                  </a:lnTo>
                  <a:lnTo>
                    <a:pt x="298856" y="1800089"/>
                  </a:lnTo>
                  <a:lnTo>
                    <a:pt x="375792" y="1858121"/>
                  </a:lnTo>
                  <a:lnTo>
                    <a:pt x="460732" y="1909913"/>
                  </a:lnTo>
                  <a:lnTo>
                    <a:pt x="553147" y="1954527"/>
                  </a:lnTo>
                  <a:lnTo>
                    <a:pt x="595695" y="2005597"/>
                  </a:lnTo>
                  <a:lnTo>
                    <a:pt x="641886" y="2055016"/>
                  </a:lnTo>
                  <a:lnTo>
                    <a:pt x="691654" y="2102591"/>
                  </a:lnTo>
                  <a:lnTo>
                    <a:pt x="744925" y="2148128"/>
                  </a:lnTo>
                  <a:lnTo>
                    <a:pt x="801613" y="2191439"/>
                  </a:lnTo>
                  <a:lnTo>
                    <a:pt x="861626" y="2232338"/>
                  </a:lnTo>
                  <a:lnTo>
                    <a:pt x="924860" y="2270643"/>
                  </a:lnTo>
                  <a:lnTo>
                    <a:pt x="991206" y="2306178"/>
                  </a:lnTo>
                  <a:lnTo>
                    <a:pt x="1060544" y="2338769"/>
                  </a:lnTo>
                  <a:lnTo>
                    <a:pt x="1132746" y="2368248"/>
                  </a:lnTo>
                  <a:lnTo>
                    <a:pt x="1207675" y="2394455"/>
                  </a:lnTo>
                  <a:lnTo>
                    <a:pt x="1285189" y="2417232"/>
                  </a:lnTo>
                  <a:lnTo>
                    <a:pt x="1365135" y="2436429"/>
                  </a:lnTo>
                  <a:lnTo>
                    <a:pt x="1447355" y="2451903"/>
                  </a:lnTo>
                  <a:lnTo>
                    <a:pt x="1531683" y="2463518"/>
                  </a:lnTo>
                  <a:lnTo>
                    <a:pt x="1617945" y="2471142"/>
                  </a:lnTo>
                  <a:lnTo>
                    <a:pt x="1705963" y="2474655"/>
                  </a:lnTo>
                  <a:lnTo>
                    <a:pt x="1795551" y="2473942"/>
                  </a:lnTo>
                  <a:lnTo>
                    <a:pt x="1886518" y="2468896"/>
                  </a:lnTo>
                  <a:lnTo>
                    <a:pt x="1978666" y="2459421"/>
                  </a:lnTo>
                  <a:lnTo>
                    <a:pt x="2071794" y="2445426"/>
                  </a:lnTo>
                  <a:lnTo>
                    <a:pt x="2165694" y="2426831"/>
                  </a:lnTo>
                  <a:lnTo>
                    <a:pt x="2059807" y="2447476"/>
                  </a:lnTo>
                  <a:lnTo>
                    <a:pt x="1954937" y="2462278"/>
                  </a:lnTo>
                  <a:lnTo>
                    <a:pt x="1851380" y="2471356"/>
                  </a:lnTo>
                  <a:lnTo>
                    <a:pt x="1749424" y="2474842"/>
                  </a:lnTo>
                  <a:lnTo>
                    <a:pt x="1649349" y="2472882"/>
                  </a:lnTo>
                  <a:lnTo>
                    <a:pt x="1551424" y="2465636"/>
                  </a:lnTo>
                  <a:lnTo>
                    <a:pt x="1455910" y="2453275"/>
                  </a:lnTo>
                  <a:lnTo>
                    <a:pt x="1363056" y="2435983"/>
                  </a:lnTo>
                  <a:lnTo>
                    <a:pt x="1273101" y="2413957"/>
                  </a:lnTo>
                  <a:lnTo>
                    <a:pt x="1186273" y="2387404"/>
                  </a:lnTo>
                  <a:lnTo>
                    <a:pt x="1102787" y="2356541"/>
                  </a:lnTo>
                  <a:lnTo>
                    <a:pt x="1022844" y="2321596"/>
                  </a:lnTo>
                  <a:lnTo>
                    <a:pt x="946636" y="2282804"/>
                  </a:lnTo>
                  <a:lnTo>
                    <a:pt x="874338" y="2240412"/>
                  </a:lnTo>
                  <a:lnTo>
                    <a:pt x="806113" y="2194673"/>
                  </a:lnTo>
                  <a:lnTo>
                    <a:pt x="742109" y="2145845"/>
                  </a:lnTo>
                  <a:lnTo>
                    <a:pt x="682461" y="2094196"/>
                  </a:lnTo>
                  <a:lnTo>
                    <a:pt x="627289" y="2039998"/>
                  </a:lnTo>
                  <a:lnTo>
                    <a:pt x="576697" y="1983527"/>
                  </a:lnTo>
                  <a:lnTo>
                    <a:pt x="530775" y="1925065"/>
                  </a:lnTo>
                  <a:lnTo>
                    <a:pt x="489597" y="1864896"/>
                  </a:lnTo>
                  <a:lnTo>
                    <a:pt x="453222" y="1803307"/>
                  </a:lnTo>
                  <a:lnTo>
                    <a:pt x="421695" y="1740587"/>
                  </a:lnTo>
                  <a:lnTo>
                    <a:pt x="395043" y="1677027"/>
                  </a:lnTo>
                  <a:lnTo>
                    <a:pt x="373280" y="1612916"/>
                  </a:lnTo>
                  <a:lnTo>
                    <a:pt x="356402" y="1548544"/>
                  </a:lnTo>
                  <a:lnTo>
                    <a:pt x="344393" y="1484200"/>
                  </a:lnTo>
                  <a:lnTo>
                    <a:pt x="337217" y="1420171"/>
                  </a:lnTo>
                  <a:lnTo>
                    <a:pt x="334827" y="1356739"/>
                  </a:lnTo>
                  <a:lnTo>
                    <a:pt x="337161" y="1294186"/>
                  </a:lnTo>
                  <a:lnTo>
                    <a:pt x="344138" y="1232787"/>
                  </a:lnTo>
                  <a:lnTo>
                    <a:pt x="355668" y="1172813"/>
                  </a:lnTo>
                  <a:lnTo>
                    <a:pt x="371642" y="1114530"/>
                  </a:lnTo>
                  <a:lnTo>
                    <a:pt x="391941" y="1058195"/>
                  </a:lnTo>
                  <a:lnTo>
                    <a:pt x="416430" y="1004062"/>
                  </a:lnTo>
                  <a:lnTo>
                    <a:pt x="444961" y="952373"/>
                  </a:lnTo>
                  <a:lnTo>
                    <a:pt x="477374" y="903365"/>
                  </a:lnTo>
                  <a:lnTo>
                    <a:pt x="513498" y="857263"/>
                  </a:lnTo>
                  <a:lnTo>
                    <a:pt x="553147" y="814284"/>
                  </a:lnTo>
                  <a:lnTo>
                    <a:pt x="513199" y="816488"/>
                  </a:lnTo>
                  <a:lnTo>
                    <a:pt x="473615" y="823086"/>
                  </a:lnTo>
                  <a:lnTo>
                    <a:pt x="434758" y="834039"/>
                  </a:lnTo>
                  <a:lnTo>
                    <a:pt x="396986" y="849280"/>
                  </a:lnTo>
                  <a:lnTo>
                    <a:pt x="360652" y="868716"/>
                  </a:lnTo>
                  <a:lnTo>
                    <a:pt x="326102" y="892228"/>
                  </a:lnTo>
                  <a:lnTo>
                    <a:pt x="293673" y="919673"/>
                  </a:lnTo>
                  <a:lnTo>
                    <a:pt x="263691" y="950881"/>
                  </a:lnTo>
                  <a:lnTo>
                    <a:pt x="236469" y="985661"/>
                  </a:lnTo>
                  <a:lnTo>
                    <a:pt x="212306" y="1023798"/>
                  </a:lnTo>
                  <a:lnTo>
                    <a:pt x="191488" y="1065053"/>
                  </a:lnTo>
                  <a:lnTo>
                    <a:pt x="174279" y="1109169"/>
                  </a:lnTo>
                  <a:lnTo>
                    <a:pt x="160928" y="1155868"/>
                  </a:lnTo>
                  <a:lnTo>
                    <a:pt x="151663" y="1204853"/>
                  </a:lnTo>
                  <a:lnTo>
                    <a:pt x="146691" y="1255812"/>
                  </a:lnTo>
                  <a:lnTo>
                    <a:pt x="146197" y="1308416"/>
                  </a:lnTo>
                  <a:lnTo>
                    <a:pt x="150341" y="1362321"/>
                  </a:lnTo>
                  <a:lnTo>
                    <a:pt x="159260" y="1417172"/>
                  </a:lnTo>
                  <a:lnTo>
                    <a:pt x="173066" y="1472604"/>
                  </a:lnTo>
                  <a:lnTo>
                    <a:pt x="191843" y="1528240"/>
                  </a:lnTo>
                  <a:lnTo>
                    <a:pt x="215651" y="1583698"/>
                  </a:lnTo>
                  <a:lnTo>
                    <a:pt x="244520" y="1638590"/>
                  </a:lnTo>
                  <a:lnTo>
                    <a:pt x="278455" y="1692524"/>
                  </a:lnTo>
                  <a:lnTo>
                    <a:pt x="317431" y="1745107"/>
                  </a:lnTo>
                  <a:lnTo>
                    <a:pt x="361395" y="1795945"/>
                  </a:lnTo>
                  <a:lnTo>
                    <a:pt x="410269" y="1844647"/>
                  </a:lnTo>
                  <a:lnTo>
                    <a:pt x="463942" y="1890825"/>
                  </a:lnTo>
                  <a:lnTo>
                    <a:pt x="522279" y="1934097"/>
                  </a:lnTo>
                  <a:lnTo>
                    <a:pt x="585117" y="1974091"/>
                  </a:lnTo>
                  <a:lnTo>
                    <a:pt x="652263" y="2010440"/>
                  </a:lnTo>
                  <a:lnTo>
                    <a:pt x="723502" y="2042793"/>
                  </a:lnTo>
                  <a:lnTo>
                    <a:pt x="798589" y="2070810"/>
                  </a:lnTo>
                  <a:lnTo>
                    <a:pt x="877257" y="2094165"/>
                  </a:lnTo>
                  <a:lnTo>
                    <a:pt x="959214" y="2112552"/>
                  </a:lnTo>
                  <a:lnTo>
                    <a:pt x="1044144" y="2125679"/>
                  </a:lnTo>
                  <a:lnTo>
                    <a:pt x="1131712" y="2133279"/>
                  </a:lnTo>
                  <a:lnTo>
                    <a:pt x="1221559" y="2135102"/>
                  </a:lnTo>
                  <a:lnTo>
                    <a:pt x="1313309" y="2130923"/>
                  </a:lnTo>
                  <a:lnTo>
                    <a:pt x="1406568" y="2120542"/>
                  </a:lnTo>
                  <a:lnTo>
                    <a:pt x="1500926" y="2103783"/>
                  </a:lnTo>
                  <a:lnTo>
                    <a:pt x="1595956" y="2080497"/>
                  </a:lnTo>
                  <a:lnTo>
                    <a:pt x="1691223" y="2050564"/>
                  </a:lnTo>
                  <a:lnTo>
                    <a:pt x="1786276" y="2013890"/>
                  </a:lnTo>
                  <a:lnTo>
                    <a:pt x="1880658" y="1970414"/>
                  </a:lnTo>
                  <a:lnTo>
                    <a:pt x="1973903" y="1920103"/>
                  </a:lnTo>
                  <a:lnTo>
                    <a:pt x="2065541" y="1862954"/>
                  </a:lnTo>
                  <a:lnTo>
                    <a:pt x="2155097" y="1798999"/>
                  </a:lnTo>
                  <a:lnTo>
                    <a:pt x="2242097" y="1728298"/>
                  </a:lnTo>
                  <a:lnTo>
                    <a:pt x="2326065" y="1650944"/>
                  </a:lnTo>
                  <a:lnTo>
                    <a:pt x="2406530" y="1567063"/>
                  </a:lnTo>
                  <a:lnTo>
                    <a:pt x="2483026" y="1476812"/>
                  </a:lnTo>
                  <a:lnTo>
                    <a:pt x="2555091" y="1380380"/>
                  </a:lnTo>
                  <a:lnTo>
                    <a:pt x="2622277" y="1277987"/>
                  </a:lnTo>
                  <a:lnTo>
                    <a:pt x="2684142" y="1169884"/>
                  </a:lnTo>
                  <a:lnTo>
                    <a:pt x="2740261" y="1056354"/>
                  </a:lnTo>
                  <a:lnTo>
                    <a:pt x="2790223" y="937707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498849" y="3376985"/>
              <a:ext cx="2498637" cy="2096723"/>
            </a:xfrm>
            <a:custGeom>
              <a:avLst/>
              <a:pathLst>
                <a:path w="2498637" h="2096723">
                  <a:moveTo>
                    <a:pt x="218151" y="436352"/>
                  </a:moveTo>
                  <a:lnTo>
                    <a:pt x="218151" y="436352"/>
                  </a:lnTo>
                  <a:lnTo>
                    <a:pt x="269764" y="387211"/>
                  </a:lnTo>
                  <a:lnTo>
                    <a:pt x="323759" y="340634"/>
                  </a:lnTo>
                  <a:lnTo>
                    <a:pt x="380039" y="296706"/>
                  </a:lnTo>
                  <a:lnTo>
                    <a:pt x="438506" y="255511"/>
                  </a:lnTo>
                  <a:lnTo>
                    <a:pt x="499059" y="217129"/>
                  </a:lnTo>
                  <a:lnTo>
                    <a:pt x="561595" y="181636"/>
                  </a:lnTo>
                  <a:lnTo>
                    <a:pt x="626008" y="149106"/>
                  </a:lnTo>
                  <a:lnTo>
                    <a:pt x="692190" y="119609"/>
                  </a:lnTo>
                  <a:lnTo>
                    <a:pt x="760029" y="93211"/>
                  </a:lnTo>
                  <a:lnTo>
                    <a:pt x="829413" y="69975"/>
                  </a:lnTo>
                  <a:lnTo>
                    <a:pt x="900227" y="49960"/>
                  </a:lnTo>
                  <a:lnTo>
                    <a:pt x="972354" y="33221"/>
                  </a:lnTo>
                  <a:lnTo>
                    <a:pt x="1045676" y="19810"/>
                  </a:lnTo>
                  <a:lnTo>
                    <a:pt x="1120073" y="9774"/>
                  </a:lnTo>
                  <a:lnTo>
                    <a:pt x="1195421" y="3158"/>
                  </a:lnTo>
                  <a:lnTo>
                    <a:pt x="1271598" y="0"/>
                  </a:lnTo>
                  <a:lnTo>
                    <a:pt x="1348480" y="336"/>
                  </a:lnTo>
                  <a:lnTo>
                    <a:pt x="1425939" y="4198"/>
                  </a:lnTo>
                  <a:lnTo>
                    <a:pt x="1503849" y="11614"/>
                  </a:lnTo>
                  <a:lnTo>
                    <a:pt x="1582082" y="22608"/>
                  </a:lnTo>
                  <a:lnTo>
                    <a:pt x="1660509" y="37198"/>
                  </a:lnTo>
                  <a:lnTo>
                    <a:pt x="1738999" y="55399"/>
                  </a:lnTo>
                  <a:lnTo>
                    <a:pt x="1817424" y="77223"/>
                  </a:lnTo>
                  <a:lnTo>
                    <a:pt x="1895652" y="102676"/>
                  </a:lnTo>
                  <a:lnTo>
                    <a:pt x="1973551" y="131761"/>
                  </a:lnTo>
                  <a:lnTo>
                    <a:pt x="2050991" y="164476"/>
                  </a:lnTo>
                  <a:lnTo>
                    <a:pt x="2127841" y="200814"/>
                  </a:lnTo>
                  <a:lnTo>
                    <a:pt x="2203968" y="240766"/>
                  </a:lnTo>
                  <a:lnTo>
                    <a:pt x="2279242" y="284316"/>
                  </a:lnTo>
                  <a:lnTo>
                    <a:pt x="2353532" y="331447"/>
                  </a:lnTo>
                  <a:lnTo>
                    <a:pt x="2426707" y="382135"/>
                  </a:lnTo>
                  <a:lnTo>
                    <a:pt x="2498637" y="436352"/>
                  </a:lnTo>
                  <a:lnTo>
                    <a:pt x="2497308" y="514210"/>
                  </a:lnTo>
                  <a:lnTo>
                    <a:pt x="2493321" y="591978"/>
                  </a:lnTo>
                  <a:lnTo>
                    <a:pt x="2486681" y="669564"/>
                  </a:lnTo>
                  <a:lnTo>
                    <a:pt x="2477397" y="746878"/>
                  </a:lnTo>
                  <a:lnTo>
                    <a:pt x="2465478" y="823830"/>
                  </a:lnTo>
                  <a:lnTo>
                    <a:pt x="2450939" y="900330"/>
                  </a:lnTo>
                  <a:lnTo>
                    <a:pt x="2433797" y="976290"/>
                  </a:lnTo>
                  <a:lnTo>
                    <a:pt x="2414071" y="1051620"/>
                  </a:lnTo>
                  <a:lnTo>
                    <a:pt x="2391785" y="1126232"/>
                  </a:lnTo>
                  <a:lnTo>
                    <a:pt x="2366964" y="1200040"/>
                  </a:lnTo>
                  <a:lnTo>
                    <a:pt x="2339638" y="1272958"/>
                  </a:lnTo>
                  <a:lnTo>
                    <a:pt x="2309839" y="1344900"/>
                  </a:lnTo>
                  <a:lnTo>
                    <a:pt x="2277601" y="1415783"/>
                  </a:lnTo>
                  <a:lnTo>
                    <a:pt x="2242961" y="1485524"/>
                  </a:lnTo>
                  <a:lnTo>
                    <a:pt x="2205961" y="1554041"/>
                  </a:lnTo>
                  <a:lnTo>
                    <a:pt x="2166643" y="1621256"/>
                  </a:lnTo>
                  <a:lnTo>
                    <a:pt x="2125053" y="1687089"/>
                  </a:lnTo>
                  <a:lnTo>
                    <a:pt x="2081240" y="1751463"/>
                  </a:lnTo>
                  <a:lnTo>
                    <a:pt x="2035254" y="1814305"/>
                  </a:lnTo>
                  <a:lnTo>
                    <a:pt x="1987150" y="1875539"/>
                  </a:lnTo>
                  <a:lnTo>
                    <a:pt x="1936983" y="1935096"/>
                  </a:lnTo>
                  <a:lnTo>
                    <a:pt x="1884812" y="1992905"/>
                  </a:lnTo>
                  <a:lnTo>
                    <a:pt x="1830698" y="2048899"/>
                  </a:lnTo>
                  <a:lnTo>
                    <a:pt x="1736798" y="2067494"/>
                  </a:lnTo>
                  <a:lnTo>
                    <a:pt x="1643670" y="2081489"/>
                  </a:lnTo>
                  <a:lnTo>
                    <a:pt x="1551522" y="2090964"/>
                  </a:lnTo>
                  <a:lnTo>
                    <a:pt x="1460555" y="2096009"/>
                  </a:lnTo>
                  <a:lnTo>
                    <a:pt x="1370967" y="2096723"/>
                  </a:lnTo>
                  <a:lnTo>
                    <a:pt x="1282949" y="2093210"/>
                  </a:lnTo>
                  <a:lnTo>
                    <a:pt x="1196686" y="2085585"/>
                  </a:lnTo>
                  <a:lnTo>
                    <a:pt x="1112359" y="2073971"/>
                  </a:lnTo>
                  <a:lnTo>
                    <a:pt x="1030139" y="2058497"/>
                  </a:lnTo>
                  <a:lnTo>
                    <a:pt x="950193" y="2039300"/>
                  </a:lnTo>
                  <a:lnTo>
                    <a:pt x="872679" y="2016523"/>
                  </a:lnTo>
                  <a:lnTo>
                    <a:pt x="797750" y="1990316"/>
                  </a:lnTo>
                  <a:lnTo>
                    <a:pt x="725548" y="1960836"/>
                  </a:lnTo>
                  <a:lnTo>
                    <a:pt x="656210" y="1928245"/>
                  </a:lnTo>
                  <a:lnTo>
                    <a:pt x="589864" y="1892711"/>
                  </a:lnTo>
                  <a:lnTo>
                    <a:pt x="526630" y="1854406"/>
                  </a:lnTo>
                  <a:lnTo>
                    <a:pt x="466617" y="1813507"/>
                  </a:lnTo>
                  <a:lnTo>
                    <a:pt x="409929" y="1770196"/>
                  </a:lnTo>
                  <a:lnTo>
                    <a:pt x="356658" y="1724659"/>
                  </a:lnTo>
                  <a:lnTo>
                    <a:pt x="306890" y="1677084"/>
                  </a:lnTo>
                  <a:lnTo>
                    <a:pt x="260699" y="1627665"/>
                  </a:lnTo>
                  <a:lnTo>
                    <a:pt x="218151" y="1576595"/>
                  </a:lnTo>
                  <a:lnTo>
                    <a:pt x="173510" y="1515659"/>
                  </a:lnTo>
                  <a:lnTo>
                    <a:pt x="133902" y="1453085"/>
                  </a:lnTo>
                  <a:lnTo>
                    <a:pt x="99381" y="1389183"/>
                  </a:lnTo>
                  <a:lnTo>
                    <a:pt x="69984" y="1324266"/>
                  </a:lnTo>
                  <a:lnTo>
                    <a:pt x="45733" y="1258649"/>
                  </a:lnTo>
                  <a:lnTo>
                    <a:pt x="26631" y="1192645"/>
                  </a:lnTo>
                  <a:lnTo>
                    <a:pt x="12665" y="1126567"/>
                  </a:lnTo>
                  <a:lnTo>
                    <a:pt x="3803" y="1060724"/>
                  </a:lnTo>
                  <a:lnTo>
                    <a:pt x="0" y="995426"/>
                  </a:lnTo>
                  <a:lnTo>
                    <a:pt x="1189" y="930975"/>
                  </a:lnTo>
                  <a:lnTo>
                    <a:pt x="7291" y="867671"/>
                  </a:lnTo>
                  <a:lnTo>
                    <a:pt x="18210" y="805810"/>
                  </a:lnTo>
                  <a:lnTo>
                    <a:pt x="33833" y="745677"/>
                  </a:lnTo>
                  <a:lnTo>
                    <a:pt x="54031" y="687555"/>
                  </a:lnTo>
                  <a:lnTo>
                    <a:pt x="78663" y="631717"/>
                  </a:lnTo>
                  <a:lnTo>
                    <a:pt x="107569" y="578427"/>
                  </a:lnTo>
                  <a:lnTo>
                    <a:pt x="140578" y="527941"/>
                  </a:lnTo>
                  <a:lnTo>
                    <a:pt x="177505" y="480505"/>
                  </a:lnTo>
                  <a:lnTo>
                    <a:pt x="218151" y="436352"/>
                  </a:lnTo>
                  <a:lnTo>
                    <a:pt x="218151" y="436352"/>
                  </a:lnTo>
                  <a:lnTo>
                    <a:pt x="218151" y="436352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921979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297947" y="5394283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2026-04-01T18:12:41Z</dcterms:modified>
  <cp:category/>
</cp:coreProperties>
</file>