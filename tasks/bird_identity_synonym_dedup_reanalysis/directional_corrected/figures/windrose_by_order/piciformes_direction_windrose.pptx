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9004821" cy="855182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69589" y="924771"/>
              <a:ext cx="9004821" cy="586363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397549" y="69589"/>
              <a:ext cx="8638904" cy="85518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tx8"/>
            <p:cNvSpPr/>
            <p:nvPr/>
          </p:nvSpPr>
          <p:spPr>
            <a:xfrm>
              <a:off x="4338225" y="440031"/>
              <a:ext cx="757550" cy="1104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6" b="1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Piciformes</a:t>
              </a:r>
            </a:p>
          </p:txBody>
        </p:sp>
        <p:sp>
          <p:nvSpPr>
            <p:cNvPr id="9" name="rc9"/>
            <p:cNvSpPr/>
            <p:nvPr/>
          </p:nvSpPr>
          <p:spPr>
            <a:xfrm>
              <a:off x="1866392" y="962729"/>
              <a:ext cx="5701216" cy="57012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717001" y="1247789"/>
              <a:ext cx="0" cy="2565547"/>
            </a:xfrm>
            <a:custGeom>
              <a:avLst/>
              <a:pathLst>
                <a:path w="0" h="2565547">
                  <a:moveTo>
                    <a:pt x="0" y="2565547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717001" y="1999221"/>
              <a:ext cx="1814115" cy="1814115"/>
            </a:xfrm>
            <a:custGeom>
              <a:avLst/>
              <a:pathLst>
                <a:path w="1814115" h="1814115">
                  <a:moveTo>
                    <a:pt x="0" y="1814115"/>
                  </a:moveTo>
                  <a:lnTo>
                    <a:pt x="1814115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717001" y="3813337"/>
              <a:ext cx="2565547" cy="0"/>
            </a:xfrm>
            <a:custGeom>
              <a:avLst/>
              <a:pathLst>
                <a:path w="2565547" h="0">
                  <a:moveTo>
                    <a:pt x="0" y="0"/>
                  </a:moveTo>
                  <a:lnTo>
                    <a:pt x="2565547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4717001" y="3813337"/>
              <a:ext cx="1814115" cy="1814115"/>
            </a:xfrm>
            <a:custGeom>
              <a:avLst/>
              <a:pathLst>
                <a:path w="1814115" h="1814115">
                  <a:moveTo>
                    <a:pt x="0" y="0"/>
                  </a:moveTo>
                  <a:lnTo>
                    <a:pt x="1814115" y="1814115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4717001" y="3813337"/>
              <a:ext cx="0" cy="2565547"/>
            </a:xfrm>
            <a:custGeom>
              <a:avLst/>
              <a:pathLst>
                <a:path w="0" h="2565547">
                  <a:moveTo>
                    <a:pt x="0" y="0"/>
                  </a:moveTo>
                  <a:lnTo>
                    <a:pt x="0" y="2565547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902885" y="3813337"/>
              <a:ext cx="1814115" cy="1814115"/>
            </a:xfrm>
            <a:custGeom>
              <a:avLst/>
              <a:pathLst>
                <a:path w="1814115" h="1814115">
                  <a:moveTo>
                    <a:pt x="1814115" y="0"/>
                  </a:moveTo>
                  <a:lnTo>
                    <a:pt x="0" y="1814115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151453" y="3813337"/>
              <a:ext cx="2565547" cy="0"/>
            </a:xfrm>
            <a:custGeom>
              <a:avLst/>
              <a:pathLst>
                <a:path w="2565547" h="0">
                  <a:moveTo>
                    <a:pt x="2565547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902885" y="1999221"/>
              <a:ext cx="1814115" cy="1814115"/>
            </a:xfrm>
            <a:custGeom>
              <a:avLst/>
              <a:pathLst>
                <a:path w="1814115" h="1814115">
                  <a:moveTo>
                    <a:pt x="1814115" y="1814115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576901" y="2673094"/>
              <a:ext cx="2280199" cy="2279912"/>
            </a:xfrm>
            <a:custGeom>
              <a:avLst/>
              <a:pathLst>
                <a:path w="2280199" h="2279912">
                  <a:moveTo>
                    <a:pt x="1140099" y="0"/>
                  </a:moveTo>
                  <a:lnTo>
                    <a:pt x="1212418" y="2295"/>
                  </a:lnTo>
                  <a:lnTo>
                    <a:pt x="1284445" y="9173"/>
                  </a:lnTo>
                  <a:lnTo>
                    <a:pt x="1355892" y="20605"/>
                  </a:lnTo>
                  <a:lnTo>
                    <a:pt x="1426469" y="36546"/>
                  </a:lnTo>
                  <a:lnTo>
                    <a:pt x="1495893" y="56931"/>
                  </a:lnTo>
                  <a:lnTo>
                    <a:pt x="1563885" y="81677"/>
                  </a:lnTo>
                  <a:lnTo>
                    <a:pt x="1630170" y="110687"/>
                  </a:lnTo>
                  <a:lnTo>
                    <a:pt x="1694482" y="143842"/>
                  </a:lnTo>
                  <a:lnTo>
                    <a:pt x="1756561" y="181009"/>
                  </a:lnTo>
                  <a:lnTo>
                    <a:pt x="1816159" y="222039"/>
                  </a:lnTo>
                  <a:lnTo>
                    <a:pt x="1873034" y="266766"/>
                  </a:lnTo>
                  <a:lnTo>
                    <a:pt x="1926957" y="315010"/>
                  </a:lnTo>
                  <a:lnTo>
                    <a:pt x="1977713" y="366577"/>
                  </a:lnTo>
                  <a:lnTo>
                    <a:pt x="2025095" y="421259"/>
                  </a:lnTo>
                  <a:lnTo>
                    <a:pt x="2068914" y="478837"/>
                  </a:lnTo>
                  <a:lnTo>
                    <a:pt x="2108993" y="539077"/>
                  </a:lnTo>
                  <a:lnTo>
                    <a:pt x="2145171" y="601739"/>
                  </a:lnTo>
                  <a:lnTo>
                    <a:pt x="2177301" y="666569"/>
                  </a:lnTo>
                  <a:lnTo>
                    <a:pt x="2205255" y="733306"/>
                  </a:lnTo>
                  <a:lnTo>
                    <a:pt x="2228920" y="801681"/>
                  </a:lnTo>
                  <a:lnTo>
                    <a:pt x="2248201" y="871420"/>
                  </a:lnTo>
                  <a:lnTo>
                    <a:pt x="2263020" y="942242"/>
                  </a:lnTo>
                  <a:lnTo>
                    <a:pt x="2273317" y="1013860"/>
                  </a:lnTo>
                  <a:lnTo>
                    <a:pt x="2279051" y="1085988"/>
                  </a:lnTo>
                  <a:lnTo>
                    <a:pt x="2280199" y="1158334"/>
                  </a:lnTo>
                  <a:lnTo>
                    <a:pt x="2276756" y="1230607"/>
                  </a:lnTo>
                  <a:lnTo>
                    <a:pt x="2268736" y="1302516"/>
                  </a:lnTo>
                  <a:lnTo>
                    <a:pt x="2256172" y="1373772"/>
                  </a:lnTo>
                  <a:lnTo>
                    <a:pt x="2239114" y="1444088"/>
                  </a:lnTo>
                  <a:lnTo>
                    <a:pt x="2217630" y="1513180"/>
                  </a:lnTo>
                  <a:lnTo>
                    <a:pt x="2191808" y="1580770"/>
                  </a:lnTo>
                  <a:lnTo>
                    <a:pt x="2161750" y="1646587"/>
                  </a:lnTo>
                  <a:lnTo>
                    <a:pt x="2127579" y="1710364"/>
                  </a:lnTo>
                  <a:lnTo>
                    <a:pt x="2089431" y="1771846"/>
                  </a:lnTo>
                  <a:lnTo>
                    <a:pt x="2047461" y="1830785"/>
                  </a:lnTo>
                  <a:lnTo>
                    <a:pt x="2001838" y="1886943"/>
                  </a:lnTo>
                  <a:lnTo>
                    <a:pt x="1952744" y="1940095"/>
                  </a:lnTo>
                  <a:lnTo>
                    <a:pt x="1900378" y="1990026"/>
                  </a:lnTo>
                  <a:lnTo>
                    <a:pt x="1844951" y="2036535"/>
                  </a:lnTo>
                  <a:lnTo>
                    <a:pt x="1786685" y="2079434"/>
                  </a:lnTo>
                  <a:lnTo>
                    <a:pt x="1725816" y="2118553"/>
                  </a:lnTo>
                  <a:lnTo>
                    <a:pt x="1662589" y="2153731"/>
                  </a:lnTo>
                  <a:lnTo>
                    <a:pt x="1597258" y="2184829"/>
                  </a:lnTo>
                  <a:lnTo>
                    <a:pt x="1530085" y="2211721"/>
                  </a:lnTo>
                  <a:lnTo>
                    <a:pt x="1461343" y="2234298"/>
                  </a:lnTo>
                  <a:lnTo>
                    <a:pt x="1391307" y="2252470"/>
                  </a:lnTo>
                  <a:lnTo>
                    <a:pt x="1320259" y="2266163"/>
                  </a:lnTo>
                  <a:lnTo>
                    <a:pt x="1248486" y="2275323"/>
                  </a:lnTo>
                  <a:lnTo>
                    <a:pt x="1176277" y="2279912"/>
                  </a:lnTo>
                  <a:lnTo>
                    <a:pt x="1103922" y="2279912"/>
                  </a:lnTo>
                  <a:lnTo>
                    <a:pt x="1031712" y="2275323"/>
                  </a:lnTo>
                  <a:lnTo>
                    <a:pt x="959939" y="2266163"/>
                  </a:lnTo>
                  <a:lnTo>
                    <a:pt x="888892" y="2252470"/>
                  </a:lnTo>
                  <a:lnTo>
                    <a:pt x="818856" y="2234298"/>
                  </a:lnTo>
                  <a:lnTo>
                    <a:pt x="750113" y="2211721"/>
                  </a:lnTo>
                  <a:lnTo>
                    <a:pt x="682941" y="2184829"/>
                  </a:lnTo>
                  <a:lnTo>
                    <a:pt x="617610" y="2153731"/>
                  </a:lnTo>
                  <a:lnTo>
                    <a:pt x="554382" y="2118553"/>
                  </a:lnTo>
                  <a:lnTo>
                    <a:pt x="493513" y="2079434"/>
                  </a:lnTo>
                  <a:lnTo>
                    <a:pt x="435248" y="2036535"/>
                  </a:lnTo>
                  <a:lnTo>
                    <a:pt x="379820" y="1990026"/>
                  </a:lnTo>
                  <a:lnTo>
                    <a:pt x="327455" y="1940095"/>
                  </a:lnTo>
                  <a:lnTo>
                    <a:pt x="278361" y="1886943"/>
                  </a:lnTo>
                  <a:lnTo>
                    <a:pt x="232737" y="1830785"/>
                  </a:lnTo>
                  <a:lnTo>
                    <a:pt x="190767" y="1771846"/>
                  </a:lnTo>
                  <a:lnTo>
                    <a:pt x="152620" y="1710364"/>
                  </a:lnTo>
                  <a:lnTo>
                    <a:pt x="118448" y="1646587"/>
                  </a:lnTo>
                  <a:lnTo>
                    <a:pt x="88391" y="1580770"/>
                  </a:lnTo>
                  <a:lnTo>
                    <a:pt x="62568" y="1513180"/>
                  </a:lnTo>
                  <a:lnTo>
                    <a:pt x="41085" y="1444088"/>
                  </a:lnTo>
                  <a:lnTo>
                    <a:pt x="24026" y="1373772"/>
                  </a:lnTo>
                  <a:lnTo>
                    <a:pt x="11462" y="1302516"/>
                  </a:lnTo>
                  <a:lnTo>
                    <a:pt x="3442" y="1230607"/>
                  </a:lnTo>
                  <a:lnTo>
                    <a:pt x="0" y="1158334"/>
                  </a:lnTo>
                  <a:lnTo>
                    <a:pt x="1147" y="1085988"/>
                  </a:lnTo>
                  <a:lnTo>
                    <a:pt x="6882" y="1013860"/>
                  </a:lnTo>
                  <a:lnTo>
                    <a:pt x="17179" y="942242"/>
                  </a:lnTo>
                  <a:lnTo>
                    <a:pt x="31998" y="871420"/>
                  </a:lnTo>
                  <a:lnTo>
                    <a:pt x="51278" y="801681"/>
                  </a:lnTo>
                  <a:lnTo>
                    <a:pt x="74943" y="733306"/>
                  </a:lnTo>
                  <a:lnTo>
                    <a:pt x="102897" y="666569"/>
                  </a:lnTo>
                  <a:lnTo>
                    <a:pt x="135028" y="601739"/>
                  </a:lnTo>
                  <a:lnTo>
                    <a:pt x="171206" y="539077"/>
                  </a:lnTo>
                  <a:lnTo>
                    <a:pt x="211284" y="478837"/>
                  </a:lnTo>
                  <a:lnTo>
                    <a:pt x="255103" y="421259"/>
                  </a:lnTo>
                  <a:lnTo>
                    <a:pt x="302486" y="366577"/>
                  </a:lnTo>
                  <a:lnTo>
                    <a:pt x="353241" y="315010"/>
                  </a:lnTo>
                  <a:lnTo>
                    <a:pt x="407165" y="266766"/>
                  </a:lnTo>
                  <a:lnTo>
                    <a:pt x="464040" y="222039"/>
                  </a:lnTo>
                  <a:lnTo>
                    <a:pt x="523637" y="181009"/>
                  </a:lnTo>
                  <a:lnTo>
                    <a:pt x="585717" y="143842"/>
                  </a:lnTo>
                  <a:lnTo>
                    <a:pt x="650028" y="110687"/>
                  </a:lnTo>
                  <a:lnTo>
                    <a:pt x="716314" y="81677"/>
                  </a:lnTo>
                  <a:lnTo>
                    <a:pt x="784305" y="56931"/>
                  </a:lnTo>
                  <a:lnTo>
                    <a:pt x="853729" y="36546"/>
                  </a:lnTo>
                  <a:lnTo>
                    <a:pt x="924307" y="20605"/>
                  </a:lnTo>
                  <a:lnTo>
                    <a:pt x="995753" y="9173"/>
                  </a:lnTo>
                  <a:lnTo>
                    <a:pt x="1067781" y="2295"/>
                  </a:lnTo>
                  <a:lnTo>
                    <a:pt x="1140099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436801" y="1532850"/>
              <a:ext cx="4560399" cy="4559824"/>
            </a:xfrm>
            <a:custGeom>
              <a:avLst/>
              <a:pathLst>
                <a:path w="4560399" h="4559824">
                  <a:moveTo>
                    <a:pt x="2280199" y="0"/>
                  </a:moveTo>
                  <a:lnTo>
                    <a:pt x="2424836" y="4591"/>
                  </a:lnTo>
                  <a:lnTo>
                    <a:pt x="2568891" y="18346"/>
                  </a:lnTo>
                  <a:lnTo>
                    <a:pt x="2711784" y="41211"/>
                  </a:lnTo>
                  <a:lnTo>
                    <a:pt x="2852939" y="73092"/>
                  </a:lnTo>
                  <a:lnTo>
                    <a:pt x="2991787" y="113862"/>
                  </a:lnTo>
                  <a:lnTo>
                    <a:pt x="3127770" y="163355"/>
                  </a:lnTo>
                  <a:lnTo>
                    <a:pt x="3260341" y="221374"/>
                  </a:lnTo>
                  <a:lnTo>
                    <a:pt x="3388964" y="287684"/>
                  </a:lnTo>
                  <a:lnTo>
                    <a:pt x="3513123" y="362019"/>
                  </a:lnTo>
                  <a:lnTo>
                    <a:pt x="3632318" y="444078"/>
                  </a:lnTo>
                  <a:lnTo>
                    <a:pt x="3746068" y="533532"/>
                  </a:lnTo>
                  <a:lnTo>
                    <a:pt x="3853915" y="630020"/>
                  </a:lnTo>
                  <a:lnTo>
                    <a:pt x="3955426" y="733154"/>
                  </a:lnTo>
                  <a:lnTo>
                    <a:pt x="4050191" y="842519"/>
                  </a:lnTo>
                  <a:lnTo>
                    <a:pt x="4137829" y="957674"/>
                  </a:lnTo>
                  <a:lnTo>
                    <a:pt x="4217986" y="1078155"/>
                  </a:lnTo>
                  <a:lnTo>
                    <a:pt x="4290342" y="1203478"/>
                  </a:lnTo>
                  <a:lnTo>
                    <a:pt x="4354603" y="1333138"/>
                  </a:lnTo>
                  <a:lnTo>
                    <a:pt x="4410511" y="1466612"/>
                  </a:lnTo>
                  <a:lnTo>
                    <a:pt x="4457841" y="1603363"/>
                  </a:lnTo>
                  <a:lnTo>
                    <a:pt x="4496402" y="1742841"/>
                  </a:lnTo>
                  <a:lnTo>
                    <a:pt x="4526040" y="1884484"/>
                  </a:lnTo>
                  <a:lnTo>
                    <a:pt x="4546634" y="2027721"/>
                  </a:lnTo>
                  <a:lnTo>
                    <a:pt x="4558103" y="2171976"/>
                  </a:lnTo>
                  <a:lnTo>
                    <a:pt x="4560399" y="2316668"/>
                  </a:lnTo>
                  <a:lnTo>
                    <a:pt x="4553513" y="2461215"/>
                  </a:lnTo>
                  <a:lnTo>
                    <a:pt x="4537473" y="2605033"/>
                  </a:lnTo>
                  <a:lnTo>
                    <a:pt x="4512345" y="2747545"/>
                  </a:lnTo>
                  <a:lnTo>
                    <a:pt x="4478228" y="2888176"/>
                  </a:lnTo>
                  <a:lnTo>
                    <a:pt x="4435261" y="3026360"/>
                  </a:lnTo>
                  <a:lnTo>
                    <a:pt x="4383616" y="3161541"/>
                  </a:lnTo>
                  <a:lnTo>
                    <a:pt x="4323501" y="3293174"/>
                  </a:lnTo>
                  <a:lnTo>
                    <a:pt x="4255158" y="3420729"/>
                  </a:lnTo>
                  <a:lnTo>
                    <a:pt x="4178863" y="3543693"/>
                  </a:lnTo>
                  <a:lnTo>
                    <a:pt x="4094923" y="3661571"/>
                  </a:lnTo>
                  <a:lnTo>
                    <a:pt x="4003676" y="3773887"/>
                  </a:lnTo>
                  <a:lnTo>
                    <a:pt x="3905488" y="3880190"/>
                  </a:lnTo>
                  <a:lnTo>
                    <a:pt x="3800757" y="3980052"/>
                  </a:lnTo>
                  <a:lnTo>
                    <a:pt x="3689902" y="4073070"/>
                  </a:lnTo>
                  <a:lnTo>
                    <a:pt x="3573371" y="4158869"/>
                  </a:lnTo>
                  <a:lnTo>
                    <a:pt x="3451633" y="4237106"/>
                  </a:lnTo>
                  <a:lnTo>
                    <a:pt x="3325178" y="4307463"/>
                  </a:lnTo>
                  <a:lnTo>
                    <a:pt x="3194516" y="4369659"/>
                  </a:lnTo>
                  <a:lnTo>
                    <a:pt x="3060171" y="4423442"/>
                  </a:lnTo>
                  <a:lnTo>
                    <a:pt x="2922686" y="4468597"/>
                  </a:lnTo>
                  <a:lnTo>
                    <a:pt x="2782614" y="4504941"/>
                  </a:lnTo>
                  <a:lnTo>
                    <a:pt x="2640519" y="4532327"/>
                  </a:lnTo>
                  <a:lnTo>
                    <a:pt x="2496973" y="4550646"/>
                  </a:lnTo>
                  <a:lnTo>
                    <a:pt x="2352554" y="4559824"/>
                  </a:lnTo>
                  <a:lnTo>
                    <a:pt x="2207844" y="4559824"/>
                  </a:lnTo>
                  <a:lnTo>
                    <a:pt x="2063425" y="4550646"/>
                  </a:lnTo>
                  <a:lnTo>
                    <a:pt x="1919879" y="4532327"/>
                  </a:lnTo>
                  <a:lnTo>
                    <a:pt x="1777784" y="4504941"/>
                  </a:lnTo>
                  <a:lnTo>
                    <a:pt x="1637712" y="4468597"/>
                  </a:lnTo>
                  <a:lnTo>
                    <a:pt x="1500227" y="4423442"/>
                  </a:lnTo>
                  <a:lnTo>
                    <a:pt x="1365882" y="4369659"/>
                  </a:lnTo>
                  <a:lnTo>
                    <a:pt x="1235220" y="4307463"/>
                  </a:lnTo>
                  <a:lnTo>
                    <a:pt x="1108765" y="4237106"/>
                  </a:lnTo>
                  <a:lnTo>
                    <a:pt x="987027" y="4158869"/>
                  </a:lnTo>
                  <a:lnTo>
                    <a:pt x="870496" y="4073070"/>
                  </a:lnTo>
                  <a:lnTo>
                    <a:pt x="759641" y="3980052"/>
                  </a:lnTo>
                  <a:lnTo>
                    <a:pt x="654910" y="3880190"/>
                  </a:lnTo>
                  <a:lnTo>
                    <a:pt x="556722" y="3773887"/>
                  </a:lnTo>
                  <a:lnTo>
                    <a:pt x="465475" y="3661571"/>
                  </a:lnTo>
                  <a:lnTo>
                    <a:pt x="381535" y="3543693"/>
                  </a:lnTo>
                  <a:lnTo>
                    <a:pt x="305240" y="3420729"/>
                  </a:lnTo>
                  <a:lnTo>
                    <a:pt x="236897" y="3293174"/>
                  </a:lnTo>
                  <a:lnTo>
                    <a:pt x="176782" y="3161541"/>
                  </a:lnTo>
                  <a:lnTo>
                    <a:pt x="125137" y="3026360"/>
                  </a:lnTo>
                  <a:lnTo>
                    <a:pt x="82170" y="2888176"/>
                  </a:lnTo>
                  <a:lnTo>
                    <a:pt x="48053" y="2747545"/>
                  </a:lnTo>
                  <a:lnTo>
                    <a:pt x="22925" y="2605033"/>
                  </a:lnTo>
                  <a:lnTo>
                    <a:pt x="6885" y="2461215"/>
                  </a:lnTo>
                  <a:lnTo>
                    <a:pt x="0" y="2316668"/>
                  </a:lnTo>
                  <a:lnTo>
                    <a:pt x="2295" y="2171976"/>
                  </a:lnTo>
                  <a:lnTo>
                    <a:pt x="13764" y="2027721"/>
                  </a:lnTo>
                  <a:lnTo>
                    <a:pt x="34358" y="1884484"/>
                  </a:lnTo>
                  <a:lnTo>
                    <a:pt x="63996" y="1742841"/>
                  </a:lnTo>
                  <a:lnTo>
                    <a:pt x="102557" y="1603363"/>
                  </a:lnTo>
                  <a:lnTo>
                    <a:pt x="149887" y="1466612"/>
                  </a:lnTo>
                  <a:lnTo>
                    <a:pt x="205795" y="1333138"/>
                  </a:lnTo>
                  <a:lnTo>
                    <a:pt x="270056" y="1203478"/>
                  </a:lnTo>
                  <a:lnTo>
                    <a:pt x="342412" y="1078155"/>
                  </a:lnTo>
                  <a:lnTo>
                    <a:pt x="422569" y="957674"/>
                  </a:lnTo>
                  <a:lnTo>
                    <a:pt x="510207" y="842519"/>
                  </a:lnTo>
                  <a:lnTo>
                    <a:pt x="604972" y="733154"/>
                  </a:lnTo>
                  <a:lnTo>
                    <a:pt x="706483" y="630020"/>
                  </a:lnTo>
                  <a:lnTo>
                    <a:pt x="814331" y="533532"/>
                  </a:lnTo>
                  <a:lnTo>
                    <a:pt x="928080" y="444078"/>
                  </a:lnTo>
                  <a:lnTo>
                    <a:pt x="1047275" y="362019"/>
                  </a:lnTo>
                  <a:lnTo>
                    <a:pt x="1171434" y="287684"/>
                  </a:lnTo>
                  <a:lnTo>
                    <a:pt x="1300057" y="221374"/>
                  </a:lnTo>
                  <a:lnTo>
                    <a:pt x="1432628" y="163355"/>
                  </a:lnTo>
                  <a:lnTo>
                    <a:pt x="1568611" y="113862"/>
                  </a:lnTo>
                  <a:lnTo>
                    <a:pt x="1707459" y="73092"/>
                  </a:lnTo>
                  <a:lnTo>
                    <a:pt x="1848614" y="41211"/>
                  </a:lnTo>
                  <a:lnTo>
                    <a:pt x="1991507" y="18346"/>
                  </a:lnTo>
                  <a:lnTo>
                    <a:pt x="2135562" y="4591"/>
                  </a:lnTo>
                  <a:lnTo>
                    <a:pt x="2280199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151776" y="1247789"/>
              <a:ext cx="5130448" cy="5129803"/>
            </a:xfrm>
            <a:custGeom>
              <a:avLst/>
              <a:pathLst>
                <a:path w="5130448" h="5129803">
                  <a:moveTo>
                    <a:pt x="2565224" y="0"/>
                  </a:moveTo>
                  <a:lnTo>
                    <a:pt x="2727941" y="5165"/>
                  </a:lnTo>
                  <a:lnTo>
                    <a:pt x="2890003" y="20640"/>
                  </a:lnTo>
                  <a:lnTo>
                    <a:pt x="3050757" y="46362"/>
                  </a:lnTo>
                  <a:lnTo>
                    <a:pt x="3209556" y="82229"/>
                  </a:lnTo>
                  <a:lnTo>
                    <a:pt x="3365761" y="128094"/>
                  </a:lnTo>
                  <a:lnTo>
                    <a:pt x="3518742" y="183775"/>
                  </a:lnTo>
                  <a:lnTo>
                    <a:pt x="3667883" y="249046"/>
                  </a:lnTo>
                  <a:lnTo>
                    <a:pt x="3812585" y="323645"/>
                  </a:lnTo>
                  <a:lnTo>
                    <a:pt x="3952264" y="407271"/>
                  </a:lnTo>
                  <a:lnTo>
                    <a:pt x="4086357" y="499588"/>
                  </a:lnTo>
                  <a:lnTo>
                    <a:pt x="4214326" y="600224"/>
                  </a:lnTo>
                  <a:lnTo>
                    <a:pt x="4335654" y="708773"/>
                  </a:lnTo>
                  <a:lnTo>
                    <a:pt x="4449854" y="824799"/>
                  </a:lnTo>
                  <a:lnTo>
                    <a:pt x="4556464" y="947834"/>
                  </a:lnTo>
                  <a:lnTo>
                    <a:pt x="4655057" y="1077383"/>
                  </a:lnTo>
                  <a:lnTo>
                    <a:pt x="4745235" y="1212925"/>
                  </a:lnTo>
                  <a:lnTo>
                    <a:pt x="4826634" y="1353913"/>
                  </a:lnTo>
                  <a:lnTo>
                    <a:pt x="4898928" y="1499780"/>
                  </a:lnTo>
                  <a:lnTo>
                    <a:pt x="4961825" y="1649938"/>
                  </a:lnTo>
                  <a:lnTo>
                    <a:pt x="5015071" y="1803784"/>
                  </a:lnTo>
                  <a:lnTo>
                    <a:pt x="5058453" y="1960696"/>
                  </a:lnTo>
                  <a:lnTo>
                    <a:pt x="5091795" y="2120044"/>
                  </a:lnTo>
                  <a:lnTo>
                    <a:pt x="5114964" y="2281186"/>
                  </a:lnTo>
                  <a:lnTo>
                    <a:pt x="5127865" y="2443473"/>
                  </a:lnTo>
                  <a:lnTo>
                    <a:pt x="5130448" y="2606252"/>
                  </a:lnTo>
                  <a:lnTo>
                    <a:pt x="5122702" y="2768866"/>
                  </a:lnTo>
                  <a:lnTo>
                    <a:pt x="5104658" y="2930662"/>
                  </a:lnTo>
                  <a:lnTo>
                    <a:pt x="5076388" y="3090988"/>
                  </a:lnTo>
                  <a:lnTo>
                    <a:pt x="5038007" y="3249198"/>
                  </a:lnTo>
                  <a:lnTo>
                    <a:pt x="4989668" y="3404655"/>
                  </a:lnTo>
                  <a:lnTo>
                    <a:pt x="4931568" y="3556734"/>
                  </a:lnTo>
                  <a:lnTo>
                    <a:pt x="4863938" y="3704821"/>
                  </a:lnTo>
                  <a:lnTo>
                    <a:pt x="4787053" y="3848321"/>
                  </a:lnTo>
                  <a:lnTo>
                    <a:pt x="4701221" y="3986655"/>
                  </a:lnTo>
                  <a:lnTo>
                    <a:pt x="4606789" y="4119267"/>
                  </a:lnTo>
                  <a:lnTo>
                    <a:pt x="4504135" y="4245623"/>
                  </a:lnTo>
                  <a:lnTo>
                    <a:pt x="4393675" y="4365214"/>
                  </a:lnTo>
                  <a:lnTo>
                    <a:pt x="4275851" y="4477558"/>
                  </a:lnTo>
                  <a:lnTo>
                    <a:pt x="4151140" y="4582203"/>
                  </a:lnTo>
                  <a:lnTo>
                    <a:pt x="4020043" y="4678728"/>
                  </a:lnTo>
                  <a:lnTo>
                    <a:pt x="3883088" y="4766744"/>
                  </a:lnTo>
                  <a:lnTo>
                    <a:pt x="3740826" y="4845896"/>
                  </a:lnTo>
                  <a:lnTo>
                    <a:pt x="3593830" y="4915867"/>
                  </a:lnTo>
                  <a:lnTo>
                    <a:pt x="3442693" y="4976373"/>
                  </a:lnTo>
                  <a:lnTo>
                    <a:pt x="3288022" y="5027172"/>
                  </a:lnTo>
                  <a:lnTo>
                    <a:pt x="3130441" y="5068058"/>
                  </a:lnTo>
                  <a:lnTo>
                    <a:pt x="2970584" y="5098868"/>
                  </a:lnTo>
                  <a:lnTo>
                    <a:pt x="2809095" y="5119477"/>
                  </a:lnTo>
                  <a:lnTo>
                    <a:pt x="2646623" y="5129803"/>
                  </a:lnTo>
                  <a:lnTo>
                    <a:pt x="2483824" y="5129803"/>
                  </a:lnTo>
                  <a:lnTo>
                    <a:pt x="2321353" y="5119477"/>
                  </a:lnTo>
                  <a:lnTo>
                    <a:pt x="2159864" y="5098868"/>
                  </a:lnTo>
                  <a:lnTo>
                    <a:pt x="2000007" y="5068058"/>
                  </a:lnTo>
                  <a:lnTo>
                    <a:pt x="1842426" y="5027172"/>
                  </a:lnTo>
                  <a:lnTo>
                    <a:pt x="1687755" y="4976373"/>
                  </a:lnTo>
                  <a:lnTo>
                    <a:pt x="1536618" y="4915867"/>
                  </a:lnTo>
                  <a:lnTo>
                    <a:pt x="1389622" y="4845896"/>
                  </a:lnTo>
                  <a:lnTo>
                    <a:pt x="1247360" y="4766744"/>
                  </a:lnTo>
                  <a:lnTo>
                    <a:pt x="1110405" y="4678728"/>
                  </a:lnTo>
                  <a:lnTo>
                    <a:pt x="979308" y="4582203"/>
                  </a:lnTo>
                  <a:lnTo>
                    <a:pt x="854596" y="4477558"/>
                  </a:lnTo>
                  <a:lnTo>
                    <a:pt x="736773" y="4365214"/>
                  </a:lnTo>
                  <a:lnTo>
                    <a:pt x="626313" y="4245623"/>
                  </a:lnTo>
                  <a:lnTo>
                    <a:pt x="523659" y="4119267"/>
                  </a:lnTo>
                  <a:lnTo>
                    <a:pt x="429227" y="3986655"/>
                  </a:lnTo>
                  <a:lnTo>
                    <a:pt x="343395" y="3848321"/>
                  </a:lnTo>
                  <a:lnTo>
                    <a:pt x="266509" y="3704821"/>
                  </a:lnTo>
                  <a:lnTo>
                    <a:pt x="198880" y="3556734"/>
                  </a:lnTo>
                  <a:lnTo>
                    <a:pt x="140780" y="3404655"/>
                  </a:lnTo>
                  <a:lnTo>
                    <a:pt x="92441" y="3249198"/>
                  </a:lnTo>
                  <a:lnTo>
                    <a:pt x="54060" y="3090988"/>
                  </a:lnTo>
                  <a:lnTo>
                    <a:pt x="25790" y="2930662"/>
                  </a:lnTo>
                  <a:lnTo>
                    <a:pt x="7746" y="2768866"/>
                  </a:lnTo>
                  <a:lnTo>
                    <a:pt x="0" y="2606252"/>
                  </a:lnTo>
                  <a:lnTo>
                    <a:pt x="2582" y="2443473"/>
                  </a:lnTo>
                  <a:lnTo>
                    <a:pt x="15484" y="2281186"/>
                  </a:lnTo>
                  <a:lnTo>
                    <a:pt x="38653" y="2120044"/>
                  </a:lnTo>
                  <a:lnTo>
                    <a:pt x="71995" y="1960696"/>
                  </a:lnTo>
                  <a:lnTo>
                    <a:pt x="115377" y="1803784"/>
                  </a:lnTo>
                  <a:lnTo>
                    <a:pt x="168623" y="1649938"/>
                  </a:lnTo>
                  <a:lnTo>
                    <a:pt x="231520" y="1499780"/>
                  </a:lnTo>
                  <a:lnTo>
                    <a:pt x="303814" y="1353913"/>
                  </a:lnTo>
                  <a:lnTo>
                    <a:pt x="385213" y="1212925"/>
                  </a:lnTo>
                  <a:lnTo>
                    <a:pt x="475391" y="1077383"/>
                  </a:lnTo>
                  <a:lnTo>
                    <a:pt x="573983" y="947834"/>
                  </a:lnTo>
                  <a:lnTo>
                    <a:pt x="680594" y="824799"/>
                  </a:lnTo>
                  <a:lnTo>
                    <a:pt x="794794" y="708773"/>
                  </a:lnTo>
                  <a:lnTo>
                    <a:pt x="916122" y="600224"/>
                  </a:lnTo>
                  <a:lnTo>
                    <a:pt x="1044091" y="499588"/>
                  </a:lnTo>
                  <a:lnTo>
                    <a:pt x="1178184" y="407271"/>
                  </a:lnTo>
                  <a:lnTo>
                    <a:pt x="1317863" y="323645"/>
                  </a:lnTo>
                  <a:lnTo>
                    <a:pt x="1462565" y="249046"/>
                  </a:lnTo>
                  <a:lnTo>
                    <a:pt x="1611706" y="183775"/>
                  </a:lnTo>
                  <a:lnTo>
                    <a:pt x="1764687" y="128094"/>
                  </a:lnTo>
                  <a:lnTo>
                    <a:pt x="1920892" y="82229"/>
                  </a:lnTo>
                  <a:lnTo>
                    <a:pt x="2079691" y="46362"/>
                  </a:lnTo>
                  <a:lnTo>
                    <a:pt x="2240445" y="20640"/>
                  </a:lnTo>
                  <a:lnTo>
                    <a:pt x="2402507" y="5165"/>
                  </a:lnTo>
                  <a:lnTo>
                    <a:pt x="2565224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3921552" y="2492420"/>
              <a:ext cx="3075935" cy="2641734"/>
            </a:xfrm>
            <a:custGeom>
              <a:avLst/>
              <a:pathLst>
                <a:path w="3075935" h="2641734">
                  <a:moveTo>
                    <a:pt x="3075935" y="1320916"/>
                  </a:moveTo>
                  <a:lnTo>
                    <a:pt x="3044006" y="1227915"/>
                  </a:lnTo>
                  <a:lnTo>
                    <a:pt x="3008338" y="1137551"/>
                  </a:lnTo>
                  <a:lnTo>
                    <a:pt x="2969094" y="1049971"/>
                  </a:lnTo>
                  <a:lnTo>
                    <a:pt x="2926443" y="965316"/>
                  </a:lnTo>
                  <a:lnTo>
                    <a:pt x="2880560" y="883714"/>
                  </a:lnTo>
                  <a:lnTo>
                    <a:pt x="2831623" y="805287"/>
                  </a:lnTo>
                  <a:lnTo>
                    <a:pt x="2779816" y="730144"/>
                  </a:lnTo>
                  <a:lnTo>
                    <a:pt x="2725327" y="658388"/>
                  </a:lnTo>
                  <a:lnTo>
                    <a:pt x="2668346" y="590109"/>
                  </a:lnTo>
                  <a:lnTo>
                    <a:pt x="2609066" y="525389"/>
                  </a:lnTo>
                  <a:lnTo>
                    <a:pt x="2547684" y="464300"/>
                  </a:lnTo>
                  <a:lnTo>
                    <a:pt x="2484398" y="406902"/>
                  </a:lnTo>
                  <a:lnTo>
                    <a:pt x="2419407" y="353247"/>
                  </a:lnTo>
                  <a:lnTo>
                    <a:pt x="2352910" y="303375"/>
                  </a:lnTo>
                  <a:lnTo>
                    <a:pt x="2285109" y="257319"/>
                  </a:lnTo>
                  <a:lnTo>
                    <a:pt x="2216204" y="215097"/>
                  </a:lnTo>
                  <a:lnTo>
                    <a:pt x="2146395" y="176722"/>
                  </a:lnTo>
                  <a:lnTo>
                    <a:pt x="2075881" y="142195"/>
                  </a:lnTo>
                  <a:lnTo>
                    <a:pt x="2004859" y="111505"/>
                  </a:lnTo>
                  <a:lnTo>
                    <a:pt x="1933524" y="84636"/>
                  </a:lnTo>
                  <a:lnTo>
                    <a:pt x="1862069" y="61559"/>
                  </a:lnTo>
                  <a:lnTo>
                    <a:pt x="1790685" y="42236"/>
                  </a:lnTo>
                  <a:lnTo>
                    <a:pt x="1719557" y="26620"/>
                  </a:lnTo>
                  <a:lnTo>
                    <a:pt x="1648869" y="14658"/>
                  </a:lnTo>
                  <a:lnTo>
                    <a:pt x="1578799" y="6283"/>
                  </a:lnTo>
                  <a:lnTo>
                    <a:pt x="1509522" y="1424"/>
                  </a:lnTo>
                  <a:lnTo>
                    <a:pt x="1441205" y="0"/>
                  </a:lnTo>
                  <a:lnTo>
                    <a:pt x="1374013" y="1921"/>
                  </a:lnTo>
                  <a:lnTo>
                    <a:pt x="1308104" y="7092"/>
                  </a:lnTo>
                  <a:lnTo>
                    <a:pt x="1243629" y="15410"/>
                  </a:lnTo>
                  <a:lnTo>
                    <a:pt x="1180734" y="26763"/>
                  </a:lnTo>
                  <a:lnTo>
                    <a:pt x="1119558" y="41035"/>
                  </a:lnTo>
                  <a:lnTo>
                    <a:pt x="1060232" y="58102"/>
                  </a:lnTo>
                  <a:lnTo>
                    <a:pt x="1002882" y="77836"/>
                  </a:lnTo>
                  <a:lnTo>
                    <a:pt x="947623" y="100101"/>
                  </a:lnTo>
                  <a:lnTo>
                    <a:pt x="894565" y="124759"/>
                  </a:lnTo>
                  <a:lnTo>
                    <a:pt x="843809" y="151666"/>
                  </a:lnTo>
                  <a:lnTo>
                    <a:pt x="795448" y="180673"/>
                  </a:lnTo>
                  <a:lnTo>
                    <a:pt x="849657" y="148389"/>
                  </a:lnTo>
                  <a:lnTo>
                    <a:pt x="906845" y="118750"/>
                  </a:lnTo>
                  <a:lnTo>
                    <a:pt x="966880" y="91962"/>
                  </a:lnTo>
                  <a:lnTo>
                    <a:pt x="1029617" y="68225"/>
                  </a:lnTo>
                  <a:lnTo>
                    <a:pt x="1094899" y="47731"/>
                  </a:lnTo>
                  <a:lnTo>
                    <a:pt x="1162557" y="30663"/>
                  </a:lnTo>
                  <a:lnTo>
                    <a:pt x="1232411" y="17196"/>
                  </a:lnTo>
                  <a:lnTo>
                    <a:pt x="1304270" y="7496"/>
                  </a:lnTo>
                  <a:lnTo>
                    <a:pt x="1377931" y="1717"/>
                  </a:lnTo>
                  <a:lnTo>
                    <a:pt x="1453184" y="5"/>
                  </a:lnTo>
                  <a:lnTo>
                    <a:pt x="1529805" y="2493"/>
                  </a:lnTo>
                  <a:lnTo>
                    <a:pt x="1607566" y="9301"/>
                  </a:lnTo>
                  <a:lnTo>
                    <a:pt x="1686227" y="20540"/>
                  </a:lnTo>
                  <a:lnTo>
                    <a:pt x="1765542" y="36304"/>
                  </a:lnTo>
                  <a:lnTo>
                    <a:pt x="1845260" y="56676"/>
                  </a:lnTo>
                  <a:lnTo>
                    <a:pt x="1925120" y="81725"/>
                  </a:lnTo>
                  <a:lnTo>
                    <a:pt x="2004859" y="111505"/>
                  </a:lnTo>
                  <a:lnTo>
                    <a:pt x="2062618" y="193231"/>
                  </a:lnTo>
                  <a:lnTo>
                    <a:pt x="2115001" y="277549"/>
                  </a:lnTo>
                  <a:lnTo>
                    <a:pt x="2161903" y="364114"/>
                  </a:lnTo>
                  <a:lnTo>
                    <a:pt x="2203243" y="452575"/>
                  </a:lnTo>
                  <a:lnTo>
                    <a:pt x="2238960" y="542581"/>
                  </a:lnTo>
                  <a:lnTo>
                    <a:pt x="2269016" y="633780"/>
                  </a:lnTo>
                  <a:lnTo>
                    <a:pt x="2293394" y="725820"/>
                  </a:lnTo>
                  <a:lnTo>
                    <a:pt x="2312099" y="818353"/>
                  </a:lnTo>
                  <a:lnTo>
                    <a:pt x="2325157" y="911032"/>
                  </a:lnTo>
                  <a:lnTo>
                    <a:pt x="2332615" y="1003517"/>
                  </a:lnTo>
                  <a:lnTo>
                    <a:pt x="2334541" y="1095472"/>
                  </a:lnTo>
                  <a:lnTo>
                    <a:pt x="2331022" y="1186571"/>
                  </a:lnTo>
                  <a:lnTo>
                    <a:pt x="2322165" y="1276493"/>
                  </a:lnTo>
                  <a:lnTo>
                    <a:pt x="2308094" y="1364930"/>
                  </a:lnTo>
                  <a:lnTo>
                    <a:pt x="2288952" y="1451581"/>
                  </a:lnTo>
                  <a:lnTo>
                    <a:pt x="2264899" y="1536159"/>
                  </a:lnTo>
                  <a:lnTo>
                    <a:pt x="2236112" y="1618389"/>
                  </a:lnTo>
                  <a:lnTo>
                    <a:pt x="2202780" y="1698010"/>
                  </a:lnTo>
                  <a:lnTo>
                    <a:pt x="2165111" y="1774773"/>
                  </a:lnTo>
                  <a:lnTo>
                    <a:pt x="2123322" y="1848446"/>
                  </a:lnTo>
                  <a:lnTo>
                    <a:pt x="2077644" y="1918814"/>
                  </a:lnTo>
                  <a:lnTo>
                    <a:pt x="2028319" y="1985674"/>
                  </a:lnTo>
                  <a:lnTo>
                    <a:pt x="1975600" y="2048844"/>
                  </a:lnTo>
                  <a:lnTo>
                    <a:pt x="1919747" y="2108158"/>
                  </a:lnTo>
                  <a:lnTo>
                    <a:pt x="1861028" y="2163468"/>
                  </a:lnTo>
                  <a:lnTo>
                    <a:pt x="1799719" y="2214642"/>
                  </a:lnTo>
                  <a:lnTo>
                    <a:pt x="1736101" y="2261569"/>
                  </a:lnTo>
                  <a:lnTo>
                    <a:pt x="1670457" y="2304156"/>
                  </a:lnTo>
                  <a:lnTo>
                    <a:pt x="1603075" y="2342327"/>
                  </a:lnTo>
                  <a:lnTo>
                    <a:pt x="1534245" y="2376027"/>
                  </a:lnTo>
                  <a:lnTo>
                    <a:pt x="1464255" y="2405218"/>
                  </a:lnTo>
                  <a:lnTo>
                    <a:pt x="1393396" y="2429880"/>
                  </a:lnTo>
                  <a:lnTo>
                    <a:pt x="1321955" y="2450014"/>
                  </a:lnTo>
                  <a:lnTo>
                    <a:pt x="1250216" y="2465635"/>
                  </a:lnTo>
                  <a:lnTo>
                    <a:pt x="1178459" y="2476778"/>
                  </a:lnTo>
                  <a:lnTo>
                    <a:pt x="1106960" y="2483495"/>
                  </a:lnTo>
                  <a:lnTo>
                    <a:pt x="1035989" y="2485855"/>
                  </a:lnTo>
                  <a:lnTo>
                    <a:pt x="965806" y="2483941"/>
                  </a:lnTo>
                  <a:lnTo>
                    <a:pt x="896667" y="2477856"/>
                  </a:lnTo>
                  <a:lnTo>
                    <a:pt x="828817" y="2467713"/>
                  </a:lnTo>
                  <a:lnTo>
                    <a:pt x="762489" y="2453641"/>
                  </a:lnTo>
                  <a:lnTo>
                    <a:pt x="697910" y="2435785"/>
                  </a:lnTo>
                  <a:lnTo>
                    <a:pt x="635291" y="2414299"/>
                  </a:lnTo>
                  <a:lnTo>
                    <a:pt x="574834" y="2389351"/>
                  </a:lnTo>
                  <a:lnTo>
                    <a:pt x="516727" y="2361118"/>
                  </a:lnTo>
                  <a:lnTo>
                    <a:pt x="461144" y="2329790"/>
                  </a:lnTo>
                  <a:lnTo>
                    <a:pt x="408246" y="2295562"/>
                  </a:lnTo>
                  <a:lnTo>
                    <a:pt x="358180" y="2258641"/>
                  </a:lnTo>
                  <a:lnTo>
                    <a:pt x="311077" y="2219239"/>
                  </a:lnTo>
                  <a:lnTo>
                    <a:pt x="267053" y="2177574"/>
                  </a:lnTo>
                  <a:lnTo>
                    <a:pt x="226211" y="2133870"/>
                  </a:lnTo>
                  <a:lnTo>
                    <a:pt x="188636" y="2088355"/>
                  </a:lnTo>
                  <a:lnTo>
                    <a:pt x="154399" y="2041257"/>
                  </a:lnTo>
                  <a:lnTo>
                    <a:pt x="123553" y="1992811"/>
                  </a:lnTo>
                  <a:lnTo>
                    <a:pt x="96139" y="1943249"/>
                  </a:lnTo>
                  <a:lnTo>
                    <a:pt x="72179" y="1892803"/>
                  </a:lnTo>
                  <a:lnTo>
                    <a:pt x="51681" y="1841707"/>
                  </a:lnTo>
                  <a:lnTo>
                    <a:pt x="34640" y="1790190"/>
                  </a:lnTo>
                  <a:lnTo>
                    <a:pt x="21032" y="1738478"/>
                  </a:lnTo>
                  <a:lnTo>
                    <a:pt x="10821" y="1686794"/>
                  </a:lnTo>
                  <a:lnTo>
                    <a:pt x="3957" y="1635355"/>
                  </a:lnTo>
                  <a:lnTo>
                    <a:pt x="376" y="1584374"/>
                  </a:lnTo>
                  <a:lnTo>
                    <a:pt x="0" y="1534056"/>
                  </a:lnTo>
                  <a:lnTo>
                    <a:pt x="2739" y="1484597"/>
                  </a:lnTo>
                  <a:lnTo>
                    <a:pt x="8491" y="1436188"/>
                  </a:lnTo>
                  <a:lnTo>
                    <a:pt x="17143" y="1389009"/>
                  </a:lnTo>
                  <a:lnTo>
                    <a:pt x="28572" y="1343230"/>
                  </a:lnTo>
                  <a:lnTo>
                    <a:pt x="42643" y="1299012"/>
                  </a:lnTo>
                  <a:lnTo>
                    <a:pt x="59214" y="1256504"/>
                  </a:lnTo>
                  <a:lnTo>
                    <a:pt x="78133" y="1215845"/>
                  </a:lnTo>
                  <a:lnTo>
                    <a:pt x="99242" y="1177161"/>
                  </a:lnTo>
                  <a:lnTo>
                    <a:pt x="122376" y="1140567"/>
                  </a:lnTo>
                  <a:lnTo>
                    <a:pt x="147364" y="1106164"/>
                  </a:lnTo>
                  <a:lnTo>
                    <a:pt x="174030" y="1074042"/>
                  </a:lnTo>
                  <a:lnTo>
                    <a:pt x="202193" y="1044277"/>
                  </a:lnTo>
                  <a:lnTo>
                    <a:pt x="231673" y="1016931"/>
                  </a:lnTo>
                  <a:lnTo>
                    <a:pt x="262283" y="992055"/>
                  </a:lnTo>
                  <a:lnTo>
                    <a:pt x="293838" y="969685"/>
                  </a:lnTo>
                  <a:lnTo>
                    <a:pt x="326151" y="949844"/>
                  </a:lnTo>
                  <a:lnTo>
                    <a:pt x="359037" y="932543"/>
                  </a:lnTo>
                  <a:lnTo>
                    <a:pt x="392311" y="917779"/>
                  </a:lnTo>
                  <a:lnTo>
                    <a:pt x="366143" y="1002521"/>
                  </a:lnTo>
                  <a:lnTo>
                    <a:pt x="355496" y="1085757"/>
                  </a:lnTo>
                  <a:lnTo>
                    <a:pt x="359302" y="1164861"/>
                  </a:lnTo>
                  <a:lnTo>
                    <a:pt x="376073" y="1237497"/>
                  </a:lnTo>
                  <a:lnTo>
                    <a:pt x="403962" y="1301684"/>
                  </a:lnTo>
                  <a:lnTo>
                    <a:pt x="440838" y="1355842"/>
                  </a:lnTo>
                  <a:lnTo>
                    <a:pt x="484366" y="1398838"/>
                  </a:lnTo>
                  <a:lnTo>
                    <a:pt x="532086" y="1430004"/>
                  </a:lnTo>
                  <a:lnTo>
                    <a:pt x="581506" y="1449148"/>
                  </a:lnTo>
                  <a:lnTo>
                    <a:pt x="630182" y="1456547"/>
                  </a:lnTo>
                  <a:lnTo>
                    <a:pt x="675801" y="1452926"/>
                  </a:lnTo>
                  <a:lnTo>
                    <a:pt x="716262" y="1439426"/>
                  </a:lnTo>
                  <a:lnTo>
                    <a:pt x="749743" y="1417551"/>
                  </a:lnTo>
                  <a:lnTo>
                    <a:pt x="774761" y="1389113"/>
                  </a:lnTo>
                  <a:lnTo>
                    <a:pt x="790220" y="1356163"/>
                  </a:lnTo>
                  <a:lnTo>
                    <a:pt x="795448" y="1320916"/>
                  </a:lnTo>
                  <a:lnTo>
                    <a:pt x="755500" y="1323120"/>
                  </a:lnTo>
                  <a:lnTo>
                    <a:pt x="715917" y="1329719"/>
                  </a:lnTo>
                  <a:lnTo>
                    <a:pt x="677060" y="1340672"/>
                  </a:lnTo>
                  <a:lnTo>
                    <a:pt x="639287" y="1355913"/>
                  </a:lnTo>
                  <a:lnTo>
                    <a:pt x="602953" y="1375348"/>
                  </a:lnTo>
                  <a:lnTo>
                    <a:pt x="568404" y="1398861"/>
                  </a:lnTo>
                  <a:lnTo>
                    <a:pt x="535974" y="1426305"/>
                  </a:lnTo>
                  <a:lnTo>
                    <a:pt x="505992" y="1457514"/>
                  </a:lnTo>
                  <a:lnTo>
                    <a:pt x="478770" y="1492294"/>
                  </a:lnTo>
                  <a:lnTo>
                    <a:pt x="454608" y="1530430"/>
                  </a:lnTo>
                  <a:lnTo>
                    <a:pt x="433789" y="1571685"/>
                  </a:lnTo>
                  <a:lnTo>
                    <a:pt x="416580" y="1615801"/>
                  </a:lnTo>
                  <a:lnTo>
                    <a:pt x="403229" y="1662500"/>
                  </a:lnTo>
                  <a:lnTo>
                    <a:pt x="393964" y="1711486"/>
                  </a:lnTo>
                  <a:lnTo>
                    <a:pt x="388992" y="1762445"/>
                  </a:lnTo>
                  <a:lnTo>
                    <a:pt x="388498" y="1815048"/>
                  </a:lnTo>
                  <a:lnTo>
                    <a:pt x="392642" y="1868953"/>
                  </a:lnTo>
                  <a:lnTo>
                    <a:pt x="401561" y="1923805"/>
                  </a:lnTo>
                  <a:lnTo>
                    <a:pt x="415367" y="1979236"/>
                  </a:lnTo>
                  <a:lnTo>
                    <a:pt x="434144" y="2034872"/>
                  </a:lnTo>
                  <a:lnTo>
                    <a:pt x="457952" y="2090330"/>
                  </a:lnTo>
                  <a:lnTo>
                    <a:pt x="486821" y="2145222"/>
                  </a:lnTo>
                  <a:lnTo>
                    <a:pt x="520756" y="2199156"/>
                  </a:lnTo>
                  <a:lnTo>
                    <a:pt x="559732" y="2251739"/>
                  </a:lnTo>
                  <a:lnTo>
                    <a:pt x="603697" y="2302577"/>
                  </a:lnTo>
                  <a:lnTo>
                    <a:pt x="652570" y="2351279"/>
                  </a:lnTo>
                  <a:lnTo>
                    <a:pt x="706243" y="2397457"/>
                  </a:lnTo>
                  <a:lnTo>
                    <a:pt x="764581" y="2440730"/>
                  </a:lnTo>
                  <a:lnTo>
                    <a:pt x="827418" y="2480723"/>
                  </a:lnTo>
                  <a:lnTo>
                    <a:pt x="894565" y="2517073"/>
                  </a:lnTo>
                  <a:lnTo>
                    <a:pt x="965803" y="2549426"/>
                  </a:lnTo>
                  <a:lnTo>
                    <a:pt x="1040890" y="2577442"/>
                  </a:lnTo>
                  <a:lnTo>
                    <a:pt x="1119558" y="2600797"/>
                  </a:lnTo>
                  <a:lnTo>
                    <a:pt x="1201515" y="2619184"/>
                  </a:lnTo>
                  <a:lnTo>
                    <a:pt x="1286445" y="2632312"/>
                  </a:lnTo>
                  <a:lnTo>
                    <a:pt x="1374013" y="2639911"/>
                  </a:lnTo>
                  <a:lnTo>
                    <a:pt x="1463860" y="2641734"/>
                  </a:lnTo>
                  <a:lnTo>
                    <a:pt x="1555610" y="2637556"/>
                  </a:lnTo>
                  <a:lnTo>
                    <a:pt x="1648869" y="2627174"/>
                  </a:lnTo>
                  <a:lnTo>
                    <a:pt x="1743227" y="2610415"/>
                  </a:lnTo>
                  <a:lnTo>
                    <a:pt x="1838258" y="2587130"/>
                  </a:lnTo>
                  <a:lnTo>
                    <a:pt x="1933524" y="2557196"/>
                  </a:lnTo>
                  <a:lnTo>
                    <a:pt x="2028577" y="2520523"/>
                  </a:lnTo>
                  <a:lnTo>
                    <a:pt x="2122959" y="2477046"/>
                  </a:lnTo>
                  <a:lnTo>
                    <a:pt x="2216204" y="2426735"/>
                  </a:lnTo>
                  <a:lnTo>
                    <a:pt x="2307842" y="2369587"/>
                  </a:lnTo>
                  <a:lnTo>
                    <a:pt x="2397398" y="2305631"/>
                  </a:lnTo>
                  <a:lnTo>
                    <a:pt x="2484398" y="2234930"/>
                  </a:lnTo>
                  <a:lnTo>
                    <a:pt x="2568366" y="2157576"/>
                  </a:lnTo>
                  <a:lnTo>
                    <a:pt x="2648832" y="2073695"/>
                  </a:lnTo>
                  <a:lnTo>
                    <a:pt x="2725327" y="1983444"/>
                  </a:lnTo>
                  <a:lnTo>
                    <a:pt x="2797393" y="1887012"/>
                  </a:lnTo>
                  <a:lnTo>
                    <a:pt x="2864578" y="1784619"/>
                  </a:lnTo>
                  <a:lnTo>
                    <a:pt x="2926443" y="1676516"/>
                  </a:lnTo>
                  <a:lnTo>
                    <a:pt x="2982562" y="1562986"/>
                  </a:lnTo>
                  <a:lnTo>
                    <a:pt x="3032524" y="1444339"/>
                  </a:lnTo>
                  <a:close/>
                </a:path>
              </a:pathLst>
            </a:custGeom>
            <a:solidFill>
              <a:srgbClr val="C4A46B">
                <a:alpha val="25882"/>
              </a:srgbClr>
            </a:solidFill>
            <a:ln w="24933" cap="flat">
              <a:solidFill>
                <a:srgbClr val="C4A4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4313864" y="2492426"/>
              <a:ext cx="2683623" cy="1757263"/>
            </a:xfrm>
            <a:custGeom>
              <a:avLst/>
              <a:pathLst>
                <a:path w="2683623" h="1757263">
                  <a:moveTo>
                    <a:pt x="403136" y="180667"/>
                  </a:moveTo>
                  <a:lnTo>
                    <a:pt x="457346" y="148383"/>
                  </a:lnTo>
                  <a:lnTo>
                    <a:pt x="514533" y="118744"/>
                  </a:lnTo>
                  <a:lnTo>
                    <a:pt x="574568" y="91957"/>
                  </a:lnTo>
                  <a:lnTo>
                    <a:pt x="637305" y="68220"/>
                  </a:lnTo>
                  <a:lnTo>
                    <a:pt x="702587" y="47725"/>
                  </a:lnTo>
                  <a:lnTo>
                    <a:pt x="770245" y="30657"/>
                  </a:lnTo>
                  <a:lnTo>
                    <a:pt x="840099" y="17190"/>
                  </a:lnTo>
                  <a:lnTo>
                    <a:pt x="911958" y="7490"/>
                  </a:lnTo>
                  <a:lnTo>
                    <a:pt x="985620" y="1711"/>
                  </a:lnTo>
                  <a:lnTo>
                    <a:pt x="1060872" y="0"/>
                  </a:lnTo>
                  <a:lnTo>
                    <a:pt x="1137493" y="2487"/>
                  </a:lnTo>
                  <a:lnTo>
                    <a:pt x="1215254" y="9296"/>
                  </a:lnTo>
                  <a:lnTo>
                    <a:pt x="1293915" y="20534"/>
                  </a:lnTo>
                  <a:lnTo>
                    <a:pt x="1373231" y="36298"/>
                  </a:lnTo>
                  <a:lnTo>
                    <a:pt x="1452948" y="56670"/>
                  </a:lnTo>
                  <a:lnTo>
                    <a:pt x="1532808" y="81719"/>
                  </a:lnTo>
                  <a:lnTo>
                    <a:pt x="1612547" y="111500"/>
                  </a:lnTo>
                  <a:lnTo>
                    <a:pt x="1676824" y="139101"/>
                  </a:lnTo>
                  <a:lnTo>
                    <a:pt x="1740700" y="169844"/>
                  </a:lnTo>
                  <a:lnTo>
                    <a:pt x="1804031" y="203735"/>
                  </a:lnTo>
                  <a:lnTo>
                    <a:pt x="1866667" y="240776"/>
                  </a:lnTo>
                  <a:lnTo>
                    <a:pt x="1928463" y="280961"/>
                  </a:lnTo>
                  <a:lnTo>
                    <a:pt x="1989268" y="324278"/>
                  </a:lnTo>
                  <a:lnTo>
                    <a:pt x="2048936" y="370708"/>
                  </a:lnTo>
                  <a:lnTo>
                    <a:pt x="2107317" y="420225"/>
                  </a:lnTo>
                  <a:lnTo>
                    <a:pt x="2164263" y="472797"/>
                  </a:lnTo>
                  <a:lnTo>
                    <a:pt x="2219627" y="528384"/>
                  </a:lnTo>
                  <a:lnTo>
                    <a:pt x="2273262" y="586940"/>
                  </a:lnTo>
                  <a:lnTo>
                    <a:pt x="2325023" y="648413"/>
                  </a:lnTo>
                  <a:lnTo>
                    <a:pt x="2374767" y="712743"/>
                  </a:lnTo>
                  <a:lnTo>
                    <a:pt x="2422352" y="779863"/>
                  </a:lnTo>
                  <a:lnTo>
                    <a:pt x="2467639" y="849701"/>
                  </a:lnTo>
                  <a:lnTo>
                    <a:pt x="2510489" y="922178"/>
                  </a:lnTo>
                  <a:lnTo>
                    <a:pt x="2550770" y="997207"/>
                  </a:lnTo>
                  <a:lnTo>
                    <a:pt x="2588350" y="1074696"/>
                  </a:lnTo>
                  <a:lnTo>
                    <a:pt x="2623101" y="1154547"/>
                  </a:lnTo>
                  <a:lnTo>
                    <a:pt x="2654899" y="1236655"/>
                  </a:lnTo>
                  <a:lnTo>
                    <a:pt x="2683623" y="1320910"/>
                  </a:lnTo>
                  <a:lnTo>
                    <a:pt x="2611692" y="1375127"/>
                  </a:lnTo>
                  <a:lnTo>
                    <a:pt x="2538517" y="1425815"/>
                  </a:lnTo>
                  <a:lnTo>
                    <a:pt x="2464228" y="1472946"/>
                  </a:lnTo>
                  <a:lnTo>
                    <a:pt x="2388954" y="1516496"/>
                  </a:lnTo>
                  <a:lnTo>
                    <a:pt x="2312826" y="1556448"/>
                  </a:lnTo>
                  <a:lnTo>
                    <a:pt x="2235977" y="1592787"/>
                  </a:lnTo>
                  <a:lnTo>
                    <a:pt x="2158537" y="1625501"/>
                  </a:lnTo>
                  <a:lnTo>
                    <a:pt x="2080637" y="1654586"/>
                  </a:lnTo>
                  <a:lnTo>
                    <a:pt x="2002409" y="1680039"/>
                  </a:lnTo>
                  <a:lnTo>
                    <a:pt x="1923985" y="1701863"/>
                  </a:lnTo>
                  <a:lnTo>
                    <a:pt x="1845494" y="1720065"/>
                  </a:lnTo>
                  <a:lnTo>
                    <a:pt x="1767067" y="1734654"/>
                  </a:lnTo>
                  <a:lnTo>
                    <a:pt x="1688834" y="1745648"/>
                  </a:lnTo>
                  <a:lnTo>
                    <a:pt x="1610924" y="1753064"/>
                  </a:lnTo>
                  <a:lnTo>
                    <a:pt x="1533465" y="1756926"/>
                  </a:lnTo>
                  <a:lnTo>
                    <a:pt x="1456584" y="1757263"/>
                  </a:lnTo>
                  <a:lnTo>
                    <a:pt x="1380407" y="1754105"/>
                  </a:lnTo>
                  <a:lnTo>
                    <a:pt x="1305058" y="1747488"/>
                  </a:lnTo>
                  <a:lnTo>
                    <a:pt x="1230662" y="1737452"/>
                  </a:lnTo>
                  <a:lnTo>
                    <a:pt x="1157340" y="1724041"/>
                  </a:lnTo>
                  <a:lnTo>
                    <a:pt x="1085213" y="1707302"/>
                  </a:lnTo>
                  <a:lnTo>
                    <a:pt x="1014398" y="1687287"/>
                  </a:lnTo>
                  <a:lnTo>
                    <a:pt x="945014" y="1664051"/>
                  </a:lnTo>
                  <a:lnTo>
                    <a:pt x="877175" y="1637653"/>
                  </a:lnTo>
                  <a:lnTo>
                    <a:pt x="810994" y="1608156"/>
                  </a:lnTo>
                  <a:lnTo>
                    <a:pt x="746581" y="1575626"/>
                  </a:lnTo>
                  <a:lnTo>
                    <a:pt x="684045" y="1540133"/>
                  </a:lnTo>
                  <a:lnTo>
                    <a:pt x="623491" y="1501751"/>
                  </a:lnTo>
                  <a:lnTo>
                    <a:pt x="565024" y="1460556"/>
                  </a:lnTo>
                  <a:lnTo>
                    <a:pt x="508744" y="1416628"/>
                  </a:lnTo>
                  <a:lnTo>
                    <a:pt x="454750" y="1370051"/>
                  </a:lnTo>
                  <a:lnTo>
                    <a:pt x="403136" y="1320910"/>
                  </a:lnTo>
                  <a:lnTo>
                    <a:pt x="403136" y="1320910"/>
                  </a:lnTo>
                  <a:lnTo>
                    <a:pt x="403136" y="1320910"/>
                  </a:lnTo>
                  <a:lnTo>
                    <a:pt x="403136" y="1320910"/>
                  </a:lnTo>
                  <a:lnTo>
                    <a:pt x="351439" y="1317213"/>
                  </a:lnTo>
                  <a:lnTo>
                    <a:pt x="300533" y="1306158"/>
                  </a:lnTo>
                  <a:lnTo>
                    <a:pt x="251202" y="1287859"/>
                  </a:lnTo>
                  <a:lnTo>
                    <a:pt x="204217" y="1262503"/>
                  </a:lnTo>
                  <a:lnTo>
                    <a:pt x="160329" y="1230348"/>
                  </a:lnTo>
                  <a:lnTo>
                    <a:pt x="120263" y="1191727"/>
                  </a:lnTo>
                  <a:lnTo>
                    <a:pt x="84710" y="1147037"/>
                  </a:lnTo>
                  <a:lnTo>
                    <a:pt x="54324" y="1096742"/>
                  </a:lnTo>
                  <a:lnTo>
                    <a:pt x="29713" y="1041370"/>
                  </a:lnTo>
                  <a:lnTo>
                    <a:pt x="11437" y="981501"/>
                  </a:lnTo>
                  <a:lnTo>
                    <a:pt x="0" y="917774"/>
                  </a:lnTo>
                </a:path>
              </a:pathLst>
            </a:custGeom>
            <a:ln w="24933" cap="flat">
              <a:solidFill>
                <a:srgbClr val="C4A4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6965886" y="3781736"/>
              <a:ext cx="63202" cy="63202"/>
            </a:xfrm>
            <a:prstGeom prst="ellipse">
              <a:avLst/>
            </a:prstGeom>
            <a:solidFill>
              <a:srgbClr val="C4A46B">
                <a:alpha val="100000"/>
              </a:srgbClr>
            </a:solidFill>
            <a:ln w="9000" cap="rnd">
              <a:solidFill>
                <a:srgbClr val="C4A4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4685399" y="2641492"/>
              <a:ext cx="63202" cy="63202"/>
            </a:xfrm>
            <a:prstGeom prst="ellipse">
              <a:avLst/>
            </a:prstGeom>
            <a:solidFill>
              <a:srgbClr val="C4A46B">
                <a:alpha val="100000"/>
              </a:srgbClr>
            </a:solidFill>
            <a:ln w="9000" cap="rnd">
              <a:solidFill>
                <a:srgbClr val="C4A4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5894810" y="2572325"/>
              <a:ext cx="63202" cy="63202"/>
            </a:xfrm>
            <a:prstGeom prst="ellipse">
              <a:avLst/>
            </a:prstGeom>
            <a:solidFill>
              <a:srgbClr val="C4A46B">
                <a:alpha val="100000"/>
              </a:srgbClr>
            </a:solidFill>
            <a:ln w="9000" cap="rnd">
              <a:solidFill>
                <a:srgbClr val="C4A4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4282263" y="3378599"/>
              <a:ext cx="63202" cy="63202"/>
            </a:xfrm>
            <a:prstGeom prst="ellipse">
              <a:avLst/>
            </a:prstGeom>
            <a:solidFill>
              <a:srgbClr val="C4A46B">
                <a:alpha val="100000"/>
              </a:srgbClr>
            </a:solidFill>
            <a:ln w="9000" cap="rnd">
              <a:solidFill>
                <a:srgbClr val="C4A4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4685399" y="3781736"/>
              <a:ext cx="63202" cy="63202"/>
            </a:xfrm>
            <a:prstGeom prst="ellipse">
              <a:avLst/>
            </a:prstGeom>
            <a:solidFill>
              <a:srgbClr val="C4A46B">
                <a:alpha val="100000"/>
              </a:srgbClr>
            </a:solidFill>
            <a:ln w="9000" cap="rnd">
              <a:solidFill>
                <a:srgbClr val="C4A4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4685399" y="3781736"/>
              <a:ext cx="63202" cy="63202"/>
            </a:xfrm>
            <a:prstGeom prst="ellipse">
              <a:avLst/>
            </a:prstGeom>
            <a:solidFill>
              <a:srgbClr val="C4A46B">
                <a:alpha val="100000"/>
              </a:srgbClr>
            </a:solidFill>
            <a:ln w="9000" cap="rnd">
              <a:solidFill>
                <a:srgbClr val="C4A4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4685399" y="3781736"/>
              <a:ext cx="63202" cy="63202"/>
            </a:xfrm>
            <a:prstGeom prst="ellipse">
              <a:avLst/>
            </a:prstGeom>
            <a:solidFill>
              <a:srgbClr val="C4A46B">
                <a:alpha val="100000"/>
              </a:srgbClr>
            </a:solidFill>
            <a:ln w="9000" cap="rnd">
              <a:solidFill>
                <a:srgbClr val="C4A4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4685399" y="3781736"/>
              <a:ext cx="63202" cy="63202"/>
            </a:xfrm>
            <a:prstGeom prst="ellipse">
              <a:avLst/>
            </a:prstGeom>
            <a:solidFill>
              <a:srgbClr val="C4A46B">
                <a:alpha val="100000"/>
              </a:srgbClr>
            </a:solidFill>
            <a:ln w="9000" cap="rnd">
              <a:solidFill>
                <a:srgbClr val="C4A4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4717001" y="1532850"/>
              <a:ext cx="0" cy="2280486"/>
            </a:xfrm>
            <a:custGeom>
              <a:avLst/>
              <a:pathLst>
                <a:path w="0" h="2280486">
                  <a:moveTo>
                    <a:pt x="0" y="2280486"/>
                  </a:moveTo>
                  <a:lnTo>
                    <a:pt x="0" y="2201849"/>
                  </a:lnTo>
                  <a:lnTo>
                    <a:pt x="0" y="2123211"/>
                  </a:lnTo>
                  <a:lnTo>
                    <a:pt x="0" y="2044574"/>
                  </a:lnTo>
                  <a:lnTo>
                    <a:pt x="0" y="1965936"/>
                  </a:lnTo>
                  <a:lnTo>
                    <a:pt x="0" y="1887299"/>
                  </a:lnTo>
                  <a:lnTo>
                    <a:pt x="0" y="1808661"/>
                  </a:lnTo>
                  <a:lnTo>
                    <a:pt x="0" y="1730024"/>
                  </a:lnTo>
                  <a:lnTo>
                    <a:pt x="0" y="1651386"/>
                  </a:lnTo>
                  <a:lnTo>
                    <a:pt x="0" y="1572749"/>
                  </a:lnTo>
                  <a:lnTo>
                    <a:pt x="0" y="1494111"/>
                  </a:lnTo>
                  <a:lnTo>
                    <a:pt x="0" y="1415474"/>
                  </a:lnTo>
                  <a:lnTo>
                    <a:pt x="0" y="1336836"/>
                  </a:lnTo>
                  <a:lnTo>
                    <a:pt x="0" y="1258199"/>
                  </a:lnTo>
                  <a:lnTo>
                    <a:pt x="0" y="1179562"/>
                  </a:lnTo>
                  <a:lnTo>
                    <a:pt x="0" y="1100924"/>
                  </a:lnTo>
                  <a:lnTo>
                    <a:pt x="0" y="1022287"/>
                  </a:lnTo>
                  <a:lnTo>
                    <a:pt x="0" y="943649"/>
                  </a:lnTo>
                  <a:lnTo>
                    <a:pt x="0" y="865012"/>
                  </a:lnTo>
                  <a:lnTo>
                    <a:pt x="0" y="786374"/>
                  </a:lnTo>
                  <a:lnTo>
                    <a:pt x="0" y="707737"/>
                  </a:lnTo>
                  <a:lnTo>
                    <a:pt x="0" y="629099"/>
                  </a:lnTo>
                  <a:lnTo>
                    <a:pt x="0" y="550462"/>
                  </a:lnTo>
                  <a:lnTo>
                    <a:pt x="0" y="471824"/>
                  </a:lnTo>
                  <a:lnTo>
                    <a:pt x="0" y="393187"/>
                  </a:lnTo>
                  <a:lnTo>
                    <a:pt x="0" y="314549"/>
                  </a:lnTo>
                  <a:lnTo>
                    <a:pt x="0" y="235912"/>
                  </a:lnTo>
                  <a:lnTo>
                    <a:pt x="0" y="157274"/>
                  </a:lnTo>
                  <a:lnTo>
                    <a:pt x="0" y="78637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4717001" y="2200789"/>
              <a:ext cx="1612547" cy="1612547"/>
            </a:xfrm>
            <a:custGeom>
              <a:avLst/>
              <a:pathLst>
                <a:path w="1612547" h="1612547">
                  <a:moveTo>
                    <a:pt x="0" y="1612547"/>
                  </a:moveTo>
                  <a:lnTo>
                    <a:pt x="55605" y="1556942"/>
                  </a:lnTo>
                  <a:lnTo>
                    <a:pt x="111210" y="1501337"/>
                  </a:lnTo>
                  <a:lnTo>
                    <a:pt x="166815" y="1445732"/>
                  </a:lnTo>
                  <a:lnTo>
                    <a:pt x="222420" y="1390127"/>
                  </a:lnTo>
                  <a:lnTo>
                    <a:pt x="278025" y="1334522"/>
                  </a:lnTo>
                  <a:lnTo>
                    <a:pt x="333630" y="1278916"/>
                  </a:lnTo>
                  <a:lnTo>
                    <a:pt x="389235" y="1223311"/>
                  </a:lnTo>
                  <a:lnTo>
                    <a:pt x="444840" y="1167706"/>
                  </a:lnTo>
                  <a:lnTo>
                    <a:pt x="500445" y="1112101"/>
                  </a:lnTo>
                  <a:lnTo>
                    <a:pt x="556050" y="1056496"/>
                  </a:lnTo>
                  <a:lnTo>
                    <a:pt x="611655" y="1000891"/>
                  </a:lnTo>
                  <a:lnTo>
                    <a:pt x="667261" y="945286"/>
                  </a:lnTo>
                  <a:lnTo>
                    <a:pt x="722866" y="889681"/>
                  </a:lnTo>
                  <a:lnTo>
                    <a:pt x="778471" y="834076"/>
                  </a:lnTo>
                  <a:lnTo>
                    <a:pt x="834076" y="778471"/>
                  </a:lnTo>
                  <a:lnTo>
                    <a:pt x="889681" y="722866"/>
                  </a:lnTo>
                  <a:lnTo>
                    <a:pt x="945286" y="667261"/>
                  </a:lnTo>
                  <a:lnTo>
                    <a:pt x="1000891" y="611655"/>
                  </a:lnTo>
                  <a:lnTo>
                    <a:pt x="1056496" y="556050"/>
                  </a:lnTo>
                  <a:lnTo>
                    <a:pt x="1112101" y="500445"/>
                  </a:lnTo>
                  <a:lnTo>
                    <a:pt x="1167706" y="444840"/>
                  </a:lnTo>
                  <a:lnTo>
                    <a:pt x="1223311" y="389235"/>
                  </a:lnTo>
                  <a:lnTo>
                    <a:pt x="1278916" y="333630"/>
                  </a:lnTo>
                  <a:lnTo>
                    <a:pt x="1334522" y="278025"/>
                  </a:lnTo>
                  <a:lnTo>
                    <a:pt x="1390127" y="222420"/>
                  </a:lnTo>
                  <a:lnTo>
                    <a:pt x="1445732" y="166815"/>
                  </a:lnTo>
                  <a:lnTo>
                    <a:pt x="1501337" y="111210"/>
                  </a:lnTo>
                  <a:lnTo>
                    <a:pt x="1556942" y="55605"/>
                  </a:lnTo>
                  <a:lnTo>
                    <a:pt x="1612547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4717001" y="3813337"/>
              <a:ext cx="2280486" cy="0"/>
            </a:xfrm>
            <a:custGeom>
              <a:avLst/>
              <a:pathLst>
                <a:path w="2280486" h="0">
                  <a:moveTo>
                    <a:pt x="0" y="0"/>
                  </a:moveTo>
                  <a:lnTo>
                    <a:pt x="78637" y="0"/>
                  </a:lnTo>
                  <a:lnTo>
                    <a:pt x="157274" y="0"/>
                  </a:lnTo>
                  <a:lnTo>
                    <a:pt x="235912" y="0"/>
                  </a:lnTo>
                  <a:lnTo>
                    <a:pt x="314549" y="0"/>
                  </a:lnTo>
                  <a:lnTo>
                    <a:pt x="393187" y="0"/>
                  </a:lnTo>
                  <a:lnTo>
                    <a:pt x="471824" y="0"/>
                  </a:lnTo>
                  <a:lnTo>
                    <a:pt x="550462" y="0"/>
                  </a:lnTo>
                  <a:lnTo>
                    <a:pt x="629099" y="0"/>
                  </a:lnTo>
                  <a:lnTo>
                    <a:pt x="707737" y="0"/>
                  </a:lnTo>
                  <a:lnTo>
                    <a:pt x="786374" y="0"/>
                  </a:lnTo>
                  <a:lnTo>
                    <a:pt x="865012" y="0"/>
                  </a:lnTo>
                  <a:lnTo>
                    <a:pt x="943649" y="0"/>
                  </a:lnTo>
                  <a:lnTo>
                    <a:pt x="1022287" y="0"/>
                  </a:lnTo>
                  <a:lnTo>
                    <a:pt x="1100924" y="0"/>
                  </a:lnTo>
                  <a:lnTo>
                    <a:pt x="1179562" y="0"/>
                  </a:lnTo>
                  <a:lnTo>
                    <a:pt x="1258199" y="0"/>
                  </a:lnTo>
                  <a:lnTo>
                    <a:pt x="1336836" y="0"/>
                  </a:lnTo>
                  <a:lnTo>
                    <a:pt x="1415474" y="0"/>
                  </a:lnTo>
                  <a:lnTo>
                    <a:pt x="1494111" y="0"/>
                  </a:lnTo>
                  <a:lnTo>
                    <a:pt x="1572749" y="0"/>
                  </a:lnTo>
                  <a:lnTo>
                    <a:pt x="1651386" y="0"/>
                  </a:lnTo>
                  <a:lnTo>
                    <a:pt x="1730024" y="0"/>
                  </a:lnTo>
                  <a:lnTo>
                    <a:pt x="1808661" y="0"/>
                  </a:lnTo>
                  <a:lnTo>
                    <a:pt x="1887299" y="0"/>
                  </a:lnTo>
                  <a:lnTo>
                    <a:pt x="1965936" y="0"/>
                  </a:lnTo>
                  <a:lnTo>
                    <a:pt x="2044574" y="0"/>
                  </a:lnTo>
                  <a:lnTo>
                    <a:pt x="2123211" y="0"/>
                  </a:lnTo>
                  <a:lnTo>
                    <a:pt x="2201849" y="0"/>
                  </a:lnTo>
                  <a:lnTo>
                    <a:pt x="2280486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4717001" y="3813337"/>
              <a:ext cx="1612547" cy="1612547"/>
            </a:xfrm>
            <a:custGeom>
              <a:avLst/>
              <a:pathLst>
                <a:path w="1612547" h="1612547">
                  <a:moveTo>
                    <a:pt x="0" y="0"/>
                  </a:moveTo>
                  <a:lnTo>
                    <a:pt x="55605" y="55605"/>
                  </a:lnTo>
                  <a:lnTo>
                    <a:pt x="111210" y="111210"/>
                  </a:lnTo>
                  <a:lnTo>
                    <a:pt x="166815" y="166815"/>
                  </a:lnTo>
                  <a:lnTo>
                    <a:pt x="222420" y="222420"/>
                  </a:lnTo>
                  <a:lnTo>
                    <a:pt x="278025" y="278025"/>
                  </a:lnTo>
                  <a:lnTo>
                    <a:pt x="333630" y="333630"/>
                  </a:lnTo>
                  <a:lnTo>
                    <a:pt x="389235" y="389235"/>
                  </a:lnTo>
                  <a:lnTo>
                    <a:pt x="444840" y="444840"/>
                  </a:lnTo>
                  <a:lnTo>
                    <a:pt x="500445" y="500445"/>
                  </a:lnTo>
                  <a:lnTo>
                    <a:pt x="556050" y="556050"/>
                  </a:lnTo>
                  <a:lnTo>
                    <a:pt x="611655" y="611655"/>
                  </a:lnTo>
                  <a:lnTo>
                    <a:pt x="667261" y="667261"/>
                  </a:lnTo>
                  <a:lnTo>
                    <a:pt x="722866" y="722866"/>
                  </a:lnTo>
                  <a:lnTo>
                    <a:pt x="778471" y="778471"/>
                  </a:lnTo>
                  <a:lnTo>
                    <a:pt x="834076" y="834076"/>
                  </a:lnTo>
                  <a:lnTo>
                    <a:pt x="889681" y="889681"/>
                  </a:lnTo>
                  <a:lnTo>
                    <a:pt x="945286" y="945286"/>
                  </a:lnTo>
                  <a:lnTo>
                    <a:pt x="1000891" y="1000891"/>
                  </a:lnTo>
                  <a:lnTo>
                    <a:pt x="1056496" y="1056496"/>
                  </a:lnTo>
                  <a:lnTo>
                    <a:pt x="1112101" y="1112101"/>
                  </a:lnTo>
                  <a:lnTo>
                    <a:pt x="1167706" y="1167706"/>
                  </a:lnTo>
                  <a:lnTo>
                    <a:pt x="1223311" y="1223311"/>
                  </a:lnTo>
                  <a:lnTo>
                    <a:pt x="1278916" y="1278916"/>
                  </a:lnTo>
                  <a:lnTo>
                    <a:pt x="1334522" y="1334522"/>
                  </a:lnTo>
                  <a:lnTo>
                    <a:pt x="1390127" y="1390127"/>
                  </a:lnTo>
                  <a:lnTo>
                    <a:pt x="1445732" y="1445732"/>
                  </a:lnTo>
                  <a:lnTo>
                    <a:pt x="1501337" y="1501337"/>
                  </a:lnTo>
                  <a:lnTo>
                    <a:pt x="1556942" y="1556942"/>
                  </a:lnTo>
                  <a:lnTo>
                    <a:pt x="1612547" y="1612547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717001" y="3813337"/>
              <a:ext cx="0" cy="2280486"/>
            </a:xfrm>
            <a:custGeom>
              <a:avLst/>
              <a:pathLst>
                <a:path w="0" h="2280486">
                  <a:moveTo>
                    <a:pt x="0" y="0"/>
                  </a:moveTo>
                  <a:lnTo>
                    <a:pt x="0" y="78637"/>
                  </a:lnTo>
                  <a:lnTo>
                    <a:pt x="0" y="157274"/>
                  </a:lnTo>
                  <a:lnTo>
                    <a:pt x="0" y="235912"/>
                  </a:lnTo>
                  <a:lnTo>
                    <a:pt x="0" y="314549"/>
                  </a:lnTo>
                  <a:lnTo>
                    <a:pt x="0" y="393187"/>
                  </a:lnTo>
                  <a:lnTo>
                    <a:pt x="0" y="471824"/>
                  </a:lnTo>
                  <a:lnTo>
                    <a:pt x="0" y="550462"/>
                  </a:lnTo>
                  <a:lnTo>
                    <a:pt x="0" y="629099"/>
                  </a:lnTo>
                  <a:lnTo>
                    <a:pt x="0" y="707737"/>
                  </a:lnTo>
                  <a:lnTo>
                    <a:pt x="0" y="786374"/>
                  </a:lnTo>
                  <a:lnTo>
                    <a:pt x="0" y="865012"/>
                  </a:lnTo>
                  <a:lnTo>
                    <a:pt x="0" y="943649"/>
                  </a:lnTo>
                  <a:lnTo>
                    <a:pt x="0" y="1022287"/>
                  </a:lnTo>
                  <a:lnTo>
                    <a:pt x="0" y="1100924"/>
                  </a:lnTo>
                  <a:lnTo>
                    <a:pt x="0" y="1179562"/>
                  </a:lnTo>
                  <a:lnTo>
                    <a:pt x="0" y="1258199"/>
                  </a:lnTo>
                  <a:lnTo>
                    <a:pt x="0" y="1336836"/>
                  </a:lnTo>
                  <a:lnTo>
                    <a:pt x="0" y="1415474"/>
                  </a:lnTo>
                  <a:lnTo>
                    <a:pt x="0" y="1494111"/>
                  </a:lnTo>
                  <a:lnTo>
                    <a:pt x="0" y="1572749"/>
                  </a:lnTo>
                  <a:lnTo>
                    <a:pt x="0" y="1651386"/>
                  </a:lnTo>
                  <a:lnTo>
                    <a:pt x="0" y="1730024"/>
                  </a:lnTo>
                  <a:lnTo>
                    <a:pt x="0" y="1808661"/>
                  </a:lnTo>
                  <a:lnTo>
                    <a:pt x="0" y="1887299"/>
                  </a:lnTo>
                  <a:lnTo>
                    <a:pt x="0" y="1965936"/>
                  </a:lnTo>
                  <a:lnTo>
                    <a:pt x="0" y="2044574"/>
                  </a:lnTo>
                  <a:lnTo>
                    <a:pt x="0" y="2123211"/>
                  </a:lnTo>
                  <a:lnTo>
                    <a:pt x="0" y="2201849"/>
                  </a:lnTo>
                  <a:lnTo>
                    <a:pt x="0" y="2280486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3104453" y="3813337"/>
              <a:ext cx="1612547" cy="1612547"/>
            </a:xfrm>
            <a:custGeom>
              <a:avLst/>
              <a:pathLst>
                <a:path w="1612547" h="1612547">
                  <a:moveTo>
                    <a:pt x="1612547" y="0"/>
                  </a:moveTo>
                  <a:lnTo>
                    <a:pt x="1556942" y="55605"/>
                  </a:lnTo>
                  <a:lnTo>
                    <a:pt x="1501337" y="111210"/>
                  </a:lnTo>
                  <a:lnTo>
                    <a:pt x="1445732" y="166815"/>
                  </a:lnTo>
                  <a:lnTo>
                    <a:pt x="1390127" y="222420"/>
                  </a:lnTo>
                  <a:lnTo>
                    <a:pt x="1334522" y="278025"/>
                  </a:lnTo>
                  <a:lnTo>
                    <a:pt x="1278916" y="333630"/>
                  </a:lnTo>
                  <a:lnTo>
                    <a:pt x="1223311" y="389235"/>
                  </a:lnTo>
                  <a:lnTo>
                    <a:pt x="1167706" y="444840"/>
                  </a:lnTo>
                  <a:lnTo>
                    <a:pt x="1112101" y="500445"/>
                  </a:lnTo>
                  <a:lnTo>
                    <a:pt x="1056496" y="556050"/>
                  </a:lnTo>
                  <a:lnTo>
                    <a:pt x="1000891" y="611655"/>
                  </a:lnTo>
                  <a:lnTo>
                    <a:pt x="945286" y="667261"/>
                  </a:lnTo>
                  <a:lnTo>
                    <a:pt x="889681" y="722866"/>
                  </a:lnTo>
                  <a:lnTo>
                    <a:pt x="834076" y="778471"/>
                  </a:lnTo>
                  <a:lnTo>
                    <a:pt x="778471" y="834076"/>
                  </a:lnTo>
                  <a:lnTo>
                    <a:pt x="722866" y="889681"/>
                  </a:lnTo>
                  <a:lnTo>
                    <a:pt x="667261" y="945286"/>
                  </a:lnTo>
                  <a:lnTo>
                    <a:pt x="611655" y="1000891"/>
                  </a:lnTo>
                  <a:lnTo>
                    <a:pt x="556050" y="1056496"/>
                  </a:lnTo>
                  <a:lnTo>
                    <a:pt x="500445" y="1112101"/>
                  </a:lnTo>
                  <a:lnTo>
                    <a:pt x="444840" y="1167706"/>
                  </a:lnTo>
                  <a:lnTo>
                    <a:pt x="389235" y="1223311"/>
                  </a:lnTo>
                  <a:lnTo>
                    <a:pt x="333630" y="1278916"/>
                  </a:lnTo>
                  <a:lnTo>
                    <a:pt x="278025" y="1334522"/>
                  </a:lnTo>
                  <a:lnTo>
                    <a:pt x="222420" y="1390127"/>
                  </a:lnTo>
                  <a:lnTo>
                    <a:pt x="166815" y="1445732"/>
                  </a:lnTo>
                  <a:lnTo>
                    <a:pt x="111210" y="1501337"/>
                  </a:lnTo>
                  <a:lnTo>
                    <a:pt x="55605" y="1556942"/>
                  </a:lnTo>
                  <a:lnTo>
                    <a:pt x="0" y="1612547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2436514" y="3813337"/>
              <a:ext cx="2280486" cy="0"/>
            </a:xfrm>
            <a:custGeom>
              <a:avLst/>
              <a:pathLst>
                <a:path w="2280486" h="0">
                  <a:moveTo>
                    <a:pt x="2280486" y="0"/>
                  </a:moveTo>
                  <a:lnTo>
                    <a:pt x="2201849" y="0"/>
                  </a:lnTo>
                  <a:lnTo>
                    <a:pt x="2123211" y="0"/>
                  </a:lnTo>
                  <a:lnTo>
                    <a:pt x="2044574" y="0"/>
                  </a:lnTo>
                  <a:lnTo>
                    <a:pt x="1965936" y="0"/>
                  </a:lnTo>
                  <a:lnTo>
                    <a:pt x="1887299" y="0"/>
                  </a:lnTo>
                  <a:lnTo>
                    <a:pt x="1808661" y="0"/>
                  </a:lnTo>
                  <a:lnTo>
                    <a:pt x="1730024" y="0"/>
                  </a:lnTo>
                  <a:lnTo>
                    <a:pt x="1651386" y="0"/>
                  </a:lnTo>
                  <a:lnTo>
                    <a:pt x="1572749" y="0"/>
                  </a:lnTo>
                  <a:lnTo>
                    <a:pt x="1494111" y="0"/>
                  </a:lnTo>
                  <a:lnTo>
                    <a:pt x="1415474" y="0"/>
                  </a:lnTo>
                  <a:lnTo>
                    <a:pt x="1336836" y="0"/>
                  </a:lnTo>
                  <a:lnTo>
                    <a:pt x="1258199" y="0"/>
                  </a:lnTo>
                  <a:lnTo>
                    <a:pt x="1179562" y="0"/>
                  </a:lnTo>
                  <a:lnTo>
                    <a:pt x="1100924" y="0"/>
                  </a:lnTo>
                  <a:lnTo>
                    <a:pt x="1022287" y="0"/>
                  </a:lnTo>
                  <a:lnTo>
                    <a:pt x="943649" y="0"/>
                  </a:lnTo>
                  <a:lnTo>
                    <a:pt x="865012" y="0"/>
                  </a:lnTo>
                  <a:lnTo>
                    <a:pt x="786374" y="0"/>
                  </a:lnTo>
                  <a:lnTo>
                    <a:pt x="707737" y="0"/>
                  </a:lnTo>
                  <a:lnTo>
                    <a:pt x="629099" y="0"/>
                  </a:lnTo>
                  <a:lnTo>
                    <a:pt x="550462" y="0"/>
                  </a:lnTo>
                  <a:lnTo>
                    <a:pt x="471824" y="0"/>
                  </a:lnTo>
                  <a:lnTo>
                    <a:pt x="393187" y="0"/>
                  </a:lnTo>
                  <a:lnTo>
                    <a:pt x="314549" y="0"/>
                  </a:lnTo>
                  <a:lnTo>
                    <a:pt x="235912" y="0"/>
                  </a:lnTo>
                  <a:lnTo>
                    <a:pt x="157274" y="0"/>
                  </a:lnTo>
                  <a:lnTo>
                    <a:pt x="78637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3104453" y="2200789"/>
              <a:ext cx="1612547" cy="1612547"/>
            </a:xfrm>
            <a:custGeom>
              <a:avLst/>
              <a:pathLst>
                <a:path w="1612547" h="1612547">
                  <a:moveTo>
                    <a:pt x="1612547" y="1612547"/>
                  </a:moveTo>
                  <a:lnTo>
                    <a:pt x="1556942" y="1556942"/>
                  </a:lnTo>
                  <a:lnTo>
                    <a:pt x="1501337" y="1501337"/>
                  </a:lnTo>
                  <a:lnTo>
                    <a:pt x="1445732" y="1445732"/>
                  </a:lnTo>
                  <a:lnTo>
                    <a:pt x="1390127" y="1390127"/>
                  </a:lnTo>
                  <a:lnTo>
                    <a:pt x="1334522" y="1334522"/>
                  </a:lnTo>
                  <a:lnTo>
                    <a:pt x="1278916" y="1278916"/>
                  </a:lnTo>
                  <a:lnTo>
                    <a:pt x="1223311" y="1223311"/>
                  </a:lnTo>
                  <a:lnTo>
                    <a:pt x="1167706" y="1167706"/>
                  </a:lnTo>
                  <a:lnTo>
                    <a:pt x="1112101" y="1112101"/>
                  </a:lnTo>
                  <a:lnTo>
                    <a:pt x="1056496" y="1056496"/>
                  </a:lnTo>
                  <a:lnTo>
                    <a:pt x="1000891" y="1000891"/>
                  </a:lnTo>
                  <a:lnTo>
                    <a:pt x="945286" y="945286"/>
                  </a:lnTo>
                  <a:lnTo>
                    <a:pt x="889681" y="889681"/>
                  </a:lnTo>
                  <a:lnTo>
                    <a:pt x="834076" y="834076"/>
                  </a:lnTo>
                  <a:lnTo>
                    <a:pt x="778471" y="778471"/>
                  </a:lnTo>
                  <a:lnTo>
                    <a:pt x="722866" y="722866"/>
                  </a:lnTo>
                  <a:lnTo>
                    <a:pt x="667261" y="667261"/>
                  </a:lnTo>
                  <a:lnTo>
                    <a:pt x="611655" y="611655"/>
                  </a:lnTo>
                  <a:lnTo>
                    <a:pt x="556050" y="556050"/>
                  </a:lnTo>
                  <a:lnTo>
                    <a:pt x="500445" y="500445"/>
                  </a:lnTo>
                  <a:lnTo>
                    <a:pt x="444840" y="444840"/>
                  </a:lnTo>
                  <a:lnTo>
                    <a:pt x="389235" y="389235"/>
                  </a:lnTo>
                  <a:lnTo>
                    <a:pt x="333630" y="333630"/>
                  </a:lnTo>
                  <a:lnTo>
                    <a:pt x="278025" y="278025"/>
                  </a:lnTo>
                  <a:lnTo>
                    <a:pt x="222420" y="222420"/>
                  </a:lnTo>
                  <a:lnTo>
                    <a:pt x="166815" y="166815"/>
                  </a:lnTo>
                  <a:lnTo>
                    <a:pt x="111210" y="111210"/>
                  </a:lnTo>
                  <a:lnTo>
                    <a:pt x="55605" y="55605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tx39"/>
            <p:cNvSpPr/>
            <p:nvPr/>
          </p:nvSpPr>
          <p:spPr>
            <a:xfrm>
              <a:off x="4585015" y="1206755"/>
              <a:ext cx="263971" cy="79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297111" y="1958081"/>
              <a:ext cx="468011" cy="798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Northeast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7174545" y="3772460"/>
              <a:ext cx="216005" cy="795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East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288045" y="5584362"/>
              <a:ext cx="486143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Southeast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4575949" y="6335794"/>
              <a:ext cx="282103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2650852" y="5584362"/>
              <a:ext cx="504065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Southwest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028507" y="3772460"/>
              <a:ext cx="245891" cy="795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West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2659918" y="1958081"/>
              <a:ext cx="485933" cy="798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Northwest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1625832" y="2641123"/>
              <a:ext cx="177930" cy="63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6B6B6B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1576390" y="1500880"/>
              <a:ext cx="227372" cy="63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6B6B6B">
                      <a:alpha val="100000"/>
                    </a:srgbClr>
                  </a:solidFill>
                  <a:latin typeface="Helvetica"/>
                  <a:cs typeface="Helvetica"/>
                </a:rPr>
                <a:t>100%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2026-04-01T18:12:35Z</dcterms:modified>
  <cp:category/>
</cp:coreProperties>
</file>