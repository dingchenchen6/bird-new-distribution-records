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23059" y="438873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910727" y="2200789"/>
              <a:ext cx="3086760" cy="2933365"/>
            </a:xfrm>
            <a:custGeom>
              <a:avLst/>
              <a:pathLst>
                <a:path w="3086760" h="2933365">
                  <a:moveTo>
                    <a:pt x="3086760" y="1612547"/>
                  </a:moveTo>
                  <a:lnTo>
                    <a:pt x="3026484" y="1523076"/>
                  </a:lnTo>
                  <a:lnTo>
                    <a:pt x="2962796" y="1438454"/>
                  </a:lnTo>
                  <a:lnTo>
                    <a:pt x="2895989" y="1358810"/>
                  </a:lnTo>
                  <a:lnTo>
                    <a:pt x="2826361" y="1284251"/>
                  </a:lnTo>
                  <a:lnTo>
                    <a:pt x="2754211" y="1214873"/>
                  </a:lnTo>
                  <a:lnTo>
                    <a:pt x="2679844" y="1150753"/>
                  </a:lnTo>
                  <a:lnTo>
                    <a:pt x="2603564" y="1091955"/>
                  </a:lnTo>
                  <a:lnTo>
                    <a:pt x="2525680" y="1038525"/>
                  </a:lnTo>
                  <a:lnTo>
                    <a:pt x="2446498" y="990492"/>
                  </a:lnTo>
                  <a:lnTo>
                    <a:pt x="2366325" y="947871"/>
                  </a:lnTo>
                  <a:lnTo>
                    <a:pt x="2285468" y="910661"/>
                  </a:lnTo>
                  <a:lnTo>
                    <a:pt x="2204230" y="878843"/>
                  </a:lnTo>
                  <a:lnTo>
                    <a:pt x="2122913" y="852385"/>
                  </a:lnTo>
                  <a:lnTo>
                    <a:pt x="2041815" y="831238"/>
                  </a:lnTo>
                  <a:lnTo>
                    <a:pt x="1961229" y="815338"/>
                  </a:lnTo>
                  <a:lnTo>
                    <a:pt x="1881446" y="804607"/>
                  </a:lnTo>
                  <a:lnTo>
                    <a:pt x="1802747" y="798951"/>
                  </a:lnTo>
                  <a:lnTo>
                    <a:pt x="1725410" y="798263"/>
                  </a:lnTo>
                  <a:lnTo>
                    <a:pt x="1649705" y="802420"/>
                  </a:lnTo>
                  <a:lnTo>
                    <a:pt x="1575894" y="811287"/>
                  </a:lnTo>
                  <a:lnTo>
                    <a:pt x="1504231" y="824715"/>
                  </a:lnTo>
                  <a:lnTo>
                    <a:pt x="1434961" y="842545"/>
                  </a:lnTo>
                  <a:lnTo>
                    <a:pt x="1368318" y="864601"/>
                  </a:lnTo>
                  <a:lnTo>
                    <a:pt x="1304529" y="890699"/>
                  </a:lnTo>
                  <a:lnTo>
                    <a:pt x="1243806" y="920644"/>
                  </a:lnTo>
                  <a:lnTo>
                    <a:pt x="1186354" y="954227"/>
                  </a:lnTo>
                  <a:lnTo>
                    <a:pt x="1132364" y="991233"/>
                  </a:lnTo>
                  <a:lnTo>
                    <a:pt x="1082014" y="1031435"/>
                  </a:lnTo>
                  <a:lnTo>
                    <a:pt x="1035472" y="1074598"/>
                  </a:lnTo>
                  <a:lnTo>
                    <a:pt x="992890" y="1120480"/>
                  </a:lnTo>
                  <a:lnTo>
                    <a:pt x="954408" y="1168829"/>
                  </a:lnTo>
                  <a:lnTo>
                    <a:pt x="920153" y="1219390"/>
                  </a:lnTo>
                  <a:lnTo>
                    <a:pt x="890236" y="1271898"/>
                  </a:lnTo>
                  <a:lnTo>
                    <a:pt x="864755" y="1326086"/>
                  </a:lnTo>
                  <a:lnTo>
                    <a:pt x="843793" y="1381680"/>
                  </a:lnTo>
                  <a:lnTo>
                    <a:pt x="827418" y="1438404"/>
                  </a:lnTo>
                  <a:lnTo>
                    <a:pt x="815684" y="1495978"/>
                  </a:lnTo>
                  <a:lnTo>
                    <a:pt x="808628" y="1554120"/>
                  </a:lnTo>
                  <a:lnTo>
                    <a:pt x="806273" y="1612547"/>
                  </a:lnTo>
                  <a:lnTo>
                    <a:pt x="808022" y="1541303"/>
                  </a:lnTo>
                  <a:lnTo>
                    <a:pt x="813267" y="1470188"/>
                  </a:lnTo>
                  <a:lnTo>
                    <a:pt x="822001" y="1399331"/>
                  </a:lnTo>
                  <a:lnTo>
                    <a:pt x="834214" y="1328859"/>
                  </a:lnTo>
                  <a:lnTo>
                    <a:pt x="849891" y="1258901"/>
                  </a:lnTo>
                  <a:lnTo>
                    <a:pt x="869014" y="1189584"/>
                  </a:lnTo>
                  <a:lnTo>
                    <a:pt x="891559" y="1121035"/>
                  </a:lnTo>
                  <a:lnTo>
                    <a:pt x="917498" y="1053380"/>
                  </a:lnTo>
                  <a:lnTo>
                    <a:pt x="946802" y="986744"/>
                  </a:lnTo>
                  <a:lnTo>
                    <a:pt x="979434" y="921252"/>
                  </a:lnTo>
                  <a:lnTo>
                    <a:pt x="1015354" y="857026"/>
                  </a:lnTo>
                  <a:lnTo>
                    <a:pt x="1054520" y="794188"/>
                  </a:lnTo>
                  <a:lnTo>
                    <a:pt x="1096883" y="732859"/>
                  </a:lnTo>
                  <a:lnTo>
                    <a:pt x="1142393" y="673156"/>
                  </a:lnTo>
                  <a:lnTo>
                    <a:pt x="1190993" y="615198"/>
                  </a:lnTo>
                  <a:lnTo>
                    <a:pt x="1242625" y="559100"/>
                  </a:lnTo>
                  <a:lnTo>
                    <a:pt x="1297227" y="504974"/>
                  </a:lnTo>
                  <a:lnTo>
                    <a:pt x="1354730" y="452933"/>
                  </a:lnTo>
                  <a:lnTo>
                    <a:pt x="1415064" y="403087"/>
                  </a:lnTo>
                  <a:lnTo>
                    <a:pt x="1478157" y="355541"/>
                  </a:lnTo>
                  <a:lnTo>
                    <a:pt x="1543930" y="310402"/>
                  </a:lnTo>
                  <a:lnTo>
                    <a:pt x="1612301" y="267770"/>
                  </a:lnTo>
                  <a:lnTo>
                    <a:pt x="1683188" y="227748"/>
                  </a:lnTo>
                  <a:lnTo>
                    <a:pt x="1756501" y="190431"/>
                  </a:lnTo>
                  <a:lnTo>
                    <a:pt x="1832150" y="155913"/>
                  </a:lnTo>
                  <a:lnTo>
                    <a:pt x="1910042" y="124288"/>
                  </a:lnTo>
                  <a:lnTo>
                    <a:pt x="1990078" y="95642"/>
                  </a:lnTo>
                  <a:lnTo>
                    <a:pt x="2072158" y="70062"/>
                  </a:lnTo>
                  <a:lnTo>
                    <a:pt x="2156180" y="47630"/>
                  </a:lnTo>
                  <a:lnTo>
                    <a:pt x="2242037" y="28426"/>
                  </a:lnTo>
                  <a:lnTo>
                    <a:pt x="2329621" y="12525"/>
                  </a:lnTo>
                  <a:lnTo>
                    <a:pt x="2418821" y="0"/>
                  </a:lnTo>
                  <a:lnTo>
                    <a:pt x="2491358" y="119692"/>
                  </a:lnTo>
                  <a:lnTo>
                    <a:pt x="2555405" y="242190"/>
                  </a:lnTo>
                  <a:lnTo>
                    <a:pt x="2610892" y="366909"/>
                  </a:lnTo>
                  <a:lnTo>
                    <a:pt x="2657789" y="493267"/>
                  </a:lnTo>
                  <a:lnTo>
                    <a:pt x="2696103" y="620688"/>
                  </a:lnTo>
                  <a:lnTo>
                    <a:pt x="2725881" y="748602"/>
                  </a:lnTo>
                  <a:lnTo>
                    <a:pt x="2747206" y="876448"/>
                  </a:lnTo>
                  <a:lnTo>
                    <a:pt x="2760196" y="1003680"/>
                  </a:lnTo>
                  <a:lnTo>
                    <a:pt x="2765006" y="1129763"/>
                  </a:lnTo>
                  <a:lnTo>
                    <a:pt x="2761824" y="1254179"/>
                  </a:lnTo>
                  <a:lnTo>
                    <a:pt x="2750870" y="1376430"/>
                  </a:lnTo>
                  <a:lnTo>
                    <a:pt x="2732395" y="1496038"/>
                  </a:lnTo>
                  <a:lnTo>
                    <a:pt x="2706679" y="1612547"/>
                  </a:lnTo>
                  <a:lnTo>
                    <a:pt x="2674028" y="1725525"/>
                  </a:lnTo>
                  <a:lnTo>
                    <a:pt x="2634775" y="1834567"/>
                  </a:lnTo>
                  <a:lnTo>
                    <a:pt x="2589276" y="1939294"/>
                  </a:lnTo>
                  <a:lnTo>
                    <a:pt x="2537907" y="2039356"/>
                  </a:lnTo>
                  <a:lnTo>
                    <a:pt x="2481064" y="2134433"/>
                  </a:lnTo>
                  <a:lnTo>
                    <a:pt x="2419161" y="2224235"/>
                  </a:lnTo>
                  <a:lnTo>
                    <a:pt x="2352624" y="2308503"/>
                  </a:lnTo>
                  <a:lnTo>
                    <a:pt x="2281894" y="2387013"/>
                  </a:lnTo>
                  <a:lnTo>
                    <a:pt x="2207420" y="2459570"/>
                  </a:lnTo>
                  <a:lnTo>
                    <a:pt x="2129660" y="2526015"/>
                  </a:lnTo>
                  <a:lnTo>
                    <a:pt x="2049077" y="2586222"/>
                  </a:lnTo>
                  <a:lnTo>
                    <a:pt x="1966137" y="2640096"/>
                  </a:lnTo>
                  <a:lnTo>
                    <a:pt x="1881305" y="2687579"/>
                  </a:lnTo>
                  <a:lnTo>
                    <a:pt x="1795047" y="2728642"/>
                  </a:lnTo>
                  <a:lnTo>
                    <a:pt x="1707824" y="2763291"/>
                  </a:lnTo>
                  <a:lnTo>
                    <a:pt x="1620090" y="2791565"/>
                  </a:lnTo>
                  <a:lnTo>
                    <a:pt x="1532293" y="2813530"/>
                  </a:lnTo>
                  <a:lnTo>
                    <a:pt x="1444868" y="2829287"/>
                  </a:lnTo>
                  <a:lnTo>
                    <a:pt x="1358238" y="2838963"/>
                  </a:lnTo>
                  <a:lnTo>
                    <a:pt x="1272815" y="2842715"/>
                  </a:lnTo>
                  <a:lnTo>
                    <a:pt x="1188990" y="2840727"/>
                  </a:lnTo>
                  <a:lnTo>
                    <a:pt x="1107139" y="2833207"/>
                  </a:lnTo>
                  <a:lnTo>
                    <a:pt x="1027618" y="2820387"/>
                  </a:lnTo>
                  <a:lnTo>
                    <a:pt x="950763" y="2802524"/>
                  </a:lnTo>
                  <a:lnTo>
                    <a:pt x="876885" y="2779894"/>
                  </a:lnTo>
                  <a:lnTo>
                    <a:pt x="806273" y="2752790"/>
                  </a:lnTo>
                  <a:lnTo>
                    <a:pt x="739192" y="2721526"/>
                  </a:lnTo>
                  <a:lnTo>
                    <a:pt x="675880" y="2686429"/>
                  </a:lnTo>
                  <a:lnTo>
                    <a:pt x="616549" y="2647839"/>
                  </a:lnTo>
                  <a:lnTo>
                    <a:pt x="561383" y="2606107"/>
                  </a:lnTo>
                  <a:lnTo>
                    <a:pt x="510538" y="2561595"/>
                  </a:lnTo>
                  <a:lnTo>
                    <a:pt x="464143" y="2514671"/>
                  </a:lnTo>
                  <a:lnTo>
                    <a:pt x="422298" y="2465706"/>
                  </a:lnTo>
                  <a:lnTo>
                    <a:pt x="385073" y="2415078"/>
                  </a:lnTo>
                  <a:lnTo>
                    <a:pt x="352511" y="2363162"/>
                  </a:lnTo>
                  <a:lnTo>
                    <a:pt x="324626" y="2310333"/>
                  </a:lnTo>
                  <a:lnTo>
                    <a:pt x="301405" y="2256964"/>
                  </a:lnTo>
                  <a:lnTo>
                    <a:pt x="282805" y="2203421"/>
                  </a:lnTo>
                  <a:lnTo>
                    <a:pt x="268757" y="2150063"/>
                  </a:lnTo>
                  <a:lnTo>
                    <a:pt x="259168" y="2097240"/>
                  </a:lnTo>
                  <a:lnTo>
                    <a:pt x="253916" y="2045291"/>
                  </a:lnTo>
                  <a:lnTo>
                    <a:pt x="252857" y="1994543"/>
                  </a:lnTo>
                  <a:lnTo>
                    <a:pt x="255823" y="1945306"/>
                  </a:lnTo>
                  <a:lnTo>
                    <a:pt x="262623" y="1897876"/>
                  </a:lnTo>
                  <a:lnTo>
                    <a:pt x="273049" y="1852532"/>
                  </a:lnTo>
                  <a:lnTo>
                    <a:pt x="286869" y="1809531"/>
                  </a:lnTo>
                  <a:lnTo>
                    <a:pt x="303836" y="1769113"/>
                  </a:lnTo>
                  <a:lnTo>
                    <a:pt x="323687" y="1731494"/>
                  </a:lnTo>
                  <a:lnTo>
                    <a:pt x="346144" y="1696869"/>
                  </a:lnTo>
                  <a:lnTo>
                    <a:pt x="370916" y="1665409"/>
                  </a:lnTo>
                  <a:lnTo>
                    <a:pt x="397702" y="1637261"/>
                  </a:lnTo>
                  <a:lnTo>
                    <a:pt x="426192" y="1612547"/>
                  </a:lnTo>
                  <a:lnTo>
                    <a:pt x="456069" y="1591364"/>
                  </a:lnTo>
                  <a:lnTo>
                    <a:pt x="487011" y="1573782"/>
                  </a:lnTo>
                  <a:lnTo>
                    <a:pt x="518692" y="1559846"/>
                  </a:lnTo>
                  <a:lnTo>
                    <a:pt x="550786" y="1549575"/>
                  </a:lnTo>
                  <a:lnTo>
                    <a:pt x="582968" y="1542962"/>
                  </a:lnTo>
                  <a:lnTo>
                    <a:pt x="614914" y="1539974"/>
                  </a:lnTo>
                  <a:lnTo>
                    <a:pt x="646306" y="1540552"/>
                  </a:lnTo>
                  <a:lnTo>
                    <a:pt x="676833" y="1544611"/>
                  </a:lnTo>
                  <a:lnTo>
                    <a:pt x="706191" y="1552045"/>
                  </a:lnTo>
                  <a:lnTo>
                    <a:pt x="734088" y="1562721"/>
                  </a:lnTo>
                  <a:lnTo>
                    <a:pt x="760243" y="1576485"/>
                  </a:lnTo>
                  <a:lnTo>
                    <a:pt x="784389" y="1593159"/>
                  </a:lnTo>
                  <a:lnTo>
                    <a:pt x="806273" y="1612547"/>
                  </a:lnTo>
                  <a:lnTo>
                    <a:pt x="808753" y="1672509"/>
                  </a:lnTo>
                  <a:lnTo>
                    <a:pt x="816185" y="1732163"/>
                  </a:lnTo>
                  <a:lnTo>
                    <a:pt x="828543" y="1791203"/>
                  </a:lnTo>
                  <a:lnTo>
                    <a:pt x="845784" y="1849324"/>
                  </a:lnTo>
                  <a:lnTo>
                    <a:pt x="867851" y="1906225"/>
                  </a:lnTo>
                  <a:lnTo>
                    <a:pt x="894667" y="1961606"/>
                  </a:lnTo>
                  <a:lnTo>
                    <a:pt x="926140" y="2015172"/>
                  </a:lnTo>
                  <a:lnTo>
                    <a:pt x="962162" y="2066636"/>
                  </a:lnTo>
                  <a:lnTo>
                    <a:pt x="1002609" y="2115714"/>
                  </a:lnTo>
                  <a:lnTo>
                    <a:pt x="1047342" y="2162128"/>
                  </a:lnTo>
                  <a:lnTo>
                    <a:pt x="1096205" y="2205612"/>
                  </a:lnTo>
                  <a:lnTo>
                    <a:pt x="1149029" y="2245903"/>
                  </a:lnTo>
                  <a:lnTo>
                    <a:pt x="1205629" y="2282752"/>
                  </a:lnTo>
                  <a:lnTo>
                    <a:pt x="1265808" y="2315917"/>
                  </a:lnTo>
                  <a:lnTo>
                    <a:pt x="1329354" y="2345167"/>
                  </a:lnTo>
                  <a:lnTo>
                    <a:pt x="1396043" y="2370284"/>
                  </a:lnTo>
                  <a:lnTo>
                    <a:pt x="1465639" y="2391059"/>
                  </a:lnTo>
                  <a:lnTo>
                    <a:pt x="1537893" y="2407298"/>
                  </a:lnTo>
                  <a:lnTo>
                    <a:pt x="1612547" y="2418821"/>
                  </a:lnTo>
                  <a:lnTo>
                    <a:pt x="1564302" y="2464337"/>
                  </a:lnTo>
                  <a:lnTo>
                    <a:pt x="1513493" y="2506972"/>
                  </a:lnTo>
                  <a:lnTo>
                    <a:pt x="1460290" y="2546580"/>
                  </a:lnTo>
                  <a:lnTo>
                    <a:pt x="1404874" y="2583027"/>
                  </a:lnTo>
                  <a:lnTo>
                    <a:pt x="1347433" y="2616191"/>
                  </a:lnTo>
                  <a:lnTo>
                    <a:pt x="1288161" y="2645958"/>
                  </a:lnTo>
                  <a:lnTo>
                    <a:pt x="1227258" y="2672229"/>
                  </a:lnTo>
                  <a:lnTo>
                    <a:pt x="1164931" y="2694915"/>
                  </a:lnTo>
                  <a:lnTo>
                    <a:pt x="1101390" y="2713937"/>
                  </a:lnTo>
                  <a:lnTo>
                    <a:pt x="1036850" y="2729234"/>
                  </a:lnTo>
                  <a:lnTo>
                    <a:pt x="971531" y="2740751"/>
                  </a:lnTo>
                  <a:lnTo>
                    <a:pt x="905652" y="2748451"/>
                  </a:lnTo>
                  <a:lnTo>
                    <a:pt x="839437" y="2752308"/>
                  </a:lnTo>
                  <a:lnTo>
                    <a:pt x="773110" y="2752308"/>
                  </a:lnTo>
                  <a:lnTo>
                    <a:pt x="706895" y="2748451"/>
                  </a:lnTo>
                  <a:lnTo>
                    <a:pt x="641016" y="2740751"/>
                  </a:lnTo>
                  <a:lnTo>
                    <a:pt x="575696" y="2729234"/>
                  </a:lnTo>
                  <a:lnTo>
                    <a:pt x="511157" y="2713937"/>
                  </a:lnTo>
                  <a:lnTo>
                    <a:pt x="447616" y="2694915"/>
                  </a:lnTo>
                  <a:lnTo>
                    <a:pt x="385288" y="2672229"/>
                  </a:lnTo>
                  <a:lnTo>
                    <a:pt x="324386" y="2645958"/>
                  </a:lnTo>
                  <a:lnTo>
                    <a:pt x="265113" y="2616191"/>
                  </a:lnTo>
                  <a:lnTo>
                    <a:pt x="207672" y="2583027"/>
                  </a:lnTo>
                  <a:lnTo>
                    <a:pt x="152257" y="2546580"/>
                  </a:lnTo>
                  <a:lnTo>
                    <a:pt x="99054" y="2506972"/>
                  </a:lnTo>
                  <a:lnTo>
                    <a:pt x="48244" y="2464337"/>
                  </a:lnTo>
                  <a:lnTo>
                    <a:pt x="0" y="2418821"/>
                  </a:lnTo>
                  <a:lnTo>
                    <a:pt x="11522" y="2344167"/>
                  </a:lnTo>
                  <a:lnTo>
                    <a:pt x="27761" y="2271913"/>
                  </a:lnTo>
                  <a:lnTo>
                    <a:pt x="48537" y="2202317"/>
                  </a:lnTo>
                  <a:lnTo>
                    <a:pt x="73653" y="2135628"/>
                  </a:lnTo>
                  <a:lnTo>
                    <a:pt x="102903" y="2072082"/>
                  </a:lnTo>
                  <a:lnTo>
                    <a:pt x="136068" y="2011903"/>
                  </a:lnTo>
                  <a:lnTo>
                    <a:pt x="172917" y="1955302"/>
                  </a:lnTo>
                  <a:lnTo>
                    <a:pt x="213209" y="1902479"/>
                  </a:lnTo>
                  <a:lnTo>
                    <a:pt x="256692" y="1853616"/>
                  </a:lnTo>
                  <a:lnTo>
                    <a:pt x="303107" y="1808883"/>
                  </a:lnTo>
                  <a:lnTo>
                    <a:pt x="352184" y="1768436"/>
                  </a:lnTo>
                  <a:lnTo>
                    <a:pt x="403648" y="1732414"/>
                  </a:lnTo>
                  <a:lnTo>
                    <a:pt x="457215" y="1700941"/>
                  </a:lnTo>
                  <a:lnTo>
                    <a:pt x="512596" y="1674125"/>
                  </a:lnTo>
                  <a:lnTo>
                    <a:pt x="569496" y="1652058"/>
                  </a:lnTo>
                  <a:lnTo>
                    <a:pt x="627617" y="1634816"/>
                  </a:lnTo>
                  <a:lnTo>
                    <a:pt x="686658" y="1622459"/>
                  </a:lnTo>
                  <a:lnTo>
                    <a:pt x="746312" y="1615027"/>
                  </a:lnTo>
                  <a:lnTo>
                    <a:pt x="806273" y="1612547"/>
                  </a:lnTo>
                  <a:lnTo>
                    <a:pt x="766325" y="1614751"/>
                  </a:lnTo>
                  <a:lnTo>
                    <a:pt x="726742" y="1621350"/>
                  </a:lnTo>
                  <a:lnTo>
                    <a:pt x="687885" y="1632303"/>
                  </a:lnTo>
                  <a:lnTo>
                    <a:pt x="650113" y="1647543"/>
                  </a:lnTo>
                  <a:lnTo>
                    <a:pt x="613779" y="1666979"/>
                  </a:lnTo>
                  <a:lnTo>
                    <a:pt x="579229" y="1690492"/>
                  </a:lnTo>
                  <a:lnTo>
                    <a:pt x="546800" y="1717936"/>
                  </a:lnTo>
                  <a:lnTo>
                    <a:pt x="516817" y="1749145"/>
                  </a:lnTo>
                  <a:lnTo>
                    <a:pt x="489595" y="1783925"/>
                  </a:lnTo>
                  <a:lnTo>
                    <a:pt x="465433" y="1822061"/>
                  </a:lnTo>
                  <a:lnTo>
                    <a:pt x="444614" y="1863316"/>
                  </a:lnTo>
                  <a:lnTo>
                    <a:pt x="427405" y="1907432"/>
                  </a:lnTo>
                  <a:lnTo>
                    <a:pt x="414054" y="1954131"/>
                  </a:lnTo>
                  <a:lnTo>
                    <a:pt x="404789" y="2003117"/>
                  </a:lnTo>
                  <a:lnTo>
                    <a:pt x="399818" y="2054076"/>
                  </a:lnTo>
                  <a:lnTo>
                    <a:pt x="399323" y="2106679"/>
                  </a:lnTo>
                  <a:lnTo>
                    <a:pt x="403467" y="2160584"/>
                  </a:lnTo>
                  <a:lnTo>
                    <a:pt x="412387" y="2215436"/>
                  </a:lnTo>
                  <a:lnTo>
                    <a:pt x="426192" y="2270867"/>
                  </a:lnTo>
                  <a:lnTo>
                    <a:pt x="444969" y="2326503"/>
                  </a:lnTo>
                  <a:lnTo>
                    <a:pt x="468777" y="2381961"/>
                  </a:lnTo>
                  <a:lnTo>
                    <a:pt x="497646" y="2436853"/>
                  </a:lnTo>
                  <a:lnTo>
                    <a:pt x="531581" y="2490787"/>
                  </a:lnTo>
                  <a:lnTo>
                    <a:pt x="570557" y="2543370"/>
                  </a:lnTo>
                  <a:lnTo>
                    <a:pt x="614522" y="2594208"/>
                  </a:lnTo>
                  <a:lnTo>
                    <a:pt x="663395" y="2642910"/>
                  </a:lnTo>
                  <a:lnTo>
                    <a:pt x="717069" y="2689088"/>
                  </a:lnTo>
                  <a:lnTo>
                    <a:pt x="775406" y="2732361"/>
                  </a:lnTo>
                  <a:lnTo>
                    <a:pt x="838243" y="2772354"/>
                  </a:lnTo>
                  <a:lnTo>
                    <a:pt x="905390" y="2808704"/>
                  </a:lnTo>
                  <a:lnTo>
                    <a:pt x="976628" y="2841057"/>
                  </a:lnTo>
                  <a:lnTo>
                    <a:pt x="1051715" y="2869073"/>
                  </a:lnTo>
                  <a:lnTo>
                    <a:pt x="1130383" y="2892428"/>
                  </a:lnTo>
                  <a:lnTo>
                    <a:pt x="1212340" y="2910815"/>
                  </a:lnTo>
                  <a:lnTo>
                    <a:pt x="1297271" y="2923943"/>
                  </a:lnTo>
                  <a:lnTo>
                    <a:pt x="1384838" y="2931542"/>
                  </a:lnTo>
                  <a:lnTo>
                    <a:pt x="1474685" y="2933365"/>
                  </a:lnTo>
                  <a:lnTo>
                    <a:pt x="1566435" y="2929187"/>
                  </a:lnTo>
                  <a:lnTo>
                    <a:pt x="1659694" y="2918805"/>
                  </a:lnTo>
                  <a:lnTo>
                    <a:pt x="1754052" y="2902046"/>
                  </a:lnTo>
                  <a:lnTo>
                    <a:pt x="1849083" y="2878760"/>
                  </a:lnTo>
                  <a:lnTo>
                    <a:pt x="1944349" y="2848827"/>
                  </a:lnTo>
                  <a:lnTo>
                    <a:pt x="2039402" y="2812153"/>
                  </a:lnTo>
                  <a:lnTo>
                    <a:pt x="2133784" y="2768677"/>
                  </a:lnTo>
                  <a:lnTo>
                    <a:pt x="2227029" y="2718366"/>
                  </a:lnTo>
                  <a:lnTo>
                    <a:pt x="2318667" y="2661218"/>
                  </a:lnTo>
                  <a:lnTo>
                    <a:pt x="2408224" y="2597262"/>
                  </a:lnTo>
                  <a:lnTo>
                    <a:pt x="2495223" y="2526561"/>
                  </a:lnTo>
                  <a:lnTo>
                    <a:pt x="2579192" y="2449207"/>
                  </a:lnTo>
                  <a:lnTo>
                    <a:pt x="2659657" y="2365326"/>
                  </a:lnTo>
                  <a:lnTo>
                    <a:pt x="2736152" y="2275075"/>
                  </a:lnTo>
                  <a:lnTo>
                    <a:pt x="2808218" y="2178643"/>
                  </a:lnTo>
                  <a:lnTo>
                    <a:pt x="2875403" y="2076250"/>
                  </a:lnTo>
                  <a:lnTo>
                    <a:pt x="2937268" y="1968147"/>
                  </a:lnTo>
                  <a:lnTo>
                    <a:pt x="2993387" y="1854617"/>
                  </a:lnTo>
                  <a:lnTo>
                    <a:pt x="3043349" y="1735970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10727" y="2200789"/>
              <a:ext cx="3086760" cy="2427129"/>
            </a:xfrm>
            <a:custGeom>
              <a:avLst/>
              <a:pathLst>
                <a:path w="3086760" h="2427129">
                  <a:moveTo>
                    <a:pt x="806273" y="1612547"/>
                  </a:moveTo>
                  <a:lnTo>
                    <a:pt x="808022" y="1541303"/>
                  </a:lnTo>
                  <a:lnTo>
                    <a:pt x="813267" y="1470188"/>
                  </a:lnTo>
                  <a:lnTo>
                    <a:pt x="822001" y="1399331"/>
                  </a:lnTo>
                  <a:lnTo>
                    <a:pt x="834214" y="1328859"/>
                  </a:lnTo>
                  <a:lnTo>
                    <a:pt x="849891" y="1258901"/>
                  </a:lnTo>
                  <a:lnTo>
                    <a:pt x="869014" y="1189584"/>
                  </a:lnTo>
                  <a:lnTo>
                    <a:pt x="891559" y="1121035"/>
                  </a:lnTo>
                  <a:lnTo>
                    <a:pt x="917498" y="1053380"/>
                  </a:lnTo>
                  <a:lnTo>
                    <a:pt x="946802" y="986744"/>
                  </a:lnTo>
                  <a:lnTo>
                    <a:pt x="979434" y="921252"/>
                  </a:lnTo>
                  <a:lnTo>
                    <a:pt x="1015354" y="857026"/>
                  </a:lnTo>
                  <a:lnTo>
                    <a:pt x="1054520" y="794188"/>
                  </a:lnTo>
                  <a:lnTo>
                    <a:pt x="1096883" y="732859"/>
                  </a:lnTo>
                  <a:lnTo>
                    <a:pt x="1142393" y="673156"/>
                  </a:lnTo>
                  <a:lnTo>
                    <a:pt x="1190993" y="615198"/>
                  </a:lnTo>
                  <a:lnTo>
                    <a:pt x="1242625" y="559100"/>
                  </a:lnTo>
                  <a:lnTo>
                    <a:pt x="1297227" y="504974"/>
                  </a:lnTo>
                  <a:lnTo>
                    <a:pt x="1354730" y="452933"/>
                  </a:lnTo>
                  <a:lnTo>
                    <a:pt x="1415064" y="403087"/>
                  </a:lnTo>
                  <a:lnTo>
                    <a:pt x="1478157" y="355541"/>
                  </a:lnTo>
                  <a:lnTo>
                    <a:pt x="1543930" y="310402"/>
                  </a:lnTo>
                  <a:lnTo>
                    <a:pt x="1612301" y="267770"/>
                  </a:lnTo>
                  <a:lnTo>
                    <a:pt x="1683188" y="227748"/>
                  </a:lnTo>
                  <a:lnTo>
                    <a:pt x="1756501" y="190431"/>
                  </a:lnTo>
                  <a:lnTo>
                    <a:pt x="1832150" y="155913"/>
                  </a:lnTo>
                  <a:lnTo>
                    <a:pt x="1910042" y="124288"/>
                  </a:lnTo>
                  <a:lnTo>
                    <a:pt x="1990078" y="95642"/>
                  </a:lnTo>
                  <a:lnTo>
                    <a:pt x="2072158" y="70062"/>
                  </a:lnTo>
                  <a:lnTo>
                    <a:pt x="2156180" y="47630"/>
                  </a:lnTo>
                  <a:lnTo>
                    <a:pt x="2242037" y="28426"/>
                  </a:lnTo>
                  <a:lnTo>
                    <a:pt x="2329621" y="12525"/>
                  </a:lnTo>
                  <a:lnTo>
                    <a:pt x="2418821" y="0"/>
                  </a:lnTo>
                  <a:lnTo>
                    <a:pt x="2472935" y="55994"/>
                  </a:lnTo>
                  <a:lnTo>
                    <a:pt x="2525106" y="113803"/>
                  </a:lnTo>
                  <a:lnTo>
                    <a:pt x="2575272" y="173359"/>
                  </a:lnTo>
                  <a:lnTo>
                    <a:pt x="2623377" y="234594"/>
                  </a:lnTo>
                  <a:lnTo>
                    <a:pt x="2669362" y="297435"/>
                  </a:lnTo>
                  <a:lnTo>
                    <a:pt x="2713175" y="361810"/>
                  </a:lnTo>
                  <a:lnTo>
                    <a:pt x="2754765" y="427643"/>
                  </a:lnTo>
                  <a:lnTo>
                    <a:pt x="2794083" y="494857"/>
                  </a:lnTo>
                  <a:lnTo>
                    <a:pt x="2831084" y="563375"/>
                  </a:lnTo>
                  <a:lnTo>
                    <a:pt x="2865723" y="633116"/>
                  </a:lnTo>
                  <a:lnTo>
                    <a:pt x="2897961" y="703999"/>
                  </a:lnTo>
                  <a:lnTo>
                    <a:pt x="2927761" y="775941"/>
                  </a:lnTo>
                  <a:lnTo>
                    <a:pt x="2955087" y="848859"/>
                  </a:lnTo>
                  <a:lnTo>
                    <a:pt x="2979907" y="922667"/>
                  </a:lnTo>
                  <a:lnTo>
                    <a:pt x="3002193" y="997279"/>
                  </a:lnTo>
                  <a:lnTo>
                    <a:pt x="3021919" y="1072609"/>
                  </a:lnTo>
                  <a:lnTo>
                    <a:pt x="3039061" y="1148568"/>
                  </a:lnTo>
                  <a:lnTo>
                    <a:pt x="3053600" y="1225069"/>
                  </a:lnTo>
                  <a:lnTo>
                    <a:pt x="3065519" y="1302021"/>
                  </a:lnTo>
                  <a:lnTo>
                    <a:pt x="3074804" y="1379335"/>
                  </a:lnTo>
                  <a:lnTo>
                    <a:pt x="3081443" y="1456921"/>
                  </a:lnTo>
                  <a:lnTo>
                    <a:pt x="3085430" y="1534689"/>
                  </a:lnTo>
                  <a:lnTo>
                    <a:pt x="3086760" y="1612547"/>
                  </a:lnTo>
                  <a:lnTo>
                    <a:pt x="3033511" y="1692093"/>
                  </a:lnTo>
                  <a:lnTo>
                    <a:pt x="2977555" y="1767840"/>
                  </a:lnTo>
                  <a:lnTo>
                    <a:pt x="2919096" y="1839699"/>
                  </a:lnTo>
                  <a:lnTo>
                    <a:pt x="2858341" y="1907590"/>
                  </a:lnTo>
                  <a:lnTo>
                    <a:pt x="2795497" y="1971442"/>
                  </a:lnTo>
                  <a:lnTo>
                    <a:pt x="2730775" y="2031197"/>
                  </a:lnTo>
                  <a:lnTo>
                    <a:pt x="2664387" y="2086802"/>
                  </a:lnTo>
                  <a:lnTo>
                    <a:pt x="2596546" y="2138218"/>
                  </a:lnTo>
                  <a:lnTo>
                    <a:pt x="2527466" y="2185415"/>
                  </a:lnTo>
                  <a:lnTo>
                    <a:pt x="2457361" y="2228371"/>
                  </a:lnTo>
                  <a:lnTo>
                    <a:pt x="2386444" y="2267075"/>
                  </a:lnTo>
                  <a:lnTo>
                    <a:pt x="2314930" y="2301528"/>
                  </a:lnTo>
                  <a:lnTo>
                    <a:pt x="2243031" y="2331736"/>
                  </a:lnTo>
                  <a:lnTo>
                    <a:pt x="2170956" y="2357720"/>
                  </a:lnTo>
                  <a:lnTo>
                    <a:pt x="2098916" y="2379507"/>
                  </a:lnTo>
                  <a:lnTo>
                    <a:pt x="2027116" y="2397135"/>
                  </a:lnTo>
                  <a:lnTo>
                    <a:pt x="1955761" y="2410651"/>
                  </a:lnTo>
                  <a:lnTo>
                    <a:pt x="1885051" y="2420110"/>
                  </a:lnTo>
                  <a:lnTo>
                    <a:pt x="1815183" y="2425578"/>
                  </a:lnTo>
                  <a:lnTo>
                    <a:pt x="1746351" y="2427129"/>
                  </a:lnTo>
                  <a:lnTo>
                    <a:pt x="1678745" y="2424847"/>
                  </a:lnTo>
                  <a:lnTo>
                    <a:pt x="1612547" y="2418821"/>
                  </a:lnTo>
                  <a:lnTo>
                    <a:pt x="1537893" y="2407298"/>
                  </a:lnTo>
                  <a:lnTo>
                    <a:pt x="1465639" y="2391059"/>
                  </a:lnTo>
                  <a:lnTo>
                    <a:pt x="1396043" y="2370284"/>
                  </a:lnTo>
                  <a:lnTo>
                    <a:pt x="1329354" y="2345167"/>
                  </a:lnTo>
                  <a:lnTo>
                    <a:pt x="1265808" y="2315917"/>
                  </a:lnTo>
                  <a:lnTo>
                    <a:pt x="1205629" y="2282752"/>
                  </a:lnTo>
                  <a:lnTo>
                    <a:pt x="1149029" y="2245903"/>
                  </a:lnTo>
                  <a:lnTo>
                    <a:pt x="1096205" y="2205612"/>
                  </a:lnTo>
                  <a:lnTo>
                    <a:pt x="1047342" y="2162128"/>
                  </a:lnTo>
                  <a:lnTo>
                    <a:pt x="1002609" y="2115714"/>
                  </a:lnTo>
                  <a:lnTo>
                    <a:pt x="962162" y="2066636"/>
                  </a:lnTo>
                  <a:lnTo>
                    <a:pt x="926140" y="2015172"/>
                  </a:lnTo>
                  <a:lnTo>
                    <a:pt x="894667" y="1961606"/>
                  </a:lnTo>
                  <a:lnTo>
                    <a:pt x="867851" y="1906225"/>
                  </a:lnTo>
                  <a:lnTo>
                    <a:pt x="845784" y="1849324"/>
                  </a:lnTo>
                  <a:lnTo>
                    <a:pt x="828543" y="1791203"/>
                  </a:lnTo>
                  <a:lnTo>
                    <a:pt x="816185" y="1732163"/>
                  </a:lnTo>
                  <a:lnTo>
                    <a:pt x="808753" y="1672509"/>
                  </a:lnTo>
                  <a:lnTo>
                    <a:pt x="806273" y="1612547"/>
                  </a:lnTo>
                  <a:lnTo>
                    <a:pt x="803793" y="1672509"/>
                  </a:lnTo>
                  <a:lnTo>
                    <a:pt x="796362" y="1732163"/>
                  </a:lnTo>
                  <a:lnTo>
                    <a:pt x="784004" y="1791203"/>
                  </a:lnTo>
                  <a:lnTo>
                    <a:pt x="766762" y="1849324"/>
                  </a:lnTo>
                  <a:lnTo>
                    <a:pt x="744696" y="1906225"/>
                  </a:lnTo>
                  <a:lnTo>
                    <a:pt x="717880" y="1961606"/>
                  </a:lnTo>
                  <a:lnTo>
                    <a:pt x="686406" y="2015172"/>
                  </a:lnTo>
                  <a:lnTo>
                    <a:pt x="650384" y="2066636"/>
                  </a:lnTo>
                  <a:lnTo>
                    <a:pt x="609937" y="2115714"/>
                  </a:lnTo>
                  <a:lnTo>
                    <a:pt x="565205" y="2162128"/>
                  </a:lnTo>
                  <a:lnTo>
                    <a:pt x="516342" y="2205612"/>
                  </a:lnTo>
                  <a:lnTo>
                    <a:pt x="463518" y="2245903"/>
                  </a:lnTo>
                  <a:lnTo>
                    <a:pt x="406918" y="2282752"/>
                  </a:lnTo>
                  <a:lnTo>
                    <a:pt x="346739" y="2315917"/>
                  </a:lnTo>
                  <a:lnTo>
                    <a:pt x="283193" y="2345167"/>
                  </a:lnTo>
                  <a:lnTo>
                    <a:pt x="216503" y="2370284"/>
                  </a:lnTo>
                  <a:lnTo>
                    <a:pt x="146907" y="2391059"/>
                  </a:lnTo>
                  <a:lnTo>
                    <a:pt x="74653" y="2407298"/>
                  </a:lnTo>
                  <a:lnTo>
                    <a:pt x="0" y="2418821"/>
                  </a:lnTo>
                  <a:lnTo>
                    <a:pt x="11522" y="2344167"/>
                  </a:lnTo>
                  <a:lnTo>
                    <a:pt x="27761" y="2271913"/>
                  </a:lnTo>
                  <a:lnTo>
                    <a:pt x="48537" y="2202317"/>
                  </a:lnTo>
                  <a:lnTo>
                    <a:pt x="73653" y="2135628"/>
                  </a:lnTo>
                  <a:lnTo>
                    <a:pt x="102903" y="2072082"/>
                  </a:lnTo>
                  <a:lnTo>
                    <a:pt x="136068" y="2011903"/>
                  </a:lnTo>
                  <a:lnTo>
                    <a:pt x="172917" y="1955302"/>
                  </a:lnTo>
                  <a:lnTo>
                    <a:pt x="213209" y="1902479"/>
                  </a:lnTo>
                  <a:lnTo>
                    <a:pt x="256692" y="1853616"/>
                  </a:lnTo>
                  <a:lnTo>
                    <a:pt x="303107" y="1808883"/>
                  </a:lnTo>
                  <a:lnTo>
                    <a:pt x="352184" y="1768436"/>
                  </a:lnTo>
                  <a:lnTo>
                    <a:pt x="403648" y="1732414"/>
                  </a:lnTo>
                  <a:lnTo>
                    <a:pt x="457215" y="1700941"/>
                  </a:lnTo>
                  <a:lnTo>
                    <a:pt x="512596" y="1674125"/>
                  </a:lnTo>
                  <a:lnTo>
                    <a:pt x="569496" y="1652058"/>
                  </a:lnTo>
                  <a:lnTo>
                    <a:pt x="627617" y="1634816"/>
                  </a:lnTo>
                  <a:lnTo>
                    <a:pt x="686658" y="1622459"/>
                  </a:lnTo>
                  <a:lnTo>
                    <a:pt x="746312" y="1615027"/>
                  </a:lnTo>
                  <a:lnTo>
                    <a:pt x="806273" y="1612547"/>
                  </a:lnTo>
                  <a:lnTo>
                    <a:pt x="806273" y="1612547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491673" y="458800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79126" y="458800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2026-04-01T18:12:40Z</dcterms:modified>
  <cp:category/>
</cp:coreProperties>
</file>