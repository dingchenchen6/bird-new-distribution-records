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5518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924771"/>
              <a:ext cx="9004821" cy="58636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97549" y="69589"/>
              <a:ext cx="8638904" cy="85518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169382" y="440031"/>
              <a:ext cx="1095236" cy="1104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Pelecaniformes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1866392" y="962729"/>
              <a:ext cx="5701216" cy="57012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717001" y="1247789"/>
              <a:ext cx="0" cy="2565547"/>
            </a:xfrm>
            <a:custGeom>
              <a:avLst/>
              <a:pathLst>
                <a:path w="0" h="2565547">
                  <a:moveTo>
                    <a:pt x="0" y="2565547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17001" y="1999221"/>
              <a:ext cx="1814115" cy="1814115"/>
            </a:xfrm>
            <a:custGeom>
              <a:avLst/>
              <a:pathLst>
                <a:path w="1814115" h="1814115">
                  <a:moveTo>
                    <a:pt x="0" y="1814115"/>
                  </a:moveTo>
                  <a:lnTo>
                    <a:pt x="1814115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001" y="3813337"/>
              <a:ext cx="2565547" cy="0"/>
            </a:xfrm>
            <a:custGeom>
              <a:avLst/>
              <a:pathLst>
                <a:path w="2565547" h="0">
                  <a:moveTo>
                    <a:pt x="0" y="0"/>
                  </a:moveTo>
                  <a:lnTo>
                    <a:pt x="256554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717001" y="3813337"/>
              <a:ext cx="1814115" cy="1814115"/>
            </a:xfrm>
            <a:custGeom>
              <a:avLst/>
              <a:pathLst>
                <a:path w="1814115" h="1814115">
                  <a:moveTo>
                    <a:pt x="0" y="0"/>
                  </a:moveTo>
                  <a:lnTo>
                    <a:pt x="1814115" y="18141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717001" y="3813337"/>
              <a:ext cx="0" cy="2565547"/>
            </a:xfrm>
            <a:custGeom>
              <a:avLst/>
              <a:pathLst>
                <a:path w="0" h="2565547">
                  <a:moveTo>
                    <a:pt x="0" y="0"/>
                  </a:moveTo>
                  <a:lnTo>
                    <a:pt x="0" y="2565547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902885" y="3813337"/>
              <a:ext cx="1814115" cy="1814115"/>
            </a:xfrm>
            <a:custGeom>
              <a:avLst/>
              <a:pathLst>
                <a:path w="1814115" h="1814115">
                  <a:moveTo>
                    <a:pt x="1814115" y="0"/>
                  </a:moveTo>
                  <a:lnTo>
                    <a:pt x="0" y="18141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151453" y="3813337"/>
              <a:ext cx="2565547" cy="0"/>
            </a:xfrm>
            <a:custGeom>
              <a:avLst/>
              <a:pathLst>
                <a:path w="2565547" h="0">
                  <a:moveTo>
                    <a:pt x="2565547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902885" y="1999221"/>
              <a:ext cx="1814115" cy="1814115"/>
            </a:xfrm>
            <a:custGeom>
              <a:avLst/>
              <a:pathLst>
                <a:path w="1814115" h="1814115">
                  <a:moveTo>
                    <a:pt x="1814115" y="1814115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576901" y="2673094"/>
              <a:ext cx="2280199" cy="2279912"/>
            </a:xfrm>
            <a:custGeom>
              <a:avLst/>
              <a:pathLst>
                <a:path w="2280199" h="2279912">
                  <a:moveTo>
                    <a:pt x="1140099" y="0"/>
                  </a:moveTo>
                  <a:lnTo>
                    <a:pt x="1212418" y="2295"/>
                  </a:lnTo>
                  <a:lnTo>
                    <a:pt x="1284445" y="9173"/>
                  </a:lnTo>
                  <a:lnTo>
                    <a:pt x="1355892" y="20605"/>
                  </a:lnTo>
                  <a:lnTo>
                    <a:pt x="1426469" y="36546"/>
                  </a:lnTo>
                  <a:lnTo>
                    <a:pt x="1495893" y="56931"/>
                  </a:lnTo>
                  <a:lnTo>
                    <a:pt x="1563885" y="81677"/>
                  </a:lnTo>
                  <a:lnTo>
                    <a:pt x="1630170" y="110687"/>
                  </a:lnTo>
                  <a:lnTo>
                    <a:pt x="1694482" y="143842"/>
                  </a:lnTo>
                  <a:lnTo>
                    <a:pt x="1756561" y="181009"/>
                  </a:lnTo>
                  <a:lnTo>
                    <a:pt x="1816159" y="222039"/>
                  </a:lnTo>
                  <a:lnTo>
                    <a:pt x="1873034" y="266766"/>
                  </a:lnTo>
                  <a:lnTo>
                    <a:pt x="1926957" y="315010"/>
                  </a:lnTo>
                  <a:lnTo>
                    <a:pt x="1977713" y="366577"/>
                  </a:lnTo>
                  <a:lnTo>
                    <a:pt x="2025095" y="421259"/>
                  </a:lnTo>
                  <a:lnTo>
                    <a:pt x="2068914" y="478837"/>
                  </a:lnTo>
                  <a:lnTo>
                    <a:pt x="2108993" y="539077"/>
                  </a:lnTo>
                  <a:lnTo>
                    <a:pt x="2145171" y="601739"/>
                  </a:lnTo>
                  <a:lnTo>
                    <a:pt x="2177301" y="666569"/>
                  </a:lnTo>
                  <a:lnTo>
                    <a:pt x="2205255" y="733306"/>
                  </a:lnTo>
                  <a:lnTo>
                    <a:pt x="2228920" y="801681"/>
                  </a:lnTo>
                  <a:lnTo>
                    <a:pt x="2248201" y="871420"/>
                  </a:lnTo>
                  <a:lnTo>
                    <a:pt x="2263020" y="942242"/>
                  </a:lnTo>
                  <a:lnTo>
                    <a:pt x="2273317" y="1013860"/>
                  </a:lnTo>
                  <a:lnTo>
                    <a:pt x="2279051" y="1085988"/>
                  </a:lnTo>
                  <a:lnTo>
                    <a:pt x="2280199" y="1158334"/>
                  </a:lnTo>
                  <a:lnTo>
                    <a:pt x="2276756" y="1230607"/>
                  </a:lnTo>
                  <a:lnTo>
                    <a:pt x="2268736" y="1302516"/>
                  </a:lnTo>
                  <a:lnTo>
                    <a:pt x="2256172" y="1373772"/>
                  </a:lnTo>
                  <a:lnTo>
                    <a:pt x="2239114" y="1444088"/>
                  </a:lnTo>
                  <a:lnTo>
                    <a:pt x="2217630" y="1513180"/>
                  </a:lnTo>
                  <a:lnTo>
                    <a:pt x="2191808" y="1580770"/>
                  </a:lnTo>
                  <a:lnTo>
                    <a:pt x="2161750" y="1646587"/>
                  </a:lnTo>
                  <a:lnTo>
                    <a:pt x="2127579" y="1710364"/>
                  </a:lnTo>
                  <a:lnTo>
                    <a:pt x="2089431" y="1771846"/>
                  </a:lnTo>
                  <a:lnTo>
                    <a:pt x="2047461" y="1830785"/>
                  </a:lnTo>
                  <a:lnTo>
                    <a:pt x="2001838" y="1886943"/>
                  </a:lnTo>
                  <a:lnTo>
                    <a:pt x="1952744" y="1940095"/>
                  </a:lnTo>
                  <a:lnTo>
                    <a:pt x="1900378" y="1990026"/>
                  </a:lnTo>
                  <a:lnTo>
                    <a:pt x="1844951" y="2036535"/>
                  </a:lnTo>
                  <a:lnTo>
                    <a:pt x="1786685" y="2079434"/>
                  </a:lnTo>
                  <a:lnTo>
                    <a:pt x="1725816" y="2118553"/>
                  </a:lnTo>
                  <a:lnTo>
                    <a:pt x="1662589" y="2153731"/>
                  </a:lnTo>
                  <a:lnTo>
                    <a:pt x="1597258" y="2184829"/>
                  </a:lnTo>
                  <a:lnTo>
                    <a:pt x="1530085" y="2211721"/>
                  </a:lnTo>
                  <a:lnTo>
                    <a:pt x="1461343" y="2234298"/>
                  </a:lnTo>
                  <a:lnTo>
                    <a:pt x="1391307" y="2252470"/>
                  </a:lnTo>
                  <a:lnTo>
                    <a:pt x="1320259" y="2266163"/>
                  </a:lnTo>
                  <a:lnTo>
                    <a:pt x="1248486" y="2275323"/>
                  </a:lnTo>
                  <a:lnTo>
                    <a:pt x="1176277" y="2279912"/>
                  </a:lnTo>
                  <a:lnTo>
                    <a:pt x="1103922" y="2279912"/>
                  </a:lnTo>
                  <a:lnTo>
                    <a:pt x="1031712" y="2275323"/>
                  </a:lnTo>
                  <a:lnTo>
                    <a:pt x="959939" y="2266163"/>
                  </a:lnTo>
                  <a:lnTo>
                    <a:pt x="888892" y="2252470"/>
                  </a:lnTo>
                  <a:lnTo>
                    <a:pt x="818856" y="2234298"/>
                  </a:lnTo>
                  <a:lnTo>
                    <a:pt x="750113" y="2211721"/>
                  </a:lnTo>
                  <a:lnTo>
                    <a:pt x="682941" y="2184829"/>
                  </a:lnTo>
                  <a:lnTo>
                    <a:pt x="617610" y="2153731"/>
                  </a:lnTo>
                  <a:lnTo>
                    <a:pt x="554382" y="2118553"/>
                  </a:lnTo>
                  <a:lnTo>
                    <a:pt x="493513" y="2079434"/>
                  </a:lnTo>
                  <a:lnTo>
                    <a:pt x="435248" y="2036535"/>
                  </a:lnTo>
                  <a:lnTo>
                    <a:pt x="379820" y="1990026"/>
                  </a:lnTo>
                  <a:lnTo>
                    <a:pt x="327455" y="1940095"/>
                  </a:lnTo>
                  <a:lnTo>
                    <a:pt x="278361" y="1886943"/>
                  </a:lnTo>
                  <a:lnTo>
                    <a:pt x="232737" y="1830785"/>
                  </a:lnTo>
                  <a:lnTo>
                    <a:pt x="190767" y="1771846"/>
                  </a:lnTo>
                  <a:lnTo>
                    <a:pt x="152620" y="1710364"/>
                  </a:lnTo>
                  <a:lnTo>
                    <a:pt x="118448" y="1646587"/>
                  </a:lnTo>
                  <a:lnTo>
                    <a:pt x="88391" y="1580770"/>
                  </a:lnTo>
                  <a:lnTo>
                    <a:pt x="62568" y="1513180"/>
                  </a:lnTo>
                  <a:lnTo>
                    <a:pt x="41085" y="1444088"/>
                  </a:lnTo>
                  <a:lnTo>
                    <a:pt x="24026" y="1373772"/>
                  </a:lnTo>
                  <a:lnTo>
                    <a:pt x="11462" y="1302516"/>
                  </a:lnTo>
                  <a:lnTo>
                    <a:pt x="3442" y="1230607"/>
                  </a:lnTo>
                  <a:lnTo>
                    <a:pt x="0" y="1158334"/>
                  </a:lnTo>
                  <a:lnTo>
                    <a:pt x="1147" y="1085988"/>
                  </a:lnTo>
                  <a:lnTo>
                    <a:pt x="6882" y="1013860"/>
                  </a:lnTo>
                  <a:lnTo>
                    <a:pt x="17179" y="942242"/>
                  </a:lnTo>
                  <a:lnTo>
                    <a:pt x="31998" y="871420"/>
                  </a:lnTo>
                  <a:lnTo>
                    <a:pt x="51278" y="801681"/>
                  </a:lnTo>
                  <a:lnTo>
                    <a:pt x="74943" y="733306"/>
                  </a:lnTo>
                  <a:lnTo>
                    <a:pt x="102897" y="666569"/>
                  </a:lnTo>
                  <a:lnTo>
                    <a:pt x="135028" y="601739"/>
                  </a:lnTo>
                  <a:lnTo>
                    <a:pt x="171206" y="539077"/>
                  </a:lnTo>
                  <a:lnTo>
                    <a:pt x="211284" y="478837"/>
                  </a:lnTo>
                  <a:lnTo>
                    <a:pt x="255103" y="421259"/>
                  </a:lnTo>
                  <a:lnTo>
                    <a:pt x="302486" y="366577"/>
                  </a:lnTo>
                  <a:lnTo>
                    <a:pt x="353241" y="315010"/>
                  </a:lnTo>
                  <a:lnTo>
                    <a:pt x="407165" y="266766"/>
                  </a:lnTo>
                  <a:lnTo>
                    <a:pt x="464040" y="222039"/>
                  </a:lnTo>
                  <a:lnTo>
                    <a:pt x="523637" y="181009"/>
                  </a:lnTo>
                  <a:lnTo>
                    <a:pt x="585717" y="143842"/>
                  </a:lnTo>
                  <a:lnTo>
                    <a:pt x="650028" y="110687"/>
                  </a:lnTo>
                  <a:lnTo>
                    <a:pt x="716314" y="81677"/>
                  </a:lnTo>
                  <a:lnTo>
                    <a:pt x="784305" y="56931"/>
                  </a:lnTo>
                  <a:lnTo>
                    <a:pt x="853729" y="36546"/>
                  </a:lnTo>
                  <a:lnTo>
                    <a:pt x="924307" y="20605"/>
                  </a:lnTo>
                  <a:lnTo>
                    <a:pt x="995753" y="9173"/>
                  </a:lnTo>
                  <a:lnTo>
                    <a:pt x="1067781" y="2295"/>
                  </a:lnTo>
                  <a:lnTo>
                    <a:pt x="114009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436801" y="1532850"/>
              <a:ext cx="4560399" cy="4559824"/>
            </a:xfrm>
            <a:custGeom>
              <a:avLst/>
              <a:pathLst>
                <a:path w="4560399" h="4559824">
                  <a:moveTo>
                    <a:pt x="2280199" y="0"/>
                  </a:moveTo>
                  <a:lnTo>
                    <a:pt x="2424836" y="4591"/>
                  </a:lnTo>
                  <a:lnTo>
                    <a:pt x="2568891" y="18346"/>
                  </a:lnTo>
                  <a:lnTo>
                    <a:pt x="2711784" y="41211"/>
                  </a:lnTo>
                  <a:lnTo>
                    <a:pt x="2852939" y="73092"/>
                  </a:lnTo>
                  <a:lnTo>
                    <a:pt x="2991787" y="113862"/>
                  </a:lnTo>
                  <a:lnTo>
                    <a:pt x="3127770" y="163355"/>
                  </a:lnTo>
                  <a:lnTo>
                    <a:pt x="3260341" y="221374"/>
                  </a:lnTo>
                  <a:lnTo>
                    <a:pt x="3388964" y="287684"/>
                  </a:lnTo>
                  <a:lnTo>
                    <a:pt x="3513123" y="362019"/>
                  </a:lnTo>
                  <a:lnTo>
                    <a:pt x="3632318" y="444078"/>
                  </a:lnTo>
                  <a:lnTo>
                    <a:pt x="3746068" y="533532"/>
                  </a:lnTo>
                  <a:lnTo>
                    <a:pt x="3853915" y="630020"/>
                  </a:lnTo>
                  <a:lnTo>
                    <a:pt x="3955426" y="733154"/>
                  </a:lnTo>
                  <a:lnTo>
                    <a:pt x="4050191" y="842519"/>
                  </a:lnTo>
                  <a:lnTo>
                    <a:pt x="4137829" y="957674"/>
                  </a:lnTo>
                  <a:lnTo>
                    <a:pt x="4217986" y="1078155"/>
                  </a:lnTo>
                  <a:lnTo>
                    <a:pt x="4290342" y="1203478"/>
                  </a:lnTo>
                  <a:lnTo>
                    <a:pt x="4354603" y="1333138"/>
                  </a:lnTo>
                  <a:lnTo>
                    <a:pt x="4410511" y="1466612"/>
                  </a:lnTo>
                  <a:lnTo>
                    <a:pt x="4457841" y="1603363"/>
                  </a:lnTo>
                  <a:lnTo>
                    <a:pt x="4496402" y="1742841"/>
                  </a:lnTo>
                  <a:lnTo>
                    <a:pt x="4526040" y="1884484"/>
                  </a:lnTo>
                  <a:lnTo>
                    <a:pt x="4546634" y="2027721"/>
                  </a:lnTo>
                  <a:lnTo>
                    <a:pt x="4558103" y="2171976"/>
                  </a:lnTo>
                  <a:lnTo>
                    <a:pt x="4560399" y="2316668"/>
                  </a:lnTo>
                  <a:lnTo>
                    <a:pt x="4553513" y="2461215"/>
                  </a:lnTo>
                  <a:lnTo>
                    <a:pt x="4537473" y="2605033"/>
                  </a:lnTo>
                  <a:lnTo>
                    <a:pt x="4512345" y="2747545"/>
                  </a:lnTo>
                  <a:lnTo>
                    <a:pt x="4478228" y="2888176"/>
                  </a:lnTo>
                  <a:lnTo>
                    <a:pt x="4435261" y="3026360"/>
                  </a:lnTo>
                  <a:lnTo>
                    <a:pt x="4383616" y="3161541"/>
                  </a:lnTo>
                  <a:lnTo>
                    <a:pt x="4323501" y="3293174"/>
                  </a:lnTo>
                  <a:lnTo>
                    <a:pt x="4255158" y="3420729"/>
                  </a:lnTo>
                  <a:lnTo>
                    <a:pt x="4178863" y="3543693"/>
                  </a:lnTo>
                  <a:lnTo>
                    <a:pt x="4094923" y="3661571"/>
                  </a:lnTo>
                  <a:lnTo>
                    <a:pt x="4003676" y="3773887"/>
                  </a:lnTo>
                  <a:lnTo>
                    <a:pt x="3905488" y="3880190"/>
                  </a:lnTo>
                  <a:lnTo>
                    <a:pt x="3800757" y="3980052"/>
                  </a:lnTo>
                  <a:lnTo>
                    <a:pt x="3689902" y="4073070"/>
                  </a:lnTo>
                  <a:lnTo>
                    <a:pt x="3573371" y="4158869"/>
                  </a:lnTo>
                  <a:lnTo>
                    <a:pt x="3451633" y="4237106"/>
                  </a:lnTo>
                  <a:lnTo>
                    <a:pt x="3325178" y="4307463"/>
                  </a:lnTo>
                  <a:lnTo>
                    <a:pt x="3194516" y="4369659"/>
                  </a:lnTo>
                  <a:lnTo>
                    <a:pt x="3060171" y="4423442"/>
                  </a:lnTo>
                  <a:lnTo>
                    <a:pt x="2922686" y="4468597"/>
                  </a:lnTo>
                  <a:lnTo>
                    <a:pt x="2782614" y="4504941"/>
                  </a:lnTo>
                  <a:lnTo>
                    <a:pt x="2640519" y="4532327"/>
                  </a:lnTo>
                  <a:lnTo>
                    <a:pt x="2496973" y="4550646"/>
                  </a:lnTo>
                  <a:lnTo>
                    <a:pt x="2352554" y="4559824"/>
                  </a:lnTo>
                  <a:lnTo>
                    <a:pt x="2207844" y="4559824"/>
                  </a:lnTo>
                  <a:lnTo>
                    <a:pt x="2063425" y="4550646"/>
                  </a:lnTo>
                  <a:lnTo>
                    <a:pt x="1919879" y="4532327"/>
                  </a:lnTo>
                  <a:lnTo>
                    <a:pt x="1777784" y="4504941"/>
                  </a:lnTo>
                  <a:lnTo>
                    <a:pt x="1637712" y="4468597"/>
                  </a:lnTo>
                  <a:lnTo>
                    <a:pt x="1500227" y="4423442"/>
                  </a:lnTo>
                  <a:lnTo>
                    <a:pt x="1365882" y="4369659"/>
                  </a:lnTo>
                  <a:lnTo>
                    <a:pt x="1235220" y="4307463"/>
                  </a:lnTo>
                  <a:lnTo>
                    <a:pt x="1108765" y="4237106"/>
                  </a:lnTo>
                  <a:lnTo>
                    <a:pt x="987027" y="4158869"/>
                  </a:lnTo>
                  <a:lnTo>
                    <a:pt x="870496" y="4073070"/>
                  </a:lnTo>
                  <a:lnTo>
                    <a:pt x="759641" y="3980052"/>
                  </a:lnTo>
                  <a:lnTo>
                    <a:pt x="654910" y="3880190"/>
                  </a:lnTo>
                  <a:lnTo>
                    <a:pt x="556722" y="3773887"/>
                  </a:lnTo>
                  <a:lnTo>
                    <a:pt x="465475" y="3661571"/>
                  </a:lnTo>
                  <a:lnTo>
                    <a:pt x="381535" y="3543693"/>
                  </a:lnTo>
                  <a:lnTo>
                    <a:pt x="305240" y="3420729"/>
                  </a:lnTo>
                  <a:lnTo>
                    <a:pt x="236897" y="3293174"/>
                  </a:lnTo>
                  <a:lnTo>
                    <a:pt x="176782" y="3161541"/>
                  </a:lnTo>
                  <a:lnTo>
                    <a:pt x="125137" y="3026360"/>
                  </a:lnTo>
                  <a:lnTo>
                    <a:pt x="82170" y="2888176"/>
                  </a:lnTo>
                  <a:lnTo>
                    <a:pt x="48053" y="2747545"/>
                  </a:lnTo>
                  <a:lnTo>
                    <a:pt x="22925" y="2605033"/>
                  </a:lnTo>
                  <a:lnTo>
                    <a:pt x="6885" y="2461215"/>
                  </a:lnTo>
                  <a:lnTo>
                    <a:pt x="0" y="2316668"/>
                  </a:lnTo>
                  <a:lnTo>
                    <a:pt x="2295" y="2171976"/>
                  </a:lnTo>
                  <a:lnTo>
                    <a:pt x="13764" y="2027721"/>
                  </a:lnTo>
                  <a:lnTo>
                    <a:pt x="34358" y="1884484"/>
                  </a:lnTo>
                  <a:lnTo>
                    <a:pt x="63996" y="1742841"/>
                  </a:lnTo>
                  <a:lnTo>
                    <a:pt x="102557" y="1603363"/>
                  </a:lnTo>
                  <a:lnTo>
                    <a:pt x="149887" y="1466612"/>
                  </a:lnTo>
                  <a:lnTo>
                    <a:pt x="205795" y="1333138"/>
                  </a:lnTo>
                  <a:lnTo>
                    <a:pt x="270056" y="1203478"/>
                  </a:lnTo>
                  <a:lnTo>
                    <a:pt x="342412" y="1078155"/>
                  </a:lnTo>
                  <a:lnTo>
                    <a:pt x="422569" y="957674"/>
                  </a:lnTo>
                  <a:lnTo>
                    <a:pt x="510207" y="842519"/>
                  </a:lnTo>
                  <a:lnTo>
                    <a:pt x="604972" y="733154"/>
                  </a:lnTo>
                  <a:lnTo>
                    <a:pt x="706483" y="630020"/>
                  </a:lnTo>
                  <a:lnTo>
                    <a:pt x="814331" y="533532"/>
                  </a:lnTo>
                  <a:lnTo>
                    <a:pt x="928080" y="444078"/>
                  </a:lnTo>
                  <a:lnTo>
                    <a:pt x="1047275" y="362019"/>
                  </a:lnTo>
                  <a:lnTo>
                    <a:pt x="1171434" y="287684"/>
                  </a:lnTo>
                  <a:lnTo>
                    <a:pt x="1300057" y="221374"/>
                  </a:lnTo>
                  <a:lnTo>
                    <a:pt x="1432628" y="163355"/>
                  </a:lnTo>
                  <a:lnTo>
                    <a:pt x="1568611" y="113862"/>
                  </a:lnTo>
                  <a:lnTo>
                    <a:pt x="1707459" y="73092"/>
                  </a:lnTo>
                  <a:lnTo>
                    <a:pt x="1848614" y="41211"/>
                  </a:lnTo>
                  <a:lnTo>
                    <a:pt x="1991507" y="18346"/>
                  </a:lnTo>
                  <a:lnTo>
                    <a:pt x="2135562" y="4591"/>
                  </a:lnTo>
                  <a:lnTo>
                    <a:pt x="228019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151776" y="1247789"/>
              <a:ext cx="5130448" cy="5129803"/>
            </a:xfrm>
            <a:custGeom>
              <a:avLst/>
              <a:pathLst>
                <a:path w="5130448" h="5129803">
                  <a:moveTo>
                    <a:pt x="2565224" y="0"/>
                  </a:moveTo>
                  <a:lnTo>
                    <a:pt x="2727941" y="5165"/>
                  </a:lnTo>
                  <a:lnTo>
                    <a:pt x="2890003" y="20640"/>
                  </a:lnTo>
                  <a:lnTo>
                    <a:pt x="3050757" y="46362"/>
                  </a:lnTo>
                  <a:lnTo>
                    <a:pt x="3209556" y="82229"/>
                  </a:lnTo>
                  <a:lnTo>
                    <a:pt x="3365761" y="128094"/>
                  </a:lnTo>
                  <a:lnTo>
                    <a:pt x="3518742" y="183775"/>
                  </a:lnTo>
                  <a:lnTo>
                    <a:pt x="3667883" y="249046"/>
                  </a:lnTo>
                  <a:lnTo>
                    <a:pt x="3812585" y="323645"/>
                  </a:lnTo>
                  <a:lnTo>
                    <a:pt x="3952264" y="407271"/>
                  </a:lnTo>
                  <a:lnTo>
                    <a:pt x="4086357" y="499588"/>
                  </a:lnTo>
                  <a:lnTo>
                    <a:pt x="4214326" y="600224"/>
                  </a:lnTo>
                  <a:lnTo>
                    <a:pt x="4335654" y="708773"/>
                  </a:lnTo>
                  <a:lnTo>
                    <a:pt x="4449854" y="824799"/>
                  </a:lnTo>
                  <a:lnTo>
                    <a:pt x="4556464" y="947834"/>
                  </a:lnTo>
                  <a:lnTo>
                    <a:pt x="4655057" y="1077383"/>
                  </a:lnTo>
                  <a:lnTo>
                    <a:pt x="4745235" y="1212925"/>
                  </a:lnTo>
                  <a:lnTo>
                    <a:pt x="4826634" y="1353913"/>
                  </a:lnTo>
                  <a:lnTo>
                    <a:pt x="4898928" y="1499780"/>
                  </a:lnTo>
                  <a:lnTo>
                    <a:pt x="4961825" y="1649938"/>
                  </a:lnTo>
                  <a:lnTo>
                    <a:pt x="5015071" y="1803784"/>
                  </a:lnTo>
                  <a:lnTo>
                    <a:pt x="5058453" y="1960696"/>
                  </a:lnTo>
                  <a:lnTo>
                    <a:pt x="5091795" y="2120044"/>
                  </a:lnTo>
                  <a:lnTo>
                    <a:pt x="5114964" y="2281186"/>
                  </a:lnTo>
                  <a:lnTo>
                    <a:pt x="5127865" y="2443473"/>
                  </a:lnTo>
                  <a:lnTo>
                    <a:pt x="5130448" y="2606252"/>
                  </a:lnTo>
                  <a:lnTo>
                    <a:pt x="5122702" y="2768866"/>
                  </a:lnTo>
                  <a:lnTo>
                    <a:pt x="5104658" y="2930662"/>
                  </a:lnTo>
                  <a:lnTo>
                    <a:pt x="5076388" y="3090988"/>
                  </a:lnTo>
                  <a:lnTo>
                    <a:pt x="5038007" y="3249198"/>
                  </a:lnTo>
                  <a:lnTo>
                    <a:pt x="4989668" y="3404655"/>
                  </a:lnTo>
                  <a:lnTo>
                    <a:pt x="4931568" y="3556734"/>
                  </a:lnTo>
                  <a:lnTo>
                    <a:pt x="4863938" y="3704821"/>
                  </a:lnTo>
                  <a:lnTo>
                    <a:pt x="4787053" y="3848321"/>
                  </a:lnTo>
                  <a:lnTo>
                    <a:pt x="4701221" y="3986655"/>
                  </a:lnTo>
                  <a:lnTo>
                    <a:pt x="4606789" y="4119267"/>
                  </a:lnTo>
                  <a:lnTo>
                    <a:pt x="4504135" y="4245623"/>
                  </a:lnTo>
                  <a:lnTo>
                    <a:pt x="4393675" y="4365214"/>
                  </a:lnTo>
                  <a:lnTo>
                    <a:pt x="4275851" y="4477558"/>
                  </a:lnTo>
                  <a:lnTo>
                    <a:pt x="4151140" y="4582203"/>
                  </a:lnTo>
                  <a:lnTo>
                    <a:pt x="4020043" y="4678728"/>
                  </a:lnTo>
                  <a:lnTo>
                    <a:pt x="3883088" y="4766744"/>
                  </a:lnTo>
                  <a:lnTo>
                    <a:pt x="3740826" y="4845896"/>
                  </a:lnTo>
                  <a:lnTo>
                    <a:pt x="3593830" y="4915867"/>
                  </a:lnTo>
                  <a:lnTo>
                    <a:pt x="3442693" y="4976373"/>
                  </a:lnTo>
                  <a:lnTo>
                    <a:pt x="3288022" y="5027172"/>
                  </a:lnTo>
                  <a:lnTo>
                    <a:pt x="3130441" y="5068058"/>
                  </a:lnTo>
                  <a:lnTo>
                    <a:pt x="2970584" y="5098868"/>
                  </a:lnTo>
                  <a:lnTo>
                    <a:pt x="2809095" y="5119477"/>
                  </a:lnTo>
                  <a:lnTo>
                    <a:pt x="2646623" y="5129803"/>
                  </a:lnTo>
                  <a:lnTo>
                    <a:pt x="2483824" y="5129803"/>
                  </a:lnTo>
                  <a:lnTo>
                    <a:pt x="2321353" y="5119477"/>
                  </a:lnTo>
                  <a:lnTo>
                    <a:pt x="2159864" y="5098868"/>
                  </a:lnTo>
                  <a:lnTo>
                    <a:pt x="2000007" y="5068058"/>
                  </a:lnTo>
                  <a:lnTo>
                    <a:pt x="1842426" y="5027172"/>
                  </a:lnTo>
                  <a:lnTo>
                    <a:pt x="1687755" y="4976373"/>
                  </a:lnTo>
                  <a:lnTo>
                    <a:pt x="1536618" y="4915867"/>
                  </a:lnTo>
                  <a:lnTo>
                    <a:pt x="1389622" y="4845896"/>
                  </a:lnTo>
                  <a:lnTo>
                    <a:pt x="1247360" y="4766744"/>
                  </a:lnTo>
                  <a:lnTo>
                    <a:pt x="1110405" y="4678728"/>
                  </a:lnTo>
                  <a:lnTo>
                    <a:pt x="979308" y="4582203"/>
                  </a:lnTo>
                  <a:lnTo>
                    <a:pt x="854596" y="4477558"/>
                  </a:lnTo>
                  <a:lnTo>
                    <a:pt x="736773" y="4365214"/>
                  </a:lnTo>
                  <a:lnTo>
                    <a:pt x="626313" y="4245623"/>
                  </a:lnTo>
                  <a:lnTo>
                    <a:pt x="523659" y="4119267"/>
                  </a:lnTo>
                  <a:lnTo>
                    <a:pt x="429227" y="3986655"/>
                  </a:lnTo>
                  <a:lnTo>
                    <a:pt x="343395" y="3848321"/>
                  </a:lnTo>
                  <a:lnTo>
                    <a:pt x="266509" y="3704821"/>
                  </a:lnTo>
                  <a:lnTo>
                    <a:pt x="198880" y="3556734"/>
                  </a:lnTo>
                  <a:lnTo>
                    <a:pt x="140780" y="3404655"/>
                  </a:lnTo>
                  <a:lnTo>
                    <a:pt x="92441" y="3249198"/>
                  </a:lnTo>
                  <a:lnTo>
                    <a:pt x="54060" y="3090988"/>
                  </a:lnTo>
                  <a:lnTo>
                    <a:pt x="25790" y="2930662"/>
                  </a:lnTo>
                  <a:lnTo>
                    <a:pt x="7746" y="2768866"/>
                  </a:lnTo>
                  <a:lnTo>
                    <a:pt x="0" y="2606252"/>
                  </a:lnTo>
                  <a:lnTo>
                    <a:pt x="2582" y="2443473"/>
                  </a:lnTo>
                  <a:lnTo>
                    <a:pt x="15484" y="2281186"/>
                  </a:lnTo>
                  <a:lnTo>
                    <a:pt x="38653" y="2120044"/>
                  </a:lnTo>
                  <a:lnTo>
                    <a:pt x="71995" y="1960696"/>
                  </a:lnTo>
                  <a:lnTo>
                    <a:pt x="115377" y="1803784"/>
                  </a:lnTo>
                  <a:lnTo>
                    <a:pt x="168623" y="1649938"/>
                  </a:lnTo>
                  <a:lnTo>
                    <a:pt x="231520" y="1499780"/>
                  </a:lnTo>
                  <a:lnTo>
                    <a:pt x="303814" y="1353913"/>
                  </a:lnTo>
                  <a:lnTo>
                    <a:pt x="385213" y="1212925"/>
                  </a:lnTo>
                  <a:lnTo>
                    <a:pt x="475391" y="1077383"/>
                  </a:lnTo>
                  <a:lnTo>
                    <a:pt x="573983" y="947834"/>
                  </a:lnTo>
                  <a:lnTo>
                    <a:pt x="680594" y="824799"/>
                  </a:lnTo>
                  <a:lnTo>
                    <a:pt x="794794" y="708773"/>
                  </a:lnTo>
                  <a:lnTo>
                    <a:pt x="916122" y="600224"/>
                  </a:lnTo>
                  <a:lnTo>
                    <a:pt x="1044091" y="499588"/>
                  </a:lnTo>
                  <a:lnTo>
                    <a:pt x="1178184" y="407271"/>
                  </a:lnTo>
                  <a:lnTo>
                    <a:pt x="1317863" y="323645"/>
                  </a:lnTo>
                  <a:lnTo>
                    <a:pt x="1462565" y="249046"/>
                  </a:lnTo>
                  <a:lnTo>
                    <a:pt x="1611706" y="183775"/>
                  </a:lnTo>
                  <a:lnTo>
                    <a:pt x="1764687" y="128094"/>
                  </a:lnTo>
                  <a:lnTo>
                    <a:pt x="1920892" y="82229"/>
                  </a:lnTo>
                  <a:lnTo>
                    <a:pt x="2079691" y="46362"/>
                  </a:lnTo>
                  <a:lnTo>
                    <a:pt x="2240445" y="20640"/>
                  </a:lnTo>
                  <a:lnTo>
                    <a:pt x="2402507" y="5165"/>
                  </a:lnTo>
                  <a:lnTo>
                    <a:pt x="256522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3745406" y="2101705"/>
              <a:ext cx="3252080" cy="3187816"/>
            </a:xfrm>
            <a:custGeom>
              <a:avLst/>
              <a:pathLst>
                <a:path w="3252080" h="3187816">
                  <a:moveTo>
                    <a:pt x="3252080" y="1711631"/>
                  </a:moveTo>
                  <a:lnTo>
                    <a:pt x="3227535" y="1622995"/>
                  </a:lnTo>
                  <a:lnTo>
                    <a:pt x="3199581" y="1536284"/>
                  </a:lnTo>
                  <a:lnTo>
                    <a:pt x="3168333" y="1451630"/>
                  </a:lnTo>
                  <a:lnTo>
                    <a:pt x="3133907" y="1369154"/>
                  </a:lnTo>
                  <a:lnTo>
                    <a:pt x="3096428" y="1288975"/>
                  </a:lnTo>
                  <a:lnTo>
                    <a:pt x="3056022" y="1211204"/>
                  </a:lnTo>
                  <a:lnTo>
                    <a:pt x="3012819" y="1135946"/>
                  </a:lnTo>
                  <a:lnTo>
                    <a:pt x="2966956" y="1063299"/>
                  </a:lnTo>
                  <a:lnTo>
                    <a:pt x="2918569" y="993354"/>
                  </a:lnTo>
                  <a:lnTo>
                    <a:pt x="2867799" y="926197"/>
                  </a:lnTo>
                  <a:lnTo>
                    <a:pt x="2814791" y="861905"/>
                  </a:lnTo>
                  <a:lnTo>
                    <a:pt x="2759691" y="800550"/>
                  </a:lnTo>
                  <a:lnTo>
                    <a:pt x="2702646" y="742195"/>
                  </a:lnTo>
                  <a:lnTo>
                    <a:pt x="2643807" y="686897"/>
                  </a:lnTo>
                  <a:lnTo>
                    <a:pt x="2583326" y="634706"/>
                  </a:lnTo>
                  <a:lnTo>
                    <a:pt x="2521354" y="585664"/>
                  </a:lnTo>
                  <a:lnTo>
                    <a:pt x="2458045" y="539807"/>
                  </a:lnTo>
                  <a:lnTo>
                    <a:pt x="2393552" y="497164"/>
                  </a:lnTo>
                  <a:lnTo>
                    <a:pt x="2328030" y="457754"/>
                  </a:lnTo>
                  <a:lnTo>
                    <a:pt x="2261632" y="421593"/>
                  </a:lnTo>
                  <a:lnTo>
                    <a:pt x="2194511" y="388687"/>
                  </a:lnTo>
                  <a:lnTo>
                    <a:pt x="2126819" y="359036"/>
                  </a:lnTo>
                  <a:lnTo>
                    <a:pt x="2058707" y="332634"/>
                  </a:lnTo>
                  <a:lnTo>
                    <a:pt x="1990325" y="309467"/>
                  </a:lnTo>
                  <a:lnTo>
                    <a:pt x="1921822" y="289514"/>
                  </a:lnTo>
                  <a:lnTo>
                    <a:pt x="1853341" y="272749"/>
                  </a:lnTo>
                  <a:lnTo>
                    <a:pt x="1785028" y="259139"/>
                  </a:lnTo>
                  <a:lnTo>
                    <a:pt x="1717024" y="248642"/>
                  </a:lnTo>
                  <a:lnTo>
                    <a:pt x="1649465" y="241215"/>
                  </a:lnTo>
                  <a:lnTo>
                    <a:pt x="1582487" y="236804"/>
                  </a:lnTo>
                  <a:lnTo>
                    <a:pt x="1516221" y="235353"/>
                  </a:lnTo>
                  <a:lnTo>
                    <a:pt x="1450796" y="236798"/>
                  </a:lnTo>
                  <a:lnTo>
                    <a:pt x="1386335" y="241071"/>
                  </a:lnTo>
                  <a:lnTo>
                    <a:pt x="1322957" y="248096"/>
                  </a:lnTo>
                  <a:lnTo>
                    <a:pt x="1260779" y="257797"/>
                  </a:lnTo>
                  <a:lnTo>
                    <a:pt x="1199912" y="270088"/>
                  </a:lnTo>
                  <a:lnTo>
                    <a:pt x="1140460" y="284883"/>
                  </a:lnTo>
                  <a:lnTo>
                    <a:pt x="1082527" y="302088"/>
                  </a:lnTo>
                  <a:lnTo>
                    <a:pt x="1026208" y="321607"/>
                  </a:lnTo>
                  <a:lnTo>
                    <a:pt x="971594" y="343339"/>
                  </a:lnTo>
                  <a:lnTo>
                    <a:pt x="1024380" y="300888"/>
                  </a:lnTo>
                  <a:lnTo>
                    <a:pt x="1080339" y="260532"/>
                  </a:lnTo>
                  <a:lnTo>
                    <a:pt x="1139384" y="222448"/>
                  </a:lnTo>
                  <a:lnTo>
                    <a:pt x="1201423" y="186811"/>
                  </a:lnTo>
                  <a:lnTo>
                    <a:pt x="1266353" y="153790"/>
                  </a:lnTo>
                  <a:lnTo>
                    <a:pt x="1334062" y="123552"/>
                  </a:lnTo>
                  <a:lnTo>
                    <a:pt x="1404432" y="96258"/>
                  </a:lnTo>
                  <a:lnTo>
                    <a:pt x="1477333" y="72064"/>
                  </a:lnTo>
                  <a:lnTo>
                    <a:pt x="1552631" y="51121"/>
                  </a:lnTo>
                  <a:lnTo>
                    <a:pt x="1630183" y="33572"/>
                  </a:lnTo>
                  <a:lnTo>
                    <a:pt x="1709838" y="19558"/>
                  </a:lnTo>
                  <a:lnTo>
                    <a:pt x="1791437" y="9209"/>
                  </a:lnTo>
                  <a:lnTo>
                    <a:pt x="1874816" y="2650"/>
                  </a:lnTo>
                  <a:lnTo>
                    <a:pt x="1959805" y="0"/>
                  </a:lnTo>
                  <a:lnTo>
                    <a:pt x="2046224" y="1367"/>
                  </a:lnTo>
                  <a:lnTo>
                    <a:pt x="2133891" y="6855"/>
                  </a:lnTo>
                  <a:lnTo>
                    <a:pt x="2222616" y="16556"/>
                  </a:lnTo>
                  <a:lnTo>
                    <a:pt x="2312205" y="30558"/>
                  </a:lnTo>
                  <a:lnTo>
                    <a:pt x="2402458" y="48936"/>
                  </a:lnTo>
                  <a:lnTo>
                    <a:pt x="2493173" y="71758"/>
                  </a:lnTo>
                  <a:lnTo>
                    <a:pt x="2584141" y="99083"/>
                  </a:lnTo>
                  <a:lnTo>
                    <a:pt x="2656678" y="218776"/>
                  </a:lnTo>
                  <a:lnTo>
                    <a:pt x="2720725" y="341274"/>
                  </a:lnTo>
                  <a:lnTo>
                    <a:pt x="2776213" y="465992"/>
                  </a:lnTo>
                  <a:lnTo>
                    <a:pt x="2823109" y="592351"/>
                  </a:lnTo>
                  <a:lnTo>
                    <a:pt x="2861424" y="719772"/>
                  </a:lnTo>
                  <a:lnTo>
                    <a:pt x="2891202" y="847685"/>
                  </a:lnTo>
                  <a:lnTo>
                    <a:pt x="2912526" y="975532"/>
                  </a:lnTo>
                  <a:lnTo>
                    <a:pt x="2925516" y="1102764"/>
                  </a:lnTo>
                  <a:lnTo>
                    <a:pt x="2930327" y="1228847"/>
                  </a:lnTo>
                  <a:lnTo>
                    <a:pt x="2927145" y="1353263"/>
                  </a:lnTo>
                  <a:lnTo>
                    <a:pt x="2916191" y="1475514"/>
                  </a:lnTo>
                  <a:lnTo>
                    <a:pt x="2897716" y="1595122"/>
                  </a:lnTo>
                  <a:lnTo>
                    <a:pt x="2871999" y="1711631"/>
                  </a:lnTo>
                  <a:lnTo>
                    <a:pt x="2839348" y="1824609"/>
                  </a:lnTo>
                  <a:lnTo>
                    <a:pt x="2800095" y="1933651"/>
                  </a:lnTo>
                  <a:lnTo>
                    <a:pt x="2754596" y="2038378"/>
                  </a:lnTo>
                  <a:lnTo>
                    <a:pt x="2703227" y="2138440"/>
                  </a:lnTo>
                  <a:lnTo>
                    <a:pt x="2646385" y="2233517"/>
                  </a:lnTo>
                  <a:lnTo>
                    <a:pt x="2584481" y="2323318"/>
                  </a:lnTo>
                  <a:lnTo>
                    <a:pt x="2517945" y="2407587"/>
                  </a:lnTo>
                  <a:lnTo>
                    <a:pt x="2447215" y="2486096"/>
                  </a:lnTo>
                  <a:lnTo>
                    <a:pt x="2372741" y="2558654"/>
                  </a:lnTo>
                  <a:lnTo>
                    <a:pt x="2294981" y="2625099"/>
                  </a:lnTo>
                  <a:lnTo>
                    <a:pt x="2214398" y="2685306"/>
                  </a:lnTo>
                  <a:lnTo>
                    <a:pt x="2131457" y="2739180"/>
                  </a:lnTo>
                  <a:lnTo>
                    <a:pt x="2046625" y="2786663"/>
                  </a:lnTo>
                  <a:lnTo>
                    <a:pt x="1960368" y="2827726"/>
                  </a:lnTo>
                  <a:lnTo>
                    <a:pt x="1873144" y="2862375"/>
                  </a:lnTo>
                  <a:lnTo>
                    <a:pt x="1785411" y="2890649"/>
                  </a:lnTo>
                  <a:lnTo>
                    <a:pt x="1697613" y="2912614"/>
                  </a:lnTo>
                  <a:lnTo>
                    <a:pt x="1610188" y="2928371"/>
                  </a:lnTo>
                  <a:lnTo>
                    <a:pt x="1523559" y="2938047"/>
                  </a:lnTo>
                  <a:lnTo>
                    <a:pt x="1438135" y="2941799"/>
                  </a:lnTo>
                  <a:lnTo>
                    <a:pt x="1354310" y="2939811"/>
                  </a:lnTo>
                  <a:lnTo>
                    <a:pt x="1272459" y="2932290"/>
                  </a:lnTo>
                  <a:lnTo>
                    <a:pt x="1192939" y="2919471"/>
                  </a:lnTo>
                  <a:lnTo>
                    <a:pt x="1116083" y="2901608"/>
                  </a:lnTo>
                  <a:lnTo>
                    <a:pt x="1042205" y="2878978"/>
                  </a:lnTo>
                  <a:lnTo>
                    <a:pt x="971594" y="2851874"/>
                  </a:lnTo>
                  <a:lnTo>
                    <a:pt x="904513" y="2820610"/>
                  </a:lnTo>
                  <a:lnTo>
                    <a:pt x="841201" y="2785513"/>
                  </a:lnTo>
                  <a:lnTo>
                    <a:pt x="781869" y="2746923"/>
                  </a:lnTo>
                  <a:lnTo>
                    <a:pt x="726703" y="2705191"/>
                  </a:lnTo>
                  <a:lnTo>
                    <a:pt x="675858" y="2660679"/>
                  </a:lnTo>
                  <a:lnTo>
                    <a:pt x="629463" y="2613754"/>
                  </a:lnTo>
                  <a:lnTo>
                    <a:pt x="587618" y="2564790"/>
                  </a:lnTo>
                  <a:lnTo>
                    <a:pt x="550393" y="2514161"/>
                  </a:lnTo>
                  <a:lnTo>
                    <a:pt x="517831" y="2462245"/>
                  </a:lnTo>
                  <a:lnTo>
                    <a:pt x="489947" y="2409417"/>
                  </a:lnTo>
                  <a:lnTo>
                    <a:pt x="466725" y="2356048"/>
                  </a:lnTo>
                  <a:lnTo>
                    <a:pt x="448125" y="2302505"/>
                  </a:lnTo>
                  <a:lnTo>
                    <a:pt x="434078" y="2249147"/>
                  </a:lnTo>
                  <a:lnTo>
                    <a:pt x="424488" y="2196324"/>
                  </a:lnTo>
                  <a:lnTo>
                    <a:pt x="419236" y="2144375"/>
                  </a:lnTo>
                  <a:lnTo>
                    <a:pt x="418177" y="2093627"/>
                  </a:lnTo>
                  <a:lnTo>
                    <a:pt x="421143" y="2044390"/>
                  </a:lnTo>
                  <a:lnTo>
                    <a:pt x="427944" y="1996960"/>
                  </a:lnTo>
                  <a:lnTo>
                    <a:pt x="438369" y="1951616"/>
                  </a:lnTo>
                  <a:lnTo>
                    <a:pt x="452189" y="1908615"/>
                  </a:lnTo>
                  <a:lnTo>
                    <a:pt x="469156" y="1868197"/>
                  </a:lnTo>
                  <a:lnTo>
                    <a:pt x="489007" y="1830578"/>
                  </a:lnTo>
                  <a:lnTo>
                    <a:pt x="511464" y="1795953"/>
                  </a:lnTo>
                  <a:lnTo>
                    <a:pt x="536236" y="1764493"/>
                  </a:lnTo>
                  <a:lnTo>
                    <a:pt x="563022" y="1736345"/>
                  </a:lnTo>
                  <a:lnTo>
                    <a:pt x="591513" y="1711631"/>
                  </a:lnTo>
                  <a:lnTo>
                    <a:pt x="621390" y="1690447"/>
                  </a:lnTo>
                  <a:lnTo>
                    <a:pt x="652332" y="1672865"/>
                  </a:lnTo>
                  <a:lnTo>
                    <a:pt x="684013" y="1658930"/>
                  </a:lnTo>
                  <a:lnTo>
                    <a:pt x="716107" y="1648659"/>
                  </a:lnTo>
                  <a:lnTo>
                    <a:pt x="748288" y="1642046"/>
                  </a:lnTo>
                  <a:lnTo>
                    <a:pt x="780234" y="1639058"/>
                  </a:lnTo>
                  <a:lnTo>
                    <a:pt x="811626" y="1639635"/>
                  </a:lnTo>
                  <a:lnTo>
                    <a:pt x="842153" y="1643695"/>
                  </a:lnTo>
                  <a:lnTo>
                    <a:pt x="871512" y="1651129"/>
                  </a:lnTo>
                  <a:lnTo>
                    <a:pt x="899409" y="1661805"/>
                  </a:lnTo>
                  <a:lnTo>
                    <a:pt x="925564" y="1675569"/>
                  </a:lnTo>
                  <a:lnTo>
                    <a:pt x="949710" y="1692243"/>
                  </a:lnTo>
                  <a:lnTo>
                    <a:pt x="971594" y="1711631"/>
                  </a:lnTo>
                  <a:lnTo>
                    <a:pt x="976011" y="1762116"/>
                  </a:lnTo>
                  <a:lnTo>
                    <a:pt x="989194" y="1811446"/>
                  </a:lnTo>
                  <a:lnTo>
                    <a:pt x="1010943" y="1858483"/>
                  </a:lnTo>
                  <a:lnTo>
                    <a:pt x="1040925" y="1902116"/>
                  </a:lnTo>
                  <a:lnTo>
                    <a:pt x="1078680" y="1941278"/>
                  </a:lnTo>
                  <a:lnTo>
                    <a:pt x="1123626" y="1974959"/>
                  </a:lnTo>
                  <a:lnTo>
                    <a:pt x="1175066" y="2002219"/>
                  </a:lnTo>
                  <a:lnTo>
                    <a:pt x="1232193" y="2022200"/>
                  </a:lnTo>
                  <a:lnTo>
                    <a:pt x="1294103" y="2034140"/>
                  </a:lnTo>
                  <a:lnTo>
                    <a:pt x="1297346" y="2081124"/>
                  </a:lnTo>
                  <a:lnTo>
                    <a:pt x="1295866" y="2129680"/>
                  </a:lnTo>
                  <a:lnTo>
                    <a:pt x="1289486" y="2179395"/>
                  </a:lnTo>
                  <a:lnTo>
                    <a:pt x="1278061" y="2229839"/>
                  </a:lnTo>
                  <a:lnTo>
                    <a:pt x="1261483" y="2280571"/>
                  </a:lnTo>
                  <a:lnTo>
                    <a:pt x="1239678" y="2331137"/>
                  </a:lnTo>
                  <a:lnTo>
                    <a:pt x="1212610" y="2381079"/>
                  </a:lnTo>
                  <a:lnTo>
                    <a:pt x="1180279" y="2429930"/>
                  </a:lnTo>
                  <a:lnTo>
                    <a:pt x="1142724" y="2477225"/>
                  </a:lnTo>
                  <a:lnTo>
                    <a:pt x="1100023" y="2522498"/>
                  </a:lnTo>
                  <a:lnTo>
                    <a:pt x="1052288" y="2565288"/>
                  </a:lnTo>
                  <a:lnTo>
                    <a:pt x="999673" y="2605141"/>
                  </a:lnTo>
                  <a:lnTo>
                    <a:pt x="942368" y="2641610"/>
                  </a:lnTo>
                  <a:lnTo>
                    <a:pt x="880598" y="2674266"/>
                  </a:lnTo>
                  <a:lnTo>
                    <a:pt x="814625" y="2702691"/>
                  </a:lnTo>
                  <a:lnTo>
                    <a:pt x="744746" y="2726489"/>
                  </a:lnTo>
                  <a:lnTo>
                    <a:pt x="671291" y="2745281"/>
                  </a:lnTo>
                  <a:lnTo>
                    <a:pt x="594620" y="2758716"/>
                  </a:lnTo>
                  <a:lnTo>
                    <a:pt x="515126" y="2766466"/>
                  </a:lnTo>
                  <a:lnTo>
                    <a:pt x="433228" y="2768234"/>
                  </a:lnTo>
                  <a:lnTo>
                    <a:pt x="349372" y="2763751"/>
                  </a:lnTo>
                  <a:lnTo>
                    <a:pt x="264027" y="2752784"/>
                  </a:lnTo>
                  <a:lnTo>
                    <a:pt x="177685" y="2735132"/>
                  </a:lnTo>
                  <a:lnTo>
                    <a:pt x="90856" y="2710632"/>
                  </a:lnTo>
                  <a:lnTo>
                    <a:pt x="4065" y="2679159"/>
                  </a:lnTo>
                  <a:lnTo>
                    <a:pt x="0" y="2592233"/>
                  </a:lnTo>
                  <a:lnTo>
                    <a:pt x="2032" y="2507330"/>
                  </a:lnTo>
                  <a:lnTo>
                    <a:pt x="9949" y="2424835"/>
                  </a:lnTo>
                  <a:lnTo>
                    <a:pt x="23516" y="2345116"/>
                  </a:lnTo>
                  <a:lnTo>
                    <a:pt x="42475" y="2268523"/>
                  </a:lnTo>
                  <a:lnTo>
                    <a:pt x="66549" y="2195387"/>
                  </a:lnTo>
                  <a:lnTo>
                    <a:pt x="95441" y="2126020"/>
                  </a:lnTo>
                  <a:lnTo>
                    <a:pt x="128836" y="2060713"/>
                  </a:lnTo>
                  <a:lnTo>
                    <a:pt x="166402" y="1999733"/>
                  </a:lnTo>
                  <a:lnTo>
                    <a:pt x="207792" y="1943327"/>
                  </a:lnTo>
                  <a:lnTo>
                    <a:pt x="252647" y="1891718"/>
                  </a:lnTo>
                  <a:lnTo>
                    <a:pt x="300593" y="1845101"/>
                  </a:lnTo>
                  <a:lnTo>
                    <a:pt x="351248" y="1803651"/>
                  </a:lnTo>
                  <a:lnTo>
                    <a:pt x="404217" y="1767513"/>
                  </a:lnTo>
                  <a:lnTo>
                    <a:pt x="459102" y="1736808"/>
                  </a:lnTo>
                  <a:lnTo>
                    <a:pt x="515496" y="1711631"/>
                  </a:lnTo>
                  <a:lnTo>
                    <a:pt x="487574" y="1735409"/>
                  </a:lnTo>
                  <a:lnTo>
                    <a:pt x="460955" y="1761924"/>
                  </a:lnTo>
                  <a:lnTo>
                    <a:pt x="435840" y="1791102"/>
                  </a:lnTo>
                  <a:lnTo>
                    <a:pt x="412427" y="1822856"/>
                  </a:lnTo>
                  <a:lnTo>
                    <a:pt x="390906" y="1857086"/>
                  </a:lnTo>
                  <a:lnTo>
                    <a:pt x="371464" y="1893678"/>
                  </a:lnTo>
                  <a:lnTo>
                    <a:pt x="354280" y="1932509"/>
                  </a:lnTo>
                  <a:lnTo>
                    <a:pt x="339525" y="1973442"/>
                  </a:lnTo>
                  <a:lnTo>
                    <a:pt x="327364" y="2016329"/>
                  </a:lnTo>
                  <a:lnTo>
                    <a:pt x="317951" y="2061010"/>
                  </a:lnTo>
                  <a:lnTo>
                    <a:pt x="311431" y="2107317"/>
                  </a:lnTo>
                  <a:lnTo>
                    <a:pt x="307939" y="2155071"/>
                  </a:lnTo>
                  <a:lnTo>
                    <a:pt x="307601" y="2204081"/>
                  </a:lnTo>
                  <a:lnTo>
                    <a:pt x="310529" y="2254153"/>
                  </a:lnTo>
                  <a:lnTo>
                    <a:pt x="316824" y="2305080"/>
                  </a:lnTo>
                  <a:lnTo>
                    <a:pt x="326575" y="2356650"/>
                  </a:lnTo>
                  <a:lnTo>
                    <a:pt x="339858" y="2408644"/>
                  </a:lnTo>
                  <a:lnTo>
                    <a:pt x="356735" y="2460838"/>
                  </a:lnTo>
                  <a:lnTo>
                    <a:pt x="377257" y="2513001"/>
                  </a:lnTo>
                  <a:lnTo>
                    <a:pt x="401457" y="2564901"/>
                  </a:lnTo>
                  <a:lnTo>
                    <a:pt x="429357" y="2616299"/>
                  </a:lnTo>
                  <a:lnTo>
                    <a:pt x="460962" y="2666955"/>
                  </a:lnTo>
                  <a:lnTo>
                    <a:pt x="496265" y="2716629"/>
                  </a:lnTo>
                  <a:lnTo>
                    <a:pt x="535242" y="2765078"/>
                  </a:lnTo>
                  <a:lnTo>
                    <a:pt x="577854" y="2812060"/>
                  </a:lnTo>
                  <a:lnTo>
                    <a:pt x="624049" y="2857333"/>
                  </a:lnTo>
                  <a:lnTo>
                    <a:pt x="673758" y="2900658"/>
                  </a:lnTo>
                  <a:lnTo>
                    <a:pt x="726898" y="2941798"/>
                  </a:lnTo>
                  <a:lnTo>
                    <a:pt x="783372" y="2980520"/>
                  </a:lnTo>
                  <a:lnTo>
                    <a:pt x="843066" y="3016596"/>
                  </a:lnTo>
                  <a:lnTo>
                    <a:pt x="905854" y="3049803"/>
                  </a:lnTo>
                  <a:lnTo>
                    <a:pt x="971594" y="3079923"/>
                  </a:lnTo>
                  <a:lnTo>
                    <a:pt x="1040131" y="3106746"/>
                  </a:lnTo>
                  <a:lnTo>
                    <a:pt x="1111298" y="3130072"/>
                  </a:lnTo>
                  <a:lnTo>
                    <a:pt x="1184912" y="3149706"/>
                  </a:lnTo>
                  <a:lnTo>
                    <a:pt x="1260779" y="3165465"/>
                  </a:lnTo>
                  <a:lnTo>
                    <a:pt x="1338694" y="3177176"/>
                  </a:lnTo>
                  <a:lnTo>
                    <a:pt x="1418437" y="3184676"/>
                  </a:lnTo>
                  <a:lnTo>
                    <a:pt x="1499781" y="3187816"/>
                  </a:lnTo>
                  <a:lnTo>
                    <a:pt x="1582487" y="3186457"/>
                  </a:lnTo>
                  <a:lnTo>
                    <a:pt x="1666305" y="3180475"/>
                  </a:lnTo>
                  <a:lnTo>
                    <a:pt x="1750979" y="3169758"/>
                  </a:lnTo>
                  <a:lnTo>
                    <a:pt x="1836242" y="3154209"/>
                  </a:lnTo>
                  <a:lnTo>
                    <a:pt x="1921822" y="3133747"/>
                  </a:lnTo>
                  <a:lnTo>
                    <a:pt x="2007438" y="3108305"/>
                  </a:lnTo>
                  <a:lnTo>
                    <a:pt x="2092806" y="3077832"/>
                  </a:lnTo>
                  <a:lnTo>
                    <a:pt x="2177635" y="3042293"/>
                  </a:lnTo>
                  <a:lnTo>
                    <a:pt x="2261632" y="3001669"/>
                  </a:lnTo>
                  <a:lnTo>
                    <a:pt x="2344499" y="2955959"/>
                  </a:lnTo>
                  <a:lnTo>
                    <a:pt x="2425937" y="2905179"/>
                  </a:lnTo>
                  <a:lnTo>
                    <a:pt x="2505646" y="2849361"/>
                  </a:lnTo>
                  <a:lnTo>
                    <a:pt x="2583326" y="2788556"/>
                  </a:lnTo>
                  <a:lnTo>
                    <a:pt x="2658677" y="2722830"/>
                  </a:lnTo>
                  <a:lnTo>
                    <a:pt x="2731402" y="2652268"/>
                  </a:lnTo>
                  <a:lnTo>
                    <a:pt x="2801206" y="2576973"/>
                  </a:lnTo>
                  <a:lnTo>
                    <a:pt x="2867799" y="2497065"/>
                  </a:lnTo>
                  <a:lnTo>
                    <a:pt x="2930894" y="2412680"/>
                  </a:lnTo>
                  <a:lnTo>
                    <a:pt x="2990212" y="2323972"/>
                  </a:lnTo>
                  <a:lnTo>
                    <a:pt x="3045478" y="2231112"/>
                  </a:lnTo>
                  <a:lnTo>
                    <a:pt x="3096428" y="2134287"/>
                  </a:lnTo>
                  <a:lnTo>
                    <a:pt x="3142805" y="2033700"/>
                  </a:lnTo>
                  <a:lnTo>
                    <a:pt x="3184361" y="1929569"/>
                  </a:lnTo>
                  <a:lnTo>
                    <a:pt x="3220862" y="1822130"/>
                  </a:lnTo>
                  <a:close/>
                </a:path>
              </a:pathLst>
            </a:custGeom>
            <a:solidFill>
              <a:srgbClr val="F1B722">
                <a:alpha val="25882"/>
              </a:srgbClr>
            </a:solidFill>
            <a:ln w="24933" cap="flat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745406" y="2101705"/>
              <a:ext cx="3252080" cy="2679159"/>
            </a:xfrm>
            <a:custGeom>
              <a:avLst/>
              <a:pathLst>
                <a:path w="3252080" h="2679159">
                  <a:moveTo>
                    <a:pt x="971594" y="343339"/>
                  </a:moveTo>
                  <a:lnTo>
                    <a:pt x="1024380" y="300888"/>
                  </a:lnTo>
                  <a:lnTo>
                    <a:pt x="1080339" y="260532"/>
                  </a:lnTo>
                  <a:lnTo>
                    <a:pt x="1139384" y="222448"/>
                  </a:lnTo>
                  <a:lnTo>
                    <a:pt x="1201423" y="186811"/>
                  </a:lnTo>
                  <a:lnTo>
                    <a:pt x="1266353" y="153790"/>
                  </a:lnTo>
                  <a:lnTo>
                    <a:pt x="1334062" y="123552"/>
                  </a:lnTo>
                  <a:lnTo>
                    <a:pt x="1404432" y="96258"/>
                  </a:lnTo>
                  <a:lnTo>
                    <a:pt x="1477333" y="72064"/>
                  </a:lnTo>
                  <a:lnTo>
                    <a:pt x="1552631" y="51121"/>
                  </a:lnTo>
                  <a:lnTo>
                    <a:pt x="1630183" y="33572"/>
                  </a:lnTo>
                  <a:lnTo>
                    <a:pt x="1709838" y="19558"/>
                  </a:lnTo>
                  <a:lnTo>
                    <a:pt x="1791437" y="9209"/>
                  </a:lnTo>
                  <a:lnTo>
                    <a:pt x="1874816" y="2650"/>
                  </a:lnTo>
                  <a:lnTo>
                    <a:pt x="1959805" y="0"/>
                  </a:lnTo>
                  <a:lnTo>
                    <a:pt x="2046224" y="1367"/>
                  </a:lnTo>
                  <a:lnTo>
                    <a:pt x="2133891" y="6855"/>
                  </a:lnTo>
                  <a:lnTo>
                    <a:pt x="2222616" y="16556"/>
                  </a:lnTo>
                  <a:lnTo>
                    <a:pt x="2312205" y="30558"/>
                  </a:lnTo>
                  <a:lnTo>
                    <a:pt x="2402458" y="48936"/>
                  </a:lnTo>
                  <a:lnTo>
                    <a:pt x="2493173" y="71758"/>
                  </a:lnTo>
                  <a:lnTo>
                    <a:pt x="2584141" y="99083"/>
                  </a:lnTo>
                  <a:lnTo>
                    <a:pt x="2638255" y="155078"/>
                  </a:lnTo>
                  <a:lnTo>
                    <a:pt x="2690426" y="212887"/>
                  </a:lnTo>
                  <a:lnTo>
                    <a:pt x="2740593" y="272443"/>
                  </a:lnTo>
                  <a:lnTo>
                    <a:pt x="2788697" y="333678"/>
                  </a:lnTo>
                  <a:lnTo>
                    <a:pt x="2834683" y="396519"/>
                  </a:lnTo>
                  <a:lnTo>
                    <a:pt x="2878496" y="460894"/>
                  </a:lnTo>
                  <a:lnTo>
                    <a:pt x="2920086" y="526727"/>
                  </a:lnTo>
                  <a:lnTo>
                    <a:pt x="2959404" y="593941"/>
                  </a:lnTo>
                  <a:lnTo>
                    <a:pt x="2996404" y="662459"/>
                  </a:lnTo>
                  <a:lnTo>
                    <a:pt x="3031044" y="732200"/>
                  </a:lnTo>
                  <a:lnTo>
                    <a:pt x="3063282" y="803083"/>
                  </a:lnTo>
                  <a:lnTo>
                    <a:pt x="3093081" y="875025"/>
                  </a:lnTo>
                  <a:lnTo>
                    <a:pt x="3120407" y="947942"/>
                  </a:lnTo>
                  <a:lnTo>
                    <a:pt x="3145228" y="1021751"/>
                  </a:lnTo>
                  <a:lnTo>
                    <a:pt x="3167514" y="1096363"/>
                  </a:lnTo>
                  <a:lnTo>
                    <a:pt x="3187239" y="1171693"/>
                  </a:lnTo>
                  <a:lnTo>
                    <a:pt x="3204382" y="1247652"/>
                  </a:lnTo>
                  <a:lnTo>
                    <a:pt x="3218921" y="1324153"/>
                  </a:lnTo>
                  <a:lnTo>
                    <a:pt x="3230840" y="1401105"/>
                  </a:lnTo>
                  <a:lnTo>
                    <a:pt x="3240124" y="1478419"/>
                  </a:lnTo>
                  <a:lnTo>
                    <a:pt x="3246764" y="1556005"/>
                  </a:lnTo>
                  <a:lnTo>
                    <a:pt x="3250751" y="1633773"/>
                  </a:lnTo>
                  <a:lnTo>
                    <a:pt x="3252080" y="1711631"/>
                  </a:lnTo>
                  <a:lnTo>
                    <a:pt x="3178015" y="1780970"/>
                  </a:lnTo>
                  <a:lnTo>
                    <a:pt x="3101917" y="1845659"/>
                  </a:lnTo>
                  <a:lnTo>
                    <a:pt x="3024004" y="1905641"/>
                  </a:lnTo>
                  <a:lnTo>
                    <a:pt x="2944497" y="1960867"/>
                  </a:lnTo>
                  <a:lnTo>
                    <a:pt x="2863618" y="2011298"/>
                  </a:lnTo>
                  <a:lnTo>
                    <a:pt x="2781589" y="2056906"/>
                  </a:lnTo>
                  <a:lnTo>
                    <a:pt x="2698632" y="2097670"/>
                  </a:lnTo>
                  <a:lnTo>
                    <a:pt x="2614971" y="2133579"/>
                  </a:lnTo>
                  <a:lnTo>
                    <a:pt x="2530829" y="2164631"/>
                  </a:lnTo>
                  <a:lnTo>
                    <a:pt x="2446426" y="2190833"/>
                  </a:lnTo>
                  <a:lnTo>
                    <a:pt x="2361985" y="2212203"/>
                  </a:lnTo>
                  <a:lnTo>
                    <a:pt x="2277725" y="2228765"/>
                  </a:lnTo>
                  <a:lnTo>
                    <a:pt x="2193863" y="2240554"/>
                  </a:lnTo>
                  <a:lnTo>
                    <a:pt x="2110616" y="2247614"/>
                  </a:lnTo>
                  <a:lnTo>
                    <a:pt x="2028196" y="2249997"/>
                  </a:lnTo>
                  <a:lnTo>
                    <a:pt x="1946816" y="2247764"/>
                  </a:lnTo>
                  <a:lnTo>
                    <a:pt x="1866681" y="2240984"/>
                  </a:lnTo>
                  <a:lnTo>
                    <a:pt x="1787997" y="2229736"/>
                  </a:lnTo>
                  <a:lnTo>
                    <a:pt x="1710963" y="2214106"/>
                  </a:lnTo>
                  <a:lnTo>
                    <a:pt x="1635777" y="2194188"/>
                  </a:lnTo>
                  <a:lnTo>
                    <a:pt x="1562629" y="2170085"/>
                  </a:lnTo>
                  <a:lnTo>
                    <a:pt x="1491709" y="2141907"/>
                  </a:lnTo>
                  <a:lnTo>
                    <a:pt x="1423197" y="2109773"/>
                  </a:lnTo>
                  <a:lnTo>
                    <a:pt x="1357271" y="2073806"/>
                  </a:lnTo>
                  <a:lnTo>
                    <a:pt x="1294103" y="2034140"/>
                  </a:lnTo>
                  <a:lnTo>
                    <a:pt x="1232193" y="2022200"/>
                  </a:lnTo>
                  <a:lnTo>
                    <a:pt x="1175066" y="2002219"/>
                  </a:lnTo>
                  <a:lnTo>
                    <a:pt x="1123626" y="1974959"/>
                  </a:lnTo>
                  <a:lnTo>
                    <a:pt x="1078680" y="1941278"/>
                  </a:lnTo>
                  <a:lnTo>
                    <a:pt x="1040925" y="1902116"/>
                  </a:lnTo>
                  <a:lnTo>
                    <a:pt x="1010943" y="1858483"/>
                  </a:lnTo>
                  <a:lnTo>
                    <a:pt x="989194" y="1811446"/>
                  </a:lnTo>
                  <a:lnTo>
                    <a:pt x="976011" y="1762116"/>
                  </a:lnTo>
                  <a:lnTo>
                    <a:pt x="971594" y="1711631"/>
                  </a:lnTo>
                  <a:lnTo>
                    <a:pt x="969374" y="1773786"/>
                  </a:lnTo>
                  <a:lnTo>
                    <a:pt x="962720" y="1835704"/>
                  </a:lnTo>
                  <a:lnTo>
                    <a:pt x="951649" y="1897147"/>
                  </a:lnTo>
                  <a:lnTo>
                    <a:pt x="936189" y="1957879"/>
                  </a:lnTo>
                  <a:lnTo>
                    <a:pt x="916379" y="2017665"/>
                  </a:lnTo>
                  <a:lnTo>
                    <a:pt x="892271" y="2076273"/>
                  </a:lnTo>
                  <a:lnTo>
                    <a:pt x="863925" y="2133473"/>
                  </a:lnTo>
                  <a:lnTo>
                    <a:pt x="831415" y="2189037"/>
                  </a:lnTo>
                  <a:lnTo>
                    <a:pt x="794823" y="2242742"/>
                  </a:lnTo>
                  <a:lnTo>
                    <a:pt x="754244" y="2294368"/>
                  </a:lnTo>
                  <a:lnTo>
                    <a:pt x="709782" y="2343699"/>
                  </a:lnTo>
                  <a:lnTo>
                    <a:pt x="661552" y="2390527"/>
                  </a:lnTo>
                  <a:lnTo>
                    <a:pt x="609679" y="2434644"/>
                  </a:lnTo>
                  <a:lnTo>
                    <a:pt x="554297" y="2475853"/>
                  </a:lnTo>
                  <a:lnTo>
                    <a:pt x="495549" y="2513961"/>
                  </a:lnTo>
                  <a:lnTo>
                    <a:pt x="433590" y="2548780"/>
                  </a:lnTo>
                  <a:lnTo>
                    <a:pt x="368582" y="2580133"/>
                  </a:lnTo>
                  <a:lnTo>
                    <a:pt x="300695" y="2607846"/>
                  </a:lnTo>
                  <a:lnTo>
                    <a:pt x="230109" y="2631757"/>
                  </a:lnTo>
                  <a:lnTo>
                    <a:pt x="157011" y="2651709"/>
                  </a:lnTo>
                  <a:lnTo>
                    <a:pt x="81596" y="2667556"/>
                  </a:lnTo>
                  <a:lnTo>
                    <a:pt x="4065" y="2679159"/>
                  </a:lnTo>
                  <a:lnTo>
                    <a:pt x="0" y="2592233"/>
                  </a:lnTo>
                  <a:lnTo>
                    <a:pt x="2032" y="2507330"/>
                  </a:lnTo>
                  <a:lnTo>
                    <a:pt x="9949" y="2424835"/>
                  </a:lnTo>
                  <a:lnTo>
                    <a:pt x="23516" y="2345116"/>
                  </a:lnTo>
                  <a:lnTo>
                    <a:pt x="42475" y="2268523"/>
                  </a:lnTo>
                  <a:lnTo>
                    <a:pt x="66549" y="2195387"/>
                  </a:lnTo>
                  <a:lnTo>
                    <a:pt x="95441" y="2126020"/>
                  </a:lnTo>
                  <a:lnTo>
                    <a:pt x="128836" y="2060713"/>
                  </a:lnTo>
                  <a:lnTo>
                    <a:pt x="166402" y="1999733"/>
                  </a:lnTo>
                  <a:lnTo>
                    <a:pt x="207792" y="1943327"/>
                  </a:lnTo>
                  <a:lnTo>
                    <a:pt x="252647" y="1891718"/>
                  </a:lnTo>
                  <a:lnTo>
                    <a:pt x="300593" y="1845101"/>
                  </a:lnTo>
                  <a:lnTo>
                    <a:pt x="351248" y="1803651"/>
                  </a:lnTo>
                  <a:lnTo>
                    <a:pt x="404217" y="1767513"/>
                  </a:lnTo>
                  <a:lnTo>
                    <a:pt x="459102" y="1736808"/>
                  </a:lnTo>
                  <a:lnTo>
                    <a:pt x="515496" y="1711631"/>
                  </a:lnTo>
                  <a:lnTo>
                    <a:pt x="567717" y="1676296"/>
                  </a:lnTo>
                  <a:lnTo>
                    <a:pt x="622241" y="1650031"/>
                  </a:lnTo>
                  <a:lnTo>
                    <a:pt x="677890" y="1632933"/>
                  </a:lnTo>
                  <a:lnTo>
                    <a:pt x="733487" y="1624967"/>
                  </a:lnTo>
                  <a:lnTo>
                    <a:pt x="787876" y="1625962"/>
                  </a:lnTo>
                  <a:lnTo>
                    <a:pt x="839930" y="1635615"/>
                  </a:lnTo>
                  <a:lnTo>
                    <a:pt x="888569" y="1653496"/>
                  </a:lnTo>
                  <a:lnTo>
                    <a:pt x="932773" y="1679056"/>
                  </a:lnTo>
                  <a:lnTo>
                    <a:pt x="971594" y="1711631"/>
                  </a:lnTo>
                </a:path>
              </a:pathLst>
            </a:custGeom>
            <a:ln w="24933" cap="flat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6965886" y="3781736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685399" y="2413444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6297947" y="2169188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5007909" y="4104245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3717871" y="4749264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229302" y="3781736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717001" y="1532850"/>
              <a:ext cx="0" cy="2280486"/>
            </a:xfrm>
            <a:custGeom>
              <a:avLst/>
              <a:pathLst>
                <a:path w="0" h="2280486">
                  <a:moveTo>
                    <a:pt x="0" y="2280486"/>
                  </a:moveTo>
                  <a:lnTo>
                    <a:pt x="0" y="2201849"/>
                  </a:lnTo>
                  <a:lnTo>
                    <a:pt x="0" y="2123211"/>
                  </a:lnTo>
                  <a:lnTo>
                    <a:pt x="0" y="2044574"/>
                  </a:lnTo>
                  <a:lnTo>
                    <a:pt x="0" y="1965936"/>
                  </a:lnTo>
                  <a:lnTo>
                    <a:pt x="0" y="1887299"/>
                  </a:lnTo>
                  <a:lnTo>
                    <a:pt x="0" y="1808661"/>
                  </a:lnTo>
                  <a:lnTo>
                    <a:pt x="0" y="1730024"/>
                  </a:lnTo>
                  <a:lnTo>
                    <a:pt x="0" y="1651386"/>
                  </a:lnTo>
                  <a:lnTo>
                    <a:pt x="0" y="1572749"/>
                  </a:lnTo>
                  <a:lnTo>
                    <a:pt x="0" y="1494111"/>
                  </a:lnTo>
                  <a:lnTo>
                    <a:pt x="0" y="1415474"/>
                  </a:lnTo>
                  <a:lnTo>
                    <a:pt x="0" y="1336836"/>
                  </a:lnTo>
                  <a:lnTo>
                    <a:pt x="0" y="1258199"/>
                  </a:lnTo>
                  <a:lnTo>
                    <a:pt x="0" y="1179562"/>
                  </a:lnTo>
                  <a:lnTo>
                    <a:pt x="0" y="1100924"/>
                  </a:lnTo>
                  <a:lnTo>
                    <a:pt x="0" y="1022287"/>
                  </a:lnTo>
                  <a:lnTo>
                    <a:pt x="0" y="943649"/>
                  </a:lnTo>
                  <a:lnTo>
                    <a:pt x="0" y="865012"/>
                  </a:lnTo>
                  <a:lnTo>
                    <a:pt x="0" y="786374"/>
                  </a:lnTo>
                  <a:lnTo>
                    <a:pt x="0" y="707737"/>
                  </a:lnTo>
                  <a:lnTo>
                    <a:pt x="0" y="629099"/>
                  </a:lnTo>
                  <a:lnTo>
                    <a:pt x="0" y="550462"/>
                  </a:lnTo>
                  <a:lnTo>
                    <a:pt x="0" y="471824"/>
                  </a:lnTo>
                  <a:lnTo>
                    <a:pt x="0" y="393187"/>
                  </a:lnTo>
                  <a:lnTo>
                    <a:pt x="0" y="314549"/>
                  </a:lnTo>
                  <a:lnTo>
                    <a:pt x="0" y="235912"/>
                  </a:lnTo>
                  <a:lnTo>
                    <a:pt x="0" y="157274"/>
                  </a:lnTo>
                  <a:lnTo>
                    <a:pt x="0" y="78637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17001" y="2200789"/>
              <a:ext cx="1612547" cy="1612547"/>
            </a:xfrm>
            <a:custGeom>
              <a:avLst/>
              <a:pathLst>
                <a:path w="1612547" h="1612547">
                  <a:moveTo>
                    <a:pt x="0" y="1612547"/>
                  </a:moveTo>
                  <a:lnTo>
                    <a:pt x="55605" y="1556942"/>
                  </a:lnTo>
                  <a:lnTo>
                    <a:pt x="111210" y="1501337"/>
                  </a:lnTo>
                  <a:lnTo>
                    <a:pt x="166815" y="1445732"/>
                  </a:lnTo>
                  <a:lnTo>
                    <a:pt x="222420" y="1390127"/>
                  </a:lnTo>
                  <a:lnTo>
                    <a:pt x="278025" y="1334522"/>
                  </a:lnTo>
                  <a:lnTo>
                    <a:pt x="333630" y="1278916"/>
                  </a:lnTo>
                  <a:lnTo>
                    <a:pt x="389235" y="1223311"/>
                  </a:lnTo>
                  <a:lnTo>
                    <a:pt x="444840" y="1167706"/>
                  </a:lnTo>
                  <a:lnTo>
                    <a:pt x="500445" y="1112101"/>
                  </a:lnTo>
                  <a:lnTo>
                    <a:pt x="556050" y="1056496"/>
                  </a:lnTo>
                  <a:lnTo>
                    <a:pt x="611655" y="1000891"/>
                  </a:lnTo>
                  <a:lnTo>
                    <a:pt x="667261" y="945286"/>
                  </a:lnTo>
                  <a:lnTo>
                    <a:pt x="722866" y="889681"/>
                  </a:lnTo>
                  <a:lnTo>
                    <a:pt x="778471" y="834076"/>
                  </a:lnTo>
                  <a:lnTo>
                    <a:pt x="834076" y="778471"/>
                  </a:lnTo>
                  <a:lnTo>
                    <a:pt x="889681" y="722866"/>
                  </a:lnTo>
                  <a:lnTo>
                    <a:pt x="945286" y="667261"/>
                  </a:lnTo>
                  <a:lnTo>
                    <a:pt x="1000891" y="611655"/>
                  </a:lnTo>
                  <a:lnTo>
                    <a:pt x="1056496" y="556050"/>
                  </a:lnTo>
                  <a:lnTo>
                    <a:pt x="1112101" y="500445"/>
                  </a:lnTo>
                  <a:lnTo>
                    <a:pt x="1167706" y="444840"/>
                  </a:lnTo>
                  <a:lnTo>
                    <a:pt x="1223311" y="389235"/>
                  </a:lnTo>
                  <a:lnTo>
                    <a:pt x="1278916" y="333630"/>
                  </a:lnTo>
                  <a:lnTo>
                    <a:pt x="1334522" y="278025"/>
                  </a:lnTo>
                  <a:lnTo>
                    <a:pt x="1390127" y="222420"/>
                  </a:lnTo>
                  <a:lnTo>
                    <a:pt x="1445732" y="166815"/>
                  </a:lnTo>
                  <a:lnTo>
                    <a:pt x="1501337" y="111210"/>
                  </a:lnTo>
                  <a:lnTo>
                    <a:pt x="1556942" y="55605"/>
                  </a:lnTo>
                  <a:lnTo>
                    <a:pt x="1612547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717001" y="3813337"/>
              <a:ext cx="2280486" cy="0"/>
            </a:xfrm>
            <a:custGeom>
              <a:avLst/>
              <a:pathLst>
                <a:path w="2280486" h="0">
                  <a:moveTo>
                    <a:pt x="0" y="0"/>
                  </a:moveTo>
                  <a:lnTo>
                    <a:pt x="78637" y="0"/>
                  </a:lnTo>
                  <a:lnTo>
                    <a:pt x="157274" y="0"/>
                  </a:lnTo>
                  <a:lnTo>
                    <a:pt x="235912" y="0"/>
                  </a:lnTo>
                  <a:lnTo>
                    <a:pt x="314549" y="0"/>
                  </a:lnTo>
                  <a:lnTo>
                    <a:pt x="393187" y="0"/>
                  </a:lnTo>
                  <a:lnTo>
                    <a:pt x="471824" y="0"/>
                  </a:lnTo>
                  <a:lnTo>
                    <a:pt x="550462" y="0"/>
                  </a:lnTo>
                  <a:lnTo>
                    <a:pt x="629099" y="0"/>
                  </a:lnTo>
                  <a:lnTo>
                    <a:pt x="707737" y="0"/>
                  </a:lnTo>
                  <a:lnTo>
                    <a:pt x="786374" y="0"/>
                  </a:lnTo>
                  <a:lnTo>
                    <a:pt x="865012" y="0"/>
                  </a:lnTo>
                  <a:lnTo>
                    <a:pt x="943649" y="0"/>
                  </a:lnTo>
                  <a:lnTo>
                    <a:pt x="1022287" y="0"/>
                  </a:lnTo>
                  <a:lnTo>
                    <a:pt x="1100924" y="0"/>
                  </a:lnTo>
                  <a:lnTo>
                    <a:pt x="1179562" y="0"/>
                  </a:lnTo>
                  <a:lnTo>
                    <a:pt x="1258199" y="0"/>
                  </a:lnTo>
                  <a:lnTo>
                    <a:pt x="1336836" y="0"/>
                  </a:lnTo>
                  <a:lnTo>
                    <a:pt x="1415474" y="0"/>
                  </a:lnTo>
                  <a:lnTo>
                    <a:pt x="1494111" y="0"/>
                  </a:lnTo>
                  <a:lnTo>
                    <a:pt x="1572749" y="0"/>
                  </a:lnTo>
                  <a:lnTo>
                    <a:pt x="1651386" y="0"/>
                  </a:lnTo>
                  <a:lnTo>
                    <a:pt x="1730024" y="0"/>
                  </a:lnTo>
                  <a:lnTo>
                    <a:pt x="1808661" y="0"/>
                  </a:lnTo>
                  <a:lnTo>
                    <a:pt x="1887299" y="0"/>
                  </a:lnTo>
                  <a:lnTo>
                    <a:pt x="1965936" y="0"/>
                  </a:lnTo>
                  <a:lnTo>
                    <a:pt x="2044574" y="0"/>
                  </a:lnTo>
                  <a:lnTo>
                    <a:pt x="2123211" y="0"/>
                  </a:lnTo>
                  <a:lnTo>
                    <a:pt x="2201849" y="0"/>
                  </a:lnTo>
                  <a:lnTo>
                    <a:pt x="2280486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17001" y="3813337"/>
              <a:ext cx="1612547" cy="1612547"/>
            </a:xfrm>
            <a:custGeom>
              <a:avLst/>
              <a:pathLst>
                <a:path w="1612547" h="1612547">
                  <a:moveTo>
                    <a:pt x="0" y="0"/>
                  </a:moveTo>
                  <a:lnTo>
                    <a:pt x="55605" y="55605"/>
                  </a:lnTo>
                  <a:lnTo>
                    <a:pt x="111210" y="111210"/>
                  </a:lnTo>
                  <a:lnTo>
                    <a:pt x="166815" y="166815"/>
                  </a:lnTo>
                  <a:lnTo>
                    <a:pt x="222420" y="222420"/>
                  </a:lnTo>
                  <a:lnTo>
                    <a:pt x="278025" y="278025"/>
                  </a:lnTo>
                  <a:lnTo>
                    <a:pt x="333630" y="333630"/>
                  </a:lnTo>
                  <a:lnTo>
                    <a:pt x="389235" y="389235"/>
                  </a:lnTo>
                  <a:lnTo>
                    <a:pt x="444840" y="444840"/>
                  </a:lnTo>
                  <a:lnTo>
                    <a:pt x="500445" y="500445"/>
                  </a:lnTo>
                  <a:lnTo>
                    <a:pt x="556050" y="556050"/>
                  </a:lnTo>
                  <a:lnTo>
                    <a:pt x="611655" y="611655"/>
                  </a:lnTo>
                  <a:lnTo>
                    <a:pt x="667261" y="667261"/>
                  </a:lnTo>
                  <a:lnTo>
                    <a:pt x="722866" y="722866"/>
                  </a:lnTo>
                  <a:lnTo>
                    <a:pt x="778471" y="778471"/>
                  </a:lnTo>
                  <a:lnTo>
                    <a:pt x="834076" y="834076"/>
                  </a:lnTo>
                  <a:lnTo>
                    <a:pt x="889681" y="889681"/>
                  </a:lnTo>
                  <a:lnTo>
                    <a:pt x="945286" y="945286"/>
                  </a:lnTo>
                  <a:lnTo>
                    <a:pt x="1000891" y="1000891"/>
                  </a:lnTo>
                  <a:lnTo>
                    <a:pt x="1056496" y="1056496"/>
                  </a:lnTo>
                  <a:lnTo>
                    <a:pt x="1112101" y="1112101"/>
                  </a:lnTo>
                  <a:lnTo>
                    <a:pt x="1167706" y="1167706"/>
                  </a:lnTo>
                  <a:lnTo>
                    <a:pt x="1223311" y="1223311"/>
                  </a:lnTo>
                  <a:lnTo>
                    <a:pt x="1278916" y="1278916"/>
                  </a:lnTo>
                  <a:lnTo>
                    <a:pt x="1334522" y="1334522"/>
                  </a:lnTo>
                  <a:lnTo>
                    <a:pt x="1390127" y="1390127"/>
                  </a:lnTo>
                  <a:lnTo>
                    <a:pt x="1445732" y="1445732"/>
                  </a:lnTo>
                  <a:lnTo>
                    <a:pt x="1501337" y="1501337"/>
                  </a:lnTo>
                  <a:lnTo>
                    <a:pt x="1556942" y="1556942"/>
                  </a:lnTo>
                  <a:lnTo>
                    <a:pt x="1612547" y="161254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717001" y="3813337"/>
              <a:ext cx="0" cy="2280486"/>
            </a:xfrm>
            <a:custGeom>
              <a:avLst/>
              <a:pathLst>
                <a:path w="0" h="2280486">
                  <a:moveTo>
                    <a:pt x="0" y="0"/>
                  </a:moveTo>
                  <a:lnTo>
                    <a:pt x="0" y="78637"/>
                  </a:lnTo>
                  <a:lnTo>
                    <a:pt x="0" y="157274"/>
                  </a:lnTo>
                  <a:lnTo>
                    <a:pt x="0" y="235912"/>
                  </a:lnTo>
                  <a:lnTo>
                    <a:pt x="0" y="314549"/>
                  </a:lnTo>
                  <a:lnTo>
                    <a:pt x="0" y="393187"/>
                  </a:lnTo>
                  <a:lnTo>
                    <a:pt x="0" y="471824"/>
                  </a:lnTo>
                  <a:lnTo>
                    <a:pt x="0" y="550462"/>
                  </a:lnTo>
                  <a:lnTo>
                    <a:pt x="0" y="629099"/>
                  </a:lnTo>
                  <a:lnTo>
                    <a:pt x="0" y="707737"/>
                  </a:lnTo>
                  <a:lnTo>
                    <a:pt x="0" y="786374"/>
                  </a:lnTo>
                  <a:lnTo>
                    <a:pt x="0" y="865012"/>
                  </a:lnTo>
                  <a:lnTo>
                    <a:pt x="0" y="943649"/>
                  </a:lnTo>
                  <a:lnTo>
                    <a:pt x="0" y="1022287"/>
                  </a:lnTo>
                  <a:lnTo>
                    <a:pt x="0" y="1100924"/>
                  </a:lnTo>
                  <a:lnTo>
                    <a:pt x="0" y="1179562"/>
                  </a:lnTo>
                  <a:lnTo>
                    <a:pt x="0" y="1258199"/>
                  </a:lnTo>
                  <a:lnTo>
                    <a:pt x="0" y="1336836"/>
                  </a:lnTo>
                  <a:lnTo>
                    <a:pt x="0" y="1415474"/>
                  </a:lnTo>
                  <a:lnTo>
                    <a:pt x="0" y="1494111"/>
                  </a:lnTo>
                  <a:lnTo>
                    <a:pt x="0" y="1572749"/>
                  </a:lnTo>
                  <a:lnTo>
                    <a:pt x="0" y="1651386"/>
                  </a:lnTo>
                  <a:lnTo>
                    <a:pt x="0" y="1730024"/>
                  </a:lnTo>
                  <a:lnTo>
                    <a:pt x="0" y="1808661"/>
                  </a:lnTo>
                  <a:lnTo>
                    <a:pt x="0" y="1887299"/>
                  </a:lnTo>
                  <a:lnTo>
                    <a:pt x="0" y="1965936"/>
                  </a:lnTo>
                  <a:lnTo>
                    <a:pt x="0" y="2044574"/>
                  </a:lnTo>
                  <a:lnTo>
                    <a:pt x="0" y="2123211"/>
                  </a:lnTo>
                  <a:lnTo>
                    <a:pt x="0" y="2201849"/>
                  </a:lnTo>
                  <a:lnTo>
                    <a:pt x="0" y="2280486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104453" y="3813337"/>
              <a:ext cx="1612547" cy="1612547"/>
            </a:xfrm>
            <a:custGeom>
              <a:avLst/>
              <a:pathLst>
                <a:path w="1612547" h="1612547">
                  <a:moveTo>
                    <a:pt x="1612547" y="0"/>
                  </a:moveTo>
                  <a:lnTo>
                    <a:pt x="1556942" y="55605"/>
                  </a:lnTo>
                  <a:lnTo>
                    <a:pt x="1501337" y="111210"/>
                  </a:lnTo>
                  <a:lnTo>
                    <a:pt x="1445732" y="166815"/>
                  </a:lnTo>
                  <a:lnTo>
                    <a:pt x="1390127" y="222420"/>
                  </a:lnTo>
                  <a:lnTo>
                    <a:pt x="1334522" y="278025"/>
                  </a:lnTo>
                  <a:lnTo>
                    <a:pt x="1278916" y="333630"/>
                  </a:lnTo>
                  <a:lnTo>
                    <a:pt x="1223311" y="389235"/>
                  </a:lnTo>
                  <a:lnTo>
                    <a:pt x="1167706" y="444840"/>
                  </a:lnTo>
                  <a:lnTo>
                    <a:pt x="1112101" y="500445"/>
                  </a:lnTo>
                  <a:lnTo>
                    <a:pt x="1056496" y="556050"/>
                  </a:lnTo>
                  <a:lnTo>
                    <a:pt x="1000891" y="611655"/>
                  </a:lnTo>
                  <a:lnTo>
                    <a:pt x="945286" y="667261"/>
                  </a:lnTo>
                  <a:lnTo>
                    <a:pt x="889681" y="722866"/>
                  </a:lnTo>
                  <a:lnTo>
                    <a:pt x="834076" y="778471"/>
                  </a:lnTo>
                  <a:lnTo>
                    <a:pt x="778471" y="834076"/>
                  </a:lnTo>
                  <a:lnTo>
                    <a:pt x="722866" y="889681"/>
                  </a:lnTo>
                  <a:lnTo>
                    <a:pt x="667261" y="945286"/>
                  </a:lnTo>
                  <a:lnTo>
                    <a:pt x="611655" y="1000891"/>
                  </a:lnTo>
                  <a:lnTo>
                    <a:pt x="556050" y="1056496"/>
                  </a:lnTo>
                  <a:lnTo>
                    <a:pt x="500445" y="1112101"/>
                  </a:lnTo>
                  <a:lnTo>
                    <a:pt x="444840" y="1167706"/>
                  </a:lnTo>
                  <a:lnTo>
                    <a:pt x="389235" y="1223311"/>
                  </a:lnTo>
                  <a:lnTo>
                    <a:pt x="333630" y="1278916"/>
                  </a:lnTo>
                  <a:lnTo>
                    <a:pt x="278025" y="1334522"/>
                  </a:lnTo>
                  <a:lnTo>
                    <a:pt x="222420" y="1390127"/>
                  </a:lnTo>
                  <a:lnTo>
                    <a:pt x="166815" y="1445732"/>
                  </a:lnTo>
                  <a:lnTo>
                    <a:pt x="111210" y="1501337"/>
                  </a:lnTo>
                  <a:lnTo>
                    <a:pt x="55605" y="1556942"/>
                  </a:lnTo>
                  <a:lnTo>
                    <a:pt x="0" y="161254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436514" y="3813337"/>
              <a:ext cx="2280486" cy="0"/>
            </a:xfrm>
            <a:custGeom>
              <a:avLst/>
              <a:pathLst>
                <a:path w="2280486" h="0">
                  <a:moveTo>
                    <a:pt x="2280486" y="0"/>
                  </a:moveTo>
                  <a:lnTo>
                    <a:pt x="2201849" y="0"/>
                  </a:lnTo>
                  <a:lnTo>
                    <a:pt x="2123211" y="0"/>
                  </a:lnTo>
                  <a:lnTo>
                    <a:pt x="2044574" y="0"/>
                  </a:lnTo>
                  <a:lnTo>
                    <a:pt x="1965936" y="0"/>
                  </a:lnTo>
                  <a:lnTo>
                    <a:pt x="1887299" y="0"/>
                  </a:lnTo>
                  <a:lnTo>
                    <a:pt x="1808661" y="0"/>
                  </a:lnTo>
                  <a:lnTo>
                    <a:pt x="1730024" y="0"/>
                  </a:lnTo>
                  <a:lnTo>
                    <a:pt x="1651386" y="0"/>
                  </a:lnTo>
                  <a:lnTo>
                    <a:pt x="1572749" y="0"/>
                  </a:lnTo>
                  <a:lnTo>
                    <a:pt x="1494111" y="0"/>
                  </a:lnTo>
                  <a:lnTo>
                    <a:pt x="1415474" y="0"/>
                  </a:lnTo>
                  <a:lnTo>
                    <a:pt x="1336836" y="0"/>
                  </a:lnTo>
                  <a:lnTo>
                    <a:pt x="1258199" y="0"/>
                  </a:lnTo>
                  <a:lnTo>
                    <a:pt x="1179562" y="0"/>
                  </a:lnTo>
                  <a:lnTo>
                    <a:pt x="1100924" y="0"/>
                  </a:lnTo>
                  <a:lnTo>
                    <a:pt x="1022287" y="0"/>
                  </a:lnTo>
                  <a:lnTo>
                    <a:pt x="943649" y="0"/>
                  </a:lnTo>
                  <a:lnTo>
                    <a:pt x="865012" y="0"/>
                  </a:lnTo>
                  <a:lnTo>
                    <a:pt x="786374" y="0"/>
                  </a:lnTo>
                  <a:lnTo>
                    <a:pt x="707737" y="0"/>
                  </a:lnTo>
                  <a:lnTo>
                    <a:pt x="629099" y="0"/>
                  </a:lnTo>
                  <a:lnTo>
                    <a:pt x="550462" y="0"/>
                  </a:lnTo>
                  <a:lnTo>
                    <a:pt x="471824" y="0"/>
                  </a:lnTo>
                  <a:lnTo>
                    <a:pt x="393187" y="0"/>
                  </a:lnTo>
                  <a:lnTo>
                    <a:pt x="314549" y="0"/>
                  </a:lnTo>
                  <a:lnTo>
                    <a:pt x="235912" y="0"/>
                  </a:lnTo>
                  <a:lnTo>
                    <a:pt x="157274" y="0"/>
                  </a:lnTo>
                  <a:lnTo>
                    <a:pt x="78637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104453" y="2200789"/>
              <a:ext cx="1612547" cy="1612547"/>
            </a:xfrm>
            <a:custGeom>
              <a:avLst/>
              <a:pathLst>
                <a:path w="1612547" h="1612547">
                  <a:moveTo>
                    <a:pt x="1612547" y="1612547"/>
                  </a:moveTo>
                  <a:lnTo>
                    <a:pt x="1556942" y="1556942"/>
                  </a:lnTo>
                  <a:lnTo>
                    <a:pt x="1501337" y="1501337"/>
                  </a:lnTo>
                  <a:lnTo>
                    <a:pt x="1445732" y="1445732"/>
                  </a:lnTo>
                  <a:lnTo>
                    <a:pt x="1390127" y="1390127"/>
                  </a:lnTo>
                  <a:lnTo>
                    <a:pt x="1334522" y="1334522"/>
                  </a:lnTo>
                  <a:lnTo>
                    <a:pt x="1278916" y="1278916"/>
                  </a:lnTo>
                  <a:lnTo>
                    <a:pt x="1223311" y="1223311"/>
                  </a:lnTo>
                  <a:lnTo>
                    <a:pt x="1167706" y="1167706"/>
                  </a:lnTo>
                  <a:lnTo>
                    <a:pt x="1112101" y="1112101"/>
                  </a:lnTo>
                  <a:lnTo>
                    <a:pt x="1056496" y="1056496"/>
                  </a:lnTo>
                  <a:lnTo>
                    <a:pt x="1000891" y="1000891"/>
                  </a:lnTo>
                  <a:lnTo>
                    <a:pt x="945286" y="945286"/>
                  </a:lnTo>
                  <a:lnTo>
                    <a:pt x="889681" y="889681"/>
                  </a:lnTo>
                  <a:lnTo>
                    <a:pt x="834076" y="834076"/>
                  </a:lnTo>
                  <a:lnTo>
                    <a:pt x="778471" y="778471"/>
                  </a:lnTo>
                  <a:lnTo>
                    <a:pt x="722866" y="722866"/>
                  </a:lnTo>
                  <a:lnTo>
                    <a:pt x="667261" y="667261"/>
                  </a:lnTo>
                  <a:lnTo>
                    <a:pt x="611655" y="611655"/>
                  </a:lnTo>
                  <a:lnTo>
                    <a:pt x="556050" y="556050"/>
                  </a:lnTo>
                  <a:lnTo>
                    <a:pt x="500445" y="500445"/>
                  </a:lnTo>
                  <a:lnTo>
                    <a:pt x="444840" y="444840"/>
                  </a:lnTo>
                  <a:lnTo>
                    <a:pt x="389235" y="389235"/>
                  </a:lnTo>
                  <a:lnTo>
                    <a:pt x="333630" y="333630"/>
                  </a:lnTo>
                  <a:lnTo>
                    <a:pt x="278025" y="278025"/>
                  </a:lnTo>
                  <a:lnTo>
                    <a:pt x="222420" y="222420"/>
                  </a:lnTo>
                  <a:lnTo>
                    <a:pt x="166815" y="166815"/>
                  </a:lnTo>
                  <a:lnTo>
                    <a:pt x="111210" y="111210"/>
                  </a:lnTo>
                  <a:lnTo>
                    <a:pt x="55605" y="55605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4585015" y="1206755"/>
              <a:ext cx="263971" cy="79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297111" y="1958081"/>
              <a:ext cx="468011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174545" y="3772460"/>
              <a:ext cx="216005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288045" y="5584362"/>
              <a:ext cx="48614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575949" y="6335794"/>
              <a:ext cx="28210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650852" y="5584362"/>
              <a:ext cx="504065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028507" y="3772460"/>
              <a:ext cx="245891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659918" y="1958081"/>
              <a:ext cx="485933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625832" y="2641123"/>
              <a:ext cx="177930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576390" y="1500880"/>
              <a:ext cx="227372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2026-04-01T18:12:29Z</dcterms:modified>
  <cp:category/>
</cp:coreProperties>
</file>