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8722" y="444515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56194" y="3272369"/>
              <a:ext cx="1249997" cy="831610"/>
            </a:xfrm>
            <a:custGeom>
              <a:avLst/>
              <a:pathLst>
                <a:path w="1249997" h="831610">
                  <a:moveTo>
                    <a:pt x="415805" y="124903"/>
                  </a:moveTo>
                  <a:lnTo>
                    <a:pt x="1005668" y="0"/>
                  </a:lnTo>
                  <a:lnTo>
                    <a:pt x="1249997" y="589863"/>
                  </a:lnTo>
                  <a:lnTo>
                    <a:pt x="570523" y="744581"/>
                  </a:lnTo>
                  <a:lnTo>
                    <a:pt x="415805" y="808667"/>
                  </a:lnTo>
                  <a:lnTo>
                    <a:pt x="174057" y="831610"/>
                  </a:lnTo>
                  <a:lnTo>
                    <a:pt x="197000" y="589863"/>
                  </a:lnTo>
                  <a:lnTo>
                    <a:pt x="0" y="174057"/>
                  </a:lnTo>
                  <a:lnTo>
                    <a:pt x="415805" y="124903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36200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26592" y="323709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70922" y="382696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94982" y="406871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20924" y="341115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36200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2026-04-01T18:12:30Z</dcterms:modified>
  <cp:category/>
</cp:coreProperties>
</file>