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3938115" y="415217"/>
              <a:ext cx="1267768" cy="140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3195" y="3151118"/>
              <a:ext cx="929919" cy="1422229"/>
            </a:xfrm>
            <a:custGeom>
              <a:avLst/>
              <a:pathLst>
                <a:path w="929919" h="1422229">
                  <a:moveTo>
                    <a:pt x="218804" y="0"/>
                  </a:moveTo>
                  <a:lnTo>
                    <a:pt x="721638" y="208280"/>
                  </a:lnTo>
                  <a:lnTo>
                    <a:pt x="929919" y="711114"/>
                  </a:lnTo>
                  <a:lnTo>
                    <a:pt x="373522" y="865833"/>
                  </a:lnTo>
                  <a:lnTo>
                    <a:pt x="218804" y="1422229"/>
                  </a:lnTo>
                  <a:lnTo>
                    <a:pt x="64086" y="865833"/>
                  </a:lnTo>
                  <a:lnTo>
                    <a:pt x="0" y="711114"/>
                  </a:lnTo>
                  <a:lnTo>
                    <a:pt x="64086" y="556396"/>
                  </a:lnTo>
                  <a:lnTo>
                    <a:pt x="218804" y="0"/>
                  </a:lnTo>
                </a:path>
              </a:pathLst>
            </a:custGeom>
            <a:ln w="31166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11584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39563" y="3324128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47844" y="3826962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53807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11584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2026-04-01T18:12:43Z</dcterms:modified>
  <cp:category/>
</cp:coreProperties>
</file>