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98639" y="444515"/>
              <a:ext cx="946721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69165" y="3151118"/>
              <a:ext cx="1179726" cy="929919"/>
            </a:xfrm>
            <a:custGeom>
              <a:avLst/>
              <a:pathLst>
                <a:path w="1179726" h="929919">
                  <a:moveTo>
                    <a:pt x="502834" y="0"/>
                  </a:moveTo>
                  <a:lnTo>
                    <a:pt x="1179726" y="34222"/>
                  </a:lnTo>
                  <a:lnTo>
                    <a:pt x="967793" y="711114"/>
                  </a:lnTo>
                  <a:lnTo>
                    <a:pt x="657552" y="865833"/>
                  </a:lnTo>
                  <a:lnTo>
                    <a:pt x="502834" y="929919"/>
                  </a:lnTo>
                  <a:lnTo>
                    <a:pt x="348115" y="865833"/>
                  </a:lnTo>
                  <a:lnTo>
                    <a:pt x="284029" y="711114"/>
                  </a:lnTo>
                  <a:lnTo>
                    <a:pt x="0" y="208280"/>
                  </a:lnTo>
                  <a:lnTo>
                    <a:pt x="502834" y="0"/>
                  </a:lnTo>
                </a:path>
              </a:pathLst>
            </a:custGeom>
            <a:ln w="31166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11584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213621" y="3150070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001689" y="3826962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033895" y="3324128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11584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2026-04-01T18:12:37Z</dcterms:modified>
  <cp:category/>
</cp:coreProperties>
</file>