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28613" y="417387"/>
              <a:ext cx="1086772" cy="138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01373" y="3332495"/>
              <a:ext cx="1111296" cy="867674"/>
            </a:xfrm>
            <a:custGeom>
              <a:avLst/>
              <a:pathLst>
                <a:path w="1111296" h="867674">
                  <a:moveTo>
                    <a:pt x="270626" y="0"/>
                  </a:moveTo>
                  <a:lnTo>
                    <a:pt x="718495" y="81868"/>
                  </a:lnTo>
                  <a:lnTo>
                    <a:pt x="1111296" y="529737"/>
                  </a:lnTo>
                  <a:lnTo>
                    <a:pt x="608563" y="867674"/>
                  </a:lnTo>
                  <a:lnTo>
                    <a:pt x="270626" y="748541"/>
                  </a:lnTo>
                  <a:lnTo>
                    <a:pt x="5977" y="794386"/>
                  </a:lnTo>
                  <a:lnTo>
                    <a:pt x="0" y="529737"/>
                  </a:lnTo>
                  <a:lnTo>
                    <a:pt x="5977" y="265087"/>
                  </a:lnTo>
                  <a:lnTo>
                    <a:pt x="270626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297225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984598" y="337909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377399" y="382696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874666" y="4164899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72080" y="409161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66103" y="382696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72080" y="3562313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297225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2026-04-01T18:12:26Z</dcterms:modified>
  <cp:category/>
</cp:coreProperties>
</file>