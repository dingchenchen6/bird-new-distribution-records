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99786" y="444515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81634" y="3557557"/>
              <a:ext cx="1366570" cy="802154"/>
            </a:xfrm>
            <a:custGeom>
              <a:avLst/>
              <a:pathLst>
                <a:path w="1366570" h="802154">
                  <a:moveTo>
                    <a:pt x="390365" y="85871"/>
                  </a:moveTo>
                  <a:lnTo>
                    <a:pt x="695041" y="0"/>
                  </a:lnTo>
                  <a:lnTo>
                    <a:pt x="1366570" y="304675"/>
                  </a:lnTo>
                  <a:lnTo>
                    <a:pt x="887844" y="802154"/>
                  </a:lnTo>
                  <a:lnTo>
                    <a:pt x="390365" y="614368"/>
                  </a:lnTo>
                  <a:lnTo>
                    <a:pt x="0" y="695041"/>
                  </a:lnTo>
                  <a:lnTo>
                    <a:pt x="141265" y="304675"/>
                  </a:lnTo>
                  <a:lnTo>
                    <a:pt x="192802" y="107112"/>
                  </a:lnTo>
                  <a:lnTo>
                    <a:pt x="390365" y="85871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841405" y="3522287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12934" y="382696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34208" y="432444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13665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46363" y="421732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87629" y="382696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39166" y="362939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2026-04-01T18:12:25Z</dcterms:modified>
  <cp:category/>
</cp:coreProperties>
</file>