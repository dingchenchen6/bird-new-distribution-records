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73862" y="444515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74173" y="3201164"/>
              <a:ext cx="1153696" cy="879873"/>
            </a:xfrm>
            <a:custGeom>
              <a:avLst/>
              <a:pathLst>
                <a:path w="1153696" h="879873">
                  <a:moveTo>
                    <a:pt x="397826" y="84220"/>
                  </a:moveTo>
                  <a:lnTo>
                    <a:pt x="1058895" y="0"/>
                  </a:lnTo>
                  <a:lnTo>
                    <a:pt x="1153696" y="661068"/>
                  </a:lnTo>
                  <a:lnTo>
                    <a:pt x="552544" y="815786"/>
                  </a:lnTo>
                  <a:lnTo>
                    <a:pt x="397826" y="879873"/>
                  </a:lnTo>
                  <a:lnTo>
                    <a:pt x="243108" y="815786"/>
                  </a:lnTo>
                  <a:lnTo>
                    <a:pt x="0" y="661068"/>
                  </a:lnTo>
                  <a:lnTo>
                    <a:pt x="116520" y="379762"/>
                  </a:lnTo>
                  <a:lnTo>
                    <a:pt x="397826" y="84220"/>
                  </a:lnTo>
                </a:path>
              </a:pathLst>
            </a:custGeom>
            <a:ln w="31166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5011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97798" y="316589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2600" y="382696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38903" y="382696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55423" y="3545657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5011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2026-04-01T18:12:33Z</dcterms:modified>
  <cp:category/>
</cp:coreProperties>
</file>