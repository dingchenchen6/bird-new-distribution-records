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35677" y="414132"/>
              <a:ext cx="872644" cy="142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78035" y="3052656"/>
              <a:ext cx="1300465" cy="1103541"/>
            </a:xfrm>
            <a:custGeom>
              <a:avLst/>
              <a:pathLst>
                <a:path w="1300465" h="1103541">
                  <a:moveTo>
                    <a:pt x="293964" y="0"/>
                  </a:moveTo>
                  <a:lnTo>
                    <a:pt x="727175" y="376365"/>
                  </a:lnTo>
                  <a:lnTo>
                    <a:pt x="1300465" y="809576"/>
                  </a:lnTo>
                  <a:lnTo>
                    <a:pt x="448682" y="964295"/>
                  </a:lnTo>
                  <a:lnTo>
                    <a:pt x="293964" y="1028381"/>
                  </a:lnTo>
                  <a:lnTo>
                    <a:pt x="0" y="1103541"/>
                  </a:lnTo>
                  <a:lnTo>
                    <a:pt x="75159" y="809576"/>
                  </a:lnTo>
                  <a:lnTo>
                    <a:pt x="139246" y="654858"/>
                  </a:lnTo>
                  <a:lnTo>
                    <a:pt x="293964" y="0"/>
                  </a:lnTo>
                </a:path>
              </a:pathLst>
            </a:custGeom>
            <a:ln w="31166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017385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969940" y="3393751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543230" y="3826962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242765" y="4120927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2011" y="3672244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017385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2026-04-01T18:12:35Z</dcterms:modified>
  <cp:category/>
</cp:coreProperties>
</file>