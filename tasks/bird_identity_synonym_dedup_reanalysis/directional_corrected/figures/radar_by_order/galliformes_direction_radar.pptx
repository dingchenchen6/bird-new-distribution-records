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64433" y="443936"/>
              <a:ext cx="815133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Galliformes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243223" y="3011282"/>
              <a:ext cx="1179726" cy="1315909"/>
            </a:xfrm>
            <a:custGeom>
              <a:avLst/>
              <a:pathLst>
                <a:path w="1179726" h="1315909">
                  <a:moveTo>
                    <a:pt x="328776" y="632145"/>
                  </a:moveTo>
                  <a:lnTo>
                    <a:pt x="1179726" y="0"/>
                  </a:lnTo>
                  <a:lnTo>
                    <a:pt x="793735" y="850950"/>
                  </a:lnTo>
                  <a:lnTo>
                    <a:pt x="657552" y="1179726"/>
                  </a:lnTo>
                  <a:lnTo>
                    <a:pt x="328776" y="1315909"/>
                  </a:lnTo>
                  <a:lnTo>
                    <a:pt x="174057" y="1005668"/>
                  </a:lnTo>
                  <a:lnTo>
                    <a:pt x="109971" y="850950"/>
                  </a:lnTo>
                  <a:lnTo>
                    <a:pt x="0" y="522173"/>
                  </a:lnTo>
                  <a:lnTo>
                    <a:pt x="328776" y="632145"/>
                  </a:lnTo>
                </a:path>
              </a:pathLst>
            </a:custGeom>
            <a:ln w="31166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608158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387679" y="2976012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001689" y="3826962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865505" y="4155738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291922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2011" y="3981681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07953" y="3498186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608158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2026-04-01T18:12:38Z</dcterms:modified>
  <cp:category/>
</cp:coreProperties>
</file>