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4381" y="445673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85204" y="3315221"/>
              <a:ext cx="1152611" cy="933806"/>
            </a:xfrm>
            <a:custGeom>
              <a:avLst/>
              <a:pathLst>
                <a:path w="1152611" h="933806">
                  <a:moveTo>
                    <a:pt x="386795" y="0"/>
                  </a:moveTo>
                  <a:lnTo>
                    <a:pt x="928309" y="5497"/>
                  </a:lnTo>
                  <a:lnTo>
                    <a:pt x="1152611" y="547011"/>
                  </a:lnTo>
                  <a:lnTo>
                    <a:pt x="618872" y="779088"/>
                  </a:lnTo>
                  <a:lnTo>
                    <a:pt x="386795" y="765815"/>
                  </a:lnTo>
                  <a:lnTo>
                    <a:pt x="0" y="933806"/>
                  </a:lnTo>
                  <a:lnTo>
                    <a:pt x="58588" y="547011"/>
                  </a:lnTo>
                  <a:lnTo>
                    <a:pt x="232077" y="392293"/>
                  </a:lnTo>
                  <a:lnTo>
                    <a:pt x="386795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78243" y="328544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02545" y="382696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68807" y="4059040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49934" y="421375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08522" y="382696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2026-04-01T18:12:29Z</dcterms:modified>
  <cp:category/>
</cp:coreProperties>
</file>