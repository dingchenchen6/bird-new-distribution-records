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89173" y="443647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3195" y="3150529"/>
              <a:ext cx="1225305" cy="930508"/>
            </a:xfrm>
            <a:custGeom>
              <a:avLst/>
              <a:pathLst>
                <a:path w="1225305" h="930508">
                  <a:moveTo>
                    <a:pt x="218804" y="99050"/>
                  </a:moveTo>
                  <a:lnTo>
                    <a:pt x="930508" y="0"/>
                  </a:lnTo>
                  <a:lnTo>
                    <a:pt x="1225305" y="711703"/>
                  </a:lnTo>
                  <a:lnTo>
                    <a:pt x="373522" y="866421"/>
                  </a:lnTo>
                  <a:lnTo>
                    <a:pt x="218804" y="930508"/>
                  </a:lnTo>
                  <a:lnTo>
                    <a:pt x="64086" y="866421"/>
                  </a:lnTo>
                  <a:lnTo>
                    <a:pt x="0" y="711703"/>
                  </a:lnTo>
                  <a:lnTo>
                    <a:pt x="64086" y="556985"/>
                  </a:lnTo>
                  <a:lnTo>
                    <a:pt x="218804" y="99050"/>
                  </a:lnTo>
                </a:path>
              </a:pathLst>
            </a:custGeom>
            <a:ln w="31166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248433" y="3115259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43230" y="382696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2026-04-01T18:12:42Z</dcterms:modified>
  <cp:category/>
</cp:coreProperties>
</file>