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61384" y="445673"/>
              <a:ext cx="1021231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264223" y="3388758"/>
              <a:ext cx="1238354" cy="763456"/>
            </a:xfrm>
            <a:custGeom>
              <a:avLst/>
              <a:pathLst>
                <a:path w="1238354" h="763456">
                  <a:moveTo>
                    <a:pt x="307776" y="100452"/>
                  </a:moveTo>
                  <a:lnTo>
                    <a:pt x="781251" y="0"/>
                  </a:lnTo>
                  <a:lnTo>
                    <a:pt x="1238354" y="473474"/>
                  </a:lnTo>
                  <a:lnTo>
                    <a:pt x="596707" y="762406"/>
                  </a:lnTo>
                  <a:lnTo>
                    <a:pt x="307776" y="763456"/>
                  </a:lnTo>
                  <a:lnTo>
                    <a:pt x="31427" y="749824"/>
                  </a:lnTo>
                  <a:lnTo>
                    <a:pt x="0" y="473474"/>
                  </a:lnTo>
                  <a:lnTo>
                    <a:pt x="60786" y="226485"/>
                  </a:lnTo>
                  <a:lnTo>
                    <a:pt x="307776" y="100452"/>
                  </a:lnTo>
                </a:path>
              </a:pathLst>
            </a:custGeom>
            <a:ln w="3116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453940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010204" y="3353487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467308" y="3826962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825661" y="4115894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116944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260380" y="4103311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228953" y="3826962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289739" y="3579972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453940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2026-04-01T18:12:24Z</dcterms:modified>
  <cp:category/>
</cp:coreProperties>
</file>