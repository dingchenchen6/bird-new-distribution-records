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93224" y="445673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78035" y="3249580"/>
              <a:ext cx="1300465" cy="831457"/>
            </a:xfrm>
            <a:custGeom>
              <a:avLst/>
              <a:pathLst>
                <a:path w="1300465" h="831457">
                  <a:moveTo>
                    <a:pt x="293964" y="0"/>
                  </a:moveTo>
                  <a:lnTo>
                    <a:pt x="866421" y="40195"/>
                  </a:lnTo>
                  <a:lnTo>
                    <a:pt x="1300465" y="612652"/>
                  </a:lnTo>
                  <a:lnTo>
                    <a:pt x="448682" y="767370"/>
                  </a:lnTo>
                  <a:lnTo>
                    <a:pt x="293964" y="831457"/>
                  </a:lnTo>
                  <a:lnTo>
                    <a:pt x="139246" y="767370"/>
                  </a:lnTo>
                  <a:lnTo>
                    <a:pt x="75159" y="612652"/>
                  </a:lnTo>
                  <a:lnTo>
                    <a:pt x="0" y="318688"/>
                  </a:lnTo>
                  <a:lnTo>
                    <a:pt x="293964" y="0"/>
                  </a:lnTo>
                </a:path>
              </a:pathLst>
            </a:custGeom>
            <a:ln w="31166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14310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09187" y="3254505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43230" y="3826962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42765" y="3532998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14310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2026-04-01T18:12:34Z</dcterms:modified>
  <cp:category/>
</cp:coreProperties>
</file>