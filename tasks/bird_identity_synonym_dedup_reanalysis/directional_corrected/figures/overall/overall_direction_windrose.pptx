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62990" y="0"/>
              <a:ext cx="861801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414820" y="151830"/>
              <a:ext cx="6432490" cy="643249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631066" y="473455"/>
              <a:ext cx="0" cy="2894620"/>
            </a:xfrm>
            <a:custGeom>
              <a:avLst/>
              <a:pathLst>
                <a:path w="0" h="2894620">
                  <a:moveTo>
                    <a:pt x="0" y="289462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31066" y="1321269"/>
              <a:ext cx="2046806" cy="2046806"/>
            </a:xfrm>
            <a:custGeom>
              <a:avLst/>
              <a:pathLst>
                <a:path w="2046806" h="2046806">
                  <a:moveTo>
                    <a:pt x="0" y="2046806"/>
                  </a:moveTo>
                  <a:lnTo>
                    <a:pt x="2046806" y="0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1066" y="3368075"/>
              <a:ext cx="2894620" cy="0"/>
            </a:xfrm>
            <a:custGeom>
              <a:avLst/>
              <a:pathLst>
                <a:path w="2894620" h="0">
                  <a:moveTo>
                    <a:pt x="0" y="0"/>
                  </a:moveTo>
                  <a:lnTo>
                    <a:pt x="2894620" y="0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1066" y="3368075"/>
              <a:ext cx="2046806" cy="2046806"/>
            </a:xfrm>
            <a:custGeom>
              <a:avLst/>
              <a:pathLst>
                <a:path w="2046806" h="2046806">
                  <a:moveTo>
                    <a:pt x="0" y="0"/>
                  </a:moveTo>
                  <a:lnTo>
                    <a:pt x="2046806" y="2046806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631066" y="3368075"/>
              <a:ext cx="0" cy="2894620"/>
            </a:xfrm>
            <a:custGeom>
              <a:avLst/>
              <a:pathLst>
                <a:path w="0" h="2894620">
                  <a:moveTo>
                    <a:pt x="0" y="0"/>
                  </a:moveTo>
                  <a:lnTo>
                    <a:pt x="0" y="2894620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584260" y="3368075"/>
              <a:ext cx="2046806" cy="2046806"/>
            </a:xfrm>
            <a:custGeom>
              <a:avLst/>
              <a:pathLst>
                <a:path w="2046806" h="2046806">
                  <a:moveTo>
                    <a:pt x="2046806" y="0"/>
                  </a:moveTo>
                  <a:lnTo>
                    <a:pt x="0" y="2046806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36445" y="3368075"/>
              <a:ext cx="2894620" cy="0"/>
            </a:xfrm>
            <a:custGeom>
              <a:avLst/>
              <a:pathLst>
                <a:path w="2894620" h="0">
                  <a:moveTo>
                    <a:pt x="2894620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584260" y="1321269"/>
              <a:ext cx="2046806" cy="2046806"/>
            </a:xfrm>
            <a:custGeom>
              <a:avLst/>
              <a:pathLst>
                <a:path w="2046806" h="2046806">
                  <a:moveTo>
                    <a:pt x="2046806" y="204680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344730" y="2081577"/>
              <a:ext cx="2572672" cy="2572348"/>
            </a:xfrm>
            <a:custGeom>
              <a:avLst/>
              <a:pathLst>
                <a:path w="2572672" h="2572348">
                  <a:moveTo>
                    <a:pt x="1286336" y="0"/>
                  </a:moveTo>
                  <a:lnTo>
                    <a:pt x="1367930" y="2590"/>
                  </a:lnTo>
                  <a:lnTo>
                    <a:pt x="1449197" y="10350"/>
                  </a:lnTo>
                  <a:lnTo>
                    <a:pt x="1529807" y="23248"/>
                  </a:lnTo>
                  <a:lnTo>
                    <a:pt x="1609437" y="41233"/>
                  </a:lnTo>
                  <a:lnTo>
                    <a:pt x="1687766" y="64233"/>
                  </a:lnTo>
                  <a:lnTo>
                    <a:pt x="1764479" y="92154"/>
                  </a:lnTo>
                  <a:lnTo>
                    <a:pt x="1839266" y="124884"/>
                  </a:lnTo>
                  <a:lnTo>
                    <a:pt x="1911827" y="162292"/>
                  </a:lnTo>
                  <a:lnTo>
                    <a:pt x="1981869" y="204227"/>
                  </a:lnTo>
                  <a:lnTo>
                    <a:pt x="2049111" y="250519"/>
                  </a:lnTo>
                  <a:lnTo>
                    <a:pt x="2113281" y="300983"/>
                  </a:lnTo>
                  <a:lnTo>
                    <a:pt x="2174121" y="355415"/>
                  </a:lnTo>
                  <a:lnTo>
                    <a:pt x="2231387" y="413597"/>
                  </a:lnTo>
                  <a:lnTo>
                    <a:pt x="2284847" y="475293"/>
                  </a:lnTo>
                  <a:lnTo>
                    <a:pt x="2334286" y="540256"/>
                  </a:lnTo>
                  <a:lnTo>
                    <a:pt x="2379506" y="608223"/>
                  </a:lnTo>
                  <a:lnTo>
                    <a:pt x="2420324" y="678922"/>
                  </a:lnTo>
                  <a:lnTo>
                    <a:pt x="2456576" y="752067"/>
                  </a:lnTo>
                  <a:lnTo>
                    <a:pt x="2488115" y="827364"/>
                  </a:lnTo>
                  <a:lnTo>
                    <a:pt x="2514816" y="904510"/>
                  </a:lnTo>
                  <a:lnTo>
                    <a:pt x="2536569" y="983194"/>
                  </a:lnTo>
                  <a:lnTo>
                    <a:pt x="2553289" y="1063100"/>
                  </a:lnTo>
                  <a:lnTo>
                    <a:pt x="2564907" y="1143904"/>
                  </a:lnTo>
                  <a:lnTo>
                    <a:pt x="2571377" y="1225284"/>
                  </a:lnTo>
                  <a:lnTo>
                    <a:pt x="2572672" y="1306909"/>
                  </a:lnTo>
                  <a:lnTo>
                    <a:pt x="2568788" y="1388453"/>
                  </a:lnTo>
                  <a:lnTo>
                    <a:pt x="2559739" y="1469585"/>
                  </a:lnTo>
                  <a:lnTo>
                    <a:pt x="2545563" y="1549981"/>
                  </a:lnTo>
                  <a:lnTo>
                    <a:pt x="2526317" y="1629316"/>
                  </a:lnTo>
                  <a:lnTo>
                    <a:pt x="2502077" y="1707270"/>
                  </a:lnTo>
                  <a:lnTo>
                    <a:pt x="2472943" y="1783530"/>
                  </a:lnTo>
                  <a:lnTo>
                    <a:pt x="2439030" y="1857789"/>
                  </a:lnTo>
                  <a:lnTo>
                    <a:pt x="2400476" y="1929747"/>
                  </a:lnTo>
                  <a:lnTo>
                    <a:pt x="2357435" y="1999115"/>
                  </a:lnTo>
                  <a:lnTo>
                    <a:pt x="2310082" y="2065613"/>
                  </a:lnTo>
                  <a:lnTo>
                    <a:pt x="2258606" y="2128975"/>
                  </a:lnTo>
                  <a:lnTo>
                    <a:pt x="2203215" y="2188944"/>
                  </a:lnTo>
                  <a:lnTo>
                    <a:pt x="2144133" y="2245279"/>
                  </a:lnTo>
                  <a:lnTo>
                    <a:pt x="2081596" y="2297753"/>
                  </a:lnTo>
                  <a:lnTo>
                    <a:pt x="2015857" y="2346156"/>
                  </a:lnTo>
                  <a:lnTo>
                    <a:pt x="1947181" y="2390292"/>
                  </a:lnTo>
                  <a:lnTo>
                    <a:pt x="1875843" y="2429983"/>
                  </a:lnTo>
                  <a:lnTo>
                    <a:pt x="1802132" y="2465069"/>
                  </a:lnTo>
                  <a:lnTo>
                    <a:pt x="1726344" y="2495410"/>
                  </a:lnTo>
                  <a:lnTo>
                    <a:pt x="1648784" y="2520884"/>
                  </a:lnTo>
                  <a:lnTo>
                    <a:pt x="1569765" y="2541386"/>
                  </a:lnTo>
                  <a:lnTo>
                    <a:pt x="1489604" y="2556836"/>
                  </a:lnTo>
                  <a:lnTo>
                    <a:pt x="1408625" y="2567170"/>
                  </a:lnTo>
                  <a:lnTo>
                    <a:pt x="1327154" y="2572348"/>
                  </a:lnTo>
                  <a:lnTo>
                    <a:pt x="1245518" y="2572348"/>
                  </a:lnTo>
                  <a:lnTo>
                    <a:pt x="1164046" y="2567170"/>
                  </a:lnTo>
                  <a:lnTo>
                    <a:pt x="1083067" y="2556836"/>
                  </a:lnTo>
                  <a:lnTo>
                    <a:pt x="1002907" y="2541386"/>
                  </a:lnTo>
                  <a:lnTo>
                    <a:pt x="923887" y="2520884"/>
                  </a:lnTo>
                  <a:lnTo>
                    <a:pt x="846327" y="2495410"/>
                  </a:lnTo>
                  <a:lnTo>
                    <a:pt x="770539" y="2465069"/>
                  </a:lnTo>
                  <a:lnTo>
                    <a:pt x="696828" y="2429983"/>
                  </a:lnTo>
                  <a:lnTo>
                    <a:pt x="625491" y="2390292"/>
                  </a:lnTo>
                  <a:lnTo>
                    <a:pt x="556814" y="2346156"/>
                  </a:lnTo>
                  <a:lnTo>
                    <a:pt x="491075" y="2297753"/>
                  </a:lnTo>
                  <a:lnTo>
                    <a:pt x="428539" y="2245279"/>
                  </a:lnTo>
                  <a:lnTo>
                    <a:pt x="369456" y="2188944"/>
                  </a:lnTo>
                  <a:lnTo>
                    <a:pt x="314065" y="2128975"/>
                  </a:lnTo>
                  <a:lnTo>
                    <a:pt x="262590" y="2065613"/>
                  </a:lnTo>
                  <a:lnTo>
                    <a:pt x="215236" y="1999115"/>
                  </a:lnTo>
                  <a:lnTo>
                    <a:pt x="172196" y="1929747"/>
                  </a:lnTo>
                  <a:lnTo>
                    <a:pt x="133641" y="1857789"/>
                  </a:lnTo>
                  <a:lnTo>
                    <a:pt x="99729" y="1783530"/>
                  </a:lnTo>
                  <a:lnTo>
                    <a:pt x="70594" y="1707270"/>
                  </a:lnTo>
                  <a:lnTo>
                    <a:pt x="46355" y="1629316"/>
                  </a:lnTo>
                  <a:lnTo>
                    <a:pt x="27108" y="1549981"/>
                  </a:lnTo>
                  <a:lnTo>
                    <a:pt x="12932" y="1469585"/>
                  </a:lnTo>
                  <a:lnTo>
                    <a:pt x="3884" y="1388453"/>
                  </a:lnTo>
                  <a:lnTo>
                    <a:pt x="0" y="1306909"/>
                  </a:lnTo>
                  <a:lnTo>
                    <a:pt x="1295" y="1225284"/>
                  </a:lnTo>
                  <a:lnTo>
                    <a:pt x="7764" y="1143904"/>
                  </a:lnTo>
                  <a:lnTo>
                    <a:pt x="19382" y="1063100"/>
                  </a:lnTo>
                  <a:lnTo>
                    <a:pt x="36102" y="983194"/>
                  </a:lnTo>
                  <a:lnTo>
                    <a:pt x="57856" y="904510"/>
                  </a:lnTo>
                  <a:lnTo>
                    <a:pt x="84556" y="827364"/>
                  </a:lnTo>
                  <a:lnTo>
                    <a:pt x="116096" y="752067"/>
                  </a:lnTo>
                  <a:lnTo>
                    <a:pt x="152348" y="678922"/>
                  </a:lnTo>
                  <a:lnTo>
                    <a:pt x="193166" y="608223"/>
                  </a:lnTo>
                  <a:lnTo>
                    <a:pt x="238385" y="540256"/>
                  </a:lnTo>
                  <a:lnTo>
                    <a:pt x="287825" y="475293"/>
                  </a:lnTo>
                  <a:lnTo>
                    <a:pt x="341285" y="413597"/>
                  </a:lnTo>
                  <a:lnTo>
                    <a:pt x="398550" y="355415"/>
                  </a:lnTo>
                  <a:lnTo>
                    <a:pt x="459391" y="300983"/>
                  </a:lnTo>
                  <a:lnTo>
                    <a:pt x="523561" y="250519"/>
                  </a:lnTo>
                  <a:lnTo>
                    <a:pt x="590802" y="204227"/>
                  </a:lnTo>
                  <a:lnTo>
                    <a:pt x="660845" y="162292"/>
                  </a:lnTo>
                  <a:lnTo>
                    <a:pt x="733405" y="124884"/>
                  </a:lnTo>
                  <a:lnTo>
                    <a:pt x="808193" y="92154"/>
                  </a:lnTo>
                  <a:lnTo>
                    <a:pt x="884905" y="64233"/>
                  </a:lnTo>
                  <a:lnTo>
                    <a:pt x="963234" y="41233"/>
                  </a:lnTo>
                  <a:lnTo>
                    <a:pt x="1042864" y="23248"/>
                  </a:lnTo>
                  <a:lnTo>
                    <a:pt x="1123475" y="10350"/>
                  </a:lnTo>
                  <a:lnTo>
                    <a:pt x="1204741" y="2590"/>
                  </a:lnTo>
                  <a:lnTo>
                    <a:pt x="1286336" y="0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58393" y="795079"/>
              <a:ext cx="5145344" cy="5144697"/>
            </a:xfrm>
            <a:custGeom>
              <a:avLst/>
              <a:pathLst>
                <a:path w="5145344" h="5144697">
                  <a:moveTo>
                    <a:pt x="2572672" y="0"/>
                  </a:moveTo>
                  <a:lnTo>
                    <a:pt x="2735861" y="5180"/>
                  </a:lnTo>
                  <a:lnTo>
                    <a:pt x="2898394" y="20700"/>
                  </a:lnTo>
                  <a:lnTo>
                    <a:pt x="3059615" y="46497"/>
                  </a:lnTo>
                  <a:lnTo>
                    <a:pt x="3218875" y="82467"/>
                  </a:lnTo>
                  <a:lnTo>
                    <a:pt x="3375533" y="128466"/>
                  </a:lnTo>
                  <a:lnTo>
                    <a:pt x="3528958" y="184309"/>
                  </a:lnTo>
                  <a:lnTo>
                    <a:pt x="3678533" y="249769"/>
                  </a:lnTo>
                  <a:lnTo>
                    <a:pt x="3823654" y="324585"/>
                  </a:lnTo>
                  <a:lnTo>
                    <a:pt x="3963739" y="408454"/>
                  </a:lnTo>
                  <a:lnTo>
                    <a:pt x="4098222" y="501038"/>
                  </a:lnTo>
                  <a:lnTo>
                    <a:pt x="4226562" y="601966"/>
                  </a:lnTo>
                  <a:lnTo>
                    <a:pt x="4348243" y="710831"/>
                  </a:lnTo>
                  <a:lnTo>
                    <a:pt x="4462774" y="827194"/>
                  </a:lnTo>
                  <a:lnTo>
                    <a:pt x="4569694" y="950586"/>
                  </a:lnTo>
                  <a:lnTo>
                    <a:pt x="4668573" y="1080512"/>
                  </a:lnTo>
                  <a:lnTo>
                    <a:pt x="4759012" y="1216447"/>
                  </a:lnTo>
                  <a:lnTo>
                    <a:pt x="4840648" y="1357844"/>
                  </a:lnTo>
                  <a:lnTo>
                    <a:pt x="4913152" y="1504134"/>
                  </a:lnTo>
                  <a:lnTo>
                    <a:pt x="4976231" y="1654729"/>
                  </a:lnTo>
                  <a:lnTo>
                    <a:pt x="5029632" y="1809021"/>
                  </a:lnTo>
                  <a:lnTo>
                    <a:pt x="5073139" y="1966389"/>
                  </a:lnTo>
                  <a:lnTo>
                    <a:pt x="5106579" y="2126200"/>
                  </a:lnTo>
                  <a:lnTo>
                    <a:pt x="5129815" y="2287809"/>
                  </a:lnTo>
                  <a:lnTo>
                    <a:pt x="5142754" y="2450568"/>
                  </a:lnTo>
                  <a:lnTo>
                    <a:pt x="5145344" y="2613819"/>
                  </a:lnTo>
                  <a:lnTo>
                    <a:pt x="5137576" y="2776906"/>
                  </a:lnTo>
                  <a:lnTo>
                    <a:pt x="5119479" y="2939171"/>
                  </a:lnTo>
                  <a:lnTo>
                    <a:pt x="5091127" y="3099963"/>
                  </a:lnTo>
                  <a:lnTo>
                    <a:pt x="5052634" y="3258632"/>
                  </a:lnTo>
                  <a:lnTo>
                    <a:pt x="5004155" y="3414540"/>
                  </a:lnTo>
                  <a:lnTo>
                    <a:pt x="4945886" y="3567060"/>
                  </a:lnTo>
                  <a:lnTo>
                    <a:pt x="4878061" y="3715578"/>
                  </a:lnTo>
                  <a:lnTo>
                    <a:pt x="4800952" y="3859494"/>
                  </a:lnTo>
                  <a:lnTo>
                    <a:pt x="4714871" y="3998230"/>
                  </a:lnTo>
                  <a:lnTo>
                    <a:pt x="4620164" y="4131227"/>
                  </a:lnTo>
                  <a:lnTo>
                    <a:pt x="4517213" y="4257950"/>
                  </a:lnTo>
                  <a:lnTo>
                    <a:pt x="4406431" y="4377888"/>
                  </a:lnTo>
                  <a:lnTo>
                    <a:pt x="4288266" y="4490558"/>
                  </a:lnTo>
                  <a:lnTo>
                    <a:pt x="4163193" y="4595507"/>
                  </a:lnTo>
                  <a:lnTo>
                    <a:pt x="4031715" y="4692313"/>
                  </a:lnTo>
                  <a:lnTo>
                    <a:pt x="3894362" y="4780584"/>
                  </a:lnTo>
                  <a:lnTo>
                    <a:pt x="3751687" y="4859966"/>
                  </a:lnTo>
                  <a:lnTo>
                    <a:pt x="3604265" y="4930139"/>
                  </a:lnTo>
                  <a:lnTo>
                    <a:pt x="3452688" y="4990821"/>
                  </a:lnTo>
                  <a:lnTo>
                    <a:pt x="3297569" y="5041768"/>
                  </a:lnTo>
                  <a:lnTo>
                    <a:pt x="3139530" y="5082773"/>
                  </a:lnTo>
                  <a:lnTo>
                    <a:pt x="2979209" y="5113672"/>
                  </a:lnTo>
                  <a:lnTo>
                    <a:pt x="2817251" y="5134341"/>
                  </a:lnTo>
                  <a:lnTo>
                    <a:pt x="2654308" y="5144697"/>
                  </a:lnTo>
                  <a:lnTo>
                    <a:pt x="2491036" y="5144697"/>
                  </a:lnTo>
                  <a:lnTo>
                    <a:pt x="2328093" y="5134341"/>
                  </a:lnTo>
                  <a:lnTo>
                    <a:pt x="2166135" y="5113672"/>
                  </a:lnTo>
                  <a:lnTo>
                    <a:pt x="2005814" y="5082773"/>
                  </a:lnTo>
                  <a:lnTo>
                    <a:pt x="1847775" y="5041768"/>
                  </a:lnTo>
                  <a:lnTo>
                    <a:pt x="1692655" y="4990821"/>
                  </a:lnTo>
                  <a:lnTo>
                    <a:pt x="1541079" y="4930139"/>
                  </a:lnTo>
                  <a:lnTo>
                    <a:pt x="1393657" y="4859966"/>
                  </a:lnTo>
                  <a:lnTo>
                    <a:pt x="1250982" y="4780584"/>
                  </a:lnTo>
                  <a:lnTo>
                    <a:pt x="1113629" y="4692313"/>
                  </a:lnTo>
                  <a:lnTo>
                    <a:pt x="982151" y="4595507"/>
                  </a:lnTo>
                  <a:lnTo>
                    <a:pt x="857078" y="4490558"/>
                  </a:lnTo>
                  <a:lnTo>
                    <a:pt x="738912" y="4377888"/>
                  </a:lnTo>
                  <a:lnTo>
                    <a:pt x="628131" y="4257950"/>
                  </a:lnTo>
                  <a:lnTo>
                    <a:pt x="525180" y="4131227"/>
                  </a:lnTo>
                  <a:lnTo>
                    <a:pt x="430473" y="3998230"/>
                  </a:lnTo>
                  <a:lnTo>
                    <a:pt x="344392" y="3859494"/>
                  </a:lnTo>
                  <a:lnTo>
                    <a:pt x="267283" y="3715578"/>
                  </a:lnTo>
                  <a:lnTo>
                    <a:pt x="199458" y="3567060"/>
                  </a:lnTo>
                  <a:lnTo>
                    <a:pt x="141188" y="3414540"/>
                  </a:lnTo>
                  <a:lnTo>
                    <a:pt x="92710" y="3258632"/>
                  </a:lnTo>
                  <a:lnTo>
                    <a:pt x="54217" y="3099963"/>
                  </a:lnTo>
                  <a:lnTo>
                    <a:pt x="25865" y="2939171"/>
                  </a:lnTo>
                  <a:lnTo>
                    <a:pt x="7768" y="2776906"/>
                  </a:lnTo>
                  <a:lnTo>
                    <a:pt x="0" y="2613819"/>
                  </a:lnTo>
                  <a:lnTo>
                    <a:pt x="2590" y="2450568"/>
                  </a:lnTo>
                  <a:lnTo>
                    <a:pt x="15529" y="2287809"/>
                  </a:lnTo>
                  <a:lnTo>
                    <a:pt x="38765" y="2126200"/>
                  </a:lnTo>
                  <a:lnTo>
                    <a:pt x="72204" y="1966389"/>
                  </a:lnTo>
                  <a:lnTo>
                    <a:pt x="115712" y="1809021"/>
                  </a:lnTo>
                  <a:lnTo>
                    <a:pt x="169113" y="1654729"/>
                  </a:lnTo>
                  <a:lnTo>
                    <a:pt x="232192" y="1504134"/>
                  </a:lnTo>
                  <a:lnTo>
                    <a:pt x="304696" y="1357844"/>
                  </a:lnTo>
                  <a:lnTo>
                    <a:pt x="386332" y="1216447"/>
                  </a:lnTo>
                  <a:lnTo>
                    <a:pt x="476771" y="1080512"/>
                  </a:lnTo>
                  <a:lnTo>
                    <a:pt x="575650" y="950586"/>
                  </a:lnTo>
                  <a:lnTo>
                    <a:pt x="682570" y="827194"/>
                  </a:lnTo>
                  <a:lnTo>
                    <a:pt x="797101" y="710831"/>
                  </a:lnTo>
                  <a:lnTo>
                    <a:pt x="918782" y="601966"/>
                  </a:lnTo>
                  <a:lnTo>
                    <a:pt x="1047122" y="501038"/>
                  </a:lnTo>
                  <a:lnTo>
                    <a:pt x="1181605" y="408454"/>
                  </a:lnTo>
                  <a:lnTo>
                    <a:pt x="1321690" y="324585"/>
                  </a:lnTo>
                  <a:lnTo>
                    <a:pt x="1466811" y="249769"/>
                  </a:lnTo>
                  <a:lnTo>
                    <a:pt x="1616386" y="184309"/>
                  </a:lnTo>
                  <a:lnTo>
                    <a:pt x="1769811" y="128466"/>
                  </a:lnTo>
                  <a:lnTo>
                    <a:pt x="1926469" y="82467"/>
                  </a:lnTo>
                  <a:lnTo>
                    <a:pt x="2085729" y="46497"/>
                  </a:lnTo>
                  <a:lnTo>
                    <a:pt x="2246950" y="20700"/>
                  </a:lnTo>
                  <a:lnTo>
                    <a:pt x="2409482" y="5180"/>
                  </a:lnTo>
                  <a:lnTo>
                    <a:pt x="2572672" y="0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36809" y="473455"/>
              <a:ext cx="5788512" cy="5787784"/>
            </a:xfrm>
            <a:custGeom>
              <a:avLst/>
              <a:pathLst>
                <a:path w="5788512" h="5787784">
                  <a:moveTo>
                    <a:pt x="2894256" y="0"/>
                  </a:moveTo>
                  <a:lnTo>
                    <a:pt x="3077844" y="5827"/>
                  </a:lnTo>
                  <a:lnTo>
                    <a:pt x="3260693" y="23287"/>
                  </a:lnTo>
                  <a:lnTo>
                    <a:pt x="3442067" y="52309"/>
                  </a:lnTo>
                  <a:lnTo>
                    <a:pt x="3621234" y="92776"/>
                  </a:lnTo>
                  <a:lnTo>
                    <a:pt x="3797474" y="144525"/>
                  </a:lnTo>
                  <a:lnTo>
                    <a:pt x="3970078" y="207347"/>
                  </a:lnTo>
                  <a:lnTo>
                    <a:pt x="4138349" y="280990"/>
                  </a:lnTo>
                  <a:lnTo>
                    <a:pt x="4301611" y="365158"/>
                  </a:lnTo>
                  <a:lnTo>
                    <a:pt x="4459206" y="459510"/>
                  </a:lnTo>
                  <a:lnTo>
                    <a:pt x="4610500" y="563668"/>
                  </a:lnTo>
                  <a:lnTo>
                    <a:pt x="4754882" y="677212"/>
                  </a:lnTo>
                  <a:lnTo>
                    <a:pt x="4891773" y="799685"/>
                  </a:lnTo>
                  <a:lnTo>
                    <a:pt x="5020620" y="930593"/>
                  </a:lnTo>
                  <a:lnTo>
                    <a:pt x="5140906" y="1069409"/>
                  </a:lnTo>
                  <a:lnTo>
                    <a:pt x="5252144" y="1215576"/>
                  </a:lnTo>
                  <a:lnTo>
                    <a:pt x="5353889" y="1368502"/>
                  </a:lnTo>
                  <a:lnTo>
                    <a:pt x="5445729" y="1527575"/>
                  </a:lnTo>
                  <a:lnTo>
                    <a:pt x="5527296" y="1692151"/>
                  </a:lnTo>
                  <a:lnTo>
                    <a:pt x="5598260" y="1861570"/>
                  </a:lnTo>
                  <a:lnTo>
                    <a:pt x="5658336" y="2035148"/>
                  </a:lnTo>
                  <a:lnTo>
                    <a:pt x="5707282" y="2212188"/>
                  </a:lnTo>
                  <a:lnTo>
                    <a:pt x="5744901" y="2391975"/>
                  </a:lnTo>
                  <a:lnTo>
                    <a:pt x="5771041" y="2573786"/>
                  </a:lnTo>
                  <a:lnTo>
                    <a:pt x="5785598" y="2756889"/>
                  </a:lnTo>
                  <a:lnTo>
                    <a:pt x="5788512" y="2940546"/>
                  </a:lnTo>
                  <a:lnTo>
                    <a:pt x="5779773" y="3124019"/>
                  </a:lnTo>
                  <a:lnTo>
                    <a:pt x="5759414" y="3306568"/>
                  </a:lnTo>
                  <a:lnTo>
                    <a:pt x="5727518" y="3487458"/>
                  </a:lnTo>
                  <a:lnTo>
                    <a:pt x="5684214" y="3665961"/>
                  </a:lnTo>
                  <a:lnTo>
                    <a:pt x="5629675" y="3841358"/>
                  </a:lnTo>
                  <a:lnTo>
                    <a:pt x="5564122" y="4012943"/>
                  </a:lnTo>
                  <a:lnTo>
                    <a:pt x="5487818" y="4180025"/>
                  </a:lnTo>
                  <a:lnTo>
                    <a:pt x="5401071" y="4341931"/>
                  </a:lnTo>
                  <a:lnTo>
                    <a:pt x="5304230" y="4498009"/>
                  </a:lnTo>
                  <a:lnTo>
                    <a:pt x="5197685" y="4647631"/>
                  </a:lnTo>
                  <a:lnTo>
                    <a:pt x="5081864" y="4790194"/>
                  </a:lnTo>
                  <a:lnTo>
                    <a:pt x="4957235" y="4925124"/>
                  </a:lnTo>
                  <a:lnTo>
                    <a:pt x="4824299" y="5051878"/>
                  </a:lnTo>
                  <a:lnTo>
                    <a:pt x="4683592" y="5169946"/>
                  </a:lnTo>
                  <a:lnTo>
                    <a:pt x="4535679" y="5278852"/>
                  </a:lnTo>
                  <a:lnTo>
                    <a:pt x="4381157" y="5378157"/>
                  </a:lnTo>
                  <a:lnTo>
                    <a:pt x="4220648" y="5467462"/>
                  </a:lnTo>
                  <a:lnTo>
                    <a:pt x="4054798" y="5546407"/>
                  </a:lnTo>
                  <a:lnTo>
                    <a:pt x="3884275" y="5614674"/>
                  </a:lnTo>
                  <a:lnTo>
                    <a:pt x="3709765" y="5671989"/>
                  </a:lnTo>
                  <a:lnTo>
                    <a:pt x="3531971" y="5718120"/>
                  </a:lnTo>
                  <a:lnTo>
                    <a:pt x="3351610" y="5752881"/>
                  </a:lnTo>
                  <a:lnTo>
                    <a:pt x="3169407" y="5776134"/>
                  </a:lnTo>
                  <a:lnTo>
                    <a:pt x="2986096" y="5787784"/>
                  </a:lnTo>
                  <a:lnTo>
                    <a:pt x="2802416" y="5787784"/>
                  </a:lnTo>
                  <a:lnTo>
                    <a:pt x="2619105" y="5776134"/>
                  </a:lnTo>
                  <a:lnTo>
                    <a:pt x="2436902" y="5752881"/>
                  </a:lnTo>
                  <a:lnTo>
                    <a:pt x="2256541" y="5718120"/>
                  </a:lnTo>
                  <a:lnTo>
                    <a:pt x="2078747" y="5671989"/>
                  </a:lnTo>
                  <a:lnTo>
                    <a:pt x="1904237" y="5614674"/>
                  </a:lnTo>
                  <a:lnTo>
                    <a:pt x="1733714" y="5546407"/>
                  </a:lnTo>
                  <a:lnTo>
                    <a:pt x="1567864" y="5467462"/>
                  </a:lnTo>
                  <a:lnTo>
                    <a:pt x="1407355" y="5378157"/>
                  </a:lnTo>
                  <a:lnTo>
                    <a:pt x="1252833" y="5278852"/>
                  </a:lnTo>
                  <a:lnTo>
                    <a:pt x="1104920" y="5169946"/>
                  </a:lnTo>
                  <a:lnTo>
                    <a:pt x="964213" y="5051878"/>
                  </a:lnTo>
                  <a:lnTo>
                    <a:pt x="831277" y="4925124"/>
                  </a:lnTo>
                  <a:lnTo>
                    <a:pt x="706648" y="4790194"/>
                  </a:lnTo>
                  <a:lnTo>
                    <a:pt x="590827" y="4647631"/>
                  </a:lnTo>
                  <a:lnTo>
                    <a:pt x="484282" y="4498009"/>
                  </a:lnTo>
                  <a:lnTo>
                    <a:pt x="387441" y="4341931"/>
                  </a:lnTo>
                  <a:lnTo>
                    <a:pt x="300694" y="4180025"/>
                  </a:lnTo>
                  <a:lnTo>
                    <a:pt x="224390" y="4012943"/>
                  </a:lnTo>
                  <a:lnTo>
                    <a:pt x="158837" y="3841358"/>
                  </a:lnTo>
                  <a:lnTo>
                    <a:pt x="104298" y="3665961"/>
                  </a:lnTo>
                  <a:lnTo>
                    <a:pt x="60994" y="3487458"/>
                  </a:lnTo>
                  <a:lnTo>
                    <a:pt x="29098" y="3306568"/>
                  </a:lnTo>
                  <a:lnTo>
                    <a:pt x="8739" y="3124019"/>
                  </a:lnTo>
                  <a:lnTo>
                    <a:pt x="0" y="2940546"/>
                  </a:lnTo>
                  <a:lnTo>
                    <a:pt x="2914" y="2756889"/>
                  </a:lnTo>
                  <a:lnTo>
                    <a:pt x="17470" y="2573786"/>
                  </a:lnTo>
                  <a:lnTo>
                    <a:pt x="43611" y="2391975"/>
                  </a:lnTo>
                  <a:lnTo>
                    <a:pt x="81230" y="2212188"/>
                  </a:lnTo>
                  <a:lnTo>
                    <a:pt x="130176" y="2035148"/>
                  </a:lnTo>
                  <a:lnTo>
                    <a:pt x="190252" y="1861570"/>
                  </a:lnTo>
                  <a:lnTo>
                    <a:pt x="261216" y="1692151"/>
                  </a:lnTo>
                  <a:lnTo>
                    <a:pt x="342783" y="1527575"/>
                  </a:lnTo>
                  <a:lnTo>
                    <a:pt x="434623" y="1368502"/>
                  </a:lnTo>
                  <a:lnTo>
                    <a:pt x="536367" y="1215576"/>
                  </a:lnTo>
                  <a:lnTo>
                    <a:pt x="647606" y="1069409"/>
                  </a:lnTo>
                  <a:lnTo>
                    <a:pt x="767892" y="930593"/>
                  </a:lnTo>
                  <a:lnTo>
                    <a:pt x="896739" y="799685"/>
                  </a:lnTo>
                  <a:lnTo>
                    <a:pt x="1033630" y="677212"/>
                  </a:lnTo>
                  <a:lnTo>
                    <a:pt x="1178012" y="563668"/>
                  </a:lnTo>
                  <a:lnTo>
                    <a:pt x="1329306" y="459510"/>
                  </a:lnTo>
                  <a:lnTo>
                    <a:pt x="1486901" y="365158"/>
                  </a:lnTo>
                  <a:lnTo>
                    <a:pt x="1650163" y="280990"/>
                  </a:lnTo>
                  <a:lnTo>
                    <a:pt x="1818434" y="207347"/>
                  </a:lnTo>
                  <a:lnTo>
                    <a:pt x="1991037" y="144525"/>
                  </a:lnTo>
                  <a:lnTo>
                    <a:pt x="2167278" y="92776"/>
                  </a:lnTo>
                  <a:lnTo>
                    <a:pt x="2346445" y="52309"/>
                  </a:lnTo>
                  <a:lnTo>
                    <a:pt x="2527819" y="23287"/>
                  </a:lnTo>
                  <a:lnTo>
                    <a:pt x="2710668" y="5827"/>
                  </a:lnTo>
                  <a:lnTo>
                    <a:pt x="2894256" y="0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2978199" y="2295957"/>
              <a:ext cx="3035270" cy="2550763"/>
            </a:xfrm>
            <a:custGeom>
              <a:avLst/>
              <a:pathLst>
                <a:path w="3035270" h="2550763">
                  <a:moveTo>
                    <a:pt x="3035270" y="1072118"/>
                  </a:moveTo>
                  <a:lnTo>
                    <a:pt x="2977898" y="964625"/>
                  </a:lnTo>
                  <a:lnTo>
                    <a:pt x="2915798" y="862427"/>
                  </a:lnTo>
                  <a:lnTo>
                    <a:pt x="2849337" y="765724"/>
                  </a:lnTo>
                  <a:lnTo>
                    <a:pt x="2778889" y="674696"/>
                  </a:lnTo>
                  <a:lnTo>
                    <a:pt x="2704835" y="589499"/>
                  </a:lnTo>
                  <a:lnTo>
                    <a:pt x="2627563" y="510268"/>
                  </a:lnTo>
                  <a:lnTo>
                    <a:pt x="2547465" y="437113"/>
                  </a:lnTo>
                  <a:lnTo>
                    <a:pt x="2464934" y="370119"/>
                  </a:lnTo>
                  <a:lnTo>
                    <a:pt x="2380368" y="309352"/>
                  </a:lnTo>
                  <a:lnTo>
                    <a:pt x="2294163" y="254849"/>
                  </a:lnTo>
                  <a:lnTo>
                    <a:pt x="2206716" y="206630"/>
                  </a:lnTo>
                  <a:lnTo>
                    <a:pt x="2118419" y="164686"/>
                  </a:lnTo>
                  <a:lnTo>
                    <a:pt x="2029664" y="128990"/>
                  </a:lnTo>
                  <a:lnTo>
                    <a:pt x="1940836" y="99489"/>
                  </a:lnTo>
                  <a:lnTo>
                    <a:pt x="1852314" y="76109"/>
                  </a:lnTo>
                  <a:lnTo>
                    <a:pt x="1764472" y="58756"/>
                  </a:lnTo>
                  <a:lnTo>
                    <a:pt x="1677673" y="47311"/>
                  </a:lnTo>
                  <a:lnTo>
                    <a:pt x="1592272" y="41639"/>
                  </a:lnTo>
                  <a:lnTo>
                    <a:pt x="1508613" y="41581"/>
                  </a:lnTo>
                  <a:lnTo>
                    <a:pt x="1427029" y="46962"/>
                  </a:lnTo>
                  <a:lnTo>
                    <a:pt x="1347838" y="57585"/>
                  </a:lnTo>
                  <a:lnTo>
                    <a:pt x="1271346" y="73239"/>
                  </a:lnTo>
                  <a:lnTo>
                    <a:pt x="1197846" y="93693"/>
                  </a:lnTo>
                  <a:lnTo>
                    <a:pt x="1127611" y="118702"/>
                  </a:lnTo>
                  <a:lnTo>
                    <a:pt x="1060902" y="148006"/>
                  </a:lnTo>
                  <a:lnTo>
                    <a:pt x="997960" y="181330"/>
                  </a:lnTo>
                  <a:lnTo>
                    <a:pt x="939008" y="218386"/>
                  </a:lnTo>
                  <a:lnTo>
                    <a:pt x="884254" y="258875"/>
                  </a:lnTo>
                  <a:lnTo>
                    <a:pt x="833882" y="302488"/>
                  </a:lnTo>
                  <a:lnTo>
                    <a:pt x="788059" y="348903"/>
                  </a:lnTo>
                  <a:lnTo>
                    <a:pt x="746931" y="397794"/>
                  </a:lnTo>
                  <a:lnTo>
                    <a:pt x="710623" y="448823"/>
                  </a:lnTo>
                  <a:lnTo>
                    <a:pt x="679241" y="501651"/>
                  </a:lnTo>
                  <a:lnTo>
                    <a:pt x="652866" y="555931"/>
                  </a:lnTo>
                  <a:lnTo>
                    <a:pt x="683345" y="490551"/>
                  </a:lnTo>
                  <a:lnTo>
                    <a:pt x="720658" y="427128"/>
                  </a:lnTo>
                  <a:lnTo>
                    <a:pt x="764673" y="366196"/>
                  </a:lnTo>
                  <a:lnTo>
                    <a:pt x="815224" y="308284"/>
                  </a:lnTo>
                  <a:lnTo>
                    <a:pt x="872106" y="253905"/>
                  </a:lnTo>
                  <a:lnTo>
                    <a:pt x="935078" y="203561"/>
                  </a:lnTo>
                  <a:lnTo>
                    <a:pt x="1003864" y="157739"/>
                  </a:lnTo>
                  <a:lnTo>
                    <a:pt x="1078155" y="116905"/>
                  </a:lnTo>
                  <a:lnTo>
                    <a:pt x="1157608" y="81507"/>
                  </a:lnTo>
                  <a:lnTo>
                    <a:pt x="1241850" y="51969"/>
                  </a:lnTo>
                  <a:lnTo>
                    <a:pt x="1330476" y="28691"/>
                  </a:lnTo>
                  <a:lnTo>
                    <a:pt x="1423054" y="12045"/>
                  </a:lnTo>
                  <a:lnTo>
                    <a:pt x="1519126" y="2377"/>
                  </a:lnTo>
                  <a:lnTo>
                    <a:pt x="1618206" y="0"/>
                  </a:lnTo>
                  <a:lnTo>
                    <a:pt x="1719789" y="5196"/>
                  </a:lnTo>
                  <a:lnTo>
                    <a:pt x="1780907" y="94665"/>
                  </a:lnTo>
                  <a:lnTo>
                    <a:pt x="1834760" y="187363"/>
                  </a:lnTo>
                  <a:lnTo>
                    <a:pt x="1881202" y="282715"/>
                  </a:lnTo>
                  <a:lnTo>
                    <a:pt x="1920131" y="380140"/>
                  </a:lnTo>
                  <a:lnTo>
                    <a:pt x="1951491" y="479056"/>
                  </a:lnTo>
                  <a:lnTo>
                    <a:pt x="1975271" y="578887"/>
                  </a:lnTo>
                  <a:lnTo>
                    <a:pt x="1991503" y="679059"/>
                  </a:lnTo>
                  <a:lnTo>
                    <a:pt x="2000261" y="779010"/>
                  </a:lnTo>
                  <a:lnTo>
                    <a:pt x="2001659" y="878191"/>
                  </a:lnTo>
                  <a:lnTo>
                    <a:pt x="1995855" y="976066"/>
                  </a:lnTo>
                  <a:lnTo>
                    <a:pt x="1983042" y="1072118"/>
                  </a:lnTo>
                  <a:lnTo>
                    <a:pt x="1963450" y="1165853"/>
                  </a:lnTo>
                  <a:lnTo>
                    <a:pt x="1937346" y="1256798"/>
                  </a:lnTo>
                  <a:lnTo>
                    <a:pt x="1905026" y="1344509"/>
                  </a:lnTo>
                  <a:lnTo>
                    <a:pt x="1866818" y="1428566"/>
                  </a:lnTo>
                  <a:lnTo>
                    <a:pt x="1823076" y="1508584"/>
                  </a:lnTo>
                  <a:lnTo>
                    <a:pt x="1774182" y="1584206"/>
                  </a:lnTo>
                  <a:lnTo>
                    <a:pt x="1720536" y="1655110"/>
                  </a:lnTo>
                  <a:lnTo>
                    <a:pt x="1662561" y="1721009"/>
                  </a:lnTo>
                  <a:lnTo>
                    <a:pt x="1600693" y="1781652"/>
                  </a:lnTo>
                  <a:lnTo>
                    <a:pt x="1535385" y="1836825"/>
                  </a:lnTo>
                  <a:lnTo>
                    <a:pt x="1467096" y="1886348"/>
                  </a:lnTo>
                  <a:lnTo>
                    <a:pt x="1396298" y="1930084"/>
                  </a:lnTo>
                  <a:lnTo>
                    <a:pt x="1323463" y="1967930"/>
                  </a:lnTo>
                  <a:lnTo>
                    <a:pt x="1249066" y="1999822"/>
                  </a:lnTo>
                  <a:lnTo>
                    <a:pt x="1173580" y="2025734"/>
                  </a:lnTo>
                  <a:lnTo>
                    <a:pt x="1097475" y="2045676"/>
                  </a:lnTo>
                  <a:lnTo>
                    <a:pt x="1021213" y="2059694"/>
                  </a:lnTo>
                  <a:lnTo>
                    <a:pt x="945245" y="2067870"/>
                  </a:lnTo>
                  <a:lnTo>
                    <a:pt x="870012" y="2070319"/>
                  </a:lnTo>
                  <a:lnTo>
                    <a:pt x="795936" y="2067188"/>
                  </a:lnTo>
                  <a:lnTo>
                    <a:pt x="723425" y="2058657"/>
                  </a:lnTo>
                  <a:lnTo>
                    <a:pt x="652866" y="2044933"/>
                  </a:lnTo>
                  <a:lnTo>
                    <a:pt x="584625" y="2026252"/>
                  </a:lnTo>
                  <a:lnTo>
                    <a:pt x="519044" y="2002875"/>
                  </a:lnTo>
                  <a:lnTo>
                    <a:pt x="456438" y="1975084"/>
                  </a:lnTo>
                  <a:lnTo>
                    <a:pt x="397098" y="1943185"/>
                  </a:lnTo>
                  <a:lnTo>
                    <a:pt x="341285" y="1907499"/>
                  </a:lnTo>
                  <a:lnTo>
                    <a:pt x="289232" y="1868367"/>
                  </a:lnTo>
                  <a:lnTo>
                    <a:pt x="241139" y="1826140"/>
                  </a:lnTo>
                  <a:lnTo>
                    <a:pt x="197179" y="1781182"/>
                  </a:lnTo>
                  <a:lnTo>
                    <a:pt x="157490" y="1733863"/>
                  </a:lnTo>
                  <a:lnTo>
                    <a:pt x="122181" y="1684561"/>
                  </a:lnTo>
                  <a:lnTo>
                    <a:pt x="91328" y="1633656"/>
                  </a:lnTo>
                  <a:lnTo>
                    <a:pt x="64976" y="1581528"/>
                  </a:lnTo>
                  <a:lnTo>
                    <a:pt x="43136" y="1528556"/>
                  </a:lnTo>
                  <a:lnTo>
                    <a:pt x="25793" y="1475114"/>
                  </a:lnTo>
                  <a:lnTo>
                    <a:pt x="12898" y="1421567"/>
                  </a:lnTo>
                  <a:lnTo>
                    <a:pt x="4375" y="1368274"/>
                  </a:lnTo>
                  <a:lnTo>
                    <a:pt x="119" y="1315580"/>
                  </a:lnTo>
                  <a:lnTo>
                    <a:pt x="0" y="1263817"/>
                  </a:lnTo>
                  <a:lnTo>
                    <a:pt x="3860" y="1213301"/>
                  </a:lnTo>
                  <a:lnTo>
                    <a:pt x="11520" y="1164330"/>
                  </a:lnTo>
                  <a:lnTo>
                    <a:pt x="22778" y="1117183"/>
                  </a:lnTo>
                  <a:lnTo>
                    <a:pt x="37412" y="1072118"/>
                  </a:lnTo>
                  <a:lnTo>
                    <a:pt x="55182" y="1029371"/>
                  </a:lnTo>
                  <a:lnTo>
                    <a:pt x="75833" y="989153"/>
                  </a:lnTo>
                  <a:lnTo>
                    <a:pt x="99094" y="951652"/>
                  </a:lnTo>
                  <a:lnTo>
                    <a:pt x="124685" y="917030"/>
                  </a:lnTo>
                  <a:lnTo>
                    <a:pt x="152314" y="885422"/>
                  </a:lnTo>
                  <a:lnTo>
                    <a:pt x="181684" y="856936"/>
                  </a:lnTo>
                  <a:lnTo>
                    <a:pt x="212492" y="831656"/>
                  </a:lnTo>
                  <a:lnTo>
                    <a:pt x="244434" y="809634"/>
                  </a:lnTo>
                  <a:lnTo>
                    <a:pt x="277203" y="790900"/>
                  </a:lnTo>
                  <a:lnTo>
                    <a:pt x="310498" y="775455"/>
                  </a:lnTo>
                  <a:lnTo>
                    <a:pt x="344020" y="763272"/>
                  </a:lnTo>
                  <a:lnTo>
                    <a:pt x="310217" y="823168"/>
                  </a:lnTo>
                  <a:lnTo>
                    <a:pt x="287284" y="885845"/>
                  </a:lnTo>
                  <a:lnTo>
                    <a:pt x="275233" y="949418"/>
                  </a:lnTo>
                  <a:lnTo>
                    <a:pt x="273760" y="1012074"/>
                  </a:lnTo>
                  <a:lnTo>
                    <a:pt x="282270" y="1072118"/>
                  </a:lnTo>
                  <a:lnTo>
                    <a:pt x="299905" y="1128022"/>
                  </a:lnTo>
                  <a:lnTo>
                    <a:pt x="325584" y="1178459"/>
                  </a:lnTo>
                  <a:lnTo>
                    <a:pt x="358042" y="1222339"/>
                  </a:lnTo>
                  <a:lnTo>
                    <a:pt x="395879" y="1258830"/>
                  </a:lnTo>
                  <a:lnTo>
                    <a:pt x="437610" y="1287374"/>
                  </a:lnTo>
                  <a:lnTo>
                    <a:pt x="481713" y="1307690"/>
                  </a:lnTo>
                  <a:lnTo>
                    <a:pt x="526681" y="1319771"/>
                  </a:lnTo>
                  <a:lnTo>
                    <a:pt x="571066" y="1323874"/>
                  </a:lnTo>
                  <a:lnTo>
                    <a:pt x="613527" y="1320498"/>
                  </a:lnTo>
                  <a:lnTo>
                    <a:pt x="652866" y="1310359"/>
                  </a:lnTo>
                  <a:lnTo>
                    <a:pt x="681083" y="1358606"/>
                  </a:lnTo>
                  <a:lnTo>
                    <a:pt x="718711" y="1403140"/>
                  </a:lnTo>
                  <a:lnTo>
                    <a:pt x="765247" y="1442589"/>
                  </a:lnTo>
                  <a:lnTo>
                    <a:pt x="820013" y="1475645"/>
                  </a:lnTo>
                  <a:lnTo>
                    <a:pt x="882157" y="1501091"/>
                  </a:lnTo>
                  <a:lnTo>
                    <a:pt x="950675" y="1517820"/>
                  </a:lnTo>
                  <a:lnTo>
                    <a:pt x="1024414" y="1524851"/>
                  </a:lnTo>
                  <a:lnTo>
                    <a:pt x="1102097" y="1521349"/>
                  </a:lnTo>
                  <a:lnTo>
                    <a:pt x="1050180" y="1562759"/>
                  </a:lnTo>
                  <a:lnTo>
                    <a:pt x="994555" y="1598272"/>
                  </a:lnTo>
                  <a:lnTo>
                    <a:pt x="935882" y="1627568"/>
                  </a:lnTo>
                  <a:lnTo>
                    <a:pt x="874848" y="1650401"/>
                  </a:lnTo>
                  <a:lnTo>
                    <a:pt x="812158" y="1666601"/>
                  </a:lnTo>
                  <a:lnTo>
                    <a:pt x="748523" y="1676073"/>
                  </a:lnTo>
                  <a:lnTo>
                    <a:pt x="684661" y="1678799"/>
                  </a:lnTo>
                  <a:lnTo>
                    <a:pt x="621279" y="1674833"/>
                  </a:lnTo>
                  <a:lnTo>
                    <a:pt x="559073" y="1664308"/>
                  </a:lnTo>
                  <a:lnTo>
                    <a:pt x="498713" y="1647425"/>
                  </a:lnTo>
                  <a:lnTo>
                    <a:pt x="440845" y="1624453"/>
                  </a:lnTo>
                  <a:lnTo>
                    <a:pt x="386074" y="1595727"/>
                  </a:lnTo>
                  <a:lnTo>
                    <a:pt x="334967" y="1561641"/>
                  </a:lnTo>
                  <a:lnTo>
                    <a:pt x="288038" y="1522644"/>
                  </a:lnTo>
                  <a:lnTo>
                    <a:pt x="245751" y="1479233"/>
                  </a:lnTo>
                  <a:lnTo>
                    <a:pt x="233773" y="1406334"/>
                  </a:lnTo>
                  <a:lnTo>
                    <a:pt x="232608" y="1336184"/>
                  </a:lnTo>
                  <a:lnTo>
                    <a:pt x="241459" y="1270241"/>
                  </a:lnTo>
                  <a:lnTo>
                    <a:pt x="259342" y="1209818"/>
                  </a:lnTo>
                  <a:lnTo>
                    <a:pt x="285110" y="1156056"/>
                  </a:lnTo>
                  <a:lnTo>
                    <a:pt x="317481" y="1109907"/>
                  </a:lnTo>
                  <a:lnTo>
                    <a:pt x="355066" y="1072118"/>
                  </a:lnTo>
                  <a:lnTo>
                    <a:pt x="319614" y="1090187"/>
                  </a:lnTo>
                  <a:lnTo>
                    <a:pt x="285350" y="1112088"/>
                  </a:lnTo>
                  <a:lnTo>
                    <a:pt x="252585" y="1137741"/>
                  </a:lnTo>
                  <a:lnTo>
                    <a:pt x="221624" y="1167042"/>
                  </a:lnTo>
                  <a:lnTo>
                    <a:pt x="192764" y="1199865"/>
                  </a:lnTo>
                  <a:lnTo>
                    <a:pt x="166295" y="1236063"/>
                  </a:lnTo>
                  <a:lnTo>
                    <a:pt x="142495" y="1275469"/>
                  </a:lnTo>
                  <a:lnTo>
                    <a:pt x="121633" y="1317893"/>
                  </a:lnTo>
                  <a:lnTo>
                    <a:pt x="103964" y="1363128"/>
                  </a:lnTo>
                  <a:lnTo>
                    <a:pt x="89727" y="1410948"/>
                  </a:lnTo>
                  <a:lnTo>
                    <a:pt x="79148" y="1461109"/>
                  </a:lnTo>
                  <a:lnTo>
                    <a:pt x="72437" y="1513349"/>
                  </a:lnTo>
                  <a:lnTo>
                    <a:pt x="69783" y="1567394"/>
                  </a:lnTo>
                  <a:lnTo>
                    <a:pt x="71358" y="1622952"/>
                  </a:lnTo>
                  <a:lnTo>
                    <a:pt x="77315" y="1679720"/>
                  </a:lnTo>
                  <a:lnTo>
                    <a:pt x="87786" y="1737382"/>
                  </a:lnTo>
                  <a:lnTo>
                    <a:pt x="102881" y="1795611"/>
                  </a:lnTo>
                  <a:lnTo>
                    <a:pt x="122687" y="1854074"/>
                  </a:lnTo>
                  <a:lnTo>
                    <a:pt x="147269" y="1912428"/>
                  </a:lnTo>
                  <a:lnTo>
                    <a:pt x="176669" y="1970322"/>
                  </a:lnTo>
                  <a:lnTo>
                    <a:pt x="210903" y="2027405"/>
                  </a:lnTo>
                  <a:lnTo>
                    <a:pt x="249966" y="2083321"/>
                  </a:lnTo>
                  <a:lnTo>
                    <a:pt x="293827" y="2137710"/>
                  </a:lnTo>
                  <a:lnTo>
                    <a:pt x="342428" y="2190217"/>
                  </a:lnTo>
                  <a:lnTo>
                    <a:pt x="395689" y="2240485"/>
                  </a:lnTo>
                  <a:lnTo>
                    <a:pt x="453506" y="2288163"/>
                  </a:lnTo>
                  <a:lnTo>
                    <a:pt x="515748" y="2332903"/>
                  </a:lnTo>
                  <a:lnTo>
                    <a:pt x="582261" y="2374366"/>
                  </a:lnTo>
                  <a:lnTo>
                    <a:pt x="652866" y="2412220"/>
                  </a:lnTo>
                  <a:lnTo>
                    <a:pt x="727364" y="2446144"/>
                  </a:lnTo>
                  <a:lnTo>
                    <a:pt x="805529" y="2475826"/>
                  </a:lnTo>
                  <a:lnTo>
                    <a:pt x="887115" y="2500970"/>
                  </a:lnTo>
                  <a:lnTo>
                    <a:pt x="971854" y="2521294"/>
                  </a:lnTo>
                  <a:lnTo>
                    <a:pt x="1059458" y="2536531"/>
                  </a:lnTo>
                  <a:lnTo>
                    <a:pt x="1149620" y="2546430"/>
                  </a:lnTo>
                  <a:lnTo>
                    <a:pt x="1242012" y="2550763"/>
                  </a:lnTo>
                  <a:lnTo>
                    <a:pt x="1336292" y="2549319"/>
                  </a:lnTo>
                  <a:lnTo>
                    <a:pt x="1432099" y="2541907"/>
                  </a:lnTo>
                  <a:lnTo>
                    <a:pt x="1529059" y="2528361"/>
                  </a:lnTo>
                  <a:lnTo>
                    <a:pt x="1626783" y="2508538"/>
                  </a:lnTo>
                  <a:lnTo>
                    <a:pt x="1724872" y="2482317"/>
                  </a:lnTo>
                  <a:lnTo>
                    <a:pt x="1822914" y="2449605"/>
                  </a:lnTo>
                  <a:lnTo>
                    <a:pt x="1920491" y="2410333"/>
                  </a:lnTo>
                  <a:lnTo>
                    <a:pt x="2017174" y="2364459"/>
                  </a:lnTo>
                  <a:lnTo>
                    <a:pt x="2112533" y="2311970"/>
                  </a:lnTo>
                  <a:lnTo>
                    <a:pt x="2206129" y="2252878"/>
                  </a:lnTo>
                  <a:lnTo>
                    <a:pt x="2297524" y="2187224"/>
                  </a:lnTo>
                  <a:lnTo>
                    <a:pt x="2386279" y="2115078"/>
                  </a:lnTo>
                  <a:lnTo>
                    <a:pt x="2471957" y="2036539"/>
                  </a:lnTo>
                  <a:lnTo>
                    <a:pt x="2554121" y="1951732"/>
                  </a:lnTo>
                  <a:lnTo>
                    <a:pt x="2632343" y="1860814"/>
                  </a:lnTo>
                  <a:lnTo>
                    <a:pt x="2706199" y="1763966"/>
                  </a:lnTo>
                  <a:lnTo>
                    <a:pt x="2775275" y="1661402"/>
                  </a:lnTo>
                  <a:lnTo>
                    <a:pt x="2839166" y="1553359"/>
                  </a:lnTo>
                  <a:lnTo>
                    <a:pt x="2897482" y="1440104"/>
                  </a:lnTo>
                  <a:lnTo>
                    <a:pt x="2949843" y="1321929"/>
                  </a:lnTo>
                  <a:lnTo>
                    <a:pt x="2995888" y="1199153"/>
                  </a:lnTo>
                  <a:close/>
                </a:path>
              </a:pathLst>
            </a:custGeom>
            <a:solidFill>
              <a:srgbClr val="00BFC4">
                <a:alpha val="21960"/>
              </a:srgbClr>
            </a:solidFill>
            <a:ln w="2845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3476643" y="3190787"/>
              <a:ext cx="650757" cy="471049"/>
            </a:xfrm>
            <a:custGeom>
              <a:avLst/>
              <a:pathLst>
                <a:path w="650757" h="471049">
                  <a:moveTo>
                    <a:pt x="650757" y="177288"/>
                  </a:moveTo>
                  <a:lnTo>
                    <a:pt x="601043" y="113074"/>
                  </a:lnTo>
                  <a:lnTo>
                    <a:pt x="544064" y="62879"/>
                  </a:lnTo>
                  <a:lnTo>
                    <a:pt x="482773" y="27336"/>
                  </a:lnTo>
                  <a:lnTo>
                    <a:pt x="420132" y="6528"/>
                  </a:lnTo>
                  <a:lnTo>
                    <a:pt x="359025" y="0"/>
                  </a:lnTo>
                  <a:lnTo>
                    <a:pt x="302163" y="6786"/>
                  </a:lnTo>
                  <a:lnTo>
                    <a:pt x="252000" y="25455"/>
                  </a:lnTo>
                  <a:lnTo>
                    <a:pt x="210655" y="54157"/>
                  </a:lnTo>
                  <a:lnTo>
                    <a:pt x="179847" y="90701"/>
                  </a:lnTo>
                  <a:lnTo>
                    <a:pt x="160844" y="132626"/>
                  </a:lnTo>
                  <a:lnTo>
                    <a:pt x="154422" y="177288"/>
                  </a:lnTo>
                  <a:lnTo>
                    <a:pt x="166412" y="132542"/>
                  </a:lnTo>
                  <a:lnTo>
                    <a:pt x="200747" y="97052"/>
                  </a:lnTo>
                  <a:lnTo>
                    <a:pt x="252692" y="79019"/>
                  </a:lnTo>
                  <a:lnTo>
                    <a:pt x="276178" y="131876"/>
                  </a:lnTo>
                  <a:lnTo>
                    <a:pt x="275039" y="185915"/>
                  </a:lnTo>
                  <a:lnTo>
                    <a:pt x="252635" y="230917"/>
                  </a:lnTo>
                  <a:lnTo>
                    <a:pt x="216074" y="259645"/>
                  </a:lnTo>
                  <a:lnTo>
                    <a:pt x="174372" y="268996"/>
                  </a:lnTo>
                  <a:lnTo>
                    <a:pt x="136391" y="260178"/>
                  </a:lnTo>
                  <a:lnTo>
                    <a:pt x="108995" y="237972"/>
                  </a:lnTo>
                  <a:lnTo>
                    <a:pt x="95811" y="209292"/>
                  </a:lnTo>
                  <a:lnTo>
                    <a:pt x="96814" y="181409"/>
                  </a:lnTo>
                  <a:lnTo>
                    <a:pt x="108764" y="160259"/>
                  </a:lnTo>
                  <a:lnTo>
                    <a:pt x="126346" y="149212"/>
                  </a:lnTo>
                  <a:lnTo>
                    <a:pt x="108098" y="177288"/>
                  </a:lnTo>
                  <a:lnTo>
                    <a:pt x="116987" y="214724"/>
                  </a:lnTo>
                  <a:lnTo>
                    <a:pt x="154422" y="236849"/>
                  </a:lnTo>
                  <a:lnTo>
                    <a:pt x="171815" y="287099"/>
                  </a:lnTo>
                  <a:lnTo>
                    <a:pt x="204730" y="332118"/>
                  </a:lnTo>
                  <a:lnTo>
                    <a:pt x="251765" y="368335"/>
                  </a:lnTo>
                  <a:lnTo>
                    <a:pt x="310794" y="392515"/>
                  </a:lnTo>
                  <a:lnTo>
                    <a:pt x="379038" y="401904"/>
                  </a:lnTo>
                  <a:lnTo>
                    <a:pt x="324008" y="431091"/>
                  </a:lnTo>
                  <a:lnTo>
                    <a:pt x="266486" y="447835"/>
                  </a:lnTo>
                  <a:lnTo>
                    <a:pt x="209131" y="452329"/>
                  </a:lnTo>
                  <a:lnTo>
                    <a:pt x="154422" y="445309"/>
                  </a:lnTo>
                  <a:lnTo>
                    <a:pt x="104555" y="427989"/>
                  </a:lnTo>
                  <a:lnTo>
                    <a:pt x="61352" y="401979"/>
                  </a:lnTo>
                  <a:lnTo>
                    <a:pt x="26199" y="369188"/>
                  </a:lnTo>
                  <a:lnTo>
                    <a:pt x="0" y="331711"/>
                  </a:lnTo>
                  <a:lnTo>
                    <a:pt x="14109" y="271043"/>
                  </a:lnTo>
                  <a:lnTo>
                    <a:pt x="44370" y="222874"/>
                  </a:lnTo>
                  <a:lnTo>
                    <a:pt x="86271" y="190845"/>
                  </a:lnTo>
                  <a:lnTo>
                    <a:pt x="134569" y="177288"/>
                  </a:lnTo>
                  <a:lnTo>
                    <a:pt x="107356" y="186087"/>
                  </a:lnTo>
                  <a:lnTo>
                    <a:pt x="83639" y="204710"/>
                  </a:lnTo>
                  <a:lnTo>
                    <a:pt x="66052" y="232005"/>
                  </a:lnTo>
                  <a:lnTo>
                    <a:pt x="56898" y="266194"/>
                  </a:lnTo>
                  <a:lnTo>
                    <a:pt x="58004" y="304967"/>
                  </a:lnTo>
                  <a:lnTo>
                    <a:pt x="70613" y="345600"/>
                  </a:lnTo>
                  <a:lnTo>
                    <a:pt x="95297" y="385092"/>
                  </a:lnTo>
                  <a:lnTo>
                    <a:pt x="131902" y="420327"/>
                  </a:lnTo>
                  <a:lnTo>
                    <a:pt x="179529" y="448236"/>
                  </a:lnTo>
                  <a:lnTo>
                    <a:pt x="236559" y="465967"/>
                  </a:lnTo>
                  <a:lnTo>
                    <a:pt x="300698" y="471049"/>
                  </a:lnTo>
                  <a:lnTo>
                    <a:pt x="369077" y="461536"/>
                  </a:lnTo>
                  <a:lnTo>
                    <a:pt x="438365" y="436136"/>
                  </a:lnTo>
                  <a:lnTo>
                    <a:pt x="504924" y="394310"/>
                  </a:lnTo>
                  <a:lnTo>
                    <a:pt x="564969" y="336335"/>
                  </a:lnTo>
                  <a:lnTo>
                    <a:pt x="614755" y="263339"/>
                  </a:lnTo>
                  <a:close/>
                </a:path>
              </a:pathLst>
            </a:custGeom>
            <a:solidFill>
              <a:srgbClr val="BE84DB">
                <a:alpha val="21960"/>
              </a:srgbClr>
            </a:solidFill>
            <a:ln w="2845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3553112" y="3230527"/>
              <a:ext cx="316194" cy="281048"/>
            </a:xfrm>
            <a:custGeom>
              <a:avLst/>
              <a:pathLst>
                <a:path w="316194" h="281048">
                  <a:moveTo>
                    <a:pt x="316194" y="137548"/>
                  </a:moveTo>
                  <a:lnTo>
                    <a:pt x="288899" y="81025"/>
                  </a:lnTo>
                  <a:lnTo>
                    <a:pt x="249889" y="38281"/>
                  </a:lnTo>
                  <a:lnTo>
                    <a:pt x="204300" y="11202"/>
                  </a:lnTo>
                  <a:lnTo>
                    <a:pt x="157367" y="0"/>
                  </a:lnTo>
                  <a:lnTo>
                    <a:pt x="113923" y="3310"/>
                  </a:lnTo>
                  <a:lnTo>
                    <a:pt x="77954" y="18427"/>
                  </a:lnTo>
                  <a:lnTo>
                    <a:pt x="131136" y="9153"/>
                  </a:lnTo>
                  <a:lnTo>
                    <a:pt x="190261" y="25240"/>
                  </a:lnTo>
                  <a:lnTo>
                    <a:pt x="217048" y="79933"/>
                  </a:lnTo>
                  <a:lnTo>
                    <a:pt x="220236" y="137548"/>
                  </a:lnTo>
                  <a:lnTo>
                    <a:pt x="201763" y="188831"/>
                  </a:lnTo>
                  <a:lnTo>
                    <a:pt x="166864" y="226458"/>
                  </a:lnTo>
                  <a:lnTo>
                    <a:pt x="122906" y="246072"/>
                  </a:lnTo>
                  <a:lnTo>
                    <a:pt x="77954" y="246741"/>
                  </a:lnTo>
                  <a:lnTo>
                    <a:pt x="39333" y="230787"/>
                  </a:lnTo>
                  <a:lnTo>
                    <a:pt x="12441" y="203060"/>
                  </a:lnTo>
                  <a:lnTo>
                    <a:pt x="0" y="169837"/>
                  </a:lnTo>
                  <a:lnTo>
                    <a:pt x="1849" y="137548"/>
                  </a:lnTo>
                  <a:lnTo>
                    <a:pt x="15285" y="111589"/>
                  </a:lnTo>
                  <a:lnTo>
                    <a:pt x="35838" y="95432"/>
                  </a:lnTo>
                  <a:lnTo>
                    <a:pt x="50440" y="148944"/>
                  </a:lnTo>
                  <a:lnTo>
                    <a:pt x="77954" y="137548"/>
                  </a:lnTo>
                  <a:lnTo>
                    <a:pt x="96947" y="183403"/>
                  </a:lnTo>
                  <a:lnTo>
                    <a:pt x="148146" y="207740"/>
                  </a:lnTo>
                  <a:lnTo>
                    <a:pt x="100220" y="220647"/>
                  </a:lnTo>
                  <a:lnTo>
                    <a:pt x="59113" y="207863"/>
                  </a:lnTo>
                  <a:lnTo>
                    <a:pt x="35838" y="179663"/>
                  </a:lnTo>
                  <a:lnTo>
                    <a:pt x="58100" y="137548"/>
                  </a:lnTo>
                  <a:lnTo>
                    <a:pt x="38302" y="150431"/>
                  </a:lnTo>
                  <a:lnTo>
                    <a:pt x="26556" y="174890"/>
                  </a:lnTo>
                  <a:lnTo>
                    <a:pt x="27775" y="206613"/>
                  </a:lnTo>
                  <a:lnTo>
                    <a:pt x="44824" y="239509"/>
                  </a:lnTo>
                  <a:lnTo>
                    <a:pt x="77954" y="266595"/>
                  </a:lnTo>
                  <a:lnTo>
                    <a:pt x="124580" y="281048"/>
                  </a:lnTo>
                  <a:lnTo>
                    <a:pt x="179478" y="277285"/>
                  </a:lnTo>
                  <a:lnTo>
                    <a:pt x="235358" y="251909"/>
                  </a:lnTo>
                  <a:lnTo>
                    <a:pt x="283764" y="204419"/>
                  </a:lnTo>
                  <a:close/>
                </a:path>
              </a:pathLst>
            </a:custGeom>
            <a:solidFill>
              <a:srgbClr val="F8766D">
                <a:alpha val="21960"/>
              </a:srgbClr>
            </a:solidFill>
            <a:ln w="2845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3561222" y="3263743"/>
              <a:ext cx="347790" cy="278357"/>
            </a:xfrm>
            <a:custGeom>
              <a:avLst/>
              <a:pathLst>
                <a:path w="347790" h="278357">
                  <a:moveTo>
                    <a:pt x="347790" y="104331"/>
                  </a:moveTo>
                  <a:lnTo>
                    <a:pt x="304875" y="50687"/>
                  </a:lnTo>
                  <a:lnTo>
                    <a:pt x="253826" y="15730"/>
                  </a:lnTo>
                  <a:lnTo>
                    <a:pt x="200671" y="0"/>
                  </a:lnTo>
                  <a:lnTo>
                    <a:pt x="151187" y="2330"/>
                  </a:lnTo>
                  <a:lnTo>
                    <a:pt x="110452" y="20006"/>
                  </a:lnTo>
                  <a:lnTo>
                    <a:pt x="82465" y="49030"/>
                  </a:lnTo>
                  <a:lnTo>
                    <a:pt x="69843" y="84478"/>
                  </a:lnTo>
                  <a:lnTo>
                    <a:pt x="97920" y="76255"/>
                  </a:lnTo>
                  <a:lnTo>
                    <a:pt x="88561" y="123049"/>
                  </a:lnTo>
                  <a:lnTo>
                    <a:pt x="60484" y="113690"/>
                  </a:lnTo>
                  <a:lnTo>
                    <a:pt x="69843" y="104331"/>
                  </a:lnTo>
                  <a:lnTo>
                    <a:pt x="45503" y="99490"/>
                  </a:lnTo>
                  <a:lnTo>
                    <a:pt x="23988" y="123325"/>
                  </a:lnTo>
                  <a:lnTo>
                    <a:pt x="28481" y="166235"/>
                  </a:lnTo>
                  <a:lnTo>
                    <a:pt x="69843" y="203598"/>
                  </a:lnTo>
                  <a:lnTo>
                    <a:pt x="123026" y="232726"/>
                  </a:lnTo>
                  <a:lnTo>
                    <a:pt x="196189" y="230678"/>
                  </a:lnTo>
                  <a:lnTo>
                    <a:pt x="140146" y="242309"/>
                  </a:lnTo>
                  <a:lnTo>
                    <a:pt x="90341" y="233750"/>
                  </a:lnTo>
                  <a:lnTo>
                    <a:pt x="53072" y="210220"/>
                  </a:lnTo>
                  <a:lnTo>
                    <a:pt x="31987" y="178627"/>
                  </a:lnTo>
                  <a:lnTo>
                    <a:pt x="27728" y="146447"/>
                  </a:lnTo>
                  <a:lnTo>
                    <a:pt x="30136" y="104331"/>
                  </a:lnTo>
                  <a:lnTo>
                    <a:pt x="10964" y="121620"/>
                  </a:lnTo>
                  <a:lnTo>
                    <a:pt x="0" y="149217"/>
                  </a:lnTo>
                  <a:lnTo>
                    <a:pt x="1291" y="183444"/>
                  </a:lnTo>
                  <a:lnTo>
                    <a:pt x="17360" y="219254"/>
                  </a:lnTo>
                  <a:lnTo>
                    <a:pt x="48781" y="250823"/>
                  </a:lnTo>
                  <a:lnTo>
                    <a:pt x="93988" y="272261"/>
                  </a:lnTo>
                  <a:lnTo>
                    <a:pt x="149318" y="278357"/>
                  </a:lnTo>
                  <a:lnTo>
                    <a:pt x="209310" y="265285"/>
                  </a:lnTo>
                  <a:lnTo>
                    <a:pt x="267227" y="231182"/>
                  </a:lnTo>
                  <a:lnTo>
                    <a:pt x="315750" y="176536"/>
                  </a:lnTo>
                  <a:close/>
                </a:path>
              </a:pathLst>
            </a:custGeom>
            <a:solidFill>
              <a:srgbClr val="7AD151">
                <a:alpha val="21960"/>
              </a:srgbClr>
            </a:solidFill>
            <a:ln w="2845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588950" y="3297883"/>
              <a:ext cx="141382" cy="134389"/>
            </a:xfrm>
            <a:custGeom>
              <a:avLst/>
              <a:pathLst>
                <a:path w="141382" h="134389">
                  <a:moveTo>
                    <a:pt x="141382" y="70192"/>
                  </a:moveTo>
                  <a:lnTo>
                    <a:pt x="116620" y="27176"/>
                  </a:lnTo>
                  <a:lnTo>
                    <a:pt x="78513" y="7149"/>
                  </a:lnTo>
                  <a:lnTo>
                    <a:pt x="42115" y="10632"/>
                  </a:lnTo>
                  <a:lnTo>
                    <a:pt x="112307" y="0"/>
                  </a:lnTo>
                  <a:lnTo>
                    <a:pt x="124837" y="70192"/>
                  </a:lnTo>
                  <a:lnTo>
                    <a:pt x="88910" y="116987"/>
                  </a:lnTo>
                  <a:lnTo>
                    <a:pt x="42115" y="119825"/>
                  </a:lnTo>
                  <a:lnTo>
                    <a:pt x="18717" y="93589"/>
                  </a:lnTo>
                  <a:lnTo>
                    <a:pt x="25570" y="70192"/>
                  </a:lnTo>
                  <a:lnTo>
                    <a:pt x="42115" y="70192"/>
                  </a:lnTo>
                  <a:lnTo>
                    <a:pt x="56153" y="84230"/>
                  </a:lnTo>
                  <a:lnTo>
                    <a:pt x="42115" y="109898"/>
                  </a:lnTo>
                  <a:lnTo>
                    <a:pt x="0" y="112307"/>
                  </a:lnTo>
                  <a:lnTo>
                    <a:pt x="22261" y="70192"/>
                  </a:lnTo>
                  <a:lnTo>
                    <a:pt x="13204" y="91197"/>
                  </a:lnTo>
                  <a:lnTo>
                    <a:pt x="26164" y="119284"/>
                  </a:lnTo>
                  <a:lnTo>
                    <a:pt x="62974" y="134389"/>
                  </a:lnTo>
                  <a:lnTo>
                    <a:pt x="109574" y="119204"/>
                  </a:lnTo>
                  <a:close/>
                </a:path>
              </a:pathLst>
            </a:custGeom>
            <a:solidFill>
              <a:srgbClr val="F1B722">
                <a:alpha val="21960"/>
              </a:srgbClr>
            </a:solidFill>
            <a:ln w="2845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3564395" y="3297883"/>
              <a:ext cx="165937" cy="149605"/>
            </a:xfrm>
            <a:custGeom>
              <a:avLst/>
              <a:pathLst>
                <a:path w="165937" h="149605">
                  <a:moveTo>
                    <a:pt x="165937" y="70192"/>
                  </a:moveTo>
                  <a:lnTo>
                    <a:pt x="135444" y="30485"/>
                  </a:lnTo>
                  <a:lnTo>
                    <a:pt x="96450" y="18611"/>
                  </a:lnTo>
                  <a:lnTo>
                    <a:pt x="66670" y="30485"/>
                  </a:lnTo>
                  <a:lnTo>
                    <a:pt x="136862" y="0"/>
                  </a:lnTo>
                  <a:lnTo>
                    <a:pt x="157302" y="40744"/>
                  </a:lnTo>
                  <a:lnTo>
                    <a:pt x="156871" y="84478"/>
                  </a:lnTo>
                  <a:lnTo>
                    <a:pt x="137341" y="121538"/>
                  </a:lnTo>
                  <a:lnTo>
                    <a:pt x="104525" y="144488"/>
                  </a:lnTo>
                  <a:lnTo>
                    <a:pt x="66670" y="149605"/>
                  </a:lnTo>
                  <a:lnTo>
                    <a:pt x="32420" y="137412"/>
                  </a:lnTo>
                  <a:lnTo>
                    <a:pt x="8848" y="112202"/>
                  </a:lnTo>
                  <a:lnTo>
                    <a:pt x="0" y="80751"/>
                  </a:lnTo>
                  <a:lnTo>
                    <a:pt x="6249" y="50560"/>
                  </a:lnTo>
                  <a:lnTo>
                    <a:pt x="24555" y="28076"/>
                  </a:lnTo>
                  <a:lnTo>
                    <a:pt x="39157" y="81588"/>
                  </a:lnTo>
                  <a:lnTo>
                    <a:pt x="66670" y="70192"/>
                  </a:lnTo>
                  <a:lnTo>
                    <a:pt x="52631" y="84230"/>
                  </a:lnTo>
                  <a:lnTo>
                    <a:pt x="66670" y="70192"/>
                  </a:lnTo>
                  <a:lnTo>
                    <a:pt x="50608" y="81861"/>
                  </a:lnTo>
                  <a:lnTo>
                    <a:pt x="54400" y="107955"/>
                  </a:lnTo>
                  <a:lnTo>
                    <a:pt x="85075" y="126837"/>
                  </a:lnTo>
                  <a:lnTo>
                    <a:pt x="130917" y="116870"/>
                  </a:lnTo>
                  <a:close/>
                </a:path>
              </a:pathLst>
            </a:custGeom>
            <a:solidFill>
              <a:srgbClr val="619CFF">
                <a:alpha val="21960"/>
              </a:srgbClr>
            </a:solidFill>
            <a:ln w="2845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210808" y="2295957"/>
              <a:ext cx="2802662" cy="1681322"/>
            </a:xfrm>
            <a:custGeom>
              <a:avLst/>
              <a:pathLst>
                <a:path w="2802662" h="1681322">
                  <a:moveTo>
                    <a:pt x="420258" y="555931"/>
                  </a:moveTo>
                  <a:lnTo>
                    <a:pt x="450736" y="490551"/>
                  </a:lnTo>
                  <a:lnTo>
                    <a:pt x="488049" y="427128"/>
                  </a:lnTo>
                  <a:lnTo>
                    <a:pt x="532065" y="366196"/>
                  </a:lnTo>
                  <a:lnTo>
                    <a:pt x="582616" y="308284"/>
                  </a:lnTo>
                  <a:lnTo>
                    <a:pt x="639497" y="253905"/>
                  </a:lnTo>
                  <a:lnTo>
                    <a:pt x="702469" y="203561"/>
                  </a:lnTo>
                  <a:lnTo>
                    <a:pt x="771255" y="157739"/>
                  </a:lnTo>
                  <a:lnTo>
                    <a:pt x="845546" y="116905"/>
                  </a:lnTo>
                  <a:lnTo>
                    <a:pt x="924999" y="81507"/>
                  </a:lnTo>
                  <a:lnTo>
                    <a:pt x="1009241" y="51969"/>
                  </a:lnTo>
                  <a:lnTo>
                    <a:pt x="1097867" y="28691"/>
                  </a:lnTo>
                  <a:lnTo>
                    <a:pt x="1190446" y="12045"/>
                  </a:lnTo>
                  <a:lnTo>
                    <a:pt x="1286517" y="2377"/>
                  </a:lnTo>
                  <a:lnTo>
                    <a:pt x="1385598" y="0"/>
                  </a:lnTo>
                  <a:lnTo>
                    <a:pt x="1487180" y="5196"/>
                  </a:lnTo>
                  <a:lnTo>
                    <a:pt x="1560318" y="18257"/>
                  </a:lnTo>
                  <a:lnTo>
                    <a:pt x="1634026" y="35462"/>
                  </a:lnTo>
                  <a:lnTo>
                    <a:pt x="1708089" y="56873"/>
                  </a:lnTo>
                  <a:lnTo>
                    <a:pt x="1782291" y="82543"/>
                  </a:lnTo>
                  <a:lnTo>
                    <a:pt x="1856408" y="112513"/>
                  </a:lnTo>
                  <a:lnTo>
                    <a:pt x="1930215" y="146815"/>
                  </a:lnTo>
                  <a:lnTo>
                    <a:pt x="2003487" y="185467"/>
                  </a:lnTo>
                  <a:lnTo>
                    <a:pt x="2075993" y="228479"/>
                  </a:lnTo>
                  <a:lnTo>
                    <a:pt x="2147503" y="275847"/>
                  </a:lnTo>
                  <a:lnTo>
                    <a:pt x="2217785" y="327558"/>
                  </a:lnTo>
                  <a:lnTo>
                    <a:pt x="2286609" y="383585"/>
                  </a:lnTo>
                  <a:lnTo>
                    <a:pt x="2353741" y="443891"/>
                  </a:lnTo>
                  <a:lnTo>
                    <a:pt x="2418952" y="508428"/>
                  </a:lnTo>
                  <a:lnTo>
                    <a:pt x="2482012" y="577135"/>
                  </a:lnTo>
                  <a:lnTo>
                    <a:pt x="2542694" y="649939"/>
                  </a:lnTo>
                  <a:lnTo>
                    <a:pt x="2600772" y="726759"/>
                  </a:lnTo>
                  <a:lnTo>
                    <a:pt x="2656024" y="807498"/>
                  </a:lnTo>
                  <a:lnTo>
                    <a:pt x="2708232" y="892051"/>
                  </a:lnTo>
                  <a:lnTo>
                    <a:pt x="2757181" y="980300"/>
                  </a:lnTo>
                  <a:lnTo>
                    <a:pt x="2802662" y="1072118"/>
                  </a:lnTo>
                  <a:lnTo>
                    <a:pt x="2725356" y="1150863"/>
                  </a:lnTo>
                  <a:lnTo>
                    <a:pt x="2645540" y="1224332"/>
                  </a:lnTo>
                  <a:lnTo>
                    <a:pt x="2563484" y="1292448"/>
                  </a:lnTo>
                  <a:lnTo>
                    <a:pt x="2479459" y="1355149"/>
                  </a:lnTo>
                  <a:lnTo>
                    <a:pt x="2393739" y="1412381"/>
                  </a:lnTo>
                  <a:lnTo>
                    <a:pt x="2306600" y="1464105"/>
                  </a:lnTo>
                  <a:lnTo>
                    <a:pt x="2218316" y="1510293"/>
                  </a:lnTo>
                  <a:lnTo>
                    <a:pt x="2129165" y="1550931"/>
                  </a:lnTo>
                  <a:lnTo>
                    <a:pt x="2039420" y="1586017"/>
                  </a:lnTo>
                  <a:lnTo>
                    <a:pt x="1949356" y="1615560"/>
                  </a:lnTo>
                  <a:lnTo>
                    <a:pt x="1859246" y="1639582"/>
                  </a:lnTo>
                  <a:lnTo>
                    <a:pt x="1769361" y="1658117"/>
                  </a:lnTo>
                  <a:lnTo>
                    <a:pt x="1679970" y="1671211"/>
                  </a:lnTo>
                  <a:lnTo>
                    <a:pt x="1591337" y="1678923"/>
                  </a:lnTo>
                  <a:lnTo>
                    <a:pt x="1503726" y="1681322"/>
                  </a:lnTo>
                  <a:lnTo>
                    <a:pt x="1417393" y="1678490"/>
                  </a:lnTo>
                  <a:lnTo>
                    <a:pt x="1332593" y="1670519"/>
                  </a:lnTo>
                  <a:lnTo>
                    <a:pt x="1249573" y="1657513"/>
                  </a:lnTo>
                  <a:lnTo>
                    <a:pt x="1168578" y="1639587"/>
                  </a:lnTo>
                  <a:lnTo>
                    <a:pt x="1089844" y="1616867"/>
                  </a:lnTo>
                  <a:lnTo>
                    <a:pt x="1013602" y="1589488"/>
                  </a:lnTo>
                  <a:lnTo>
                    <a:pt x="940078" y="1557597"/>
                  </a:lnTo>
                  <a:lnTo>
                    <a:pt x="869488" y="1521349"/>
                  </a:lnTo>
                  <a:lnTo>
                    <a:pt x="791805" y="1524851"/>
                  </a:lnTo>
                  <a:lnTo>
                    <a:pt x="718066" y="1517820"/>
                  </a:lnTo>
                  <a:lnTo>
                    <a:pt x="649549" y="1501091"/>
                  </a:lnTo>
                  <a:lnTo>
                    <a:pt x="587404" y="1475645"/>
                  </a:lnTo>
                  <a:lnTo>
                    <a:pt x="532639" y="1442589"/>
                  </a:lnTo>
                  <a:lnTo>
                    <a:pt x="486102" y="1403140"/>
                  </a:lnTo>
                  <a:lnTo>
                    <a:pt x="448474" y="1358606"/>
                  </a:lnTo>
                  <a:lnTo>
                    <a:pt x="420258" y="1310359"/>
                  </a:lnTo>
                  <a:lnTo>
                    <a:pt x="388185" y="1356773"/>
                  </a:lnTo>
                  <a:lnTo>
                    <a:pt x="345786" y="1398398"/>
                  </a:lnTo>
                  <a:lnTo>
                    <a:pt x="293798" y="1433518"/>
                  </a:lnTo>
                  <a:lnTo>
                    <a:pt x="233210" y="1460527"/>
                  </a:lnTo>
                  <a:lnTo>
                    <a:pt x="165246" y="1477967"/>
                  </a:lnTo>
                  <a:lnTo>
                    <a:pt x="91347" y="1484560"/>
                  </a:lnTo>
                  <a:lnTo>
                    <a:pt x="13143" y="1479233"/>
                  </a:lnTo>
                  <a:lnTo>
                    <a:pt x="1164" y="1406334"/>
                  </a:lnTo>
                  <a:lnTo>
                    <a:pt x="0" y="1336184"/>
                  </a:lnTo>
                  <a:lnTo>
                    <a:pt x="8851" y="1270241"/>
                  </a:lnTo>
                  <a:lnTo>
                    <a:pt x="26733" y="1209818"/>
                  </a:lnTo>
                  <a:lnTo>
                    <a:pt x="52501" y="1156056"/>
                  </a:lnTo>
                  <a:lnTo>
                    <a:pt x="84873" y="1109907"/>
                  </a:lnTo>
                  <a:lnTo>
                    <a:pt x="122457" y="1072118"/>
                  </a:lnTo>
                  <a:lnTo>
                    <a:pt x="98671" y="1021184"/>
                  </a:lnTo>
                  <a:lnTo>
                    <a:pt x="84164" y="962915"/>
                  </a:lnTo>
                  <a:lnTo>
                    <a:pt x="80620" y="899064"/>
                  </a:lnTo>
                  <a:lnTo>
                    <a:pt x="89386" y="831726"/>
                  </a:lnTo>
                  <a:lnTo>
                    <a:pt x="111412" y="763272"/>
                  </a:lnTo>
                </a:path>
              </a:pathLst>
            </a:custGeom>
            <a:ln w="2845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76643" y="3239815"/>
              <a:ext cx="650757" cy="352875"/>
            </a:xfrm>
            <a:custGeom>
              <a:avLst/>
              <a:pathLst>
                <a:path w="650757" h="352875">
                  <a:moveTo>
                    <a:pt x="154422" y="128260"/>
                  </a:moveTo>
                  <a:lnTo>
                    <a:pt x="166412" y="83514"/>
                  </a:lnTo>
                  <a:lnTo>
                    <a:pt x="200747" y="48024"/>
                  </a:lnTo>
                  <a:lnTo>
                    <a:pt x="252692" y="29991"/>
                  </a:lnTo>
                  <a:lnTo>
                    <a:pt x="302990" y="9781"/>
                  </a:lnTo>
                  <a:lnTo>
                    <a:pt x="358548" y="0"/>
                  </a:lnTo>
                  <a:lnTo>
                    <a:pt x="417621" y="1510"/>
                  </a:lnTo>
                  <a:lnTo>
                    <a:pt x="478344" y="14915"/>
                  </a:lnTo>
                  <a:lnTo>
                    <a:pt x="538769" y="40535"/>
                  </a:lnTo>
                  <a:lnTo>
                    <a:pt x="596905" y="78404"/>
                  </a:lnTo>
                  <a:lnTo>
                    <a:pt x="650757" y="128260"/>
                  </a:lnTo>
                  <a:lnTo>
                    <a:pt x="616985" y="189158"/>
                  </a:lnTo>
                  <a:lnTo>
                    <a:pt x="576314" y="241305"/>
                  </a:lnTo>
                  <a:lnTo>
                    <a:pt x="530436" y="284010"/>
                  </a:lnTo>
                  <a:lnTo>
                    <a:pt x="481099" y="316867"/>
                  </a:lnTo>
                  <a:lnTo>
                    <a:pt x="430060" y="339764"/>
                  </a:lnTo>
                  <a:lnTo>
                    <a:pt x="379038" y="352875"/>
                  </a:lnTo>
                  <a:lnTo>
                    <a:pt x="310794" y="343487"/>
                  </a:lnTo>
                  <a:lnTo>
                    <a:pt x="251765" y="319306"/>
                  </a:lnTo>
                  <a:lnTo>
                    <a:pt x="204730" y="283090"/>
                  </a:lnTo>
                  <a:lnTo>
                    <a:pt x="171815" y="238070"/>
                  </a:lnTo>
                  <a:lnTo>
                    <a:pt x="154422" y="187820"/>
                  </a:lnTo>
                  <a:lnTo>
                    <a:pt x="125305" y="236929"/>
                  </a:lnTo>
                  <a:lnTo>
                    <a:pt x="71700" y="271539"/>
                  </a:lnTo>
                  <a:lnTo>
                    <a:pt x="0" y="282683"/>
                  </a:lnTo>
                  <a:lnTo>
                    <a:pt x="14109" y="222014"/>
                  </a:lnTo>
                  <a:lnTo>
                    <a:pt x="44370" y="173845"/>
                  </a:lnTo>
                  <a:lnTo>
                    <a:pt x="86271" y="141816"/>
                  </a:lnTo>
                  <a:lnTo>
                    <a:pt x="134569" y="128260"/>
                  </a:lnTo>
                  <a:lnTo>
                    <a:pt x="126346" y="100183"/>
                  </a:lnTo>
                </a:path>
              </a:pathLst>
            </a:custGeom>
            <a:ln w="2845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588950" y="3239681"/>
              <a:ext cx="280355" cy="201190"/>
            </a:xfrm>
            <a:custGeom>
              <a:avLst/>
              <a:pathLst>
                <a:path w="280355" h="201190">
                  <a:moveTo>
                    <a:pt x="42115" y="9274"/>
                  </a:moveTo>
                  <a:lnTo>
                    <a:pt x="95298" y="0"/>
                  </a:lnTo>
                  <a:lnTo>
                    <a:pt x="154422" y="16087"/>
                  </a:lnTo>
                  <a:lnTo>
                    <a:pt x="202588" y="35745"/>
                  </a:lnTo>
                  <a:lnTo>
                    <a:pt x="246668" y="73584"/>
                  </a:lnTo>
                  <a:lnTo>
                    <a:pt x="280355" y="128394"/>
                  </a:lnTo>
                  <a:lnTo>
                    <a:pt x="227491" y="178066"/>
                  </a:lnTo>
                  <a:lnTo>
                    <a:pt x="168201" y="201190"/>
                  </a:lnTo>
                  <a:lnTo>
                    <a:pt x="112307" y="198587"/>
                  </a:lnTo>
                  <a:lnTo>
                    <a:pt x="61109" y="174250"/>
                  </a:lnTo>
                  <a:lnTo>
                    <a:pt x="42115" y="128394"/>
                  </a:lnTo>
                  <a:lnTo>
                    <a:pt x="0" y="170510"/>
                  </a:lnTo>
                  <a:lnTo>
                    <a:pt x="22261" y="128394"/>
                  </a:lnTo>
                  <a:lnTo>
                    <a:pt x="0" y="86279"/>
                  </a:lnTo>
                </a:path>
              </a:pathLst>
            </a:custGeom>
            <a:ln w="2845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588950" y="3306785"/>
              <a:ext cx="320062" cy="189684"/>
            </a:xfrm>
            <a:custGeom>
              <a:avLst/>
              <a:pathLst>
                <a:path w="320062" h="189684">
                  <a:moveTo>
                    <a:pt x="42115" y="41436"/>
                  </a:moveTo>
                  <a:lnTo>
                    <a:pt x="70192" y="33213"/>
                  </a:lnTo>
                  <a:lnTo>
                    <a:pt x="112786" y="9944"/>
                  </a:lnTo>
                  <a:lnTo>
                    <a:pt x="162403" y="0"/>
                  </a:lnTo>
                  <a:lnTo>
                    <a:pt x="215826" y="4847"/>
                  </a:lnTo>
                  <a:lnTo>
                    <a:pt x="269579" y="25263"/>
                  </a:lnTo>
                  <a:lnTo>
                    <a:pt x="320062" y="61290"/>
                  </a:lnTo>
                  <a:lnTo>
                    <a:pt x="290381" y="110673"/>
                  </a:lnTo>
                  <a:lnTo>
                    <a:pt x="253049" y="148661"/>
                  </a:lnTo>
                  <a:lnTo>
                    <a:pt x="211316" y="174346"/>
                  </a:lnTo>
                  <a:lnTo>
                    <a:pt x="168461" y="187636"/>
                  </a:lnTo>
                  <a:lnTo>
                    <a:pt x="95298" y="189684"/>
                  </a:lnTo>
                  <a:lnTo>
                    <a:pt x="42115" y="160556"/>
                  </a:lnTo>
                  <a:lnTo>
                    <a:pt x="0" y="103405"/>
                  </a:lnTo>
                  <a:lnTo>
                    <a:pt x="2408" y="61290"/>
                  </a:lnTo>
                  <a:lnTo>
                    <a:pt x="42115" y="61290"/>
                  </a:lnTo>
                </a:path>
              </a:pathLst>
            </a:custGeom>
            <a:ln w="2845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588950" y="3297883"/>
              <a:ext cx="141382" cy="112307"/>
            </a:xfrm>
            <a:custGeom>
              <a:avLst/>
              <a:pathLst>
                <a:path w="141382" h="112307">
                  <a:moveTo>
                    <a:pt x="42115" y="10632"/>
                  </a:moveTo>
                  <a:lnTo>
                    <a:pt x="112307" y="0"/>
                  </a:lnTo>
                  <a:lnTo>
                    <a:pt x="133825" y="32204"/>
                  </a:lnTo>
                  <a:lnTo>
                    <a:pt x="141382" y="70192"/>
                  </a:lnTo>
                  <a:lnTo>
                    <a:pt x="97141" y="92984"/>
                  </a:lnTo>
                  <a:lnTo>
                    <a:pt x="56153" y="84230"/>
                  </a:lnTo>
                  <a:lnTo>
                    <a:pt x="42115" y="70192"/>
                  </a:lnTo>
                  <a:lnTo>
                    <a:pt x="0" y="112307"/>
                  </a:lnTo>
                  <a:lnTo>
                    <a:pt x="22261" y="70192"/>
                  </a:lnTo>
                  <a:lnTo>
                    <a:pt x="42115" y="70192"/>
                  </a:lnTo>
                </a:path>
              </a:pathLst>
            </a:custGeom>
            <a:ln w="2845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588950" y="3297883"/>
              <a:ext cx="141382" cy="89186"/>
            </a:xfrm>
            <a:custGeom>
              <a:avLst/>
              <a:pathLst>
                <a:path w="141382" h="89186">
                  <a:moveTo>
                    <a:pt x="42115" y="30485"/>
                  </a:moveTo>
                  <a:lnTo>
                    <a:pt x="112307" y="0"/>
                  </a:lnTo>
                  <a:lnTo>
                    <a:pt x="133825" y="32204"/>
                  </a:lnTo>
                  <a:lnTo>
                    <a:pt x="141382" y="70192"/>
                  </a:lnTo>
                  <a:lnTo>
                    <a:pt x="87970" y="89186"/>
                  </a:lnTo>
                  <a:lnTo>
                    <a:pt x="42115" y="70192"/>
                  </a:lnTo>
                  <a:lnTo>
                    <a:pt x="42115" y="70192"/>
                  </a:lnTo>
                  <a:lnTo>
                    <a:pt x="28076" y="84230"/>
                  </a:lnTo>
                  <a:lnTo>
                    <a:pt x="42115" y="70192"/>
                  </a:lnTo>
                  <a:lnTo>
                    <a:pt x="0" y="28076"/>
                  </a:lnTo>
                </a:path>
              </a:pathLst>
            </a:custGeom>
            <a:ln w="2845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822927" y="3321696"/>
              <a:ext cx="92758" cy="92758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584687" y="3202576"/>
              <a:ext cx="92758" cy="92758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696994" y="3209389"/>
              <a:ext cx="92758" cy="92758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542571" y="3279581"/>
              <a:ext cx="92758" cy="92758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584687" y="3321696"/>
              <a:ext cx="92758" cy="92758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654879" y="3391889"/>
              <a:ext cx="92758" cy="92758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42571" y="3363812"/>
              <a:ext cx="92758" cy="92758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564833" y="3321696"/>
              <a:ext cx="92758" cy="92758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862634" y="3321696"/>
              <a:ext cx="92758" cy="92758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1454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584687" y="3301843"/>
              <a:ext cx="92758" cy="92758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1454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612764" y="3293619"/>
              <a:ext cx="92758" cy="92758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1454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584687" y="3321696"/>
              <a:ext cx="92758" cy="92758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1454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584687" y="3420963"/>
              <a:ext cx="92758" cy="92758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1454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711033" y="3448042"/>
              <a:ext cx="92758" cy="92758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1454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542571" y="3363812"/>
              <a:ext cx="92758" cy="92758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1454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544980" y="3321696"/>
              <a:ext cx="92758" cy="92758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1454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081021" y="3321696"/>
              <a:ext cx="92758" cy="92758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1454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584687" y="3321696"/>
              <a:ext cx="92758" cy="92758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1454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682956" y="3223427"/>
              <a:ext cx="92758" cy="92758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1454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556610" y="3293619"/>
              <a:ext cx="92758" cy="92758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1454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84687" y="3381256"/>
              <a:ext cx="92758" cy="92758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1454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809302" y="3546312"/>
              <a:ext cx="92758" cy="92758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1454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430264" y="3476119"/>
              <a:ext cx="92758" cy="92758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1454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564833" y="3321696"/>
              <a:ext cx="92758" cy="92758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1454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683953" y="3321696"/>
              <a:ext cx="92758" cy="92758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584687" y="3281990"/>
              <a:ext cx="92758" cy="92758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654879" y="3251504"/>
              <a:ext cx="92758" cy="92758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542571" y="3279581"/>
              <a:ext cx="92758" cy="92758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584687" y="3321696"/>
              <a:ext cx="92758" cy="92758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584687" y="3321696"/>
              <a:ext cx="92758" cy="92758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570648" y="3335735"/>
              <a:ext cx="92758" cy="92758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584687" y="3321696"/>
              <a:ext cx="92758" cy="92758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5967091" y="3321696"/>
              <a:ext cx="92758" cy="92758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584687" y="2805509"/>
              <a:ext cx="92758" cy="92758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651609" y="2254774"/>
              <a:ext cx="92758" cy="92758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275841" y="3012850"/>
              <a:ext cx="92758" cy="92758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584687" y="3559937"/>
              <a:ext cx="92758" cy="92758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033917" y="3770927"/>
              <a:ext cx="92758" cy="92758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177572" y="3728811"/>
              <a:ext cx="92758" cy="92758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286886" y="3321696"/>
              <a:ext cx="92758" cy="92758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683953" y="3321696"/>
              <a:ext cx="92758" cy="92758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1454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584687" y="3262136"/>
              <a:ext cx="92758" cy="92758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1454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654879" y="3251504"/>
              <a:ext cx="92758" cy="92758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1454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584687" y="3321696"/>
              <a:ext cx="92758" cy="92758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1454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584687" y="3321696"/>
              <a:ext cx="92758" cy="92758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1454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598725" y="3335735"/>
              <a:ext cx="92758" cy="92758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1454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542571" y="3363812"/>
              <a:ext cx="92758" cy="92758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1454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564833" y="3321696"/>
              <a:ext cx="92758" cy="92758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1454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tx77"/>
            <p:cNvSpPr/>
            <p:nvPr/>
          </p:nvSpPr>
          <p:spPr>
            <a:xfrm>
              <a:off x="3242517" y="1971559"/>
              <a:ext cx="777096" cy="1787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7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26(7.8%)</a:t>
              </a:r>
            </a:p>
          </p:txBody>
        </p:sp>
        <p:sp>
          <p:nvSpPr>
            <p:cNvPr id="78" name="pl78"/>
            <p:cNvSpPr/>
            <p:nvPr/>
          </p:nvSpPr>
          <p:spPr>
            <a:xfrm>
              <a:off x="3631066" y="795079"/>
              <a:ext cx="0" cy="2572996"/>
            </a:xfrm>
            <a:custGeom>
              <a:avLst/>
              <a:pathLst>
                <a:path w="0" h="2572996">
                  <a:moveTo>
                    <a:pt x="0" y="2572996"/>
                  </a:moveTo>
                  <a:lnTo>
                    <a:pt x="0" y="2484272"/>
                  </a:lnTo>
                  <a:lnTo>
                    <a:pt x="0" y="2395548"/>
                  </a:lnTo>
                  <a:lnTo>
                    <a:pt x="0" y="2306824"/>
                  </a:lnTo>
                  <a:lnTo>
                    <a:pt x="0" y="2218100"/>
                  </a:lnTo>
                  <a:lnTo>
                    <a:pt x="0" y="2129376"/>
                  </a:lnTo>
                  <a:lnTo>
                    <a:pt x="0" y="2040652"/>
                  </a:lnTo>
                  <a:lnTo>
                    <a:pt x="0" y="1951928"/>
                  </a:lnTo>
                  <a:lnTo>
                    <a:pt x="0" y="1863204"/>
                  </a:lnTo>
                  <a:lnTo>
                    <a:pt x="0" y="1774480"/>
                  </a:lnTo>
                  <a:lnTo>
                    <a:pt x="0" y="1685756"/>
                  </a:lnTo>
                  <a:lnTo>
                    <a:pt x="0" y="1597032"/>
                  </a:lnTo>
                  <a:lnTo>
                    <a:pt x="0" y="1508308"/>
                  </a:lnTo>
                  <a:lnTo>
                    <a:pt x="0" y="1419584"/>
                  </a:lnTo>
                  <a:lnTo>
                    <a:pt x="0" y="1330860"/>
                  </a:lnTo>
                  <a:lnTo>
                    <a:pt x="0" y="1242136"/>
                  </a:lnTo>
                  <a:lnTo>
                    <a:pt x="0" y="1153412"/>
                  </a:lnTo>
                  <a:lnTo>
                    <a:pt x="0" y="1064688"/>
                  </a:lnTo>
                  <a:lnTo>
                    <a:pt x="0" y="975964"/>
                  </a:lnTo>
                  <a:lnTo>
                    <a:pt x="0" y="887240"/>
                  </a:lnTo>
                  <a:lnTo>
                    <a:pt x="0" y="798516"/>
                  </a:lnTo>
                  <a:lnTo>
                    <a:pt x="0" y="709792"/>
                  </a:lnTo>
                  <a:lnTo>
                    <a:pt x="0" y="621068"/>
                  </a:lnTo>
                  <a:lnTo>
                    <a:pt x="0" y="532344"/>
                  </a:lnTo>
                  <a:lnTo>
                    <a:pt x="0" y="443620"/>
                  </a:lnTo>
                  <a:lnTo>
                    <a:pt x="0" y="354896"/>
                  </a:lnTo>
                  <a:lnTo>
                    <a:pt x="0" y="266172"/>
                  </a:lnTo>
                  <a:lnTo>
                    <a:pt x="0" y="177448"/>
                  </a:lnTo>
                  <a:lnTo>
                    <a:pt x="0" y="88724"/>
                  </a:lnTo>
                  <a:lnTo>
                    <a:pt x="0" y="0"/>
                  </a:lnTo>
                </a:path>
              </a:pathLst>
            </a:custGeom>
            <a:ln w="17615" cap="flat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631066" y="1548692"/>
              <a:ext cx="1819383" cy="1819383"/>
            </a:xfrm>
            <a:custGeom>
              <a:avLst/>
              <a:pathLst>
                <a:path w="1819383" h="1819383">
                  <a:moveTo>
                    <a:pt x="0" y="1819383"/>
                  </a:moveTo>
                  <a:lnTo>
                    <a:pt x="62737" y="1756645"/>
                  </a:lnTo>
                  <a:lnTo>
                    <a:pt x="125474" y="1693908"/>
                  </a:lnTo>
                  <a:lnTo>
                    <a:pt x="188212" y="1631171"/>
                  </a:lnTo>
                  <a:lnTo>
                    <a:pt x="250949" y="1568433"/>
                  </a:lnTo>
                  <a:lnTo>
                    <a:pt x="313686" y="1505696"/>
                  </a:lnTo>
                  <a:lnTo>
                    <a:pt x="376424" y="1442959"/>
                  </a:lnTo>
                  <a:lnTo>
                    <a:pt x="439161" y="1380221"/>
                  </a:lnTo>
                  <a:lnTo>
                    <a:pt x="501898" y="1317484"/>
                  </a:lnTo>
                  <a:lnTo>
                    <a:pt x="564636" y="1254746"/>
                  </a:lnTo>
                  <a:lnTo>
                    <a:pt x="627373" y="1192009"/>
                  </a:lnTo>
                  <a:lnTo>
                    <a:pt x="690110" y="1129272"/>
                  </a:lnTo>
                  <a:lnTo>
                    <a:pt x="752848" y="1066534"/>
                  </a:lnTo>
                  <a:lnTo>
                    <a:pt x="815585" y="1003797"/>
                  </a:lnTo>
                  <a:lnTo>
                    <a:pt x="878322" y="941060"/>
                  </a:lnTo>
                  <a:lnTo>
                    <a:pt x="941060" y="878322"/>
                  </a:lnTo>
                  <a:lnTo>
                    <a:pt x="1003797" y="815585"/>
                  </a:lnTo>
                  <a:lnTo>
                    <a:pt x="1066534" y="752848"/>
                  </a:lnTo>
                  <a:lnTo>
                    <a:pt x="1129272" y="690110"/>
                  </a:lnTo>
                  <a:lnTo>
                    <a:pt x="1192009" y="627373"/>
                  </a:lnTo>
                  <a:lnTo>
                    <a:pt x="1254746" y="564636"/>
                  </a:lnTo>
                  <a:lnTo>
                    <a:pt x="1317484" y="501898"/>
                  </a:lnTo>
                  <a:lnTo>
                    <a:pt x="1380221" y="439161"/>
                  </a:lnTo>
                  <a:lnTo>
                    <a:pt x="1442959" y="376424"/>
                  </a:lnTo>
                  <a:lnTo>
                    <a:pt x="1505696" y="313686"/>
                  </a:lnTo>
                  <a:lnTo>
                    <a:pt x="1568433" y="250949"/>
                  </a:lnTo>
                  <a:lnTo>
                    <a:pt x="1631171" y="188212"/>
                  </a:lnTo>
                  <a:lnTo>
                    <a:pt x="1693908" y="125474"/>
                  </a:lnTo>
                  <a:lnTo>
                    <a:pt x="1756645" y="62737"/>
                  </a:lnTo>
                  <a:lnTo>
                    <a:pt x="1819383" y="0"/>
                  </a:lnTo>
                </a:path>
              </a:pathLst>
            </a:custGeom>
            <a:ln w="17615" cap="flat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631066" y="3368075"/>
              <a:ext cx="2572996" cy="0"/>
            </a:xfrm>
            <a:custGeom>
              <a:avLst/>
              <a:pathLst>
                <a:path w="2572996" h="0">
                  <a:moveTo>
                    <a:pt x="0" y="0"/>
                  </a:moveTo>
                  <a:lnTo>
                    <a:pt x="88724" y="0"/>
                  </a:lnTo>
                  <a:lnTo>
                    <a:pt x="177448" y="0"/>
                  </a:lnTo>
                  <a:lnTo>
                    <a:pt x="266172" y="0"/>
                  </a:lnTo>
                  <a:lnTo>
                    <a:pt x="354896" y="0"/>
                  </a:lnTo>
                  <a:lnTo>
                    <a:pt x="443620" y="0"/>
                  </a:lnTo>
                  <a:lnTo>
                    <a:pt x="532344" y="0"/>
                  </a:lnTo>
                  <a:lnTo>
                    <a:pt x="621068" y="0"/>
                  </a:lnTo>
                  <a:lnTo>
                    <a:pt x="709792" y="0"/>
                  </a:lnTo>
                  <a:lnTo>
                    <a:pt x="798516" y="0"/>
                  </a:lnTo>
                  <a:lnTo>
                    <a:pt x="887240" y="0"/>
                  </a:lnTo>
                  <a:lnTo>
                    <a:pt x="975964" y="0"/>
                  </a:lnTo>
                  <a:lnTo>
                    <a:pt x="1064688" y="0"/>
                  </a:lnTo>
                  <a:lnTo>
                    <a:pt x="1153412" y="0"/>
                  </a:lnTo>
                  <a:lnTo>
                    <a:pt x="1242136" y="0"/>
                  </a:lnTo>
                  <a:lnTo>
                    <a:pt x="1330860" y="0"/>
                  </a:lnTo>
                  <a:lnTo>
                    <a:pt x="1419584" y="0"/>
                  </a:lnTo>
                  <a:lnTo>
                    <a:pt x="1508308" y="0"/>
                  </a:lnTo>
                  <a:lnTo>
                    <a:pt x="1597032" y="0"/>
                  </a:lnTo>
                  <a:lnTo>
                    <a:pt x="1685756" y="0"/>
                  </a:lnTo>
                  <a:lnTo>
                    <a:pt x="1774480" y="0"/>
                  </a:lnTo>
                  <a:lnTo>
                    <a:pt x="1863204" y="0"/>
                  </a:lnTo>
                  <a:lnTo>
                    <a:pt x="1951928" y="0"/>
                  </a:lnTo>
                  <a:lnTo>
                    <a:pt x="2040652" y="0"/>
                  </a:lnTo>
                  <a:lnTo>
                    <a:pt x="2129376" y="0"/>
                  </a:lnTo>
                  <a:lnTo>
                    <a:pt x="2218100" y="0"/>
                  </a:lnTo>
                  <a:lnTo>
                    <a:pt x="2306824" y="0"/>
                  </a:lnTo>
                  <a:lnTo>
                    <a:pt x="2395548" y="0"/>
                  </a:lnTo>
                  <a:lnTo>
                    <a:pt x="2484272" y="0"/>
                  </a:lnTo>
                  <a:lnTo>
                    <a:pt x="2572996" y="0"/>
                  </a:lnTo>
                </a:path>
              </a:pathLst>
            </a:custGeom>
            <a:ln w="17615" cap="flat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631066" y="3368075"/>
              <a:ext cx="1819383" cy="1819383"/>
            </a:xfrm>
            <a:custGeom>
              <a:avLst/>
              <a:pathLst>
                <a:path w="1819383" h="1819383">
                  <a:moveTo>
                    <a:pt x="0" y="0"/>
                  </a:moveTo>
                  <a:lnTo>
                    <a:pt x="62737" y="62737"/>
                  </a:lnTo>
                  <a:lnTo>
                    <a:pt x="125474" y="125474"/>
                  </a:lnTo>
                  <a:lnTo>
                    <a:pt x="188212" y="188212"/>
                  </a:lnTo>
                  <a:lnTo>
                    <a:pt x="250949" y="250949"/>
                  </a:lnTo>
                  <a:lnTo>
                    <a:pt x="313686" y="313686"/>
                  </a:lnTo>
                  <a:lnTo>
                    <a:pt x="376424" y="376424"/>
                  </a:lnTo>
                  <a:lnTo>
                    <a:pt x="439161" y="439161"/>
                  </a:lnTo>
                  <a:lnTo>
                    <a:pt x="501898" y="501898"/>
                  </a:lnTo>
                  <a:lnTo>
                    <a:pt x="564636" y="564636"/>
                  </a:lnTo>
                  <a:lnTo>
                    <a:pt x="627373" y="627373"/>
                  </a:lnTo>
                  <a:lnTo>
                    <a:pt x="690110" y="690110"/>
                  </a:lnTo>
                  <a:lnTo>
                    <a:pt x="752848" y="752848"/>
                  </a:lnTo>
                  <a:lnTo>
                    <a:pt x="815585" y="815585"/>
                  </a:lnTo>
                  <a:lnTo>
                    <a:pt x="878322" y="878322"/>
                  </a:lnTo>
                  <a:lnTo>
                    <a:pt x="941060" y="941060"/>
                  </a:lnTo>
                  <a:lnTo>
                    <a:pt x="1003797" y="1003797"/>
                  </a:lnTo>
                  <a:lnTo>
                    <a:pt x="1066534" y="1066534"/>
                  </a:lnTo>
                  <a:lnTo>
                    <a:pt x="1129272" y="1129272"/>
                  </a:lnTo>
                  <a:lnTo>
                    <a:pt x="1192009" y="1192009"/>
                  </a:lnTo>
                  <a:lnTo>
                    <a:pt x="1254746" y="1254746"/>
                  </a:lnTo>
                  <a:lnTo>
                    <a:pt x="1317484" y="1317484"/>
                  </a:lnTo>
                  <a:lnTo>
                    <a:pt x="1380221" y="1380221"/>
                  </a:lnTo>
                  <a:lnTo>
                    <a:pt x="1442959" y="1442959"/>
                  </a:lnTo>
                  <a:lnTo>
                    <a:pt x="1505696" y="1505696"/>
                  </a:lnTo>
                  <a:lnTo>
                    <a:pt x="1568433" y="1568433"/>
                  </a:lnTo>
                  <a:lnTo>
                    <a:pt x="1631171" y="1631171"/>
                  </a:lnTo>
                  <a:lnTo>
                    <a:pt x="1693908" y="1693908"/>
                  </a:lnTo>
                  <a:lnTo>
                    <a:pt x="1756645" y="1756645"/>
                  </a:lnTo>
                  <a:lnTo>
                    <a:pt x="1819383" y="1819383"/>
                  </a:lnTo>
                </a:path>
              </a:pathLst>
            </a:custGeom>
            <a:ln w="17615" cap="flat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631066" y="3368075"/>
              <a:ext cx="0" cy="2572996"/>
            </a:xfrm>
            <a:custGeom>
              <a:avLst/>
              <a:pathLst>
                <a:path w="0" h="2572996">
                  <a:moveTo>
                    <a:pt x="0" y="0"/>
                  </a:moveTo>
                  <a:lnTo>
                    <a:pt x="0" y="88724"/>
                  </a:lnTo>
                  <a:lnTo>
                    <a:pt x="0" y="177448"/>
                  </a:lnTo>
                  <a:lnTo>
                    <a:pt x="0" y="266172"/>
                  </a:lnTo>
                  <a:lnTo>
                    <a:pt x="0" y="354896"/>
                  </a:lnTo>
                  <a:lnTo>
                    <a:pt x="0" y="443620"/>
                  </a:lnTo>
                  <a:lnTo>
                    <a:pt x="0" y="532344"/>
                  </a:lnTo>
                  <a:lnTo>
                    <a:pt x="0" y="621068"/>
                  </a:lnTo>
                  <a:lnTo>
                    <a:pt x="0" y="709792"/>
                  </a:lnTo>
                  <a:lnTo>
                    <a:pt x="0" y="798516"/>
                  </a:lnTo>
                  <a:lnTo>
                    <a:pt x="0" y="887240"/>
                  </a:lnTo>
                  <a:lnTo>
                    <a:pt x="0" y="975964"/>
                  </a:lnTo>
                  <a:lnTo>
                    <a:pt x="0" y="1064688"/>
                  </a:lnTo>
                  <a:lnTo>
                    <a:pt x="0" y="1153412"/>
                  </a:lnTo>
                  <a:lnTo>
                    <a:pt x="0" y="1242136"/>
                  </a:lnTo>
                  <a:lnTo>
                    <a:pt x="0" y="1330860"/>
                  </a:lnTo>
                  <a:lnTo>
                    <a:pt x="0" y="1419584"/>
                  </a:lnTo>
                  <a:lnTo>
                    <a:pt x="0" y="1508308"/>
                  </a:lnTo>
                  <a:lnTo>
                    <a:pt x="0" y="1597032"/>
                  </a:lnTo>
                  <a:lnTo>
                    <a:pt x="0" y="1685756"/>
                  </a:lnTo>
                  <a:lnTo>
                    <a:pt x="0" y="1774480"/>
                  </a:lnTo>
                  <a:lnTo>
                    <a:pt x="0" y="1863204"/>
                  </a:lnTo>
                  <a:lnTo>
                    <a:pt x="0" y="1951928"/>
                  </a:lnTo>
                  <a:lnTo>
                    <a:pt x="0" y="2040652"/>
                  </a:lnTo>
                  <a:lnTo>
                    <a:pt x="0" y="2129376"/>
                  </a:lnTo>
                  <a:lnTo>
                    <a:pt x="0" y="2218100"/>
                  </a:lnTo>
                  <a:lnTo>
                    <a:pt x="0" y="2306824"/>
                  </a:lnTo>
                  <a:lnTo>
                    <a:pt x="0" y="2395548"/>
                  </a:lnTo>
                  <a:lnTo>
                    <a:pt x="0" y="2484272"/>
                  </a:lnTo>
                  <a:lnTo>
                    <a:pt x="0" y="2572996"/>
                  </a:lnTo>
                </a:path>
              </a:pathLst>
            </a:custGeom>
            <a:ln w="17615" cap="flat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1811683" y="3368075"/>
              <a:ext cx="1819383" cy="1819383"/>
            </a:xfrm>
            <a:custGeom>
              <a:avLst/>
              <a:pathLst>
                <a:path w="1819383" h="1819383">
                  <a:moveTo>
                    <a:pt x="1819383" y="0"/>
                  </a:moveTo>
                  <a:lnTo>
                    <a:pt x="1756645" y="62737"/>
                  </a:lnTo>
                  <a:lnTo>
                    <a:pt x="1693908" y="125474"/>
                  </a:lnTo>
                  <a:lnTo>
                    <a:pt x="1631171" y="188212"/>
                  </a:lnTo>
                  <a:lnTo>
                    <a:pt x="1568433" y="250949"/>
                  </a:lnTo>
                  <a:lnTo>
                    <a:pt x="1505696" y="313686"/>
                  </a:lnTo>
                  <a:lnTo>
                    <a:pt x="1442959" y="376424"/>
                  </a:lnTo>
                  <a:lnTo>
                    <a:pt x="1380221" y="439161"/>
                  </a:lnTo>
                  <a:lnTo>
                    <a:pt x="1317484" y="501898"/>
                  </a:lnTo>
                  <a:lnTo>
                    <a:pt x="1254746" y="564636"/>
                  </a:lnTo>
                  <a:lnTo>
                    <a:pt x="1192009" y="627373"/>
                  </a:lnTo>
                  <a:lnTo>
                    <a:pt x="1129272" y="690110"/>
                  </a:lnTo>
                  <a:lnTo>
                    <a:pt x="1066534" y="752848"/>
                  </a:lnTo>
                  <a:lnTo>
                    <a:pt x="1003797" y="815585"/>
                  </a:lnTo>
                  <a:lnTo>
                    <a:pt x="941060" y="878322"/>
                  </a:lnTo>
                  <a:lnTo>
                    <a:pt x="878322" y="941060"/>
                  </a:lnTo>
                  <a:lnTo>
                    <a:pt x="815585" y="1003797"/>
                  </a:lnTo>
                  <a:lnTo>
                    <a:pt x="752848" y="1066534"/>
                  </a:lnTo>
                  <a:lnTo>
                    <a:pt x="690110" y="1129272"/>
                  </a:lnTo>
                  <a:lnTo>
                    <a:pt x="627373" y="1192009"/>
                  </a:lnTo>
                  <a:lnTo>
                    <a:pt x="564636" y="1254746"/>
                  </a:lnTo>
                  <a:lnTo>
                    <a:pt x="501898" y="1317484"/>
                  </a:lnTo>
                  <a:lnTo>
                    <a:pt x="439161" y="1380221"/>
                  </a:lnTo>
                  <a:lnTo>
                    <a:pt x="376424" y="1442959"/>
                  </a:lnTo>
                  <a:lnTo>
                    <a:pt x="313686" y="1505696"/>
                  </a:lnTo>
                  <a:lnTo>
                    <a:pt x="250949" y="1568433"/>
                  </a:lnTo>
                  <a:lnTo>
                    <a:pt x="188212" y="1631171"/>
                  </a:lnTo>
                  <a:lnTo>
                    <a:pt x="125474" y="1693908"/>
                  </a:lnTo>
                  <a:lnTo>
                    <a:pt x="62737" y="1756645"/>
                  </a:lnTo>
                  <a:lnTo>
                    <a:pt x="0" y="1819383"/>
                  </a:lnTo>
                </a:path>
              </a:pathLst>
            </a:custGeom>
            <a:ln w="17615" cap="flat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1058070" y="3368075"/>
              <a:ext cx="2572996" cy="0"/>
            </a:xfrm>
            <a:custGeom>
              <a:avLst/>
              <a:pathLst>
                <a:path w="2572996" h="0">
                  <a:moveTo>
                    <a:pt x="2572996" y="0"/>
                  </a:moveTo>
                  <a:lnTo>
                    <a:pt x="2484272" y="0"/>
                  </a:lnTo>
                  <a:lnTo>
                    <a:pt x="2395548" y="0"/>
                  </a:lnTo>
                  <a:lnTo>
                    <a:pt x="2306824" y="0"/>
                  </a:lnTo>
                  <a:lnTo>
                    <a:pt x="2218100" y="0"/>
                  </a:lnTo>
                  <a:lnTo>
                    <a:pt x="2129376" y="0"/>
                  </a:lnTo>
                  <a:lnTo>
                    <a:pt x="2040652" y="0"/>
                  </a:lnTo>
                  <a:lnTo>
                    <a:pt x="1951928" y="0"/>
                  </a:lnTo>
                  <a:lnTo>
                    <a:pt x="1863204" y="0"/>
                  </a:lnTo>
                  <a:lnTo>
                    <a:pt x="1774480" y="0"/>
                  </a:lnTo>
                  <a:lnTo>
                    <a:pt x="1685756" y="0"/>
                  </a:lnTo>
                  <a:lnTo>
                    <a:pt x="1597032" y="0"/>
                  </a:lnTo>
                  <a:lnTo>
                    <a:pt x="1508308" y="0"/>
                  </a:lnTo>
                  <a:lnTo>
                    <a:pt x="1419584" y="0"/>
                  </a:lnTo>
                  <a:lnTo>
                    <a:pt x="1330860" y="0"/>
                  </a:lnTo>
                  <a:lnTo>
                    <a:pt x="1242136" y="0"/>
                  </a:lnTo>
                  <a:lnTo>
                    <a:pt x="1153412" y="0"/>
                  </a:lnTo>
                  <a:lnTo>
                    <a:pt x="1064688" y="0"/>
                  </a:lnTo>
                  <a:lnTo>
                    <a:pt x="975964" y="0"/>
                  </a:lnTo>
                  <a:lnTo>
                    <a:pt x="887240" y="0"/>
                  </a:lnTo>
                  <a:lnTo>
                    <a:pt x="798516" y="0"/>
                  </a:lnTo>
                  <a:lnTo>
                    <a:pt x="709792" y="0"/>
                  </a:lnTo>
                  <a:lnTo>
                    <a:pt x="621068" y="0"/>
                  </a:lnTo>
                  <a:lnTo>
                    <a:pt x="532344" y="0"/>
                  </a:lnTo>
                  <a:lnTo>
                    <a:pt x="443620" y="0"/>
                  </a:lnTo>
                  <a:lnTo>
                    <a:pt x="354896" y="0"/>
                  </a:lnTo>
                  <a:lnTo>
                    <a:pt x="266172" y="0"/>
                  </a:lnTo>
                  <a:lnTo>
                    <a:pt x="177448" y="0"/>
                  </a:lnTo>
                  <a:lnTo>
                    <a:pt x="88724" y="0"/>
                  </a:lnTo>
                  <a:lnTo>
                    <a:pt x="0" y="0"/>
                  </a:lnTo>
                </a:path>
              </a:pathLst>
            </a:custGeom>
            <a:ln w="17615" cap="flat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1811683" y="1548692"/>
              <a:ext cx="1819383" cy="1819383"/>
            </a:xfrm>
            <a:custGeom>
              <a:avLst/>
              <a:pathLst>
                <a:path w="1819383" h="1819383">
                  <a:moveTo>
                    <a:pt x="1819383" y="1819383"/>
                  </a:moveTo>
                  <a:lnTo>
                    <a:pt x="1756645" y="1756645"/>
                  </a:lnTo>
                  <a:lnTo>
                    <a:pt x="1693908" y="1693908"/>
                  </a:lnTo>
                  <a:lnTo>
                    <a:pt x="1631171" y="1631171"/>
                  </a:lnTo>
                  <a:lnTo>
                    <a:pt x="1568433" y="1568433"/>
                  </a:lnTo>
                  <a:lnTo>
                    <a:pt x="1505696" y="1505696"/>
                  </a:lnTo>
                  <a:lnTo>
                    <a:pt x="1442959" y="1442959"/>
                  </a:lnTo>
                  <a:lnTo>
                    <a:pt x="1380221" y="1380221"/>
                  </a:lnTo>
                  <a:lnTo>
                    <a:pt x="1317484" y="1317484"/>
                  </a:lnTo>
                  <a:lnTo>
                    <a:pt x="1254746" y="1254746"/>
                  </a:lnTo>
                  <a:lnTo>
                    <a:pt x="1192009" y="1192009"/>
                  </a:lnTo>
                  <a:lnTo>
                    <a:pt x="1129272" y="1129272"/>
                  </a:lnTo>
                  <a:lnTo>
                    <a:pt x="1066534" y="1066534"/>
                  </a:lnTo>
                  <a:lnTo>
                    <a:pt x="1003797" y="1003797"/>
                  </a:lnTo>
                  <a:lnTo>
                    <a:pt x="941060" y="941060"/>
                  </a:lnTo>
                  <a:lnTo>
                    <a:pt x="878322" y="878322"/>
                  </a:lnTo>
                  <a:lnTo>
                    <a:pt x="815585" y="815585"/>
                  </a:lnTo>
                  <a:lnTo>
                    <a:pt x="752848" y="752848"/>
                  </a:lnTo>
                  <a:lnTo>
                    <a:pt x="690110" y="690110"/>
                  </a:lnTo>
                  <a:lnTo>
                    <a:pt x="627373" y="627373"/>
                  </a:lnTo>
                  <a:lnTo>
                    <a:pt x="564636" y="564636"/>
                  </a:lnTo>
                  <a:lnTo>
                    <a:pt x="501898" y="501898"/>
                  </a:lnTo>
                  <a:lnTo>
                    <a:pt x="439161" y="439161"/>
                  </a:lnTo>
                  <a:lnTo>
                    <a:pt x="376424" y="376424"/>
                  </a:lnTo>
                  <a:lnTo>
                    <a:pt x="313686" y="313686"/>
                  </a:lnTo>
                  <a:lnTo>
                    <a:pt x="250949" y="250949"/>
                  </a:lnTo>
                  <a:lnTo>
                    <a:pt x="188212" y="188212"/>
                  </a:lnTo>
                  <a:lnTo>
                    <a:pt x="125474" y="125474"/>
                  </a:lnTo>
                  <a:lnTo>
                    <a:pt x="62737" y="62737"/>
                  </a:lnTo>
                  <a:lnTo>
                    <a:pt x="0" y="0"/>
                  </a:lnTo>
                </a:path>
              </a:pathLst>
            </a:custGeom>
            <a:ln w="17615" cap="flat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3398150" y="401040"/>
              <a:ext cx="465832" cy="1407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64920" y="1248669"/>
              <a:ext cx="825903" cy="1409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335094" y="3295940"/>
              <a:ext cx="381186" cy="1404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5248921" y="5338840"/>
              <a:ext cx="857901" cy="1443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3382151" y="6186654"/>
              <a:ext cx="497830" cy="1443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139496" y="5338840"/>
              <a:ext cx="889527" cy="1443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519481" y="3295940"/>
              <a:ext cx="433927" cy="1404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1155495" y="1248669"/>
              <a:ext cx="857529" cy="1409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94" name="rc94"/>
            <p:cNvSpPr/>
            <p:nvPr/>
          </p:nvSpPr>
          <p:spPr>
            <a:xfrm>
              <a:off x="7131915" y="2728607"/>
              <a:ext cx="181655" cy="181655"/>
            </a:xfrm>
            <a:prstGeom prst="rect">
              <a:avLst/>
            </a:prstGeom>
            <a:solidFill>
              <a:srgbClr val="00BFC4">
                <a:alpha val="21960"/>
              </a:srgbClr>
            </a:solidFill>
            <a:ln w="2845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7134960" y="281943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7176364" y="2773056"/>
              <a:ext cx="92758" cy="92758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7131915" y="2948063"/>
              <a:ext cx="181655" cy="181655"/>
            </a:xfrm>
            <a:prstGeom prst="rect">
              <a:avLst/>
            </a:prstGeom>
            <a:solidFill>
              <a:srgbClr val="BE84DB">
                <a:alpha val="21960"/>
              </a:srgbClr>
            </a:solidFill>
            <a:ln w="2845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7134960" y="303889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7176364" y="2992512"/>
              <a:ext cx="92758" cy="92758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1454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7131915" y="3167519"/>
              <a:ext cx="181655" cy="181655"/>
            </a:xfrm>
            <a:prstGeom prst="rect">
              <a:avLst/>
            </a:prstGeom>
            <a:solidFill>
              <a:srgbClr val="F8766D">
                <a:alpha val="21960"/>
              </a:srgbClr>
            </a:solidFill>
            <a:ln w="2845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7134960" y="325834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7176364" y="3211968"/>
              <a:ext cx="92758" cy="92758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7131915" y="3386975"/>
              <a:ext cx="181655" cy="181656"/>
            </a:xfrm>
            <a:prstGeom prst="rect">
              <a:avLst/>
            </a:prstGeom>
            <a:solidFill>
              <a:srgbClr val="7AD151">
                <a:alpha val="21960"/>
              </a:srgbClr>
            </a:solidFill>
            <a:ln w="2845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7134960" y="347780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7176364" y="3431424"/>
              <a:ext cx="92758" cy="92758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1454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7131915" y="3606431"/>
              <a:ext cx="181655" cy="181655"/>
            </a:xfrm>
            <a:prstGeom prst="rect">
              <a:avLst/>
            </a:prstGeom>
            <a:solidFill>
              <a:srgbClr val="F1B722">
                <a:alpha val="21960"/>
              </a:srgbClr>
            </a:solidFill>
            <a:ln w="2845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7134960" y="369725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7176364" y="3650880"/>
              <a:ext cx="92758" cy="92758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1454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7131915" y="3825887"/>
              <a:ext cx="181655" cy="181655"/>
            </a:xfrm>
            <a:prstGeom prst="rect">
              <a:avLst/>
            </a:prstGeom>
            <a:solidFill>
              <a:srgbClr val="619CFF">
                <a:alpha val="21960"/>
              </a:srgbClr>
            </a:solidFill>
            <a:ln w="2845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7134960" y="391671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7176364" y="3870336"/>
              <a:ext cx="92758" cy="92758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tx112"/>
            <p:cNvSpPr/>
            <p:nvPr/>
          </p:nvSpPr>
          <p:spPr>
            <a:xfrm>
              <a:off x="7421039" y="2752756"/>
              <a:ext cx="1095672" cy="1281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7421039" y="2970621"/>
              <a:ext cx="1219572" cy="1297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7421039" y="3159354"/>
              <a:ext cx="1124136" cy="160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7421039" y="3411124"/>
              <a:ext cx="1009947" cy="1281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7421039" y="3630580"/>
              <a:ext cx="1181648" cy="1281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7421039" y="3848445"/>
              <a:ext cx="1152850" cy="1297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2026-04-01T18:12:09Z</dcterms:modified>
  <cp:category/>
</cp:coreProperties>
</file>