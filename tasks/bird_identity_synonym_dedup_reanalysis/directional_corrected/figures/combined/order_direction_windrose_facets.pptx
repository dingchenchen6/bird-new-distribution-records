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3999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2251205" cy="19790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267495"/>
              <a:ext cx="2251205" cy="14817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97549" y="69589"/>
              <a:ext cx="1885287" cy="197906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829576" y="111393"/>
              <a:ext cx="1021231" cy="1104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Passeriformes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680504" y="305453"/>
              <a:ext cx="1319376" cy="13193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340192" y="371421"/>
              <a:ext cx="0" cy="593719"/>
            </a:xfrm>
            <a:custGeom>
              <a:avLst/>
              <a:pathLst>
                <a:path w="0" h="593719">
                  <a:moveTo>
                    <a:pt x="0" y="593719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340192" y="545318"/>
              <a:ext cx="419822" cy="419822"/>
            </a:xfrm>
            <a:custGeom>
              <a:avLst/>
              <a:pathLst>
                <a:path w="419822" h="419822">
                  <a:moveTo>
                    <a:pt x="0" y="419822"/>
                  </a:moveTo>
                  <a:lnTo>
                    <a:pt x="419822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340192" y="965141"/>
              <a:ext cx="593719" cy="0"/>
            </a:xfrm>
            <a:custGeom>
              <a:avLst/>
              <a:pathLst>
                <a:path w="593719" h="0">
                  <a:moveTo>
                    <a:pt x="0" y="0"/>
                  </a:moveTo>
                  <a:lnTo>
                    <a:pt x="59371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340192" y="965141"/>
              <a:ext cx="419822" cy="419822"/>
            </a:xfrm>
            <a:custGeom>
              <a:avLst/>
              <a:pathLst>
                <a:path w="419822" h="419822">
                  <a:moveTo>
                    <a:pt x="0" y="0"/>
                  </a:moveTo>
                  <a:lnTo>
                    <a:pt x="419822" y="419822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340192" y="965141"/>
              <a:ext cx="0" cy="593719"/>
            </a:xfrm>
            <a:custGeom>
              <a:avLst/>
              <a:pathLst>
                <a:path w="0" h="593719">
                  <a:moveTo>
                    <a:pt x="0" y="0"/>
                  </a:moveTo>
                  <a:lnTo>
                    <a:pt x="0" y="593719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20370" y="965141"/>
              <a:ext cx="419822" cy="419822"/>
            </a:xfrm>
            <a:custGeom>
              <a:avLst/>
              <a:pathLst>
                <a:path w="419822" h="419822">
                  <a:moveTo>
                    <a:pt x="419822" y="0"/>
                  </a:moveTo>
                  <a:lnTo>
                    <a:pt x="0" y="419822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46473" y="965141"/>
              <a:ext cx="593719" cy="0"/>
            </a:xfrm>
            <a:custGeom>
              <a:avLst/>
              <a:pathLst>
                <a:path w="593719" h="0">
                  <a:moveTo>
                    <a:pt x="593719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20370" y="545318"/>
              <a:ext cx="419822" cy="419822"/>
            </a:xfrm>
            <a:custGeom>
              <a:avLst/>
              <a:pathLst>
                <a:path w="419822" h="419822">
                  <a:moveTo>
                    <a:pt x="419822" y="419822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076350" y="701265"/>
              <a:ext cx="527683" cy="527617"/>
            </a:xfrm>
            <a:custGeom>
              <a:avLst/>
              <a:pathLst>
                <a:path w="527683" h="527617">
                  <a:moveTo>
                    <a:pt x="263841" y="0"/>
                  </a:moveTo>
                  <a:lnTo>
                    <a:pt x="280577" y="531"/>
                  </a:lnTo>
                  <a:lnTo>
                    <a:pt x="297246" y="2122"/>
                  </a:lnTo>
                  <a:lnTo>
                    <a:pt x="313780" y="4768"/>
                  </a:lnTo>
                  <a:lnTo>
                    <a:pt x="330113" y="8457"/>
                  </a:lnTo>
                  <a:lnTo>
                    <a:pt x="346179" y="13174"/>
                  </a:lnTo>
                  <a:lnTo>
                    <a:pt x="361914" y="18901"/>
                  </a:lnTo>
                  <a:lnTo>
                    <a:pt x="377254" y="25615"/>
                  </a:lnTo>
                  <a:lnTo>
                    <a:pt x="392137" y="33288"/>
                  </a:lnTo>
                  <a:lnTo>
                    <a:pt x="406503" y="41889"/>
                  </a:lnTo>
                  <a:lnTo>
                    <a:pt x="420295" y="51384"/>
                  </a:lnTo>
                  <a:lnTo>
                    <a:pt x="433457" y="61735"/>
                  </a:lnTo>
                  <a:lnTo>
                    <a:pt x="445936" y="72899"/>
                  </a:lnTo>
                  <a:lnTo>
                    <a:pt x="457682" y="84833"/>
                  </a:lnTo>
                  <a:lnTo>
                    <a:pt x="468647" y="97487"/>
                  </a:lnTo>
                  <a:lnTo>
                    <a:pt x="478788" y="110812"/>
                  </a:lnTo>
                  <a:lnTo>
                    <a:pt x="488063" y="124753"/>
                  </a:lnTo>
                  <a:lnTo>
                    <a:pt x="496435" y="139254"/>
                  </a:lnTo>
                  <a:lnTo>
                    <a:pt x="503871" y="154257"/>
                  </a:lnTo>
                  <a:lnTo>
                    <a:pt x="510340" y="169701"/>
                  </a:lnTo>
                  <a:lnTo>
                    <a:pt x="515817" y="185525"/>
                  </a:lnTo>
                  <a:lnTo>
                    <a:pt x="520278" y="201664"/>
                  </a:lnTo>
                  <a:lnTo>
                    <a:pt x="523708" y="218053"/>
                  </a:lnTo>
                  <a:lnTo>
                    <a:pt x="526091" y="234627"/>
                  </a:lnTo>
                  <a:lnTo>
                    <a:pt x="527418" y="251319"/>
                  </a:lnTo>
                  <a:lnTo>
                    <a:pt x="527683" y="268061"/>
                  </a:lnTo>
                  <a:lnTo>
                    <a:pt x="526887" y="284787"/>
                  </a:lnTo>
                  <a:lnTo>
                    <a:pt x="525031" y="301428"/>
                  </a:lnTo>
                  <a:lnTo>
                    <a:pt x="522123" y="317918"/>
                  </a:lnTo>
                  <a:lnTo>
                    <a:pt x="518176" y="334191"/>
                  </a:lnTo>
                  <a:lnTo>
                    <a:pt x="513204" y="350180"/>
                  </a:lnTo>
                  <a:lnTo>
                    <a:pt x="507228" y="365822"/>
                  </a:lnTo>
                  <a:lnTo>
                    <a:pt x="500272" y="381053"/>
                  </a:lnTo>
                  <a:lnTo>
                    <a:pt x="492364" y="395812"/>
                  </a:lnTo>
                  <a:lnTo>
                    <a:pt x="483536" y="410040"/>
                  </a:lnTo>
                  <a:lnTo>
                    <a:pt x="473823" y="423680"/>
                  </a:lnTo>
                  <a:lnTo>
                    <a:pt x="463265" y="436676"/>
                  </a:lnTo>
                  <a:lnTo>
                    <a:pt x="451904" y="448977"/>
                  </a:lnTo>
                  <a:lnTo>
                    <a:pt x="439785" y="460532"/>
                  </a:lnTo>
                  <a:lnTo>
                    <a:pt x="426958" y="471295"/>
                  </a:lnTo>
                  <a:lnTo>
                    <a:pt x="413475" y="481223"/>
                  </a:lnTo>
                  <a:lnTo>
                    <a:pt x="399388" y="490275"/>
                  </a:lnTo>
                  <a:lnTo>
                    <a:pt x="384756" y="498416"/>
                  </a:lnTo>
                  <a:lnTo>
                    <a:pt x="369637" y="505613"/>
                  </a:lnTo>
                  <a:lnTo>
                    <a:pt x="354092" y="511836"/>
                  </a:lnTo>
                  <a:lnTo>
                    <a:pt x="338184" y="517061"/>
                  </a:lnTo>
                  <a:lnTo>
                    <a:pt x="321976" y="521266"/>
                  </a:lnTo>
                  <a:lnTo>
                    <a:pt x="305534" y="524435"/>
                  </a:lnTo>
                  <a:lnTo>
                    <a:pt x="288924" y="526555"/>
                  </a:lnTo>
                  <a:lnTo>
                    <a:pt x="272214" y="527617"/>
                  </a:lnTo>
                  <a:lnTo>
                    <a:pt x="255469" y="527617"/>
                  </a:lnTo>
                  <a:lnTo>
                    <a:pt x="238759" y="526555"/>
                  </a:lnTo>
                  <a:lnTo>
                    <a:pt x="222149" y="524435"/>
                  </a:lnTo>
                  <a:lnTo>
                    <a:pt x="205707" y="521266"/>
                  </a:lnTo>
                  <a:lnTo>
                    <a:pt x="189499" y="517061"/>
                  </a:lnTo>
                  <a:lnTo>
                    <a:pt x="173591" y="511836"/>
                  </a:lnTo>
                  <a:lnTo>
                    <a:pt x="158046" y="505613"/>
                  </a:lnTo>
                  <a:lnTo>
                    <a:pt x="142927" y="498416"/>
                  </a:lnTo>
                  <a:lnTo>
                    <a:pt x="128295" y="490275"/>
                  </a:lnTo>
                  <a:lnTo>
                    <a:pt x="114208" y="481223"/>
                  </a:lnTo>
                  <a:lnTo>
                    <a:pt x="100725" y="471295"/>
                  </a:lnTo>
                  <a:lnTo>
                    <a:pt x="87898" y="460532"/>
                  </a:lnTo>
                  <a:lnTo>
                    <a:pt x="75779" y="448977"/>
                  </a:lnTo>
                  <a:lnTo>
                    <a:pt x="64418" y="436676"/>
                  </a:lnTo>
                  <a:lnTo>
                    <a:pt x="53860" y="423680"/>
                  </a:lnTo>
                  <a:lnTo>
                    <a:pt x="44147" y="410040"/>
                  </a:lnTo>
                  <a:lnTo>
                    <a:pt x="35319" y="395812"/>
                  </a:lnTo>
                  <a:lnTo>
                    <a:pt x="27411" y="381053"/>
                  </a:lnTo>
                  <a:lnTo>
                    <a:pt x="20455" y="365822"/>
                  </a:lnTo>
                  <a:lnTo>
                    <a:pt x="14479" y="350180"/>
                  </a:lnTo>
                  <a:lnTo>
                    <a:pt x="9507" y="334191"/>
                  </a:lnTo>
                  <a:lnTo>
                    <a:pt x="5560" y="317918"/>
                  </a:lnTo>
                  <a:lnTo>
                    <a:pt x="2652" y="301428"/>
                  </a:lnTo>
                  <a:lnTo>
                    <a:pt x="796" y="284787"/>
                  </a:lnTo>
                  <a:lnTo>
                    <a:pt x="0" y="268061"/>
                  </a:lnTo>
                  <a:lnTo>
                    <a:pt x="265" y="251319"/>
                  </a:lnTo>
                  <a:lnTo>
                    <a:pt x="1592" y="234627"/>
                  </a:lnTo>
                  <a:lnTo>
                    <a:pt x="3975" y="218053"/>
                  </a:lnTo>
                  <a:lnTo>
                    <a:pt x="7405" y="201664"/>
                  </a:lnTo>
                  <a:lnTo>
                    <a:pt x="11866" y="185525"/>
                  </a:lnTo>
                  <a:lnTo>
                    <a:pt x="17343" y="169701"/>
                  </a:lnTo>
                  <a:lnTo>
                    <a:pt x="23812" y="154257"/>
                  </a:lnTo>
                  <a:lnTo>
                    <a:pt x="31248" y="139254"/>
                  </a:lnTo>
                  <a:lnTo>
                    <a:pt x="39620" y="124753"/>
                  </a:lnTo>
                  <a:lnTo>
                    <a:pt x="48895" y="110812"/>
                  </a:lnTo>
                  <a:lnTo>
                    <a:pt x="59036" y="97487"/>
                  </a:lnTo>
                  <a:lnTo>
                    <a:pt x="70001" y="84833"/>
                  </a:lnTo>
                  <a:lnTo>
                    <a:pt x="81747" y="72899"/>
                  </a:lnTo>
                  <a:lnTo>
                    <a:pt x="94226" y="61735"/>
                  </a:lnTo>
                  <a:lnTo>
                    <a:pt x="107388" y="51384"/>
                  </a:lnTo>
                  <a:lnTo>
                    <a:pt x="121180" y="41889"/>
                  </a:lnTo>
                  <a:lnTo>
                    <a:pt x="135546" y="33288"/>
                  </a:lnTo>
                  <a:lnTo>
                    <a:pt x="150429" y="25615"/>
                  </a:lnTo>
                  <a:lnTo>
                    <a:pt x="165769" y="18901"/>
                  </a:lnTo>
                  <a:lnTo>
                    <a:pt x="181504" y="13174"/>
                  </a:lnTo>
                  <a:lnTo>
                    <a:pt x="197570" y="8457"/>
                  </a:lnTo>
                  <a:lnTo>
                    <a:pt x="213903" y="4768"/>
                  </a:lnTo>
                  <a:lnTo>
                    <a:pt x="230437" y="2122"/>
                  </a:lnTo>
                  <a:lnTo>
                    <a:pt x="247105" y="531"/>
                  </a:lnTo>
                  <a:lnTo>
                    <a:pt x="2638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2508" y="437390"/>
              <a:ext cx="1055367" cy="1055235"/>
            </a:xfrm>
            <a:custGeom>
              <a:avLst/>
              <a:pathLst>
                <a:path w="1055367" h="1055235">
                  <a:moveTo>
                    <a:pt x="527683" y="0"/>
                  </a:moveTo>
                  <a:lnTo>
                    <a:pt x="561155" y="1062"/>
                  </a:lnTo>
                  <a:lnTo>
                    <a:pt x="594493" y="4245"/>
                  </a:lnTo>
                  <a:lnTo>
                    <a:pt x="627561" y="9537"/>
                  </a:lnTo>
                  <a:lnTo>
                    <a:pt x="660227" y="16915"/>
                  </a:lnTo>
                  <a:lnTo>
                    <a:pt x="692359" y="26349"/>
                  </a:lnTo>
                  <a:lnTo>
                    <a:pt x="723828" y="37803"/>
                  </a:lnTo>
                  <a:lnTo>
                    <a:pt x="754508" y="51230"/>
                  </a:lnTo>
                  <a:lnTo>
                    <a:pt x="784274" y="66576"/>
                  </a:lnTo>
                  <a:lnTo>
                    <a:pt x="813007" y="83778"/>
                  </a:lnTo>
                  <a:lnTo>
                    <a:pt x="840591" y="102768"/>
                  </a:lnTo>
                  <a:lnTo>
                    <a:pt x="866915" y="123470"/>
                  </a:lnTo>
                  <a:lnTo>
                    <a:pt x="891873" y="145799"/>
                  </a:lnTo>
                  <a:lnTo>
                    <a:pt x="915365" y="169666"/>
                  </a:lnTo>
                  <a:lnTo>
                    <a:pt x="937295" y="194975"/>
                  </a:lnTo>
                  <a:lnTo>
                    <a:pt x="957576" y="221625"/>
                  </a:lnTo>
                  <a:lnTo>
                    <a:pt x="976126" y="249506"/>
                  </a:lnTo>
                  <a:lnTo>
                    <a:pt x="992871" y="278509"/>
                  </a:lnTo>
                  <a:lnTo>
                    <a:pt x="1007742" y="308514"/>
                  </a:lnTo>
                  <a:lnTo>
                    <a:pt x="1020680" y="339403"/>
                  </a:lnTo>
                  <a:lnTo>
                    <a:pt x="1031634" y="371050"/>
                  </a:lnTo>
                  <a:lnTo>
                    <a:pt x="1040557" y="403328"/>
                  </a:lnTo>
                  <a:lnTo>
                    <a:pt x="1047416" y="436107"/>
                  </a:lnTo>
                  <a:lnTo>
                    <a:pt x="1052182" y="469255"/>
                  </a:lnTo>
                  <a:lnTo>
                    <a:pt x="1054836" y="502639"/>
                  </a:lnTo>
                  <a:lnTo>
                    <a:pt x="1055367" y="536123"/>
                  </a:lnTo>
                  <a:lnTo>
                    <a:pt x="1053774" y="569574"/>
                  </a:lnTo>
                  <a:lnTo>
                    <a:pt x="1050062" y="602857"/>
                  </a:lnTo>
                  <a:lnTo>
                    <a:pt x="1044247" y="635837"/>
                  </a:lnTo>
                  <a:lnTo>
                    <a:pt x="1036352" y="668382"/>
                  </a:lnTo>
                  <a:lnTo>
                    <a:pt x="1026408" y="700360"/>
                  </a:lnTo>
                  <a:lnTo>
                    <a:pt x="1014456" y="731644"/>
                  </a:lnTo>
                  <a:lnTo>
                    <a:pt x="1000545" y="762106"/>
                  </a:lnTo>
                  <a:lnTo>
                    <a:pt x="984729" y="791625"/>
                  </a:lnTo>
                  <a:lnTo>
                    <a:pt x="967073" y="820081"/>
                  </a:lnTo>
                  <a:lnTo>
                    <a:pt x="947647" y="847361"/>
                  </a:lnTo>
                  <a:lnTo>
                    <a:pt x="926531" y="873353"/>
                  </a:lnTo>
                  <a:lnTo>
                    <a:pt x="903808" y="897954"/>
                  </a:lnTo>
                  <a:lnTo>
                    <a:pt x="879571" y="921064"/>
                  </a:lnTo>
                  <a:lnTo>
                    <a:pt x="853917" y="942590"/>
                  </a:lnTo>
                  <a:lnTo>
                    <a:pt x="826950" y="962446"/>
                  </a:lnTo>
                  <a:lnTo>
                    <a:pt x="798777" y="980551"/>
                  </a:lnTo>
                  <a:lnTo>
                    <a:pt x="769513" y="996833"/>
                  </a:lnTo>
                  <a:lnTo>
                    <a:pt x="739275" y="1011227"/>
                  </a:lnTo>
                  <a:lnTo>
                    <a:pt x="708185" y="1023673"/>
                  </a:lnTo>
                  <a:lnTo>
                    <a:pt x="676368" y="1034123"/>
                  </a:lnTo>
                  <a:lnTo>
                    <a:pt x="643952" y="1042533"/>
                  </a:lnTo>
                  <a:lnTo>
                    <a:pt x="611069" y="1048871"/>
                  </a:lnTo>
                  <a:lnTo>
                    <a:pt x="577849" y="1053111"/>
                  </a:lnTo>
                  <a:lnTo>
                    <a:pt x="544428" y="1055235"/>
                  </a:lnTo>
                  <a:lnTo>
                    <a:pt x="510939" y="1055235"/>
                  </a:lnTo>
                  <a:lnTo>
                    <a:pt x="477518" y="1053111"/>
                  </a:lnTo>
                  <a:lnTo>
                    <a:pt x="444298" y="1048871"/>
                  </a:lnTo>
                  <a:lnTo>
                    <a:pt x="411415" y="1042533"/>
                  </a:lnTo>
                  <a:lnTo>
                    <a:pt x="378999" y="1034123"/>
                  </a:lnTo>
                  <a:lnTo>
                    <a:pt x="347182" y="1023673"/>
                  </a:lnTo>
                  <a:lnTo>
                    <a:pt x="316092" y="1011227"/>
                  </a:lnTo>
                  <a:lnTo>
                    <a:pt x="285854" y="996833"/>
                  </a:lnTo>
                  <a:lnTo>
                    <a:pt x="256590" y="980551"/>
                  </a:lnTo>
                  <a:lnTo>
                    <a:pt x="228417" y="962446"/>
                  </a:lnTo>
                  <a:lnTo>
                    <a:pt x="201450" y="942590"/>
                  </a:lnTo>
                  <a:lnTo>
                    <a:pt x="175796" y="921064"/>
                  </a:lnTo>
                  <a:lnTo>
                    <a:pt x="151559" y="897954"/>
                  </a:lnTo>
                  <a:lnTo>
                    <a:pt x="128836" y="873353"/>
                  </a:lnTo>
                  <a:lnTo>
                    <a:pt x="107720" y="847361"/>
                  </a:lnTo>
                  <a:lnTo>
                    <a:pt x="88294" y="820081"/>
                  </a:lnTo>
                  <a:lnTo>
                    <a:pt x="70638" y="791625"/>
                  </a:lnTo>
                  <a:lnTo>
                    <a:pt x="54822" y="762106"/>
                  </a:lnTo>
                  <a:lnTo>
                    <a:pt x="40911" y="731644"/>
                  </a:lnTo>
                  <a:lnTo>
                    <a:pt x="28959" y="700360"/>
                  </a:lnTo>
                  <a:lnTo>
                    <a:pt x="19015" y="668382"/>
                  </a:lnTo>
                  <a:lnTo>
                    <a:pt x="11120" y="635837"/>
                  </a:lnTo>
                  <a:lnTo>
                    <a:pt x="5305" y="602857"/>
                  </a:lnTo>
                  <a:lnTo>
                    <a:pt x="1593" y="569574"/>
                  </a:lnTo>
                  <a:lnTo>
                    <a:pt x="0" y="536123"/>
                  </a:lnTo>
                  <a:lnTo>
                    <a:pt x="531" y="502639"/>
                  </a:lnTo>
                  <a:lnTo>
                    <a:pt x="3185" y="469255"/>
                  </a:lnTo>
                  <a:lnTo>
                    <a:pt x="7951" y="436107"/>
                  </a:lnTo>
                  <a:lnTo>
                    <a:pt x="14810" y="403328"/>
                  </a:lnTo>
                  <a:lnTo>
                    <a:pt x="23733" y="371050"/>
                  </a:lnTo>
                  <a:lnTo>
                    <a:pt x="34687" y="339403"/>
                  </a:lnTo>
                  <a:lnTo>
                    <a:pt x="47625" y="308514"/>
                  </a:lnTo>
                  <a:lnTo>
                    <a:pt x="62496" y="278509"/>
                  </a:lnTo>
                  <a:lnTo>
                    <a:pt x="79241" y="249506"/>
                  </a:lnTo>
                  <a:lnTo>
                    <a:pt x="97791" y="221625"/>
                  </a:lnTo>
                  <a:lnTo>
                    <a:pt x="118072" y="194975"/>
                  </a:lnTo>
                  <a:lnTo>
                    <a:pt x="140002" y="169666"/>
                  </a:lnTo>
                  <a:lnTo>
                    <a:pt x="163494" y="145799"/>
                  </a:lnTo>
                  <a:lnTo>
                    <a:pt x="188452" y="123470"/>
                  </a:lnTo>
                  <a:lnTo>
                    <a:pt x="214776" y="102768"/>
                  </a:lnTo>
                  <a:lnTo>
                    <a:pt x="242360" y="83778"/>
                  </a:lnTo>
                  <a:lnTo>
                    <a:pt x="271093" y="66576"/>
                  </a:lnTo>
                  <a:lnTo>
                    <a:pt x="300859" y="51230"/>
                  </a:lnTo>
                  <a:lnTo>
                    <a:pt x="331538" y="37803"/>
                  </a:lnTo>
                  <a:lnTo>
                    <a:pt x="363008" y="26349"/>
                  </a:lnTo>
                  <a:lnTo>
                    <a:pt x="395140" y="16915"/>
                  </a:lnTo>
                  <a:lnTo>
                    <a:pt x="427806" y="9537"/>
                  </a:lnTo>
                  <a:lnTo>
                    <a:pt x="460874" y="4245"/>
                  </a:lnTo>
                  <a:lnTo>
                    <a:pt x="494211" y="1062"/>
                  </a:lnTo>
                  <a:lnTo>
                    <a:pt x="527683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46548" y="371421"/>
              <a:ext cx="1187288" cy="1187139"/>
            </a:xfrm>
            <a:custGeom>
              <a:avLst/>
              <a:pathLst>
                <a:path w="1187288" h="1187139">
                  <a:moveTo>
                    <a:pt x="593644" y="0"/>
                  </a:moveTo>
                  <a:lnTo>
                    <a:pt x="631300" y="1195"/>
                  </a:lnTo>
                  <a:lnTo>
                    <a:pt x="668804" y="4776"/>
                  </a:lnTo>
                  <a:lnTo>
                    <a:pt x="706006" y="10729"/>
                  </a:lnTo>
                  <a:lnTo>
                    <a:pt x="742755" y="19029"/>
                  </a:lnTo>
                  <a:lnTo>
                    <a:pt x="778904" y="29643"/>
                  </a:lnTo>
                  <a:lnTo>
                    <a:pt x="814307" y="42529"/>
                  </a:lnTo>
                  <a:lnTo>
                    <a:pt x="848821" y="57634"/>
                  </a:lnTo>
                  <a:lnTo>
                    <a:pt x="882308" y="74898"/>
                  </a:lnTo>
                  <a:lnTo>
                    <a:pt x="914633" y="94250"/>
                  </a:lnTo>
                  <a:lnTo>
                    <a:pt x="945665" y="115614"/>
                  </a:lnTo>
                  <a:lnTo>
                    <a:pt x="975279" y="138903"/>
                  </a:lnTo>
                  <a:lnTo>
                    <a:pt x="1003357" y="164024"/>
                  </a:lnTo>
                  <a:lnTo>
                    <a:pt x="1029785" y="190875"/>
                  </a:lnTo>
                  <a:lnTo>
                    <a:pt x="1054457" y="219347"/>
                  </a:lnTo>
                  <a:lnTo>
                    <a:pt x="1077273" y="249328"/>
                  </a:lnTo>
                  <a:lnTo>
                    <a:pt x="1098142" y="280695"/>
                  </a:lnTo>
                  <a:lnTo>
                    <a:pt x="1116980" y="313322"/>
                  </a:lnTo>
                  <a:lnTo>
                    <a:pt x="1133710" y="347079"/>
                  </a:lnTo>
                  <a:lnTo>
                    <a:pt x="1148265" y="381829"/>
                  </a:lnTo>
                  <a:lnTo>
                    <a:pt x="1160588" y="417431"/>
                  </a:lnTo>
                  <a:lnTo>
                    <a:pt x="1170627" y="453744"/>
                  </a:lnTo>
                  <a:lnTo>
                    <a:pt x="1178343" y="490620"/>
                  </a:lnTo>
                  <a:lnTo>
                    <a:pt x="1183705" y="527912"/>
                  </a:lnTo>
                  <a:lnTo>
                    <a:pt x="1186691" y="565468"/>
                  </a:lnTo>
                  <a:lnTo>
                    <a:pt x="1187288" y="603139"/>
                  </a:lnTo>
                  <a:lnTo>
                    <a:pt x="1185496" y="640771"/>
                  </a:lnTo>
                  <a:lnTo>
                    <a:pt x="1181320" y="678214"/>
                  </a:lnTo>
                  <a:lnTo>
                    <a:pt x="1174778" y="715316"/>
                  </a:lnTo>
                  <a:lnTo>
                    <a:pt x="1165896" y="751929"/>
                  </a:lnTo>
                  <a:lnTo>
                    <a:pt x="1154709" y="787905"/>
                  </a:lnTo>
                  <a:lnTo>
                    <a:pt x="1141263" y="823099"/>
                  </a:lnTo>
                  <a:lnTo>
                    <a:pt x="1125613" y="857370"/>
                  </a:lnTo>
                  <a:lnTo>
                    <a:pt x="1107820" y="890578"/>
                  </a:lnTo>
                  <a:lnTo>
                    <a:pt x="1087957" y="922592"/>
                  </a:lnTo>
                  <a:lnTo>
                    <a:pt x="1066103" y="953281"/>
                  </a:lnTo>
                  <a:lnTo>
                    <a:pt x="1042347" y="982522"/>
                  </a:lnTo>
                  <a:lnTo>
                    <a:pt x="1016784" y="1010198"/>
                  </a:lnTo>
                  <a:lnTo>
                    <a:pt x="989518" y="1036197"/>
                  </a:lnTo>
                  <a:lnTo>
                    <a:pt x="960657" y="1060414"/>
                  </a:lnTo>
                  <a:lnTo>
                    <a:pt x="930318" y="1082751"/>
                  </a:lnTo>
                  <a:lnTo>
                    <a:pt x="898624" y="1103120"/>
                  </a:lnTo>
                  <a:lnTo>
                    <a:pt x="865702" y="1121437"/>
                  </a:lnTo>
                  <a:lnTo>
                    <a:pt x="831684" y="1137630"/>
                  </a:lnTo>
                  <a:lnTo>
                    <a:pt x="796708" y="1151632"/>
                  </a:lnTo>
                  <a:lnTo>
                    <a:pt x="760914" y="1163388"/>
                  </a:lnTo>
                  <a:lnTo>
                    <a:pt x="724447" y="1172850"/>
                  </a:lnTo>
                  <a:lnTo>
                    <a:pt x="687452" y="1179980"/>
                  </a:lnTo>
                  <a:lnTo>
                    <a:pt x="650081" y="1184750"/>
                  </a:lnTo>
                  <a:lnTo>
                    <a:pt x="612481" y="1187139"/>
                  </a:lnTo>
                  <a:lnTo>
                    <a:pt x="574806" y="1187139"/>
                  </a:lnTo>
                  <a:lnTo>
                    <a:pt x="537207" y="1184750"/>
                  </a:lnTo>
                  <a:lnTo>
                    <a:pt x="499836" y="1179980"/>
                  </a:lnTo>
                  <a:lnTo>
                    <a:pt x="462841" y="1172850"/>
                  </a:lnTo>
                  <a:lnTo>
                    <a:pt x="426374" y="1163388"/>
                  </a:lnTo>
                  <a:lnTo>
                    <a:pt x="390580" y="1151632"/>
                  </a:lnTo>
                  <a:lnTo>
                    <a:pt x="355604" y="1137630"/>
                  </a:lnTo>
                  <a:lnTo>
                    <a:pt x="321586" y="1121437"/>
                  </a:lnTo>
                  <a:lnTo>
                    <a:pt x="288664" y="1103120"/>
                  </a:lnTo>
                  <a:lnTo>
                    <a:pt x="256970" y="1082751"/>
                  </a:lnTo>
                  <a:lnTo>
                    <a:pt x="226631" y="1060414"/>
                  </a:lnTo>
                  <a:lnTo>
                    <a:pt x="197770" y="1036197"/>
                  </a:lnTo>
                  <a:lnTo>
                    <a:pt x="170504" y="1010198"/>
                  </a:lnTo>
                  <a:lnTo>
                    <a:pt x="144941" y="982522"/>
                  </a:lnTo>
                  <a:lnTo>
                    <a:pt x="121185" y="953281"/>
                  </a:lnTo>
                  <a:lnTo>
                    <a:pt x="99331" y="922592"/>
                  </a:lnTo>
                  <a:lnTo>
                    <a:pt x="79468" y="890578"/>
                  </a:lnTo>
                  <a:lnTo>
                    <a:pt x="61675" y="857370"/>
                  </a:lnTo>
                  <a:lnTo>
                    <a:pt x="46025" y="823099"/>
                  </a:lnTo>
                  <a:lnTo>
                    <a:pt x="32579" y="787905"/>
                  </a:lnTo>
                  <a:lnTo>
                    <a:pt x="21392" y="751929"/>
                  </a:lnTo>
                  <a:lnTo>
                    <a:pt x="12510" y="715316"/>
                  </a:lnTo>
                  <a:lnTo>
                    <a:pt x="5968" y="678214"/>
                  </a:lnTo>
                  <a:lnTo>
                    <a:pt x="1792" y="640771"/>
                  </a:lnTo>
                  <a:lnTo>
                    <a:pt x="0" y="603139"/>
                  </a:lnTo>
                  <a:lnTo>
                    <a:pt x="597" y="565468"/>
                  </a:lnTo>
                  <a:lnTo>
                    <a:pt x="3583" y="527912"/>
                  </a:lnTo>
                  <a:lnTo>
                    <a:pt x="8945" y="490620"/>
                  </a:lnTo>
                  <a:lnTo>
                    <a:pt x="16661" y="453744"/>
                  </a:lnTo>
                  <a:lnTo>
                    <a:pt x="26700" y="417431"/>
                  </a:lnTo>
                  <a:lnTo>
                    <a:pt x="39022" y="381829"/>
                  </a:lnTo>
                  <a:lnTo>
                    <a:pt x="53578" y="347079"/>
                  </a:lnTo>
                  <a:lnTo>
                    <a:pt x="70308" y="313322"/>
                  </a:lnTo>
                  <a:lnTo>
                    <a:pt x="89146" y="280695"/>
                  </a:lnTo>
                  <a:lnTo>
                    <a:pt x="110015" y="249328"/>
                  </a:lnTo>
                  <a:lnTo>
                    <a:pt x="132831" y="219347"/>
                  </a:lnTo>
                  <a:lnTo>
                    <a:pt x="157503" y="190875"/>
                  </a:lnTo>
                  <a:lnTo>
                    <a:pt x="183931" y="164024"/>
                  </a:lnTo>
                  <a:lnTo>
                    <a:pt x="212009" y="138903"/>
                  </a:lnTo>
                  <a:lnTo>
                    <a:pt x="241623" y="115614"/>
                  </a:lnTo>
                  <a:lnTo>
                    <a:pt x="272655" y="94250"/>
                  </a:lnTo>
                  <a:lnTo>
                    <a:pt x="304980" y="74898"/>
                  </a:lnTo>
                  <a:lnTo>
                    <a:pt x="338466" y="57634"/>
                  </a:lnTo>
                  <a:lnTo>
                    <a:pt x="372981" y="42529"/>
                  </a:lnTo>
                  <a:lnTo>
                    <a:pt x="408384" y="29643"/>
                  </a:lnTo>
                  <a:lnTo>
                    <a:pt x="444533" y="19029"/>
                  </a:lnTo>
                  <a:lnTo>
                    <a:pt x="481282" y="10729"/>
                  </a:lnTo>
                  <a:lnTo>
                    <a:pt x="518484" y="4776"/>
                  </a:lnTo>
                  <a:lnTo>
                    <a:pt x="555988" y="1195"/>
                  </a:lnTo>
                  <a:lnTo>
                    <a:pt x="59364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195536" y="727667"/>
              <a:ext cx="672406" cy="565055"/>
            </a:xfrm>
            <a:custGeom>
              <a:avLst/>
              <a:pathLst>
                <a:path w="672406" h="565055">
                  <a:moveTo>
                    <a:pt x="672406" y="237473"/>
                  </a:moveTo>
                  <a:lnTo>
                    <a:pt x="660767" y="215549"/>
                  </a:lnTo>
                  <a:lnTo>
                    <a:pt x="648239" y="194612"/>
                  </a:lnTo>
                  <a:lnTo>
                    <a:pt x="634884" y="174697"/>
                  </a:lnTo>
                  <a:lnTo>
                    <a:pt x="620765" y="155836"/>
                  </a:lnTo>
                  <a:lnTo>
                    <a:pt x="605949" y="138057"/>
                  </a:lnTo>
                  <a:lnTo>
                    <a:pt x="590501" y="121384"/>
                  </a:lnTo>
                  <a:lnTo>
                    <a:pt x="574489" y="105838"/>
                  </a:lnTo>
                  <a:lnTo>
                    <a:pt x="557981" y="91436"/>
                  </a:lnTo>
                  <a:lnTo>
                    <a:pt x="541043" y="78192"/>
                  </a:lnTo>
                  <a:lnTo>
                    <a:pt x="523744" y="66114"/>
                  </a:lnTo>
                  <a:lnTo>
                    <a:pt x="506153" y="55210"/>
                  </a:lnTo>
                  <a:lnTo>
                    <a:pt x="488338" y="45481"/>
                  </a:lnTo>
                  <a:lnTo>
                    <a:pt x="470365" y="36926"/>
                  </a:lnTo>
                  <a:lnTo>
                    <a:pt x="452304" y="29539"/>
                  </a:lnTo>
                  <a:lnTo>
                    <a:pt x="434218" y="23314"/>
                  </a:lnTo>
                  <a:lnTo>
                    <a:pt x="416175" y="18236"/>
                  </a:lnTo>
                  <a:lnTo>
                    <a:pt x="398238" y="14292"/>
                  </a:lnTo>
                  <a:lnTo>
                    <a:pt x="380471" y="11462"/>
                  </a:lnTo>
                  <a:lnTo>
                    <a:pt x="362936" y="9724"/>
                  </a:lnTo>
                  <a:lnTo>
                    <a:pt x="345691" y="9052"/>
                  </a:lnTo>
                  <a:lnTo>
                    <a:pt x="328796" y="9419"/>
                  </a:lnTo>
                  <a:lnTo>
                    <a:pt x="312308" y="10792"/>
                  </a:lnTo>
                  <a:lnTo>
                    <a:pt x="296279" y="13138"/>
                  </a:lnTo>
                  <a:lnTo>
                    <a:pt x="280764" y="16419"/>
                  </a:lnTo>
                  <a:lnTo>
                    <a:pt x="265810" y="20596"/>
                  </a:lnTo>
                  <a:lnTo>
                    <a:pt x="251466" y="25627"/>
                  </a:lnTo>
                  <a:lnTo>
                    <a:pt x="237777" y="31465"/>
                  </a:lnTo>
                  <a:lnTo>
                    <a:pt x="224784" y="38066"/>
                  </a:lnTo>
                  <a:lnTo>
                    <a:pt x="212526" y="45380"/>
                  </a:lnTo>
                  <a:lnTo>
                    <a:pt x="201041" y="53356"/>
                  </a:lnTo>
                  <a:lnTo>
                    <a:pt x="190360" y="61941"/>
                  </a:lnTo>
                  <a:lnTo>
                    <a:pt x="180515" y="71082"/>
                  </a:lnTo>
                  <a:lnTo>
                    <a:pt x="171533" y="80722"/>
                  </a:lnTo>
                  <a:lnTo>
                    <a:pt x="163437" y="90806"/>
                  </a:lnTo>
                  <a:lnTo>
                    <a:pt x="156248" y="101273"/>
                  </a:lnTo>
                  <a:lnTo>
                    <a:pt x="149983" y="112067"/>
                  </a:lnTo>
                  <a:lnTo>
                    <a:pt x="144655" y="123127"/>
                  </a:lnTo>
                  <a:lnTo>
                    <a:pt x="150940" y="109538"/>
                  </a:lnTo>
                  <a:lnTo>
                    <a:pt x="158558" y="96323"/>
                  </a:lnTo>
                  <a:lnTo>
                    <a:pt x="167483" y="83581"/>
                  </a:lnTo>
                  <a:lnTo>
                    <a:pt x="177688" y="71407"/>
                  </a:lnTo>
                  <a:lnTo>
                    <a:pt x="189136" y="59896"/>
                  </a:lnTo>
                  <a:lnTo>
                    <a:pt x="201785" y="49141"/>
                  </a:lnTo>
                  <a:lnTo>
                    <a:pt x="215588" y="39231"/>
                  </a:lnTo>
                  <a:lnTo>
                    <a:pt x="230489" y="30253"/>
                  </a:lnTo>
                  <a:lnTo>
                    <a:pt x="246430" y="22290"/>
                  </a:lnTo>
                  <a:lnTo>
                    <a:pt x="263344" y="15422"/>
                  </a:lnTo>
                  <a:lnTo>
                    <a:pt x="281162" y="9725"/>
                  </a:lnTo>
                  <a:lnTo>
                    <a:pt x="299808" y="5270"/>
                  </a:lnTo>
                  <a:lnTo>
                    <a:pt x="319202" y="2124"/>
                  </a:lnTo>
                  <a:lnTo>
                    <a:pt x="339259" y="348"/>
                  </a:lnTo>
                  <a:lnTo>
                    <a:pt x="359889" y="0"/>
                  </a:lnTo>
                  <a:lnTo>
                    <a:pt x="381000" y="1128"/>
                  </a:lnTo>
                  <a:lnTo>
                    <a:pt x="393809" y="19795"/>
                  </a:lnTo>
                  <a:lnTo>
                    <a:pt x="405188" y="39103"/>
                  </a:lnTo>
                  <a:lnTo>
                    <a:pt x="415110" y="58947"/>
                  </a:lnTo>
                  <a:lnTo>
                    <a:pt x="423556" y="79219"/>
                  </a:lnTo>
                  <a:lnTo>
                    <a:pt x="430514" y="99811"/>
                  </a:lnTo>
                  <a:lnTo>
                    <a:pt x="435978" y="120615"/>
                  </a:lnTo>
                  <a:lnTo>
                    <a:pt x="439952" y="141526"/>
                  </a:lnTo>
                  <a:lnTo>
                    <a:pt x="442448" y="162436"/>
                  </a:lnTo>
                  <a:lnTo>
                    <a:pt x="443483" y="183244"/>
                  </a:lnTo>
                  <a:lnTo>
                    <a:pt x="443082" y="203849"/>
                  </a:lnTo>
                  <a:lnTo>
                    <a:pt x="441279" y="224152"/>
                  </a:lnTo>
                  <a:lnTo>
                    <a:pt x="438111" y="244059"/>
                  </a:lnTo>
                  <a:lnTo>
                    <a:pt x="433625" y="263481"/>
                  </a:lnTo>
                  <a:lnTo>
                    <a:pt x="427870" y="282330"/>
                  </a:lnTo>
                  <a:lnTo>
                    <a:pt x="420903" y="300525"/>
                  </a:lnTo>
                  <a:lnTo>
                    <a:pt x="412786" y="317989"/>
                  </a:lnTo>
                  <a:lnTo>
                    <a:pt x="403586" y="334652"/>
                  </a:lnTo>
                  <a:lnTo>
                    <a:pt x="393374" y="350446"/>
                  </a:lnTo>
                  <a:lnTo>
                    <a:pt x="382223" y="365314"/>
                  </a:lnTo>
                  <a:lnTo>
                    <a:pt x="370213" y="379200"/>
                  </a:lnTo>
                  <a:lnTo>
                    <a:pt x="357423" y="392058"/>
                  </a:lnTo>
                  <a:lnTo>
                    <a:pt x="343938" y="403846"/>
                  </a:lnTo>
                  <a:lnTo>
                    <a:pt x="329843" y="414531"/>
                  </a:lnTo>
                  <a:lnTo>
                    <a:pt x="315224" y="424083"/>
                  </a:lnTo>
                  <a:lnTo>
                    <a:pt x="300169" y="432481"/>
                  </a:lnTo>
                  <a:lnTo>
                    <a:pt x="284767" y="439712"/>
                  </a:lnTo>
                  <a:lnTo>
                    <a:pt x="269105" y="445767"/>
                  </a:lnTo>
                  <a:lnTo>
                    <a:pt x="253271" y="450644"/>
                  </a:lnTo>
                  <a:lnTo>
                    <a:pt x="237352" y="454348"/>
                  </a:lnTo>
                  <a:lnTo>
                    <a:pt x="221433" y="456890"/>
                  </a:lnTo>
                  <a:lnTo>
                    <a:pt x="205596" y="458287"/>
                  </a:lnTo>
                  <a:lnTo>
                    <a:pt x="189924" y="458563"/>
                  </a:lnTo>
                  <a:lnTo>
                    <a:pt x="174493" y="457745"/>
                  </a:lnTo>
                  <a:lnTo>
                    <a:pt x="159380" y="455868"/>
                  </a:lnTo>
                  <a:lnTo>
                    <a:pt x="144655" y="452971"/>
                  </a:lnTo>
                  <a:lnTo>
                    <a:pt x="130387" y="449098"/>
                  </a:lnTo>
                  <a:lnTo>
                    <a:pt x="116639" y="444297"/>
                  </a:lnTo>
                  <a:lnTo>
                    <a:pt x="103470" y="438620"/>
                  </a:lnTo>
                  <a:lnTo>
                    <a:pt x="90935" y="432124"/>
                  </a:lnTo>
                  <a:lnTo>
                    <a:pt x="79084" y="424867"/>
                  </a:lnTo>
                  <a:lnTo>
                    <a:pt x="67960" y="416912"/>
                  </a:lnTo>
                  <a:lnTo>
                    <a:pt x="57603" y="408323"/>
                  </a:lnTo>
                  <a:lnTo>
                    <a:pt x="48047" y="399168"/>
                  </a:lnTo>
                  <a:lnTo>
                    <a:pt x="39321" y="389514"/>
                  </a:lnTo>
                  <a:lnTo>
                    <a:pt x="31448" y="379431"/>
                  </a:lnTo>
                  <a:lnTo>
                    <a:pt x="24444" y="368990"/>
                  </a:lnTo>
                  <a:lnTo>
                    <a:pt x="18321" y="358261"/>
                  </a:lnTo>
                  <a:lnTo>
                    <a:pt x="13086" y="347315"/>
                  </a:lnTo>
                  <a:lnTo>
                    <a:pt x="8740" y="336221"/>
                  </a:lnTo>
                  <a:lnTo>
                    <a:pt x="5278" y="325050"/>
                  </a:lnTo>
                  <a:lnTo>
                    <a:pt x="2690" y="313868"/>
                  </a:lnTo>
                  <a:lnTo>
                    <a:pt x="962" y="302742"/>
                  </a:lnTo>
                  <a:lnTo>
                    <a:pt x="73" y="291736"/>
                  </a:lnTo>
                  <a:lnTo>
                    <a:pt x="0" y="280911"/>
                  </a:lnTo>
                  <a:lnTo>
                    <a:pt x="713" y="270327"/>
                  </a:lnTo>
                  <a:lnTo>
                    <a:pt x="2180" y="260039"/>
                  </a:lnTo>
                  <a:lnTo>
                    <a:pt x="4363" y="250100"/>
                  </a:lnTo>
                  <a:lnTo>
                    <a:pt x="7224" y="240558"/>
                  </a:lnTo>
                  <a:lnTo>
                    <a:pt x="10717" y="231458"/>
                  </a:lnTo>
                  <a:lnTo>
                    <a:pt x="14796" y="222842"/>
                  </a:lnTo>
                  <a:lnTo>
                    <a:pt x="19413" y="214745"/>
                  </a:lnTo>
                  <a:lnTo>
                    <a:pt x="24515" y="207200"/>
                  </a:lnTo>
                  <a:lnTo>
                    <a:pt x="30050" y="200236"/>
                  </a:lnTo>
                  <a:lnTo>
                    <a:pt x="35964" y="193874"/>
                  </a:lnTo>
                  <a:lnTo>
                    <a:pt x="42199" y="188133"/>
                  </a:lnTo>
                  <a:lnTo>
                    <a:pt x="48701" y="183027"/>
                  </a:lnTo>
                  <a:lnTo>
                    <a:pt x="55413" y="178564"/>
                  </a:lnTo>
                  <a:lnTo>
                    <a:pt x="62277" y="174750"/>
                  </a:lnTo>
                  <a:lnTo>
                    <a:pt x="69238" y="171583"/>
                  </a:lnTo>
                  <a:lnTo>
                    <a:pt x="76240" y="169058"/>
                  </a:lnTo>
                  <a:lnTo>
                    <a:pt x="69149" y="181474"/>
                  </a:lnTo>
                  <a:lnTo>
                    <a:pt x="64174" y="194455"/>
                  </a:lnTo>
                  <a:lnTo>
                    <a:pt x="61321" y="207656"/>
                  </a:lnTo>
                  <a:lnTo>
                    <a:pt x="60544" y="220742"/>
                  </a:lnTo>
                  <a:lnTo>
                    <a:pt x="61745" y="233400"/>
                  </a:lnTo>
                  <a:lnTo>
                    <a:pt x="64780" y="245340"/>
                  </a:lnTo>
                  <a:lnTo>
                    <a:pt x="69465" y="256307"/>
                  </a:lnTo>
                  <a:lnTo>
                    <a:pt x="75582" y="266084"/>
                  </a:lnTo>
                  <a:lnTo>
                    <a:pt x="82885" y="274497"/>
                  </a:lnTo>
                  <a:lnTo>
                    <a:pt x="91111" y="281416"/>
                  </a:lnTo>
                  <a:lnTo>
                    <a:pt x="99984" y="286760"/>
                  </a:lnTo>
                  <a:lnTo>
                    <a:pt x="109227" y="290496"/>
                  </a:lnTo>
                  <a:lnTo>
                    <a:pt x="118566" y="292636"/>
                  </a:lnTo>
                  <a:lnTo>
                    <a:pt x="127740" y="293236"/>
                  </a:lnTo>
                  <a:lnTo>
                    <a:pt x="136508" y="292396"/>
                  </a:lnTo>
                  <a:lnTo>
                    <a:pt x="144655" y="290248"/>
                  </a:lnTo>
                  <a:lnTo>
                    <a:pt x="150906" y="300936"/>
                  </a:lnTo>
                  <a:lnTo>
                    <a:pt x="159241" y="310801"/>
                  </a:lnTo>
                  <a:lnTo>
                    <a:pt x="169550" y="319540"/>
                  </a:lnTo>
                  <a:lnTo>
                    <a:pt x="181682" y="326862"/>
                  </a:lnTo>
                  <a:lnTo>
                    <a:pt x="195448" y="332499"/>
                  </a:lnTo>
                  <a:lnTo>
                    <a:pt x="210626" y="336205"/>
                  </a:lnTo>
                  <a:lnTo>
                    <a:pt x="226961" y="337762"/>
                  </a:lnTo>
                  <a:lnTo>
                    <a:pt x="244169" y="336987"/>
                  </a:lnTo>
                  <a:lnTo>
                    <a:pt x="233413" y="345624"/>
                  </a:lnTo>
                  <a:lnTo>
                    <a:pt x="221926" y="353117"/>
                  </a:lnTo>
                  <a:lnTo>
                    <a:pt x="209831" y="359407"/>
                  </a:lnTo>
                  <a:lnTo>
                    <a:pt x="197250" y="364447"/>
                  </a:lnTo>
                  <a:lnTo>
                    <a:pt x="184311" y="368201"/>
                  </a:lnTo>
                  <a:lnTo>
                    <a:pt x="171146" y="370650"/>
                  </a:lnTo>
                  <a:lnTo>
                    <a:pt x="157884" y="371784"/>
                  </a:lnTo>
                  <a:lnTo>
                    <a:pt x="144655" y="371610"/>
                  </a:lnTo>
                  <a:lnTo>
                    <a:pt x="131589" y="370143"/>
                  </a:lnTo>
                  <a:lnTo>
                    <a:pt x="118808" y="367415"/>
                  </a:lnTo>
                  <a:lnTo>
                    <a:pt x="106436" y="363467"/>
                  </a:lnTo>
                  <a:lnTo>
                    <a:pt x="94586" y="358352"/>
                  </a:lnTo>
                  <a:lnTo>
                    <a:pt x="83367" y="352135"/>
                  </a:lnTo>
                  <a:lnTo>
                    <a:pt x="72882" y="344890"/>
                  </a:lnTo>
                  <a:lnTo>
                    <a:pt x="63222" y="336700"/>
                  </a:lnTo>
                  <a:lnTo>
                    <a:pt x="54471" y="327657"/>
                  </a:lnTo>
                  <a:lnTo>
                    <a:pt x="51818" y="311509"/>
                  </a:lnTo>
                  <a:lnTo>
                    <a:pt x="51560" y="295969"/>
                  </a:lnTo>
                  <a:lnTo>
                    <a:pt x="53520" y="281361"/>
                  </a:lnTo>
                  <a:lnTo>
                    <a:pt x="57482" y="267977"/>
                  </a:lnTo>
                  <a:lnTo>
                    <a:pt x="63190" y="256067"/>
                  </a:lnTo>
                  <a:lnTo>
                    <a:pt x="70361" y="245844"/>
                  </a:lnTo>
                  <a:lnTo>
                    <a:pt x="78687" y="237473"/>
                  </a:lnTo>
                  <a:lnTo>
                    <a:pt x="71214" y="241259"/>
                  </a:lnTo>
                  <a:lnTo>
                    <a:pt x="63976" y="245813"/>
                  </a:lnTo>
                  <a:lnTo>
                    <a:pt x="57032" y="251120"/>
                  </a:lnTo>
                  <a:lnTo>
                    <a:pt x="50441" y="257161"/>
                  </a:lnTo>
                  <a:lnTo>
                    <a:pt x="44259" y="263913"/>
                  </a:lnTo>
                  <a:lnTo>
                    <a:pt x="38541" y="271349"/>
                  </a:lnTo>
                  <a:lnTo>
                    <a:pt x="33342" y="279437"/>
                  </a:lnTo>
                  <a:lnTo>
                    <a:pt x="28714" y="288143"/>
                  </a:lnTo>
                  <a:lnTo>
                    <a:pt x="24704" y="297429"/>
                  </a:lnTo>
                  <a:lnTo>
                    <a:pt x="21362" y="307253"/>
                  </a:lnTo>
                  <a:lnTo>
                    <a:pt x="18730" y="317570"/>
                  </a:lnTo>
                  <a:lnTo>
                    <a:pt x="16850" y="328333"/>
                  </a:lnTo>
                  <a:lnTo>
                    <a:pt x="15761" y="339490"/>
                  </a:lnTo>
                  <a:lnTo>
                    <a:pt x="15497" y="350987"/>
                  </a:lnTo>
                  <a:lnTo>
                    <a:pt x="16091" y="362769"/>
                  </a:lnTo>
                  <a:lnTo>
                    <a:pt x="17569" y="374777"/>
                  </a:lnTo>
                  <a:lnTo>
                    <a:pt x="19956" y="386950"/>
                  </a:lnTo>
                  <a:lnTo>
                    <a:pt x="23273" y="399226"/>
                  </a:lnTo>
                  <a:lnTo>
                    <a:pt x="27535" y="411541"/>
                  </a:lnTo>
                  <a:lnTo>
                    <a:pt x="32754" y="423830"/>
                  </a:lnTo>
                  <a:lnTo>
                    <a:pt x="38938" y="436025"/>
                  </a:lnTo>
                  <a:lnTo>
                    <a:pt x="46090" y="448061"/>
                  </a:lnTo>
                  <a:lnTo>
                    <a:pt x="54209" y="459868"/>
                  </a:lnTo>
                  <a:lnTo>
                    <a:pt x="63291" y="471379"/>
                  </a:lnTo>
                  <a:lnTo>
                    <a:pt x="73324" y="482526"/>
                  </a:lnTo>
                  <a:lnTo>
                    <a:pt x="84295" y="493241"/>
                  </a:lnTo>
                  <a:lnTo>
                    <a:pt x="96184" y="503457"/>
                  </a:lnTo>
                  <a:lnTo>
                    <a:pt x="108969" y="513107"/>
                  </a:lnTo>
                  <a:lnTo>
                    <a:pt x="122622" y="522126"/>
                  </a:lnTo>
                  <a:lnTo>
                    <a:pt x="137109" y="530451"/>
                  </a:lnTo>
                  <a:lnTo>
                    <a:pt x="152396" y="538018"/>
                  </a:lnTo>
                  <a:lnTo>
                    <a:pt x="168442" y="544769"/>
                  </a:lnTo>
                  <a:lnTo>
                    <a:pt x="185202" y="550644"/>
                  </a:lnTo>
                  <a:lnTo>
                    <a:pt x="202627" y="555589"/>
                  </a:lnTo>
                  <a:lnTo>
                    <a:pt x="220665" y="559551"/>
                  </a:lnTo>
                  <a:lnTo>
                    <a:pt x="239260" y="562480"/>
                  </a:lnTo>
                  <a:lnTo>
                    <a:pt x="258353" y="564329"/>
                  </a:lnTo>
                  <a:lnTo>
                    <a:pt x="277880" y="565055"/>
                  </a:lnTo>
                  <a:lnTo>
                    <a:pt x="297776" y="564618"/>
                  </a:lnTo>
                  <a:lnTo>
                    <a:pt x="317972" y="562984"/>
                  </a:lnTo>
                  <a:lnTo>
                    <a:pt x="338396" y="560121"/>
                  </a:lnTo>
                  <a:lnTo>
                    <a:pt x="358975" y="556000"/>
                  </a:lnTo>
                  <a:lnTo>
                    <a:pt x="379632" y="550600"/>
                  </a:lnTo>
                  <a:lnTo>
                    <a:pt x="400289" y="543901"/>
                  </a:lnTo>
                  <a:lnTo>
                    <a:pt x="420867" y="535891"/>
                  </a:lnTo>
                  <a:lnTo>
                    <a:pt x="441284" y="526560"/>
                  </a:lnTo>
                  <a:lnTo>
                    <a:pt x="461459" y="515904"/>
                  </a:lnTo>
                  <a:lnTo>
                    <a:pt x="481308" y="503924"/>
                  </a:lnTo>
                  <a:lnTo>
                    <a:pt x="500748" y="490627"/>
                  </a:lnTo>
                  <a:lnTo>
                    <a:pt x="519695" y="476023"/>
                  </a:lnTo>
                  <a:lnTo>
                    <a:pt x="538067" y="460129"/>
                  </a:lnTo>
                  <a:lnTo>
                    <a:pt x="555778" y="442966"/>
                  </a:lnTo>
                  <a:lnTo>
                    <a:pt x="572749" y="424561"/>
                  </a:lnTo>
                  <a:lnTo>
                    <a:pt x="588895" y="404945"/>
                  </a:lnTo>
                  <a:lnTo>
                    <a:pt x="604139" y="384157"/>
                  </a:lnTo>
                  <a:lnTo>
                    <a:pt x="618402" y="362236"/>
                  </a:lnTo>
                  <a:lnTo>
                    <a:pt x="631606" y="339232"/>
                  </a:lnTo>
                  <a:lnTo>
                    <a:pt x="643679" y="315194"/>
                  </a:lnTo>
                  <a:lnTo>
                    <a:pt x="654549" y="290180"/>
                  </a:lnTo>
                  <a:lnTo>
                    <a:pt x="664146" y="264251"/>
                  </a:lnTo>
                  <a:close/>
                </a:path>
              </a:pathLst>
            </a:custGeom>
            <a:solidFill>
              <a:srgbClr val="00BFC4">
                <a:alpha val="25882"/>
              </a:srgbClr>
            </a:solidFill>
            <a:ln w="24933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247097" y="727667"/>
              <a:ext cx="620846" cy="372343"/>
            </a:xfrm>
            <a:custGeom>
              <a:avLst/>
              <a:pathLst>
                <a:path w="620846" h="372343">
                  <a:moveTo>
                    <a:pt x="93095" y="123127"/>
                  </a:moveTo>
                  <a:lnTo>
                    <a:pt x="99380" y="109538"/>
                  </a:lnTo>
                  <a:lnTo>
                    <a:pt x="106997" y="96323"/>
                  </a:lnTo>
                  <a:lnTo>
                    <a:pt x="115923" y="83581"/>
                  </a:lnTo>
                  <a:lnTo>
                    <a:pt x="126128" y="71407"/>
                  </a:lnTo>
                  <a:lnTo>
                    <a:pt x="137576" y="59896"/>
                  </a:lnTo>
                  <a:lnTo>
                    <a:pt x="150225" y="49141"/>
                  </a:lnTo>
                  <a:lnTo>
                    <a:pt x="164027" y="39231"/>
                  </a:lnTo>
                  <a:lnTo>
                    <a:pt x="178929" y="30253"/>
                  </a:lnTo>
                  <a:lnTo>
                    <a:pt x="194869" y="22290"/>
                  </a:lnTo>
                  <a:lnTo>
                    <a:pt x="211784" y="15422"/>
                  </a:lnTo>
                  <a:lnTo>
                    <a:pt x="229602" y="9725"/>
                  </a:lnTo>
                  <a:lnTo>
                    <a:pt x="248248" y="5270"/>
                  </a:lnTo>
                  <a:lnTo>
                    <a:pt x="267642" y="2124"/>
                  </a:lnTo>
                  <a:lnTo>
                    <a:pt x="287698" y="348"/>
                  </a:lnTo>
                  <a:lnTo>
                    <a:pt x="308329" y="0"/>
                  </a:lnTo>
                  <a:lnTo>
                    <a:pt x="329440" y="1128"/>
                  </a:lnTo>
                  <a:lnTo>
                    <a:pt x="344867" y="3863"/>
                  </a:lnTo>
                  <a:lnTo>
                    <a:pt x="360410" y="7430"/>
                  </a:lnTo>
                  <a:lnTo>
                    <a:pt x="376029" y="11841"/>
                  </a:lnTo>
                  <a:lnTo>
                    <a:pt x="391682" y="17106"/>
                  </a:lnTo>
                  <a:lnTo>
                    <a:pt x="407326" y="23234"/>
                  </a:lnTo>
                  <a:lnTo>
                    <a:pt x="422920" y="30231"/>
                  </a:lnTo>
                  <a:lnTo>
                    <a:pt x="438418" y="38101"/>
                  </a:lnTo>
                  <a:lnTo>
                    <a:pt x="453778" y="46847"/>
                  </a:lnTo>
                  <a:lnTo>
                    <a:pt x="468956" y="56468"/>
                  </a:lnTo>
                  <a:lnTo>
                    <a:pt x="483907" y="66964"/>
                  </a:lnTo>
                  <a:lnTo>
                    <a:pt x="498587" y="78329"/>
                  </a:lnTo>
                  <a:lnTo>
                    <a:pt x="512952" y="90559"/>
                  </a:lnTo>
                  <a:lnTo>
                    <a:pt x="526957" y="103645"/>
                  </a:lnTo>
                  <a:lnTo>
                    <a:pt x="540558" y="117576"/>
                  </a:lnTo>
                  <a:lnTo>
                    <a:pt x="553712" y="132340"/>
                  </a:lnTo>
                  <a:lnTo>
                    <a:pt x="566375" y="147924"/>
                  </a:lnTo>
                  <a:lnTo>
                    <a:pt x="578504" y="164310"/>
                  </a:lnTo>
                  <a:lnTo>
                    <a:pt x="590057" y="181479"/>
                  </a:lnTo>
                  <a:lnTo>
                    <a:pt x="600992" y="199412"/>
                  </a:lnTo>
                  <a:lnTo>
                    <a:pt x="611268" y="218084"/>
                  </a:lnTo>
                  <a:lnTo>
                    <a:pt x="620846" y="237473"/>
                  </a:lnTo>
                  <a:lnTo>
                    <a:pt x="604446" y="254213"/>
                  </a:lnTo>
                  <a:lnTo>
                    <a:pt x="587533" y="269880"/>
                  </a:lnTo>
                  <a:lnTo>
                    <a:pt x="570160" y="284460"/>
                  </a:lnTo>
                  <a:lnTo>
                    <a:pt x="552380" y="297939"/>
                  </a:lnTo>
                  <a:lnTo>
                    <a:pt x="534245" y="310307"/>
                  </a:lnTo>
                  <a:lnTo>
                    <a:pt x="515810" y="321556"/>
                  </a:lnTo>
                  <a:lnTo>
                    <a:pt x="497128" y="331680"/>
                  </a:lnTo>
                  <a:lnTo>
                    <a:pt x="478253" y="340676"/>
                  </a:lnTo>
                  <a:lnTo>
                    <a:pt x="459239" y="348542"/>
                  </a:lnTo>
                  <a:lnTo>
                    <a:pt x="440139" y="355279"/>
                  </a:lnTo>
                  <a:lnTo>
                    <a:pt x="421006" y="360890"/>
                  </a:lnTo>
                  <a:lnTo>
                    <a:pt x="401894" y="365382"/>
                  </a:lnTo>
                  <a:lnTo>
                    <a:pt x="382856" y="368762"/>
                  </a:lnTo>
                  <a:lnTo>
                    <a:pt x="363942" y="371040"/>
                  </a:lnTo>
                  <a:lnTo>
                    <a:pt x="345205" y="372229"/>
                  </a:lnTo>
                  <a:lnTo>
                    <a:pt x="326696" y="372343"/>
                  </a:lnTo>
                  <a:lnTo>
                    <a:pt x="308464" y="371398"/>
                  </a:lnTo>
                  <a:lnTo>
                    <a:pt x="290559" y="369414"/>
                  </a:lnTo>
                  <a:lnTo>
                    <a:pt x="273028" y="366412"/>
                  </a:lnTo>
                  <a:lnTo>
                    <a:pt x="255920" y="362413"/>
                  </a:lnTo>
                  <a:lnTo>
                    <a:pt x="239280" y="357444"/>
                  </a:lnTo>
                  <a:lnTo>
                    <a:pt x="223152" y="351530"/>
                  </a:lnTo>
                  <a:lnTo>
                    <a:pt x="207581" y="344701"/>
                  </a:lnTo>
                  <a:lnTo>
                    <a:pt x="192609" y="336987"/>
                  </a:lnTo>
                  <a:lnTo>
                    <a:pt x="175400" y="337762"/>
                  </a:lnTo>
                  <a:lnTo>
                    <a:pt x="159066" y="336205"/>
                  </a:lnTo>
                  <a:lnTo>
                    <a:pt x="143888" y="332499"/>
                  </a:lnTo>
                  <a:lnTo>
                    <a:pt x="130121" y="326862"/>
                  </a:lnTo>
                  <a:lnTo>
                    <a:pt x="117990" y="319540"/>
                  </a:lnTo>
                  <a:lnTo>
                    <a:pt x="107681" y="310801"/>
                  </a:lnTo>
                  <a:lnTo>
                    <a:pt x="99346" y="300936"/>
                  </a:lnTo>
                  <a:lnTo>
                    <a:pt x="93095" y="290248"/>
                  </a:lnTo>
                  <a:lnTo>
                    <a:pt x="85990" y="300530"/>
                  </a:lnTo>
                  <a:lnTo>
                    <a:pt x="76598" y="309751"/>
                  </a:lnTo>
                  <a:lnTo>
                    <a:pt x="65082" y="317531"/>
                  </a:lnTo>
                  <a:lnTo>
                    <a:pt x="51660" y="323514"/>
                  </a:lnTo>
                  <a:lnTo>
                    <a:pt x="36605" y="327377"/>
                  </a:lnTo>
                  <a:lnTo>
                    <a:pt x="20235" y="328837"/>
                  </a:lnTo>
                  <a:lnTo>
                    <a:pt x="2911" y="327657"/>
                  </a:lnTo>
                  <a:lnTo>
                    <a:pt x="257" y="311509"/>
                  </a:lnTo>
                  <a:lnTo>
                    <a:pt x="0" y="295969"/>
                  </a:lnTo>
                  <a:lnTo>
                    <a:pt x="1960" y="281361"/>
                  </a:lnTo>
                  <a:lnTo>
                    <a:pt x="5922" y="267977"/>
                  </a:lnTo>
                  <a:lnTo>
                    <a:pt x="11630" y="256067"/>
                  </a:lnTo>
                  <a:lnTo>
                    <a:pt x="18801" y="245844"/>
                  </a:lnTo>
                  <a:lnTo>
                    <a:pt x="27126" y="237473"/>
                  </a:lnTo>
                  <a:lnTo>
                    <a:pt x="22604" y="228193"/>
                  </a:lnTo>
                  <a:lnTo>
                    <a:pt x="19462" y="217743"/>
                  </a:lnTo>
                  <a:lnTo>
                    <a:pt x="17927" y="206337"/>
                  </a:lnTo>
                  <a:lnTo>
                    <a:pt x="18190" y="194227"/>
                  </a:lnTo>
                  <a:lnTo>
                    <a:pt x="20405" y="181696"/>
                  </a:lnTo>
                  <a:lnTo>
                    <a:pt x="24680" y="169058"/>
                  </a:lnTo>
                </a:path>
              </a:pathLst>
            </a:custGeom>
            <a:ln w="24933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1836342" y="933539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1308591" y="819193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1544936" y="697195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1240176" y="865124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1308591" y="986314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1408105" y="1033053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1218407" y="1023724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1242622" y="933539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340192" y="437390"/>
              <a:ext cx="0" cy="527750"/>
            </a:xfrm>
            <a:custGeom>
              <a:avLst/>
              <a:pathLst>
                <a:path w="0" h="527750">
                  <a:moveTo>
                    <a:pt x="0" y="527750"/>
                  </a:moveTo>
                  <a:lnTo>
                    <a:pt x="0" y="509552"/>
                  </a:lnTo>
                  <a:lnTo>
                    <a:pt x="0" y="491353"/>
                  </a:lnTo>
                  <a:lnTo>
                    <a:pt x="0" y="473155"/>
                  </a:lnTo>
                  <a:lnTo>
                    <a:pt x="0" y="454957"/>
                  </a:lnTo>
                  <a:lnTo>
                    <a:pt x="0" y="436758"/>
                  </a:lnTo>
                  <a:lnTo>
                    <a:pt x="0" y="418560"/>
                  </a:lnTo>
                  <a:lnTo>
                    <a:pt x="0" y="400362"/>
                  </a:lnTo>
                  <a:lnTo>
                    <a:pt x="0" y="382164"/>
                  </a:lnTo>
                  <a:lnTo>
                    <a:pt x="0" y="363965"/>
                  </a:lnTo>
                  <a:lnTo>
                    <a:pt x="0" y="345767"/>
                  </a:lnTo>
                  <a:lnTo>
                    <a:pt x="0" y="327569"/>
                  </a:lnTo>
                  <a:lnTo>
                    <a:pt x="0" y="309370"/>
                  </a:lnTo>
                  <a:lnTo>
                    <a:pt x="0" y="291172"/>
                  </a:lnTo>
                  <a:lnTo>
                    <a:pt x="0" y="272974"/>
                  </a:lnTo>
                  <a:lnTo>
                    <a:pt x="0" y="254776"/>
                  </a:lnTo>
                  <a:lnTo>
                    <a:pt x="0" y="236577"/>
                  </a:lnTo>
                  <a:lnTo>
                    <a:pt x="0" y="218379"/>
                  </a:lnTo>
                  <a:lnTo>
                    <a:pt x="0" y="200181"/>
                  </a:lnTo>
                  <a:lnTo>
                    <a:pt x="0" y="181982"/>
                  </a:lnTo>
                  <a:lnTo>
                    <a:pt x="0" y="163784"/>
                  </a:lnTo>
                  <a:lnTo>
                    <a:pt x="0" y="145586"/>
                  </a:lnTo>
                  <a:lnTo>
                    <a:pt x="0" y="127388"/>
                  </a:lnTo>
                  <a:lnTo>
                    <a:pt x="0" y="109189"/>
                  </a:lnTo>
                  <a:lnTo>
                    <a:pt x="0" y="90991"/>
                  </a:lnTo>
                  <a:lnTo>
                    <a:pt x="0" y="72793"/>
                  </a:lnTo>
                  <a:lnTo>
                    <a:pt x="0" y="54594"/>
                  </a:lnTo>
                  <a:lnTo>
                    <a:pt x="0" y="36396"/>
                  </a:lnTo>
                  <a:lnTo>
                    <a:pt x="0" y="18198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340192" y="591965"/>
              <a:ext cx="373175" cy="373175"/>
            </a:xfrm>
            <a:custGeom>
              <a:avLst/>
              <a:pathLst>
                <a:path w="373175" h="373175">
                  <a:moveTo>
                    <a:pt x="0" y="373175"/>
                  </a:moveTo>
                  <a:lnTo>
                    <a:pt x="12868" y="360307"/>
                  </a:lnTo>
                  <a:lnTo>
                    <a:pt x="25736" y="347439"/>
                  </a:lnTo>
                  <a:lnTo>
                    <a:pt x="38604" y="334571"/>
                  </a:lnTo>
                  <a:lnTo>
                    <a:pt x="51472" y="321703"/>
                  </a:lnTo>
                  <a:lnTo>
                    <a:pt x="64340" y="308835"/>
                  </a:lnTo>
                  <a:lnTo>
                    <a:pt x="77208" y="295967"/>
                  </a:lnTo>
                  <a:lnTo>
                    <a:pt x="90076" y="283098"/>
                  </a:lnTo>
                  <a:lnTo>
                    <a:pt x="102945" y="270230"/>
                  </a:lnTo>
                  <a:lnTo>
                    <a:pt x="115813" y="257362"/>
                  </a:lnTo>
                  <a:lnTo>
                    <a:pt x="128681" y="244494"/>
                  </a:lnTo>
                  <a:lnTo>
                    <a:pt x="141549" y="231626"/>
                  </a:lnTo>
                  <a:lnTo>
                    <a:pt x="154417" y="218758"/>
                  </a:lnTo>
                  <a:lnTo>
                    <a:pt x="167285" y="205890"/>
                  </a:lnTo>
                  <a:lnTo>
                    <a:pt x="180153" y="193022"/>
                  </a:lnTo>
                  <a:lnTo>
                    <a:pt x="193022" y="180153"/>
                  </a:lnTo>
                  <a:lnTo>
                    <a:pt x="205890" y="167285"/>
                  </a:lnTo>
                  <a:lnTo>
                    <a:pt x="218758" y="154417"/>
                  </a:lnTo>
                  <a:lnTo>
                    <a:pt x="231626" y="141549"/>
                  </a:lnTo>
                  <a:lnTo>
                    <a:pt x="244494" y="128681"/>
                  </a:lnTo>
                  <a:lnTo>
                    <a:pt x="257362" y="115813"/>
                  </a:lnTo>
                  <a:lnTo>
                    <a:pt x="270230" y="102945"/>
                  </a:lnTo>
                  <a:lnTo>
                    <a:pt x="283098" y="90076"/>
                  </a:lnTo>
                  <a:lnTo>
                    <a:pt x="295967" y="77208"/>
                  </a:lnTo>
                  <a:lnTo>
                    <a:pt x="308835" y="64340"/>
                  </a:lnTo>
                  <a:lnTo>
                    <a:pt x="321703" y="51472"/>
                  </a:lnTo>
                  <a:lnTo>
                    <a:pt x="334571" y="38604"/>
                  </a:lnTo>
                  <a:lnTo>
                    <a:pt x="347439" y="25736"/>
                  </a:lnTo>
                  <a:lnTo>
                    <a:pt x="360307" y="12868"/>
                  </a:lnTo>
                  <a:lnTo>
                    <a:pt x="37317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340192" y="965141"/>
              <a:ext cx="527750" cy="0"/>
            </a:xfrm>
            <a:custGeom>
              <a:avLst/>
              <a:pathLst>
                <a:path w="527750" h="0">
                  <a:moveTo>
                    <a:pt x="0" y="0"/>
                  </a:moveTo>
                  <a:lnTo>
                    <a:pt x="18198" y="0"/>
                  </a:lnTo>
                  <a:lnTo>
                    <a:pt x="36396" y="0"/>
                  </a:lnTo>
                  <a:lnTo>
                    <a:pt x="54594" y="0"/>
                  </a:lnTo>
                  <a:lnTo>
                    <a:pt x="72793" y="0"/>
                  </a:lnTo>
                  <a:lnTo>
                    <a:pt x="90991" y="0"/>
                  </a:lnTo>
                  <a:lnTo>
                    <a:pt x="109189" y="0"/>
                  </a:lnTo>
                  <a:lnTo>
                    <a:pt x="127388" y="0"/>
                  </a:lnTo>
                  <a:lnTo>
                    <a:pt x="145586" y="0"/>
                  </a:lnTo>
                  <a:lnTo>
                    <a:pt x="163784" y="0"/>
                  </a:lnTo>
                  <a:lnTo>
                    <a:pt x="181982" y="0"/>
                  </a:lnTo>
                  <a:lnTo>
                    <a:pt x="200181" y="0"/>
                  </a:lnTo>
                  <a:lnTo>
                    <a:pt x="218379" y="0"/>
                  </a:lnTo>
                  <a:lnTo>
                    <a:pt x="236577" y="0"/>
                  </a:lnTo>
                  <a:lnTo>
                    <a:pt x="254776" y="0"/>
                  </a:lnTo>
                  <a:lnTo>
                    <a:pt x="272974" y="0"/>
                  </a:lnTo>
                  <a:lnTo>
                    <a:pt x="291172" y="0"/>
                  </a:lnTo>
                  <a:lnTo>
                    <a:pt x="309370" y="0"/>
                  </a:lnTo>
                  <a:lnTo>
                    <a:pt x="327569" y="0"/>
                  </a:lnTo>
                  <a:lnTo>
                    <a:pt x="345767" y="0"/>
                  </a:lnTo>
                  <a:lnTo>
                    <a:pt x="363965" y="0"/>
                  </a:lnTo>
                  <a:lnTo>
                    <a:pt x="382164" y="0"/>
                  </a:lnTo>
                  <a:lnTo>
                    <a:pt x="400362" y="0"/>
                  </a:lnTo>
                  <a:lnTo>
                    <a:pt x="418560" y="0"/>
                  </a:lnTo>
                  <a:lnTo>
                    <a:pt x="436758" y="0"/>
                  </a:lnTo>
                  <a:lnTo>
                    <a:pt x="454957" y="0"/>
                  </a:lnTo>
                  <a:lnTo>
                    <a:pt x="473155" y="0"/>
                  </a:lnTo>
                  <a:lnTo>
                    <a:pt x="491353" y="0"/>
                  </a:lnTo>
                  <a:lnTo>
                    <a:pt x="509552" y="0"/>
                  </a:lnTo>
                  <a:lnTo>
                    <a:pt x="52775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340192" y="965141"/>
              <a:ext cx="373175" cy="373175"/>
            </a:xfrm>
            <a:custGeom>
              <a:avLst/>
              <a:pathLst>
                <a:path w="373175" h="373175">
                  <a:moveTo>
                    <a:pt x="0" y="0"/>
                  </a:moveTo>
                  <a:lnTo>
                    <a:pt x="12868" y="12868"/>
                  </a:lnTo>
                  <a:lnTo>
                    <a:pt x="25736" y="25736"/>
                  </a:lnTo>
                  <a:lnTo>
                    <a:pt x="38604" y="38604"/>
                  </a:lnTo>
                  <a:lnTo>
                    <a:pt x="51472" y="51472"/>
                  </a:lnTo>
                  <a:lnTo>
                    <a:pt x="64340" y="64340"/>
                  </a:lnTo>
                  <a:lnTo>
                    <a:pt x="77208" y="77208"/>
                  </a:lnTo>
                  <a:lnTo>
                    <a:pt x="90076" y="90076"/>
                  </a:lnTo>
                  <a:lnTo>
                    <a:pt x="102945" y="102945"/>
                  </a:lnTo>
                  <a:lnTo>
                    <a:pt x="115813" y="115813"/>
                  </a:lnTo>
                  <a:lnTo>
                    <a:pt x="128681" y="128681"/>
                  </a:lnTo>
                  <a:lnTo>
                    <a:pt x="141549" y="141549"/>
                  </a:lnTo>
                  <a:lnTo>
                    <a:pt x="154417" y="154417"/>
                  </a:lnTo>
                  <a:lnTo>
                    <a:pt x="167285" y="167285"/>
                  </a:lnTo>
                  <a:lnTo>
                    <a:pt x="180153" y="180153"/>
                  </a:lnTo>
                  <a:lnTo>
                    <a:pt x="193022" y="193022"/>
                  </a:lnTo>
                  <a:lnTo>
                    <a:pt x="205890" y="205890"/>
                  </a:lnTo>
                  <a:lnTo>
                    <a:pt x="218758" y="218758"/>
                  </a:lnTo>
                  <a:lnTo>
                    <a:pt x="231626" y="231626"/>
                  </a:lnTo>
                  <a:lnTo>
                    <a:pt x="244494" y="244494"/>
                  </a:lnTo>
                  <a:lnTo>
                    <a:pt x="257362" y="257362"/>
                  </a:lnTo>
                  <a:lnTo>
                    <a:pt x="270230" y="270230"/>
                  </a:lnTo>
                  <a:lnTo>
                    <a:pt x="283098" y="283098"/>
                  </a:lnTo>
                  <a:lnTo>
                    <a:pt x="295967" y="295967"/>
                  </a:lnTo>
                  <a:lnTo>
                    <a:pt x="308835" y="308835"/>
                  </a:lnTo>
                  <a:lnTo>
                    <a:pt x="321703" y="321703"/>
                  </a:lnTo>
                  <a:lnTo>
                    <a:pt x="334571" y="334571"/>
                  </a:lnTo>
                  <a:lnTo>
                    <a:pt x="347439" y="347439"/>
                  </a:lnTo>
                  <a:lnTo>
                    <a:pt x="360307" y="360307"/>
                  </a:lnTo>
                  <a:lnTo>
                    <a:pt x="373175" y="37317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340192" y="965141"/>
              <a:ext cx="0" cy="527750"/>
            </a:xfrm>
            <a:custGeom>
              <a:avLst/>
              <a:pathLst>
                <a:path w="0" h="527750">
                  <a:moveTo>
                    <a:pt x="0" y="0"/>
                  </a:moveTo>
                  <a:lnTo>
                    <a:pt x="0" y="18198"/>
                  </a:lnTo>
                  <a:lnTo>
                    <a:pt x="0" y="36396"/>
                  </a:lnTo>
                  <a:lnTo>
                    <a:pt x="0" y="54594"/>
                  </a:lnTo>
                  <a:lnTo>
                    <a:pt x="0" y="72793"/>
                  </a:lnTo>
                  <a:lnTo>
                    <a:pt x="0" y="90991"/>
                  </a:lnTo>
                  <a:lnTo>
                    <a:pt x="0" y="109189"/>
                  </a:lnTo>
                  <a:lnTo>
                    <a:pt x="0" y="127388"/>
                  </a:lnTo>
                  <a:lnTo>
                    <a:pt x="0" y="145586"/>
                  </a:lnTo>
                  <a:lnTo>
                    <a:pt x="0" y="163784"/>
                  </a:lnTo>
                  <a:lnTo>
                    <a:pt x="0" y="181982"/>
                  </a:lnTo>
                  <a:lnTo>
                    <a:pt x="0" y="200181"/>
                  </a:lnTo>
                  <a:lnTo>
                    <a:pt x="0" y="218379"/>
                  </a:lnTo>
                  <a:lnTo>
                    <a:pt x="0" y="236577"/>
                  </a:lnTo>
                  <a:lnTo>
                    <a:pt x="0" y="254776"/>
                  </a:lnTo>
                  <a:lnTo>
                    <a:pt x="0" y="272974"/>
                  </a:lnTo>
                  <a:lnTo>
                    <a:pt x="0" y="291172"/>
                  </a:lnTo>
                  <a:lnTo>
                    <a:pt x="0" y="309370"/>
                  </a:lnTo>
                  <a:lnTo>
                    <a:pt x="0" y="327569"/>
                  </a:lnTo>
                  <a:lnTo>
                    <a:pt x="0" y="345767"/>
                  </a:lnTo>
                  <a:lnTo>
                    <a:pt x="0" y="363965"/>
                  </a:lnTo>
                  <a:lnTo>
                    <a:pt x="0" y="382164"/>
                  </a:lnTo>
                  <a:lnTo>
                    <a:pt x="0" y="400362"/>
                  </a:lnTo>
                  <a:lnTo>
                    <a:pt x="0" y="418560"/>
                  </a:lnTo>
                  <a:lnTo>
                    <a:pt x="0" y="436758"/>
                  </a:lnTo>
                  <a:lnTo>
                    <a:pt x="0" y="454957"/>
                  </a:lnTo>
                  <a:lnTo>
                    <a:pt x="0" y="473155"/>
                  </a:lnTo>
                  <a:lnTo>
                    <a:pt x="0" y="491353"/>
                  </a:lnTo>
                  <a:lnTo>
                    <a:pt x="0" y="509552"/>
                  </a:lnTo>
                  <a:lnTo>
                    <a:pt x="0" y="52775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967017" y="965141"/>
              <a:ext cx="373175" cy="373175"/>
            </a:xfrm>
            <a:custGeom>
              <a:avLst/>
              <a:pathLst>
                <a:path w="373175" h="373175">
                  <a:moveTo>
                    <a:pt x="373175" y="0"/>
                  </a:moveTo>
                  <a:lnTo>
                    <a:pt x="360307" y="12868"/>
                  </a:lnTo>
                  <a:lnTo>
                    <a:pt x="347439" y="25736"/>
                  </a:lnTo>
                  <a:lnTo>
                    <a:pt x="334571" y="38604"/>
                  </a:lnTo>
                  <a:lnTo>
                    <a:pt x="321703" y="51472"/>
                  </a:lnTo>
                  <a:lnTo>
                    <a:pt x="308835" y="64340"/>
                  </a:lnTo>
                  <a:lnTo>
                    <a:pt x="295967" y="77208"/>
                  </a:lnTo>
                  <a:lnTo>
                    <a:pt x="283098" y="90076"/>
                  </a:lnTo>
                  <a:lnTo>
                    <a:pt x="270230" y="102945"/>
                  </a:lnTo>
                  <a:lnTo>
                    <a:pt x="257362" y="115813"/>
                  </a:lnTo>
                  <a:lnTo>
                    <a:pt x="244494" y="128681"/>
                  </a:lnTo>
                  <a:lnTo>
                    <a:pt x="231626" y="141549"/>
                  </a:lnTo>
                  <a:lnTo>
                    <a:pt x="218758" y="154417"/>
                  </a:lnTo>
                  <a:lnTo>
                    <a:pt x="205890" y="167285"/>
                  </a:lnTo>
                  <a:lnTo>
                    <a:pt x="193022" y="180153"/>
                  </a:lnTo>
                  <a:lnTo>
                    <a:pt x="180153" y="193022"/>
                  </a:lnTo>
                  <a:lnTo>
                    <a:pt x="167285" y="205890"/>
                  </a:lnTo>
                  <a:lnTo>
                    <a:pt x="154417" y="218758"/>
                  </a:lnTo>
                  <a:lnTo>
                    <a:pt x="141549" y="231626"/>
                  </a:lnTo>
                  <a:lnTo>
                    <a:pt x="128681" y="244494"/>
                  </a:lnTo>
                  <a:lnTo>
                    <a:pt x="115813" y="257362"/>
                  </a:lnTo>
                  <a:lnTo>
                    <a:pt x="102945" y="270230"/>
                  </a:lnTo>
                  <a:lnTo>
                    <a:pt x="90076" y="283098"/>
                  </a:lnTo>
                  <a:lnTo>
                    <a:pt x="77208" y="295967"/>
                  </a:lnTo>
                  <a:lnTo>
                    <a:pt x="64340" y="308835"/>
                  </a:lnTo>
                  <a:lnTo>
                    <a:pt x="51472" y="321703"/>
                  </a:lnTo>
                  <a:lnTo>
                    <a:pt x="38604" y="334571"/>
                  </a:lnTo>
                  <a:lnTo>
                    <a:pt x="25736" y="347439"/>
                  </a:lnTo>
                  <a:lnTo>
                    <a:pt x="12868" y="360307"/>
                  </a:lnTo>
                  <a:lnTo>
                    <a:pt x="0" y="37317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812442" y="965141"/>
              <a:ext cx="527750" cy="0"/>
            </a:xfrm>
            <a:custGeom>
              <a:avLst/>
              <a:pathLst>
                <a:path w="527750" h="0">
                  <a:moveTo>
                    <a:pt x="527750" y="0"/>
                  </a:moveTo>
                  <a:lnTo>
                    <a:pt x="509552" y="0"/>
                  </a:lnTo>
                  <a:lnTo>
                    <a:pt x="491353" y="0"/>
                  </a:lnTo>
                  <a:lnTo>
                    <a:pt x="473155" y="0"/>
                  </a:lnTo>
                  <a:lnTo>
                    <a:pt x="454957" y="0"/>
                  </a:lnTo>
                  <a:lnTo>
                    <a:pt x="436758" y="0"/>
                  </a:lnTo>
                  <a:lnTo>
                    <a:pt x="418560" y="0"/>
                  </a:lnTo>
                  <a:lnTo>
                    <a:pt x="400362" y="0"/>
                  </a:lnTo>
                  <a:lnTo>
                    <a:pt x="382164" y="0"/>
                  </a:lnTo>
                  <a:lnTo>
                    <a:pt x="363965" y="0"/>
                  </a:lnTo>
                  <a:lnTo>
                    <a:pt x="345767" y="0"/>
                  </a:lnTo>
                  <a:lnTo>
                    <a:pt x="327569" y="0"/>
                  </a:lnTo>
                  <a:lnTo>
                    <a:pt x="309370" y="0"/>
                  </a:lnTo>
                  <a:lnTo>
                    <a:pt x="291172" y="0"/>
                  </a:lnTo>
                  <a:lnTo>
                    <a:pt x="272974" y="0"/>
                  </a:lnTo>
                  <a:lnTo>
                    <a:pt x="254776" y="0"/>
                  </a:lnTo>
                  <a:lnTo>
                    <a:pt x="236577" y="0"/>
                  </a:lnTo>
                  <a:lnTo>
                    <a:pt x="218379" y="0"/>
                  </a:lnTo>
                  <a:lnTo>
                    <a:pt x="200181" y="0"/>
                  </a:lnTo>
                  <a:lnTo>
                    <a:pt x="181982" y="0"/>
                  </a:lnTo>
                  <a:lnTo>
                    <a:pt x="163784" y="0"/>
                  </a:lnTo>
                  <a:lnTo>
                    <a:pt x="145586" y="0"/>
                  </a:lnTo>
                  <a:lnTo>
                    <a:pt x="127388" y="0"/>
                  </a:lnTo>
                  <a:lnTo>
                    <a:pt x="109189" y="0"/>
                  </a:lnTo>
                  <a:lnTo>
                    <a:pt x="90991" y="0"/>
                  </a:lnTo>
                  <a:lnTo>
                    <a:pt x="72793" y="0"/>
                  </a:lnTo>
                  <a:lnTo>
                    <a:pt x="54594" y="0"/>
                  </a:lnTo>
                  <a:lnTo>
                    <a:pt x="36396" y="0"/>
                  </a:lnTo>
                  <a:lnTo>
                    <a:pt x="18198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967017" y="591965"/>
              <a:ext cx="373175" cy="373175"/>
            </a:xfrm>
            <a:custGeom>
              <a:avLst/>
              <a:pathLst>
                <a:path w="373175" h="373175">
                  <a:moveTo>
                    <a:pt x="373175" y="373175"/>
                  </a:moveTo>
                  <a:lnTo>
                    <a:pt x="360307" y="360307"/>
                  </a:lnTo>
                  <a:lnTo>
                    <a:pt x="347439" y="347439"/>
                  </a:lnTo>
                  <a:lnTo>
                    <a:pt x="334571" y="334571"/>
                  </a:lnTo>
                  <a:lnTo>
                    <a:pt x="321703" y="321703"/>
                  </a:lnTo>
                  <a:lnTo>
                    <a:pt x="308835" y="308835"/>
                  </a:lnTo>
                  <a:lnTo>
                    <a:pt x="295967" y="295967"/>
                  </a:lnTo>
                  <a:lnTo>
                    <a:pt x="283098" y="283098"/>
                  </a:lnTo>
                  <a:lnTo>
                    <a:pt x="270230" y="270230"/>
                  </a:lnTo>
                  <a:lnTo>
                    <a:pt x="257362" y="257362"/>
                  </a:lnTo>
                  <a:lnTo>
                    <a:pt x="244494" y="244494"/>
                  </a:lnTo>
                  <a:lnTo>
                    <a:pt x="231626" y="231626"/>
                  </a:lnTo>
                  <a:lnTo>
                    <a:pt x="218758" y="218758"/>
                  </a:lnTo>
                  <a:lnTo>
                    <a:pt x="205890" y="205890"/>
                  </a:lnTo>
                  <a:lnTo>
                    <a:pt x="193022" y="193022"/>
                  </a:lnTo>
                  <a:lnTo>
                    <a:pt x="180153" y="180153"/>
                  </a:lnTo>
                  <a:lnTo>
                    <a:pt x="167285" y="167285"/>
                  </a:lnTo>
                  <a:lnTo>
                    <a:pt x="154417" y="154417"/>
                  </a:lnTo>
                  <a:lnTo>
                    <a:pt x="141549" y="141549"/>
                  </a:lnTo>
                  <a:lnTo>
                    <a:pt x="128681" y="128681"/>
                  </a:lnTo>
                  <a:lnTo>
                    <a:pt x="115813" y="115813"/>
                  </a:lnTo>
                  <a:lnTo>
                    <a:pt x="102945" y="102945"/>
                  </a:lnTo>
                  <a:lnTo>
                    <a:pt x="90076" y="90076"/>
                  </a:lnTo>
                  <a:lnTo>
                    <a:pt x="77208" y="77208"/>
                  </a:lnTo>
                  <a:lnTo>
                    <a:pt x="64340" y="64340"/>
                  </a:lnTo>
                  <a:lnTo>
                    <a:pt x="51472" y="51472"/>
                  </a:lnTo>
                  <a:lnTo>
                    <a:pt x="38604" y="38604"/>
                  </a:lnTo>
                  <a:lnTo>
                    <a:pt x="25736" y="25736"/>
                  </a:lnTo>
                  <a:lnTo>
                    <a:pt x="12868" y="12868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1208207" y="330387"/>
              <a:ext cx="263971" cy="79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1526009" y="504178"/>
              <a:ext cx="468011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825909" y="924264"/>
              <a:ext cx="216005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516943" y="1341873"/>
              <a:ext cx="48614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199141" y="1515769"/>
              <a:ext cx="28210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668337" y="1341873"/>
              <a:ext cx="504065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623527" y="924264"/>
              <a:ext cx="245891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677403" y="504178"/>
              <a:ext cx="485933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39944" y="669295"/>
              <a:ext cx="177930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390502" y="405420"/>
              <a:ext cx="227372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49" name="rc49"/>
            <p:cNvSpPr/>
            <p:nvPr/>
          </p:nvSpPr>
          <p:spPr>
            <a:xfrm>
              <a:off x="2320794" y="69589"/>
              <a:ext cx="2251205" cy="19790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2320794" y="267495"/>
              <a:ext cx="2251205" cy="14817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2648754" y="69589"/>
              <a:ext cx="1885287" cy="197906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2" name="tx52"/>
            <p:cNvSpPr/>
            <p:nvPr/>
          </p:nvSpPr>
          <p:spPr>
            <a:xfrm>
              <a:off x="3019184" y="110235"/>
              <a:ext cx="1144427" cy="1116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Charadriiformes</a:t>
              </a:r>
            </a:p>
          </p:txBody>
        </p:sp>
        <p:sp>
          <p:nvSpPr>
            <p:cNvPr id="53" name="rc53"/>
            <p:cNvSpPr/>
            <p:nvPr/>
          </p:nvSpPr>
          <p:spPr>
            <a:xfrm>
              <a:off x="2931710" y="305453"/>
              <a:ext cx="1319376" cy="13193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3591398" y="371421"/>
              <a:ext cx="0" cy="593719"/>
            </a:xfrm>
            <a:custGeom>
              <a:avLst/>
              <a:pathLst>
                <a:path w="0" h="593719">
                  <a:moveTo>
                    <a:pt x="0" y="593719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3591398" y="545318"/>
              <a:ext cx="419822" cy="419822"/>
            </a:xfrm>
            <a:custGeom>
              <a:avLst/>
              <a:pathLst>
                <a:path w="419822" h="419822">
                  <a:moveTo>
                    <a:pt x="0" y="419822"/>
                  </a:moveTo>
                  <a:lnTo>
                    <a:pt x="419822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3591398" y="965141"/>
              <a:ext cx="593719" cy="0"/>
            </a:xfrm>
            <a:custGeom>
              <a:avLst/>
              <a:pathLst>
                <a:path w="593719" h="0">
                  <a:moveTo>
                    <a:pt x="0" y="0"/>
                  </a:moveTo>
                  <a:lnTo>
                    <a:pt x="59371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591398" y="965141"/>
              <a:ext cx="419822" cy="419822"/>
            </a:xfrm>
            <a:custGeom>
              <a:avLst/>
              <a:pathLst>
                <a:path w="419822" h="419822">
                  <a:moveTo>
                    <a:pt x="0" y="0"/>
                  </a:moveTo>
                  <a:lnTo>
                    <a:pt x="419822" y="419822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591398" y="965141"/>
              <a:ext cx="0" cy="593719"/>
            </a:xfrm>
            <a:custGeom>
              <a:avLst/>
              <a:pathLst>
                <a:path w="0" h="593719">
                  <a:moveTo>
                    <a:pt x="0" y="0"/>
                  </a:moveTo>
                  <a:lnTo>
                    <a:pt x="0" y="593719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171575" y="965141"/>
              <a:ext cx="419822" cy="419822"/>
            </a:xfrm>
            <a:custGeom>
              <a:avLst/>
              <a:pathLst>
                <a:path w="419822" h="419822">
                  <a:moveTo>
                    <a:pt x="419822" y="0"/>
                  </a:moveTo>
                  <a:lnTo>
                    <a:pt x="0" y="419822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997679" y="965141"/>
              <a:ext cx="593719" cy="0"/>
            </a:xfrm>
            <a:custGeom>
              <a:avLst/>
              <a:pathLst>
                <a:path w="593719" h="0">
                  <a:moveTo>
                    <a:pt x="593719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171575" y="545318"/>
              <a:ext cx="419822" cy="419822"/>
            </a:xfrm>
            <a:custGeom>
              <a:avLst/>
              <a:pathLst>
                <a:path w="419822" h="419822">
                  <a:moveTo>
                    <a:pt x="419822" y="419822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27556" y="701265"/>
              <a:ext cx="527683" cy="527617"/>
            </a:xfrm>
            <a:custGeom>
              <a:avLst/>
              <a:pathLst>
                <a:path w="527683" h="527617">
                  <a:moveTo>
                    <a:pt x="263841" y="0"/>
                  </a:moveTo>
                  <a:lnTo>
                    <a:pt x="280577" y="531"/>
                  </a:lnTo>
                  <a:lnTo>
                    <a:pt x="297246" y="2122"/>
                  </a:lnTo>
                  <a:lnTo>
                    <a:pt x="313780" y="4768"/>
                  </a:lnTo>
                  <a:lnTo>
                    <a:pt x="330113" y="8457"/>
                  </a:lnTo>
                  <a:lnTo>
                    <a:pt x="346179" y="13174"/>
                  </a:lnTo>
                  <a:lnTo>
                    <a:pt x="361914" y="18901"/>
                  </a:lnTo>
                  <a:lnTo>
                    <a:pt x="377254" y="25615"/>
                  </a:lnTo>
                  <a:lnTo>
                    <a:pt x="392137" y="33288"/>
                  </a:lnTo>
                  <a:lnTo>
                    <a:pt x="406503" y="41889"/>
                  </a:lnTo>
                  <a:lnTo>
                    <a:pt x="420295" y="51384"/>
                  </a:lnTo>
                  <a:lnTo>
                    <a:pt x="433457" y="61735"/>
                  </a:lnTo>
                  <a:lnTo>
                    <a:pt x="445936" y="72899"/>
                  </a:lnTo>
                  <a:lnTo>
                    <a:pt x="457682" y="84833"/>
                  </a:lnTo>
                  <a:lnTo>
                    <a:pt x="468647" y="97487"/>
                  </a:lnTo>
                  <a:lnTo>
                    <a:pt x="478788" y="110812"/>
                  </a:lnTo>
                  <a:lnTo>
                    <a:pt x="488063" y="124753"/>
                  </a:lnTo>
                  <a:lnTo>
                    <a:pt x="496435" y="139254"/>
                  </a:lnTo>
                  <a:lnTo>
                    <a:pt x="503871" y="154257"/>
                  </a:lnTo>
                  <a:lnTo>
                    <a:pt x="510340" y="169701"/>
                  </a:lnTo>
                  <a:lnTo>
                    <a:pt x="515817" y="185525"/>
                  </a:lnTo>
                  <a:lnTo>
                    <a:pt x="520278" y="201664"/>
                  </a:lnTo>
                  <a:lnTo>
                    <a:pt x="523708" y="218053"/>
                  </a:lnTo>
                  <a:lnTo>
                    <a:pt x="526091" y="234627"/>
                  </a:lnTo>
                  <a:lnTo>
                    <a:pt x="527418" y="251319"/>
                  </a:lnTo>
                  <a:lnTo>
                    <a:pt x="527683" y="268061"/>
                  </a:lnTo>
                  <a:lnTo>
                    <a:pt x="526887" y="284787"/>
                  </a:lnTo>
                  <a:lnTo>
                    <a:pt x="525031" y="301428"/>
                  </a:lnTo>
                  <a:lnTo>
                    <a:pt x="522123" y="317918"/>
                  </a:lnTo>
                  <a:lnTo>
                    <a:pt x="518176" y="334191"/>
                  </a:lnTo>
                  <a:lnTo>
                    <a:pt x="513204" y="350180"/>
                  </a:lnTo>
                  <a:lnTo>
                    <a:pt x="507228" y="365822"/>
                  </a:lnTo>
                  <a:lnTo>
                    <a:pt x="500272" y="381053"/>
                  </a:lnTo>
                  <a:lnTo>
                    <a:pt x="492364" y="395812"/>
                  </a:lnTo>
                  <a:lnTo>
                    <a:pt x="483536" y="410040"/>
                  </a:lnTo>
                  <a:lnTo>
                    <a:pt x="473823" y="423680"/>
                  </a:lnTo>
                  <a:lnTo>
                    <a:pt x="463265" y="436676"/>
                  </a:lnTo>
                  <a:lnTo>
                    <a:pt x="451904" y="448977"/>
                  </a:lnTo>
                  <a:lnTo>
                    <a:pt x="439785" y="460532"/>
                  </a:lnTo>
                  <a:lnTo>
                    <a:pt x="426958" y="471295"/>
                  </a:lnTo>
                  <a:lnTo>
                    <a:pt x="413475" y="481223"/>
                  </a:lnTo>
                  <a:lnTo>
                    <a:pt x="399388" y="490275"/>
                  </a:lnTo>
                  <a:lnTo>
                    <a:pt x="384756" y="498416"/>
                  </a:lnTo>
                  <a:lnTo>
                    <a:pt x="369637" y="505613"/>
                  </a:lnTo>
                  <a:lnTo>
                    <a:pt x="354092" y="511836"/>
                  </a:lnTo>
                  <a:lnTo>
                    <a:pt x="338184" y="517061"/>
                  </a:lnTo>
                  <a:lnTo>
                    <a:pt x="321976" y="521266"/>
                  </a:lnTo>
                  <a:lnTo>
                    <a:pt x="305534" y="524435"/>
                  </a:lnTo>
                  <a:lnTo>
                    <a:pt x="288924" y="526555"/>
                  </a:lnTo>
                  <a:lnTo>
                    <a:pt x="272214" y="527617"/>
                  </a:lnTo>
                  <a:lnTo>
                    <a:pt x="255469" y="527617"/>
                  </a:lnTo>
                  <a:lnTo>
                    <a:pt x="238759" y="526555"/>
                  </a:lnTo>
                  <a:lnTo>
                    <a:pt x="222149" y="524435"/>
                  </a:lnTo>
                  <a:lnTo>
                    <a:pt x="205707" y="521266"/>
                  </a:lnTo>
                  <a:lnTo>
                    <a:pt x="189499" y="517061"/>
                  </a:lnTo>
                  <a:lnTo>
                    <a:pt x="173591" y="511836"/>
                  </a:lnTo>
                  <a:lnTo>
                    <a:pt x="158046" y="505613"/>
                  </a:lnTo>
                  <a:lnTo>
                    <a:pt x="142927" y="498416"/>
                  </a:lnTo>
                  <a:lnTo>
                    <a:pt x="128295" y="490275"/>
                  </a:lnTo>
                  <a:lnTo>
                    <a:pt x="114208" y="481223"/>
                  </a:lnTo>
                  <a:lnTo>
                    <a:pt x="100725" y="471295"/>
                  </a:lnTo>
                  <a:lnTo>
                    <a:pt x="87898" y="460532"/>
                  </a:lnTo>
                  <a:lnTo>
                    <a:pt x="75779" y="448977"/>
                  </a:lnTo>
                  <a:lnTo>
                    <a:pt x="64418" y="436676"/>
                  </a:lnTo>
                  <a:lnTo>
                    <a:pt x="53860" y="423680"/>
                  </a:lnTo>
                  <a:lnTo>
                    <a:pt x="44147" y="410040"/>
                  </a:lnTo>
                  <a:lnTo>
                    <a:pt x="35319" y="395812"/>
                  </a:lnTo>
                  <a:lnTo>
                    <a:pt x="27411" y="381053"/>
                  </a:lnTo>
                  <a:lnTo>
                    <a:pt x="20455" y="365822"/>
                  </a:lnTo>
                  <a:lnTo>
                    <a:pt x="14479" y="350180"/>
                  </a:lnTo>
                  <a:lnTo>
                    <a:pt x="9507" y="334191"/>
                  </a:lnTo>
                  <a:lnTo>
                    <a:pt x="5560" y="317918"/>
                  </a:lnTo>
                  <a:lnTo>
                    <a:pt x="2652" y="301428"/>
                  </a:lnTo>
                  <a:lnTo>
                    <a:pt x="796" y="284787"/>
                  </a:lnTo>
                  <a:lnTo>
                    <a:pt x="0" y="268061"/>
                  </a:lnTo>
                  <a:lnTo>
                    <a:pt x="265" y="251319"/>
                  </a:lnTo>
                  <a:lnTo>
                    <a:pt x="1592" y="234627"/>
                  </a:lnTo>
                  <a:lnTo>
                    <a:pt x="3975" y="218053"/>
                  </a:lnTo>
                  <a:lnTo>
                    <a:pt x="7405" y="201664"/>
                  </a:lnTo>
                  <a:lnTo>
                    <a:pt x="11866" y="185525"/>
                  </a:lnTo>
                  <a:lnTo>
                    <a:pt x="17343" y="169701"/>
                  </a:lnTo>
                  <a:lnTo>
                    <a:pt x="23812" y="154257"/>
                  </a:lnTo>
                  <a:lnTo>
                    <a:pt x="31248" y="139254"/>
                  </a:lnTo>
                  <a:lnTo>
                    <a:pt x="39620" y="124753"/>
                  </a:lnTo>
                  <a:lnTo>
                    <a:pt x="48895" y="110812"/>
                  </a:lnTo>
                  <a:lnTo>
                    <a:pt x="59036" y="97487"/>
                  </a:lnTo>
                  <a:lnTo>
                    <a:pt x="70001" y="84833"/>
                  </a:lnTo>
                  <a:lnTo>
                    <a:pt x="81747" y="72899"/>
                  </a:lnTo>
                  <a:lnTo>
                    <a:pt x="94226" y="61735"/>
                  </a:lnTo>
                  <a:lnTo>
                    <a:pt x="107388" y="51384"/>
                  </a:lnTo>
                  <a:lnTo>
                    <a:pt x="121180" y="41889"/>
                  </a:lnTo>
                  <a:lnTo>
                    <a:pt x="135546" y="33288"/>
                  </a:lnTo>
                  <a:lnTo>
                    <a:pt x="150429" y="25615"/>
                  </a:lnTo>
                  <a:lnTo>
                    <a:pt x="165769" y="18901"/>
                  </a:lnTo>
                  <a:lnTo>
                    <a:pt x="181504" y="13174"/>
                  </a:lnTo>
                  <a:lnTo>
                    <a:pt x="197570" y="8457"/>
                  </a:lnTo>
                  <a:lnTo>
                    <a:pt x="213903" y="4768"/>
                  </a:lnTo>
                  <a:lnTo>
                    <a:pt x="230437" y="2122"/>
                  </a:lnTo>
                  <a:lnTo>
                    <a:pt x="247105" y="531"/>
                  </a:lnTo>
                  <a:lnTo>
                    <a:pt x="2638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063714" y="437390"/>
              <a:ext cx="1055367" cy="1055235"/>
            </a:xfrm>
            <a:custGeom>
              <a:avLst/>
              <a:pathLst>
                <a:path w="1055367" h="1055235">
                  <a:moveTo>
                    <a:pt x="527683" y="0"/>
                  </a:moveTo>
                  <a:lnTo>
                    <a:pt x="561155" y="1062"/>
                  </a:lnTo>
                  <a:lnTo>
                    <a:pt x="594493" y="4245"/>
                  </a:lnTo>
                  <a:lnTo>
                    <a:pt x="627561" y="9537"/>
                  </a:lnTo>
                  <a:lnTo>
                    <a:pt x="660227" y="16915"/>
                  </a:lnTo>
                  <a:lnTo>
                    <a:pt x="692359" y="26349"/>
                  </a:lnTo>
                  <a:lnTo>
                    <a:pt x="723828" y="37803"/>
                  </a:lnTo>
                  <a:lnTo>
                    <a:pt x="754508" y="51230"/>
                  </a:lnTo>
                  <a:lnTo>
                    <a:pt x="784274" y="66576"/>
                  </a:lnTo>
                  <a:lnTo>
                    <a:pt x="813007" y="83778"/>
                  </a:lnTo>
                  <a:lnTo>
                    <a:pt x="840591" y="102768"/>
                  </a:lnTo>
                  <a:lnTo>
                    <a:pt x="866915" y="123470"/>
                  </a:lnTo>
                  <a:lnTo>
                    <a:pt x="891873" y="145799"/>
                  </a:lnTo>
                  <a:lnTo>
                    <a:pt x="915365" y="169666"/>
                  </a:lnTo>
                  <a:lnTo>
                    <a:pt x="937295" y="194975"/>
                  </a:lnTo>
                  <a:lnTo>
                    <a:pt x="957576" y="221625"/>
                  </a:lnTo>
                  <a:lnTo>
                    <a:pt x="976126" y="249506"/>
                  </a:lnTo>
                  <a:lnTo>
                    <a:pt x="992871" y="278509"/>
                  </a:lnTo>
                  <a:lnTo>
                    <a:pt x="1007742" y="308514"/>
                  </a:lnTo>
                  <a:lnTo>
                    <a:pt x="1020680" y="339403"/>
                  </a:lnTo>
                  <a:lnTo>
                    <a:pt x="1031634" y="371050"/>
                  </a:lnTo>
                  <a:lnTo>
                    <a:pt x="1040557" y="403328"/>
                  </a:lnTo>
                  <a:lnTo>
                    <a:pt x="1047416" y="436107"/>
                  </a:lnTo>
                  <a:lnTo>
                    <a:pt x="1052182" y="469255"/>
                  </a:lnTo>
                  <a:lnTo>
                    <a:pt x="1054836" y="502639"/>
                  </a:lnTo>
                  <a:lnTo>
                    <a:pt x="1055367" y="536123"/>
                  </a:lnTo>
                  <a:lnTo>
                    <a:pt x="1053774" y="569574"/>
                  </a:lnTo>
                  <a:lnTo>
                    <a:pt x="1050062" y="602857"/>
                  </a:lnTo>
                  <a:lnTo>
                    <a:pt x="1044247" y="635837"/>
                  </a:lnTo>
                  <a:lnTo>
                    <a:pt x="1036352" y="668382"/>
                  </a:lnTo>
                  <a:lnTo>
                    <a:pt x="1026408" y="700360"/>
                  </a:lnTo>
                  <a:lnTo>
                    <a:pt x="1014456" y="731644"/>
                  </a:lnTo>
                  <a:lnTo>
                    <a:pt x="1000545" y="762106"/>
                  </a:lnTo>
                  <a:lnTo>
                    <a:pt x="984729" y="791625"/>
                  </a:lnTo>
                  <a:lnTo>
                    <a:pt x="967073" y="820081"/>
                  </a:lnTo>
                  <a:lnTo>
                    <a:pt x="947647" y="847361"/>
                  </a:lnTo>
                  <a:lnTo>
                    <a:pt x="926531" y="873353"/>
                  </a:lnTo>
                  <a:lnTo>
                    <a:pt x="903808" y="897954"/>
                  </a:lnTo>
                  <a:lnTo>
                    <a:pt x="879571" y="921064"/>
                  </a:lnTo>
                  <a:lnTo>
                    <a:pt x="853917" y="942590"/>
                  </a:lnTo>
                  <a:lnTo>
                    <a:pt x="826950" y="962446"/>
                  </a:lnTo>
                  <a:lnTo>
                    <a:pt x="798777" y="980551"/>
                  </a:lnTo>
                  <a:lnTo>
                    <a:pt x="769513" y="996833"/>
                  </a:lnTo>
                  <a:lnTo>
                    <a:pt x="739275" y="1011227"/>
                  </a:lnTo>
                  <a:lnTo>
                    <a:pt x="708185" y="1023673"/>
                  </a:lnTo>
                  <a:lnTo>
                    <a:pt x="676368" y="1034123"/>
                  </a:lnTo>
                  <a:lnTo>
                    <a:pt x="643952" y="1042533"/>
                  </a:lnTo>
                  <a:lnTo>
                    <a:pt x="611069" y="1048871"/>
                  </a:lnTo>
                  <a:lnTo>
                    <a:pt x="577849" y="1053111"/>
                  </a:lnTo>
                  <a:lnTo>
                    <a:pt x="544428" y="1055235"/>
                  </a:lnTo>
                  <a:lnTo>
                    <a:pt x="510939" y="1055235"/>
                  </a:lnTo>
                  <a:lnTo>
                    <a:pt x="477518" y="1053111"/>
                  </a:lnTo>
                  <a:lnTo>
                    <a:pt x="444298" y="1048871"/>
                  </a:lnTo>
                  <a:lnTo>
                    <a:pt x="411415" y="1042533"/>
                  </a:lnTo>
                  <a:lnTo>
                    <a:pt x="378999" y="1034123"/>
                  </a:lnTo>
                  <a:lnTo>
                    <a:pt x="347182" y="1023673"/>
                  </a:lnTo>
                  <a:lnTo>
                    <a:pt x="316092" y="1011227"/>
                  </a:lnTo>
                  <a:lnTo>
                    <a:pt x="285854" y="996833"/>
                  </a:lnTo>
                  <a:lnTo>
                    <a:pt x="256590" y="980551"/>
                  </a:lnTo>
                  <a:lnTo>
                    <a:pt x="228417" y="962446"/>
                  </a:lnTo>
                  <a:lnTo>
                    <a:pt x="201450" y="942590"/>
                  </a:lnTo>
                  <a:lnTo>
                    <a:pt x="175796" y="921064"/>
                  </a:lnTo>
                  <a:lnTo>
                    <a:pt x="151559" y="897954"/>
                  </a:lnTo>
                  <a:lnTo>
                    <a:pt x="128836" y="873353"/>
                  </a:lnTo>
                  <a:lnTo>
                    <a:pt x="107720" y="847361"/>
                  </a:lnTo>
                  <a:lnTo>
                    <a:pt x="88294" y="820081"/>
                  </a:lnTo>
                  <a:lnTo>
                    <a:pt x="70638" y="791625"/>
                  </a:lnTo>
                  <a:lnTo>
                    <a:pt x="54822" y="762106"/>
                  </a:lnTo>
                  <a:lnTo>
                    <a:pt x="40911" y="731644"/>
                  </a:lnTo>
                  <a:lnTo>
                    <a:pt x="28959" y="700360"/>
                  </a:lnTo>
                  <a:lnTo>
                    <a:pt x="19015" y="668382"/>
                  </a:lnTo>
                  <a:lnTo>
                    <a:pt x="11120" y="635837"/>
                  </a:lnTo>
                  <a:lnTo>
                    <a:pt x="5305" y="602857"/>
                  </a:lnTo>
                  <a:lnTo>
                    <a:pt x="1593" y="569574"/>
                  </a:lnTo>
                  <a:lnTo>
                    <a:pt x="0" y="536123"/>
                  </a:lnTo>
                  <a:lnTo>
                    <a:pt x="531" y="502639"/>
                  </a:lnTo>
                  <a:lnTo>
                    <a:pt x="3185" y="469255"/>
                  </a:lnTo>
                  <a:lnTo>
                    <a:pt x="7951" y="436107"/>
                  </a:lnTo>
                  <a:lnTo>
                    <a:pt x="14810" y="403328"/>
                  </a:lnTo>
                  <a:lnTo>
                    <a:pt x="23733" y="371050"/>
                  </a:lnTo>
                  <a:lnTo>
                    <a:pt x="34687" y="339403"/>
                  </a:lnTo>
                  <a:lnTo>
                    <a:pt x="47625" y="308514"/>
                  </a:lnTo>
                  <a:lnTo>
                    <a:pt x="62496" y="278509"/>
                  </a:lnTo>
                  <a:lnTo>
                    <a:pt x="79241" y="249506"/>
                  </a:lnTo>
                  <a:lnTo>
                    <a:pt x="97791" y="221625"/>
                  </a:lnTo>
                  <a:lnTo>
                    <a:pt x="118072" y="194975"/>
                  </a:lnTo>
                  <a:lnTo>
                    <a:pt x="140002" y="169666"/>
                  </a:lnTo>
                  <a:lnTo>
                    <a:pt x="163494" y="145799"/>
                  </a:lnTo>
                  <a:lnTo>
                    <a:pt x="188452" y="123470"/>
                  </a:lnTo>
                  <a:lnTo>
                    <a:pt x="214776" y="102768"/>
                  </a:lnTo>
                  <a:lnTo>
                    <a:pt x="242360" y="83778"/>
                  </a:lnTo>
                  <a:lnTo>
                    <a:pt x="271093" y="66576"/>
                  </a:lnTo>
                  <a:lnTo>
                    <a:pt x="300859" y="51230"/>
                  </a:lnTo>
                  <a:lnTo>
                    <a:pt x="331538" y="37803"/>
                  </a:lnTo>
                  <a:lnTo>
                    <a:pt x="363008" y="26349"/>
                  </a:lnTo>
                  <a:lnTo>
                    <a:pt x="395140" y="16915"/>
                  </a:lnTo>
                  <a:lnTo>
                    <a:pt x="427806" y="9537"/>
                  </a:lnTo>
                  <a:lnTo>
                    <a:pt x="460874" y="4245"/>
                  </a:lnTo>
                  <a:lnTo>
                    <a:pt x="494211" y="1062"/>
                  </a:lnTo>
                  <a:lnTo>
                    <a:pt x="527683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997753" y="371421"/>
              <a:ext cx="1187288" cy="1187139"/>
            </a:xfrm>
            <a:custGeom>
              <a:avLst/>
              <a:pathLst>
                <a:path w="1187288" h="1187139">
                  <a:moveTo>
                    <a:pt x="593644" y="0"/>
                  </a:moveTo>
                  <a:lnTo>
                    <a:pt x="631300" y="1195"/>
                  </a:lnTo>
                  <a:lnTo>
                    <a:pt x="668804" y="4776"/>
                  </a:lnTo>
                  <a:lnTo>
                    <a:pt x="706006" y="10729"/>
                  </a:lnTo>
                  <a:lnTo>
                    <a:pt x="742755" y="19029"/>
                  </a:lnTo>
                  <a:lnTo>
                    <a:pt x="778904" y="29643"/>
                  </a:lnTo>
                  <a:lnTo>
                    <a:pt x="814307" y="42529"/>
                  </a:lnTo>
                  <a:lnTo>
                    <a:pt x="848821" y="57634"/>
                  </a:lnTo>
                  <a:lnTo>
                    <a:pt x="882308" y="74898"/>
                  </a:lnTo>
                  <a:lnTo>
                    <a:pt x="914633" y="94250"/>
                  </a:lnTo>
                  <a:lnTo>
                    <a:pt x="945665" y="115614"/>
                  </a:lnTo>
                  <a:lnTo>
                    <a:pt x="975279" y="138903"/>
                  </a:lnTo>
                  <a:lnTo>
                    <a:pt x="1003357" y="164024"/>
                  </a:lnTo>
                  <a:lnTo>
                    <a:pt x="1029785" y="190875"/>
                  </a:lnTo>
                  <a:lnTo>
                    <a:pt x="1054457" y="219347"/>
                  </a:lnTo>
                  <a:lnTo>
                    <a:pt x="1077273" y="249328"/>
                  </a:lnTo>
                  <a:lnTo>
                    <a:pt x="1098142" y="280695"/>
                  </a:lnTo>
                  <a:lnTo>
                    <a:pt x="1116980" y="313322"/>
                  </a:lnTo>
                  <a:lnTo>
                    <a:pt x="1133710" y="347079"/>
                  </a:lnTo>
                  <a:lnTo>
                    <a:pt x="1148265" y="381829"/>
                  </a:lnTo>
                  <a:lnTo>
                    <a:pt x="1160588" y="417431"/>
                  </a:lnTo>
                  <a:lnTo>
                    <a:pt x="1170627" y="453744"/>
                  </a:lnTo>
                  <a:lnTo>
                    <a:pt x="1178343" y="490620"/>
                  </a:lnTo>
                  <a:lnTo>
                    <a:pt x="1183705" y="527912"/>
                  </a:lnTo>
                  <a:lnTo>
                    <a:pt x="1186691" y="565468"/>
                  </a:lnTo>
                  <a:lnTo>
                    <a:pt x="1187288" y="603139"/>
                  </a:lnTo>
                  <a:lnTo>
                    <a:pt x="1185496" y="640771"/>
                  </a:lnTo>
                  <a:lnTo>
                    <a:pt x="1181320" y="678214"/>
                  </a:lnTo>
                  <a:lnTo>
                    <a:pt x="1174778" y="715316"/>
                  </a:lnTo>
                  <a:lnTo>
                    <a:pt x="1165896" y="751929"/>
                  </a:lnTo>
                  <a:lnTo>
                    <a:pt x="1154709" y="787905"/>
                  </a:lnTo>
                  <a:lnTo>
                    <a:pt x="1141263" y="823099"/>
                  </a:lnTo>
                  <a:lnTo>
                    <a:pt x="1125613" y="857370"/>
                  </a:lnTo>
                  <a:lnTo>
                    <a:pt x="1107820" y="890578"/>
                  </a:lnTo>
                  <a:lnTo>
                    <a:pt x="1087957" y="922592"/>
                  </a:lnTo>
                  <a:lnTo>
                    <a:pt x="1066103" y="953281"/>
                  </a:lnTo>
                  <a:lnTo>
                    <a:pt x="1042347" y="982522"/>
                  </a:lnTo>
                  <a:lnTo>
                    <a:pt x="1016784" y="1010198"/>
                  </a:lnTo>
                  <a:lnTo>
                    <a:pt x="989518" y="1036197"/>
                  </a:lnTo>
                  <a:lnTo>
                    <a:pt x="960657" y="1060414"/>
                  </a:lnTo>
                  <a:lnTo>
                    <a:pt x="930318" y="1082751"/>
                  </a:lnTo>
                  <a:lnTo>
                    <a:pt x="898624" y="1103120"/>
                  </a:lnTo>
                  <a:lnTo>
                    <a:pt x="865702" y="1121437"/>
                  </a:lnTo>
                  <a:lnTo>
                    <a:pt x="831684" y="1137630"/>
                  </a:lnTo>
                  <a:lnTo>
                    <a:pt x="796708" y="1151632"/>
                  </a:lnTo>
                  <a:lnTo>
                    <a:pt x="760914" y="1163388"/>
                  </a:lnTo>
                  <a:lnTo>
                    <a:pt x="724447" y="1172850"/>
                  </a:lnTo>
                  <a:lnTo>
                    <a:pt x="687452" y="1179980"/>
                  </a:lnTo>
                  <a:lnTo>
                    <a:pt x="650081" y="1184750"/>
                  </a:lnTo>
                  <a:lnTo>
                    <a:pt x="612481" y="1187139"/>
                  </a:lnTo>
                  <a:lnTo>
                    <a:pt x="574806" y="1187139"/>
                  </a:lnTo>
                  <a:lnTo>
                    <a:pt x="537207" y="1184750"/>
                  </a:lnTo>
                  <a:lnTo>
                    <a:pt x="499836" y="1179980"/>
                  </a:lnTo>
                  <a:lnTo>
                    <a:pt x="462841" y="1172850"/>
                  </a:lnTo>
                  <a:lnTo>
                    <a:pt x="426374" y="1163388"/>
                  </a:lnTo>
                  <a:lnTo>
                    <a:pt x="390580" y="1151632"/>
                  </a:lnTo>
                  <a:lnTo>
                    <a:pt x="355604" y="1137630"/>
                  </a:lnTo>
                  <a:lnTo>
                    <a:pt x="321586" y="1121437"/>
                  </a:lnTo>
                  <a:lnTo>
                    <a:pt x="288664" y="1103120"/>
                  </a:lnTo>
                  <a:lnTo>
                    <a:pt x="256970" y="1082751"/>
                  </a:lnTo>
                  <a:lnTo>
                    <a:pt x="226631" y="1060414"/>
                  </a:lnTo>
                  <a:lnTo>
                    <a:pt x="197770" y="1036197"/>
                  </a:lnTo>
                  <a:lnTo>
                    <a:pt x="170504" y="1010198"/>
                  </a:lnTo>
                  <a:lnTo>
                    <a:pt x="144941" y="982522"/>
                  </a:lnTo>
                  <a:lnTo>
                    <a:pt x="121185" y="953281"/>
                  </a:lnTo>
                  <a:lnTo>
                    <a:pt x="99331" y="922592"/>
                  </a:lnTo>
                  <a:lnTo>
                    <a:pt x="79468" y="890578"/>
                  </a:lnTo>
                  <a:lnTo>
                    <a:pt x="61675" y="857370"/>
                  </a:lnTo>
                  <a:lnTo>
                    <a:pt x="46025" y="823099"/>
                  </a:lnTo>
                  <a:lnTo>
                    <a:pt x="32579" y="787905"/>
                  </a:lnTo>
                  <a:lnTo>
                    <a:pt x="21392" y="751929"/>
                  </a:lnTo>
                  <a:lnTo>
                    <a:pt x="12510" y="715316"/>
                  </a:lnTo>
                  <a:lnTo>
                    <a:pt x="5968" y="678214"/>
                  </a:lnTo>
                  <a:lnTo>
                    <a:pt x="1792" y="640771"/>
                  </a:lnTo>
                  <a:lnTo>
                    <a:pt x="0" y="603139"/>
                  </a:lnTo>
                  <a:lnTo>
                    <a:pt x="597" y="565468"/>
                  </a:lnTo>
                  <a:lnTo>
                    <a:pt x="3583" y="527912"/>
                  </a:lnTo>
                  <a:lnTo>
                    <a:pt x="8945" y="490620"/>
                  </a:lnTo>
                  <a:lnTo>
                    <a:pt x="16661" y="453744"/>
                  </a:lnTo>
                  <a:lnTo>
                    <a:pt x="26700" y="417431"/>
                  </a:lnTo>
                  <a:lnTo>
                    <a:pt x="39022" y="381829"/>
                  </a:lnTo>
                  <a:lnTo>
                    <a:pt x="53578" y="347079"/>
                  </a:lnTo>
                  <a:lnTo>
                    <a:pt x="70308" y="313322"/>
                  </a:lnTo>
                  <a:lnTo>
                    <a:pt x="89146" y="280695"/>
                  </a:lnTo>
                  <a:lnTo>
                    <a:pt x="110015" y="249328"/>
                  </a:lnTo>
                  <a:lnTo>
                    <a:pt x="132831" y="219347"/>
                  </a:lnTo>
                  <a:lnTo>
                    <a:pt x="157503" y="190875"/>
                  </a:lnTo>
                  <a:lnTo>
                    <a:pt x="183931" y="164024"/>
                  </a:lnTo>
                  <a:lnTo>
                    <a:pt x="212009" y="138903"/>
                  </a:lnTo>
                  <a:lnTo>
                    <a:pt x="241623" y="115614"/>
                  </a:lnTo>
                  <a:lnTo>
                    <a:pt x="272655" y="94250"/>
                  </a:lnTo>
                  <a:lnTo>
                    <a:pt x="304980" y="74898"/>
                  </a:lnTo>
                  <a:lnTo>
                    <a:pt x="338466" y="57634"/>
                  </a:lnTo>
                  <a:lnTo>
                    <a:pt x="372981" y="42529"/>
                  </a:lnTo>
                  <a:lnTo>
                    <a:pt x="408384" y="29643"/>
                  </a:lnTo>
                  <a:lnTo>
                    <a:pt x="444533" y="19029"/>
                  </a:lnTo>
                  <a:lnTo>
                    <a:pt x="481282" y="10729"/>
                  </a:lnTo>
                  <a:lnTo>
                    <a:pt x="518484" y="4776"/>
                  </a:lnTo>
                  <a:lnTo>
                    <a:pt x="555988" y="1195"/>
                  </a:lnTo>
                  <a:lnTo>
                    <a:pt x="59364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3427201" y="776699"/>
              <a:ext cx="691947" cy="500930"/>
            </a:xfrm>
            <a:custGeom>
              <a:avLst/>
              <a:pathLst>
                <a:path w="691947" h="500930">
                  <a:moveTo>
                    <a:pt x="691947" y="188441"/>
                  </a:moveTo>
                  <a:lnTo>
                    <a:pt x="677998" y="167736"/>
                  </a:lnTo>
                  <a:lnTo>
                    <a:pt x="663260" y="148153"/>
                  </a:lnTo>
                  <a:lnTo>
                    <a:pt x="647799" y="129721"/>
                  </a:lnTo>
                  <a:lnTo>
                    <a:pt x="631686" y="112467"/>
                  </a:lnTo>
                  <a:lnTo>
                    <a:pt x="614989" y="96411"/>
                  </a:lnTo>
                  <a:lnTo>
                    <a:pt x="597779" y="81573"/>
                  </a:lnTo>
                  <a:lnTo>
                    <a:pt x="580126" y="67966"/>
                  </a:lnTo>
                  <a:lnTo>
                    <a:pt x="562102" y="55601"/>
                  </a:lnTo>
                  <a:lnTo>
                    <a:pt x="543778" y="44485"/>
                  </a:lnTo>
                  <a:lnTo>
                    <a:pt x="525224" y="34622"/>
                  </a:lnTo>
                  <a:lnTo>
                    <a:pt x="506512" y="26011"/>
                  </a:lnTo>
                  <a:lnTo>
                    <a:pt x="487712" y="18647"/>
                  </a:lnTo>
                  <a:lnTo>
                    <a:pt x="468894" y="12524"/>
                  </a:lnTo>
                  <a:lnTo>
                    <a:pt x="450126" y="7631"/>
                  </a:lnTo>
                  <a:lnTo>
                    <a:pt x="431477" y="3951"/>
                  </a:lnTo>
                  <a:lnTo>
                    <a:pt x="413013" y="1468"/>
                  </a:lnTo>
                  <a:lnTo>
                    <a:pt x="394801" y="159"/>
                  </a:lnTo>
                  <a:lnTo>
                    <a:pt x="376904" y="0"/>
                  </a:lnTo>
                  <a:lnTo>
                    <a:pt x="359384" y="961"/>
                  </a:lnTo>
                  <a:lnTo>
                    <a:pt x="342303" y="3013"/>
                  </a:lnTo>
                  <a:lnTo>
                    <a:pt x="325718" y="6121"/>
                  </a:lnTo>
                  <a:lnTo>
                    <a:pt x="309688" y="10247"/>
                  </a:lnTo>
                  <a:lnTo>
                    <a:pt x="294265" y="15352"/>
                  </a:lnTo>
                  <a:lnTo>
                    <a:pt x="279503" y="21391"/>
                  </a:lnTo>
                  <a:lnTo>
                    <a:pt x="265451" y="28321"/>
                  </a:lnTo>
                  <a:lnTo>
                    <a:pt x="252155" y="36093"/>
                  </a:lnTo>
                  <a:lnTo>
                    <a:pt x="239661" y="44657"/>
                  </a:lnTo>
                  <a:lnTo>
                    <a:pt x="228009" y="53960"/>
                  </a:lnTo>
                  <a:lnTo>
                    <a:pt x="217238" y="63949"/>
                  </a:lnTo>
                  <a:lnTo>
                    <a:pt x="207384" y="74567"/>
                  </a:lnTo>
                  <a:lnTo>
                    <a:pt x="198478" y="85756"/>
                  </a:lnTo>
                  <a:lnTo>
                    <a:pt x="190551" y="97457"/>
                  </a:lnTo>
                  <a:lnTo>
                    <a:pt x="183627" y="109608"/>
                  </a:lnTo>
                  <a:lnTo>
                    <a:pt x="177731" y="122148"/>
                  </a:lnTo>
                  <a:lnTo>
                    <a:pt x="172880" y="135014"/>
                  </a:lnTo>
                  <a:lnTo>
                    <a:pt x="169090" y="148141"/>
                  </a:lnTo>
                  <a:lnTo>
                    <a:pt x="166375" y="161465"/>
                  </a:lnTo>
                  <a:lnTo>
                    <a:pt x="164742" y="174920"/>
                  </a:lnTo>
                  <a:lnTo>
                    <a:pt x="164197" y="188441"/>
                  </a:lnTo>
                  <a:lnTo>
                    <a:pt x="165002" y="176153"/>
                  </a:lnTo>
                  <a:lnTo>
                    <a:pt x="167412" y="164024"/>
                  </a:lnTo>
                  <a:lnTo>
                    <a:pt x="171404" y="152209"/>
                  </a:lnTo>
                  <a:lnTo>
                    <a:pt x="176945" y="140863"/>
                  </a:lnTo>
                  <a:lnTo>
                    <a:pt x="183988" y="130138"/>
                  </a:lnTo>
                  <a:lnTo>
                    <a:pt x="192471" y="120180"/>
                  </a:lnTo>
                  <a:lnTo>
                    <a:pt x="202322" y="111132"/>
                  </a:lnTo>
                  <a:lnTo>
                    <a:pt x="213454" y="103126"/>
                  </a:lnTo>
                  <a:lnTo>
                    <a:pt x="225769" y="96291"/>
                  </a:lnTo>
                  <a:lnTo>
                    <a:pt x="239161" y="90746"/>
                  </a:lnTo>
                  <a:lnTo>
                    <a:pt x="253509" y="86600"/>
                  </a:lnTo>
                  <a:lnTo>
                    <a:pt x="268686" y="83952"/>
                  </a:lnTo>
                  <a:lnTo>
                    <a:pt x="278855" y="99815"/>
                  </a:lnTo>
                  <a:lnTo>
                    <a:pt x="286723" y="116540"/>
                  </a:lnTo>
                  <a:lnTo>
                    <a:pt x="292239" y="133805"/>
                  </a:lnTo>
                  <a:lnTo>
                    <a:pt x="295397" y="151289"/>
                  </a:lnTo>
                  <a:lnTo>
                    <a:pt x="296232" y="168677"/>
                  </a:lnTo>
                  <a:lnTo>
                    <a:pt x="294821" y="185668"/>
                  </a:lnTo>
                  <a:lnTo>
                    <a:pt x="291279" y="201980"/>
                  </a:lnTo>
                  <a:lnTo>
                    <a:pt x="285755" y="217352"/>
                  </a:lnTo>
                  <a:lnTo>
                    <a:pt x="278429" y="231551"/>
                  </a:lnTo>
                  <a:lnTo>
                    <a:pt x="269509" y="244373"/>
                  </a:lnTo>
                  <a:lnTo>
                    <a:pt x="259222" y="255649"/>
                  </a:lnTo>
                  <a:lnTo>
                    <a:pt x="247815" y="265245"/>
                  </a:lnTo>
                  <a:lnTo>
                    <a:pt x="235544" y="273063"/>
                  </a:lnTo>
                  <a:lnTo>
                    <a:pt x="222670" y="279043"/>
                  </a:lnTo>
                  <a:lnTo>
                    <a:pt x="209459" y="283162"/>
                  </a:lnTo>
                  <a:lnTo>
                    <a:pt x="196168" y="285435"/>
                  </a:lnTo>
                  <a:lnTo>
                    <a:pt x="183047" y="285909"/>
                  </a:lnTo>
                  <a:lnTo>
                    <a:pt x="170333" y="284667"/>
                  </a:lnTo>
                  <a:lnTo>
                    <a:pt x="158242" y="281820"/>
                  </a:lnTo>
                  <a:lnTo>
                    <a:pt x="146971" y="277507"/>
                  </a:lnTo>
                  <a:lnTo>
                    <a:pt x="136691" y="271888"/>
                  </a:lnTo>
                  <a:lnTo>
                    <a:pt x="127545" y="265145"/>
                  </a:lnTo>
                  <a:lnTo>
                    <a:pt x="119646" y="257471"/>
                  </a:lnTo>
                  <a:lnTo>
                    <a:pt x="113077" y="249072"/>
                  </a:lnTo>
                  <a:lnTo>
                    <a:pt x="107891" y="240158"/>
                  </a:lnTo>
                  <a:lnTo>
                    <a:pt x="104107" y="230940"/>
                  </a:lnTo>
                  <a:lnTo>
                    <a:pt x="101715" y="221626"/>
                  </a:lnTo>
                  <a:lnTo>
                    <a:pt x="100675" y="212413"/>
                  </a:lnTo>
                  <a:lnTo>
                    <a:pt x="100920" y="203491"/>
                  </a:lnTo>
                  <a:lnTo>
                    <a:pt x="102358" y="195029"/>
                  </a:lnTo>
                  <a:lnTo>
                    <a:pt x="104874" y="187182"/>
                  </a:lnTo>
                  <a:lnTo>
                    <a:pt x="108336" y="180079"/>
                  </a:lnTo>
                  <a:lnTo>
                    <a:pt x="112595" y="173829"/>
                  </a:lnTo>
                  <a:lnTo>
                    <a:pt x="117493" y="168512"/>
                  </a:lnTo>
                  <a:lnTo>
                    <a:pt x="122863" y="164185"/>
                  </a:lnTo>
                  <a:lnTo>
                    <a:pt x="128536" y="160876"/>
                  </a:lnTo>
                  <a:lnTo>
                    <a:pt x="134343" y="158587"/>
                  </a:lnTo>
                  <a:lnTo>
                    <a:pt x="127630" y="164008"/>
                  </a:lnTo>
                  <a:lnTo>
                    <a:pt x="121940" y="170938"/>
                  </a:lnTo>
                  <a:lnTo>
                    <a:pt x="117612" y="179175"/>
                  </a:lnTo>
                  <a:lnTo>
                    <a:pt x="114940" y="188441"/>
                  </a:lnTo>
                  <a:lnTo>
                    <a:pt x="114161" y="198394"/>
                  </a:lnTo>
                  <a:lnTo>
                    <a:pt x="115439" y="208637"/>
                  </a:lnTo>
                  <a:lnTo>
                    <a:pt x="118853" y="218739"/>
                  </a:lnTo>
                  <a:lnTo>
                    <a:pt x="124391" y="228247"/>
                  </a:lnTo>
                  <a:lnTo>
                    <a:pt x="131945" y="236710"/>
                  </a:lnTo>
                  <a:lnTo>
                    <a:pt x="141308" y="243700"/>
                  </a:lnTo>
                  <a:lnTo>
                    <a:pt x="152185" y="248829"/>
                  </a:lnTo>
                  <a:lnTo>
                    <a:pt x="164197" y="251771"/>
                  </a:lnTo>
                  <a:lnTo>
                    <a:pt x="167624" y="266943"/>
                  </a:lnTo>
                  <a:lnTo>
                    <a:pt x="172374" y="281907"/>
                  </a:lnTo>
                  <a:lnTo>
                    <a:pt x="178433" y="296577"/>
                  </a:lnTo>
                  <a:lnTo>
                    <a:pt x="185784" y="310867"/>
                  </a:lnTo>
                  <a:lnTo>
                    <a:pt x="194403" y="324694"/>
                  </a:lnTo>
                  <a:lnTo>
                    <a:pt x="204264" y="337973"/>
                  </a:lnTo>
                  <a:lnTo>
                    <a:pt x="215333" y="350624"/>
                  </a:lnTo>
                  <a:lnTo>
                    <a:pt x="227573" y="362565"/>
                  </a:lnTo>
                  <a:lnTo>
                    <a:pt x="240942" y="373721"/>
                  </a:lnTo>
                  <a:lnTo>
                    <a:pt x="255394" y="384015"/>
                  </a:lnTo>
                  <a:lnTo>
                    <a:pt x="270878" y="393374"/>
                  </a:lnTo>
                  <a:lnTo>
                    <a:pt x="287339" y="401729"/>
                  </a:lnTo>
                  <a:lnTo>
                    <a:pt x="304717" y="409013"/>
                  </a:lnTo>
                  <a:lnTo>
                    <a:pt x="322949" y="415163"/>
                  </a:lnTo>
                  <a:lnTo>
                    <a:pt x="341969" y="420118"/>
                  </a:lnTo>
                  <a:lnTo>
                    <a:pt x="361705" y="423822"/>
                  </a:lnTo>
                  <a:lnTo>
                    <a:pt x="382084" y="426224"/>
                  </a:lnTo>
                  <a:lnTo>
                    <a:pt x="403029" y="427274"/>
                  </a:lnTo>
                  <a:lnTo>
                    <a:pt x="387319" y="437145"/>
                  </a:lnTo>
                  <a:lnTo>
                    <a:pt x="371247" y="446023"/>
                  </a:lnTo>
                  <a:lnTo>
                    <a:pt x="354874" y="453898"/>
                  </a:lnTo>
                  <a:lnTo>
                    <a:pt x="338263" y="460765"/>
                  </a:lnTo>
                  <a:lnTo>
                    <a:pt x="321473" y="466621"/>
                  </a:lnTo>
                  <a:lnTo>
                    <a:pt x="304565" y="471467"/>
                  </a:lnTo>
                  <a:lnTo>
                    <a:pt x="287598" y="475308"/>
                  </a:lnTo>
                  <a:lnTo>
                    <a:pt x="270631" y="478152"/>
                  </a:lnTo>
                  <a:lnTo>
                    <a:pt x="253722" y="480010"/>
                  </a:lnTo>
                  <a:lnTo>
                    <a:pt x="236927" y="480897"/>
                  </a:lnTo>
                  <a:lnTo>
                    <a:pt x="220302" y="480831"/>
                  </a:lnTo>
                  <a:lnTo>
                    <a:pt x="203898" y="479833"/>
                  </a:lnTo>
                  <a:lnTo>
                    <a:pt x="187769" y="477928"/>
                  </a:lnTo>
                  <a:lnTo>
                    <a:pt x="171963" y="475141"/>
                  </a:lnTo>
                  <a:lnTo>
                    <a:pt x="156529" y="471503"/>
                  </a:lnTo>
                  <a:lnTo>
                    <a:pt x="141511" y="467045"/>
                  </a:lnTo>
                  <a:lnTo>
                    <a:pt x="126952" y="461802"/>
                  </a:lnTo>
                  <a:lnTo>
                    <a:pt x="112893" y="455810"/>
                  </a:lnTo>
                  <a:lnTo>
                    <a:pt x="99372" y="449108"/>
                  </a:lnTo>
                  <a:lnTo>
                    <a:pt x="86423" y="441737"/>
                  </a:lnTo>
                  <a:lnTo>
                    <a:pt x="74079" y="433739"/>
                  </a:lnTo>
                  <a:lnTo>
                    <a:pt x="62369" y="425157"/>
                  </a:lnTo>
                  <a:lnTo>
                    <a:pt x="51320" y="416036"/>
                  </a:lnTo>
                  <a:lnTo>
                    <a:pt x="40955" y="406423"/>
                  </a:lnTo>
                  <a:lnTo>
                    <a:pt x="31295" y="396364"/>
                  </a:lnTo>
                  <a:lnTo>
                    <a:pt x="22357" y="385908"/>
                  </a:lnTo>
                  <a:lnTo>
                    <a:pt x="14154" y="375103"/>
                  </a:lnTo>
                  <a:lnTo>
                    <a:pt x="6699" y="363996"/>
                  </a:lnTo>
                  <a:lnTo>
                    <a:pt x="0" y="352639"/>
                  </a:lnTo>
                  <a:lnTo>
                    <a:pt x="2090" y="334403"/>
                  </a:lnTo>
                  <a:lnTo>
                    <a:pt x="5610" y="316863"/>
                  </a:lnTo>
                  <a:lnTo>
                    <a:pt x="10492" y="300115"/>
                  </a:lnTo>
                  <a:lnTo>
                    <a:pt x="16661" y="284252"/>
                  </a:lnTo>
                  <a:lnTo>
                    <a:pt x="24036" y="269363"/>
                  </a:lnTo>
                  <a:lnTo>
                    <a:pt x="32533" y="255527"/>
                  </a:lnTo>
                  <a:lnTo>
                    <a:pt x="42059" y="242821"/>
                  </a:lnTo>
                  <a:lnTo>
                    <a:pt x="52519" y="231310"/>
                  </a:lnTo>
                  <a:lnTo>
                    <a:pt x="63813" y="221058"/>
                  </a:lnTo>
                  <a:lnTo>
                    <a:pt x="75837" y="212117"/>
                  </a:lnTo>
                  <a:lnTo>
                    <a:pt x="88485" y="204534"/>
                  </a:lnTo>
                  <a:lnTo>
                    <a:pt x="101647" y="198348"/>
                  </a:lnTo>
                  <a:lnTo>
                    <a:pt x="115210" y="193590"/>
                  </a:lnTo>
                  <a:lnTo>
                    <a:pt x="129062" y="190283"/>
                  </a:lnTo>
                  <a:lnTo>
                    <a:pt x="143087" y="188441"/>
                  </a:lnTo>
                  <a:lnTo>
                    <a:pt x="134395" y="190057"/>
                  </a:lnTo>
                  <a:lnTo>
                    <a:pt x="125843" y="192613"/>
                  </a:lnTo>
                  <a:lnTo>
                    <a:pt x="117505" y="196096"/>
                  </a:lnTo>
                  <a:lnTo>
                    <a:pt x="109457" y="200491"/>
                  </a:lnTo>
                  <a:lnTo>
                    <a:pt x="101772" y="205773"/>
                  </a:lnTo>
                  <a:lnTo>
                    <a:pt x="94524" y="211917"/>
                  </a:lnTo>
                  <a:lnTo>
                    <a:pt x="87783" y="218887"/>
                  </a:lnTo>
                  <a:lnTo>
                    <a:pt x="81615" y="226648"/>
                  </a:lnTo>
                  <a:lnTo>
                    <a:pt x="76087" y="235154"/>
                  </a:lnTo>
                  <a:lnTo>
                    <a:pt x="71261" y="244359"/>
                  </a:lnTo>
                  <a:lnTo>
                    <a:pt x="67194" y="254211"/>
                  </a:lnTo>
                  <a:lnTo>
                    <a:pt x="63943" y="264652"/>
                  </a:lnTo>
                  <a:lnTo>
                    <a:pt x="61559" y="275623"/>
                  </a:lnTo>
                  <a:lnTo>
                    <a:pt x="60087" y="287059"/>
                  </a:lnTo>
                  <a:lnTo>
                    <a:pt x="59572" y="298893"/>
                  </a:lnTo>
                  <a:lnTo>
                    <a:pt x="60050" y="311052"/>
                  </a:lnTo>
                  <a:lnTo>
                    <a:pt x="61554" y="323465"/>
                  </a:lnTo>
                  <a:lnTo>
                    <a:pt x="64113" y="336054"/>
                  </a:lnTo>
                  <a:lnTo>
                    <a:pt x="67748" y="348741"/>
                  </a:lnTo>
                  <a:lnTo>
                    <a:pt x="72476" y="361445"/>
                  </a:lnTo>
                  <a:lnTo>
                    <a:pt x="78309" y="374085"/>
                  </a:lnTo>
                  <a:lnTo>
                    <a:pt x="85252" y="386577"/>
                  </a:lnTo>
                  <a:lnTo>
                    <a:pt x="93306" y="398838"/>
                  </a:lnTo>
                  <a:lnTo>
                    <a:pt x="102464" y="410785"/>
                  </a:lnTo>
                  <a:lnTo>
                    <a:pt x="112714" y="422332"/>
                  </a:lnTo>
                  <a:lnTo>
                    <a:pt x="124039" y="433396"/>
                  </a:lnTo>
                  <a:lnTo>
                    <a:pt x="136415" y="443895"/>
                  </a:lnTo>
                  <a:lnTo>
                    <a:pt x="149812" y="453747"/>
                  </a:lnTo>
                  <a:lnTo>
                    <a:pt x="164197" y="462871"/>
                  </a:lnTo>
                  <a:lnTo>
                    <a:pt x="179527" y="471191"/>
                  </a:lnTo>
                  <a:lnTo>
                    <a:pt x="195757" y="478631"/>
                  </a:lnTo>
                  <a:lnTo>
                    <a:pt x="212834" y="485117"/>
                  </a:lnTo>
                  <a:lnTo>
                    <a:pt x="230702" y="490579"/>
                  </a:lnTo>
                  <a:lnTo>
                    <a:pt x="249299" y="494952"/>
                  </a:lnTo>
                  <a:lnTo>
                    <a:pt x="268558" y="498173"/>
                  </a:lnTo>
                  <a:lnTo>
                    <a:pt x="288407" y="500184"/>
                  </a:lnTo>
                  <a:lnTo>
                    <a:pt x="308770" y="500930"/>
                  </a:lnTo>
                  <a:lnTo>
                    <a:pt x="329567" y="500362"/>
                  </a:lnTo>
                  <a:lnTo>
                    <a:pt x="350715" y="498437"/>
                  </a:lnTo>
                  <a:lnTo>
                    <a:pt x="372126" y="495114"/>
                  </a:lnTo>
                  <a:lnTo>
                    <a:pt x="393711" y="490361"/>
                  </a:lnTo>
                  <a:lnTo>
                    <a:pt x="415375" y="484151"/>
                  </a:lnTo>
                  <a:lnTo>
                    <a:pt x="437023" y="476460"/>
                  </a:lnTo>
                  <a:lnTo>
                    <a:pt x="458557" y="467274"/>
                  </a:lnTo>
                  <a:lnTo>
                    <a:pt x="479879" y="456584"/>
                  </a:lnTo>
                  <a:lnTo>
                    <a:pt x="500887" y="444387"/>
                  </a:lnTo>
                  <a:lnTo>
                    <a:pt x="521480" y="430685"/>
                  </a:lnTo>
                  <a:lnTo>
                    <a:pt x="541556" y="415490"/>
                  </a:lnTo>
                  <a:lnTo>
                    <a:pt x="561012" y="398819"/>
                  </a:lnTo>
                  <a:lnTo>
                    <a:pt x="579748" y="380695"/>
                  </a:lnTo>
                  <a:lnTo>
                    <a:pt x="597661" y="361149"/>
                  </a:lnTo>
                  <a:lnTo>
                    <a:pt x="614654" y="340218"/>
                  </a:lnTo>
                  <a:lnTo>
                    <a:pt x="630627" y="317945"/>
                  </a:lnTo>
                  <a:lnTo>
                    <a:pt x="645485" y="294381"/>
                  </a:lnTo>
                  <a:lnTo>
                    <a:pt x="659135" y="269582"/>
                  </a:lnTo>
                  <a:lnTo>
                    <a:pt x="671486" y="243612"/>
                  </a:lnTo>
                  <a:lnTo>
                    <a:pt x="682451" y="216540"/>
                  </a:lnTo>
                  <a:close/>
                </a:path>
              </a:pathLst>
            </a:custGeom>
            <a:solidFill>
              <a:srgbClr val="BE84DB">
                <a:alpha val="25882"/>
              </a:srgbClr>
            </a:solidFill>
            <a:ln w="24933" cap="flat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27201" y="827926"/>
              <a:ext cx="691947" cy="376047"/>
            </a:xfrm>
            <a:custGeom>
              <a:avLst/>
              <a:pathLst>
                <a:path w="691947" h="376047">
                  <a:moveTo>
                    <a:pt x="164197" y="137215"/>
                  </a:moveTo>
                  <a:lnTo>
                    <a:pt x="165002" y="124927"/>
                  </a:lnTo>
                  <a:lnTo>
                    <a:pt x="167412" y="112797"/>
                  </a:lnTo>
                  <a:lnTo>
                    <a:pt x="171404" y="100982"/>
                  </a:lnTo>
                  <a:lnTo>
                    <a:pt x="176945" y="89636"/>
                  </a:lnTo>
                  <a:lnTo>
                    <a:pt x="183988" y="78911"/>
                  </a:lnTo>
                  <a:lnTo>
                    <a:pt x="192471" y="68954"/>
                  </a:lnTo>
                  <a:lnTo>
                    <a:pt x="202322" y="59905"/>
                  </a:lnTo>
                  <a:lnTo>
                    <a:pt x="213454" y="51899"/>
                  </a:lnTo>
                  <a:lnTo>
                    <a:pt x="225769" y="45065"/>
                  </a:lnTo>
                  <a:lnTo>
                    <a:pt x="239161" y="39520"/>
                  </a:lnTo>
                  <a:lnTo>
                    <a:pt x="253509" y="35373"/>
                  </a:lnTo>
                  <a:lnTo>
                    <a:pt x="268686" y="32725"/>
                  </a:lnTo>
                  <a:lnTo>
                    <a:pt x="283605" y="25377"/>
                  </a:lnTo>
                  <a:lnTo>
                    <a:pt x="299103" y="18905"/>
                  </a:lnTo>
                  <a:lnTo>
                    <a:pt x="315141" y="13338"/>
                  </a:lnTo>
                  <a:lnTo>
                    <a:pt x="331674" y="8705"/>
                  </a:lnTo>
                  <a:lnTo>
                    <a:pt x="348658" y="5031"/>
                  </a:lnTo>
                  <a:lnTo>
                    <a:pt x="366049" y="2341"/>
                  </a:lnTo>
                  <a:lnTo>
                    <a:pt x="383799" y="657"/>
                  </a:lnTo>
                  <a:lnTo>
                    <a:pt x="401860" y="0"/>
                  </a:lnTo>
                  <a:lnTo>
                    <a:pt x="420186" y="386"/>
                  </a:lnTo>
                  <a:lnTo>
                    <a:pt x="438725" y="1832"/>
                  </a:lnTo>
                  <a:lnTo>
                    <a:pt x="457429" y="4353"/>
                  </a:lnTo>
                  <a:lnTo>
                    <a:pt x="476247" y="7959"/>
                  </a:lnTo>
                  <a:lnTo>
                    <a:pt x="495126" y="12662"/>
                  </a:lnTo>
                  <a:lnTo>
                    <a:pt x="514017" y="18467"/>
                  </a:lnTo>
                  <a:lnTo>
                    <a:pt x="532866" y="25380"/>
                  </a:lnTo>
                  <a:lnTo>
                    <a:pt x="551620" y="33405"/>
                  </a:lnTo>
                  <a:lnTo>
                    <a:pt x="570228" y="42541"/>
                  </a:lnTo>
                  <a:lnTo>
                    <a:pt x="588637" y="52788"/>
                  </a:lnTo>
                  <a:lnTo>
                    <a:pt x="606793" y="64142"/>
                  </a:lnTo>
                  <a:lnTo>
                    <a:pt x="624644" y="76596"/>
                  </a:lnTo>
                  <a:lnTo>
                    <a:pt x="642137" y="90142"/>
                  </a:lnTo>
                  <a:lnTo>
                    <a:pt x="659220" y="104769"/>
                  </a:lnTo>
                  <a:lnTo>
                    <a:pt x="675841" y="120465"/>
                  </a:lnTo>
                  <a:lnTo>
                    <a:pt x="691947" y="137215"/>
                  </a:lnTo>
                  <a:lnTo>
                    <a:pt x="682537" y="156610"/>
                  </a:lnTo>
                  <a:lnTo>
                    <a:pt x="672428" y="175301"/>
                  </a:lnTo>
                  <a:lnTo>
                    <a:pt x="661658" y="193265"/>
                  </a:lnTo>
                  <a:lnTo>
                    <a:pt x="650268" y="210478"/>
                  </a:lnTo>
                  <a:lnTo>
                    <a:pt x="638300" y="226920"/>
                  </a:lnTo>
                  <a:lnTo>
                    <a:pt x="625794" y="242571"/>
                  </a:lnTo>
                  <a:lnTo>
                    <a:pt x="612793" y="257415"/>
                  </a:lnTo>
                  <a:lnTo>
                    <a:pt x="599339" y="271438"/>
                  </a:lnTo>
                  <a:lnTo>
                    <a:pt x="585477" y="284627"/>
                  </a:lnTo>
                  <a:lnTo>
                    <a:pt x="571248" y="296971"/>
                  </a:lnTo>
                  <a:lnTo>
                    <a:pt x="556698" y="308461"/>
                  </a:lnTo>
                  <a:lnTo>
                    <a:pt x="541869" y="319092"/>
                  </a:lnTo>
                  <a:lnTo>
                    <a:pt x="526806" y="328859"/>
                  </a:lnTo>
                  <a:lnTo>
                    <a:pt x="511551" y="337760"/>
                  </a:lnTo>
                  <a:lnTo>
                    <a:pt x="496149" y="345794"/>
                  </a:lnTo>
                  <a:lnTo>
                    <a:pt x="480643" y="352964"/>
                  </a:lnTo>
                  <a:lnTo>
                    <a:pt x="465075" y="359273"/>
                  </a:lnTo>
                  <a:lnTo>
                    <a:pt x="449489" y="364727"/>
                  </a:lnTo>
                  <a:lnTo>
                    <a:pt x="433925" y="369334"/>
                  </a:lnTo>
                  <a:lnTo>
                    <a:pt x="418425" y="373104"/>
                  </a:lnTo>
                  <a:lnTo>
                    <a:pt x="403029" y="376047"/>
                  </a:lnTo>
                  <a:lnTo>
                    <a:pt x="382084" y="374997"/>
                  </a:lnTo>
                  <a:lnTo>
                    <a:pt x="361705" y="372596"/>
                  </a:lnTo>
                  <a:lnTo>
                    <a:pt x="341969" y="368891"/>
                  </a:lnTo>
                  <a:lnTo>
                    <a:pt x="322949" y="363936"/>
                  </a:lnTo>
                  <a:lnTo>
                    <a:pt x="304717" y="357786"/>
                  </a:lnTo>
                  <a:lnTo>
                    <a:pt x="287339" y="350502"/>
                  </a:lnTo>
                  <a:lnTo>
                    <a:pt x="270878" y="342147"/>
                  </a:lnTo>
                  <a:lnTo>
                    <a:pt x="255394" y="332788"/>
                  </a:lnTo>
                  <a:lnTo>
                    <a:pt x="240942" y="322494"/>
                  </a:lnTo>
                  <a:lnTo>
                    <a:pt x="227573" y="311339"/>
                  </a:lnTo>
                  <a:lnTo>
                    <a:pt x="215333" y="299397"/>
                  </a:lnTo>
                  <a:lnTo>
                    <a:pt x="204264" y="286746"/>
                  </a:lnTo>
                  <a:lnTo>
                    <a:pt x="194403" y="273467"/>
                  </a:lnTo>
                  <a:lnTo>
                    <a:pt x="185784" y="259641"/>
                  </a:lnTo>
                  <a:lnTo>
                    <a:pt x="178433" y="245350"/>
                  </a:lnTo>
                  <a:lnTo>
                    <a:pt x="172374" y="230680"/>
                  </a:lnTo>
                  <a:lnTo>
                    <a:pt x="167624" y="215716"/>
                  </a:lnTo>
                  <a:lnTo>
                    <a:pt x="164197" y="200545"/>
                  </a:lnTo>
                  <a:lnTo>
                    <a:pt x="159589" y="213396"/>
                  </a:lnTo>
                  <a:lnTo>
                    <a:pt x="153432" y="225875"/>
                  </a:lnTo>
                  <a:lnTo>
                    <a:pt x="145756" y="237841"/>
                  </a:lnTo>
                  <a:lnTo>
                    <a:pt x="136605" y="249158"/>
                  </a:lnTo>
                  <a:lnTo>
                    <a:pt x="126032" y="259690"/>
                  </a:lnTo>
                  <a:lnTo>
                    <a:pt x="114100" y="269309"/>
                  </a:lnTo>
                  <a:lnTo>
                    <a:pt x="100884" y="277889"/>
                  </a:lnTo>
                  <a:lnTo>
                    <a:pt x="86469" y="285313"/>
                  </a:lnTo>
                  <a:lnTo>
                    <a:pt x="70948" y="291467"/>
                  </a:lnTo>
                  <a:lnTo>
                    <a:pt x="54425" y="296246"/>
                  </a:lnTo>
                  <a:lnTo>
                    <a:pt x="37012" y="299554"/>
                  </a:lnTo>
                  <a:lnTo>
                    <a:pt x="18828" y="301303"/>
                  </a:lnTo>
                  <a:lnTo>
                    <a:pt x="0" y="301412"/>
                  </a:lnTo>
                  <a:lnTo>
                    <a:pt x="2090" y="283177"/>
                  </a:lnTo>
                  <a:lnTo>
                    <a:pt x="5610" y="265636"/>
                  </a:lnTo>
                  <a:lnTo>
                    <a:pt x="10492" y="248888"/>
                  </a:lnTo>
                  <a:lnTo>
                    <a:pt x="16661" y="233026"/>
                  </a:lnTo>
                  <a:lnTo>
                    <a:pt x="24036" y="218136"/>
                  </a:lnTo>
                  <a:lnTo>
                    <a:pt x="32533" y="204301"/>
                  </a:lnTo>
                  <a:lnTo>
                    <a:pt x="42059" y="191594"/>
                  </a:lnTo>
                  <a:lnTo>
                    <a:pt x="52519" y="180084"/>
                  </a:lnTo>
                  <a:lnTo>
                    <a:pt x="63813" y="169831"/>
                  </a:lnTo>
                  <a:lnTo>
                    <a:pt x="75837" y="160891"/>
                  </a:lnTo>
                  <a:lnTo>
                    <a:pt x="88485" y="153308"/>
                  </a:lnTo>
                  <a:lnTo>
                    <a:pt x="101647" y="147122"/>
                  </a:lnTo>
                  <a:lnTo>
                    <a:pt x="115210" y="142363"/>
                  </a:lnTo>
                  <a:lnTo>
                    <a:pt x="129062" y="139056"/>
                  </a:lnTo>
                  <a:lnTo>
                    <a:pt x="143087" y="137215"/>
                  </a:lnTo>
                  <a:lnTo>
                    <a:pt x="137009" y="129930"/>
                  </a:lnTo>
                  <a:lnTo>
                    <a:pt x="133727" y="119623"/>
                  </a:lnTo>
                  <a:lnTo>
                    <a:pt x="134343" y="107361"/>
                  </a:lnTo>
                </a:path>
              </a:pathLst>
            </a:custGeom>
            <a:ln w="24933" cap="flat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4087547" y="933539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3559797" y="933539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3664286" y="829050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3529943" y="903685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3559797" y="996869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3798629" y="1172372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3395599" y="1097737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3538687" y="933539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3591398" y="437390"/>
              <a:ext cx="0" cy="527750"/>
            </a:xfrm>
            <a:custGeom>
              <a:avLst/>
              <a:pathLst>
                <a:path w="0" h="527750">
                  <a:moveTo>
                    <a:pt x="0" y="527750"/>
                  </a:moveTo>
                  <a:lnTo>
                    <a:pt x="0" y="509552"/>
                  </a:lnTo>
                  <a:lnTo>
                    <a:pt x="0" y="491353"/>
                  </a:lnTo>
                  <a:lnTo>
                    <a:pt x="0" y="473155"/>
                  </a:lnTo>
                  <a:lnTo>
                    <a:pt x="0" y="454957"/>
                  </a:lnTo>
                  <a:lnTo>
                    <a:pt x="0" y="436758"/>
                  </a:lnTo>
                  <a:lnTo>
                    <a:pt x="0" y="418560"/>
                  </a:lnTo>
                  <a:lnTo>
                    <a:pt x="0" y="400362"/>
                  </a:lnTo>
                  <a:lnTo>
                    <a:pt x="0" y="382164"/>
                  </a:lnTo>
                  <a:lnTo>
                    <a:pt x="0" y="363965"/>
                  </a:lnTo>
                  <a:lnTo>
                    <a:pt x="0" y="345767"/>
                  </a:lnTo>
                  <a:lnTo>
                    <a:pt x="0" y="327569"/>
                  </a:lnTo>
                  <a:lnTo>
                    <a:pt x="0" y="309370"/>
                  </a:lnTo>
                  <a:lnTo>
                    <a:pt x="0" y="291172"/>
                  </a:lnTo>
                  <a:lnTo>
                    <a:pt x="0" y="272974"/>
                  </a:lnTo>
                  <a:lnTo>
                    <a:pt x="0" y="254776"/>
                  </a:lnTo>
                  <a:lnTo>
                    <a:pt x="0" y="236577"/>
                  </a:lnTo>
                  <a:lnTo>
                    <a:pt x="0" y="218379"/>
                  </a:lnTo>
                  <a:lnTo>
                    <a:pt x="0" y="200181"/>
                  </a:lnTo>
                  <a:lnTo>
                    <a:pt x="0" y="181982"/>
                  </a:lnTo>
                  <a:lnTo>
                    <a:pt x="0" y="163784"/>
                  </a:lnTo>
                  <a:lnTo>
                    <a:pt x="0" y="145586"/>
                  </a:lnTo>
                  <a:lnTo>
                    <a:pt x="0" y="127388"/>
                  </a:lnTo>
                  <a:lnTo>
                    <a:pt x="0" y="109189"/>
                  </a:lnTo>
                  <a:lnTo>
                    <a:pt x="0" y="90991"/>
                  </a:lnTo>
                  <a:lnTo>
                    <a:pt x="0" y="72793"/>
                  </a:lnTo>
                  <a:lnTo>
                    <a:pt x="0" y="54594"/>
                  </a:lnTo>
                  <a:lnTo>
                    <a:pt x="0" y="36396"/>
                  </a:lnTo>
                  <a:lnTo>
                    <a:pt x="0" y="18198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3591398" y="591965"/>
              <a:ext cx="373175" cy="373175"/>
            </a:xfrm>
            <a:custGeom>
              <a:avLst/>
              <a:pathLst>
                <a:path w="373175" h="373175">
                  <a:moveTo>
                    <a:pt x="0" y="373175"/>
                  </a:moveTo>
                  <a:lnTo>
                    <a:pt x="12868" y="360307"/>
                  </a:lnTo>
                  <a:lnTo>
                    <a:pt x="25736" y="347439"/>
                  </a:lnTo>
                  <a:lnTo>
                    <a:pt x="38604" y="334571"/>
                  </a:lnTo>
                  <a:lnTo>
                    <a:pt x="51472" y="321703"/>
                  </a:lnTo>
                  <a:lnTo>
                    <a:pt x="64340" y="308835"/>
                  </a:lnTo>
                  <a:lnTo>
                    <a:pt x="77208" y="295967"/>
                  </a:lnTo>
                  <a:lnTo>
                    <a:pt x="90076" y="283098"/>
                  </a:lnTo>
                  <a:lnTo>
                    <a:pt x="102945" y="270230"/>
                  </a:lnTo>
                  <a:lnTo>
                    <a:pt x="115813" y="257362"/>
                  </a:lnTo>
                  <a:lnTo>
                    <a:pt x="128681" y="244494"/>
                  </a:lnTo>
                  <a:lnTo>
                    <a:pt x="141549" y="231626"/>
                  </a:lnTo>
                  <a:lnTo>
                    <a:pt x="154417" y="218758"/>
                  </a:lnTo>
                  <a:lnTo>
                    <a:pt x="167285" y="205890"/>
                  </a:lnTo>
                  <a:lnTo>
                    <a:pt x="180153" y="193022"/>
                  </a:lnTo>
                  <a:lnTo>
                    <a:pt x="193022" y="180153"/>
                  </a:lnTo>
                  <a:lnTo>
                    <a:pt x="205890" y="167285"/>
                  </a:lnTo>
                  <a:lnTo>
                    <a:pt x="218758" y="154417"/>
                  </a:lnTo>
                  <a:lnTo>
                    <a:pt x="231626" y="141549"/>
                  </a:lnTo>
                  <a:lnTo>
                    <a:pt x="244494" y="128681"/>
                  </a:lnTo>
                  <a:lnTo>
                    <a:pt x="257362" y="115813"/>
                  </a:lnTo>
                  <a:lnTo>
                    <a:pt x="270230" y="102945"/>
                  </a:lnTo>
                  <a:lnTo>
                    <a:pt x="283098" y="90076"/>
                  </a:lnTo>
                  <a:lnTo>
                    <a:pt x="295967" y="77208"/>
                  </a:lnTo>
                  <a:lnTo>
                    <a:pt x="308835" y="64340"/>
                  </a:lnTo>
                  <a:lnTo>
                    <a:pt x="321703" y="51472"/>
                  </a:lnTo>
                  <a:lnTo>
                    <a:pt x="334571" y="38604"/>
                  </a:lnTo>
                  <a:lnTo>
                    <a:pt x="347439" y="25736"/>
                  </a:lnTo>
                  <a:lnTo>
                    <a:pt x="360307" y="12868"/>
                  </a:lnTo>
                  <a:lnTo>
                    <a:pt x="37317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3591398" y="965141"/>
              <a:ext cx="527750" cy="0"/>
            </a:xfrm>
            <a:custGeom>
              <a:avLst/>
              <a:pathLst>
                <a:path w="527750" h="0">
                  <a:moveTo>
                    <a:pt x="0" y="0"/>
                  </a:moveTo>
                  <a:lnTo>
                    <a:pt x="18198" y="0"/>
                  </a:lnTo>
                  <a:lnTo>
                    <a:pt x="36396" y="0"/>
                  </a:lnTo>
                  <a:lnTo>
                    <a:pt x="54594" y="0"/>
                  </a:lnTo>
                  <a:lnTo>
                    <a:pt x="72793" y="0"/>
                  </a:lnTo>
                  <a:lnTo>
                    <a:pt x="90991" y="0"/>
                  </a:lnTo>
                  <a:lnTo>
                    <a:pt x="109189" y="0"/>
                  </a:lnTo>
                  <a:lnTo>
                    <a:pt x="127388" y="0"/>
                  </a:lnTo>
                  <a:lnTo>
                    <a:pt x="145586" y="0"/>
                  </a:lnTo>
                  <a:lnTo>
                    <a:pt x="163784" y="0"/>
                  </a:lnTo>
                  <a:lnTo>
                    <a:pt x="181982" y="0"/>
                  </a:lnTo>
                  <a:lnTo>
                    <a:pt x="200181" y="0"/>
                  </a:lnTo>
                  <a:lnTo>
                    <a:pt x="218379" y="0"/>
                  </a:lnTo>
                  <a:lnTo>
                    <a:pt x="236577" y="0"/>
                  </a:lnTo>
                  <a:lnTo>
                    <a:pt x="254776" y="0"/>
                  </a:lnTo>
                  <a:lnTo>
                    <a:pt x="272974" y="0"/>
                  </a:lnTo>
                  <a:lnTo>
                    <a:pt x="291172" y="0"/>
                  </a:lnTo>
                  <a:lnTo>
                    <a:pt x="309370" y="0"/>
                  </a:lnTo>
                  <a:lnTo>
                    <a:pt x="327569" y="0"/>
                  </a:lnTo>
                  <a:lnTo>
                    <a:pt x="345767" y="0"/>
                  </a:lnTo>
                  <a:lnTo>
                    <a:pt x="363965" y="0"/>
                  </a:lnTo>
                  <a:lnTo>
                    <a:pt x="382164" y="0"/>
                  </a:lnTo>
                  <a:lnTo>
                    <a:pt x="400362" y="0"/>
                  </a:lnTo>
                  <a:lnTo>
                    <a:pt x="418560" y="0"/>
                  </a:lnTo>
                  <a:lnTo>
                    <a:pt x="436758" y="0"/>
                  </a:lnTo>
                  <a:lnTo>
                    <a:pt x="454957" y="0"/>
                  </a:lnTo>
                  <a:lnTo>
                    <a:pt x="473155" y="0"/>
                  </a:lnTo>
                  <a:lnTo>
                    <a:pt x="491353" y="0"/>
                  </a:lnTo>
                  <a:lnTo>
                    <a:pt x="509552" y="0"/>
                  </a:lnTo>
                  <a:lnTo>
                    <a:pt x="52775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3591398" y="965141"/>
              <a:ext cx="373175" cy="373175"/>
            </a:xfrm>
            <a:custGeom>
              <a:avLst/>
              <a:pathLst>
                <a:path w="373175" h="373175">
                  <a:moveTo>
                    <a:pt x="0" y="0"/>
                  </a:moveTo>
                  <a:lnTo>
                    <a:pt x="12868" y="12868"/>
                  </a:lnTo>
                  <a:lnTo>
                    <a:pt x="25736" y="25736"/>
                  </a:lnTo>
                  <a:lnTo>
                    <a:pt x="38604" y="38604"/>
                  </a:lnTo>
                  <a:lnTo>
                    <a:pt x="51472" y="51472"/>
                  </a:lnTo>
                  <a:lnTo>
                    <a:pt x="64340" y="64340"/>
                  </a:lnTo>
                  <a:lnTo>
                    <a:pt x="77208" y="77208"/>
                  </a:lnTo>
                  <a:lnTo>
                    <a:pt x="90076" y="90076"/>
                  </a:lnTo>
                  <a:lnTo>
                    <a:pt x="102945" y="102945"/>
                  </a:lnTo>
                  <a:lnTo>
                    <a:pt x="115813" y="115813"/>
                  </a:lnTo>
                  <a:lnTo>
                    <a:pt x="128681" y="128681"/>
                  </a:lnTo>
                  <a:lnTo>
                    <a:pt x="141549" y="141549"/>
                  </a:lnTo>
                  <a:lnTo>
                    <a:pt x="154417" y="154417"/>
                  </a:lnTo>
                  <a:lnTo>
                    <a:pt x="167285" y="167285"/>
                  </a:lnTo>
                  <a:lnTo>
                    <a:pt x="180153" y="180153"/>
                  </a:lnTo>
                  <a:lnTo>
                    <a:pt x="193022" y="193022"/>
                  </a:lnTo>
                  <a:lnTo>
                    <a:pt x="205890" y="205890"/>
                  </a:lnTo>
                  <a:lnTo>
                    <a:pt x="218758" y="218758"/>
                  </a:lnTo>
                  <a:lnTo>
                    <a:pt x="231626" y="231626"/>
                  </a:lnTo>
                  <a:lnTo>
                    <a:pt x="244494" y="244494"/>
                  </a:lnTo>
                  <a:lnTo>
                    <a:pt x="257362" y="257362"/>
                  </a:lnTo>
                  <a:lnTo>
                    <a:pt x="270230" y="270230"/>
                  </a:lnTo>
                  <a:lnTo>
                    <a:pt x="283098" y="283098"/>
                  </a:lnTo>
                  <a:lnTo>
                    <a:pt x="295967" y="295967"/>
                  </a:lnTo>
                  <a:lnTo>
                    <a:pt x="308835" y="308835"/>
                  </a:lnTo>
                  <a:lnTo>
                    <a:pt x="321703" y="321703"/>
                  </a:lnTo>
                  <a:lnTo>
                    <a:pt x="334571" y="334571"/>
                  </a:lnTo>
                  <a:lnTo>
                    <a:pt x="347439" y="347439"/>
                  </a:lnTo>
                  <a:lnTo>
                    <a:pt x="360307" y="360307"/>
                  </a:lnTo>
                  <a:lnTo>
                    <a:pt x="373175" y="37317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3591398" y="965141"/>
              <a:ext cx="0" cy="527750"/>
            </a:xfrm>
            <a:custGeom>
              <a:avLst/>
              <a:pathLst>
                <a:path w="0" h="527750">
                  <a:moveTo>
                    <a:pt x="0" y="0"/>
                  </a:moveTo>
                  <a:lnTo>
                    <a:pt x="0" y="18198"/>
                  </a:lnTo>
                  <a:lnTo>
                    <a:pt x="0" y="36396"/>
                  </a:lnTo>
                  <a:lnTo>
                    <a:pt x="0" y="54594"/>
                  </a:lnTo>
                  <a:lnTo>
                    <a:pt x="0" y="72793"/>
                  </a:lnTo>
                  <a:lnTo>
                    <a:pt x="0" y="90991"/>
                  </a:lnTo>
                  <a:lnTo>
                    <a:pt x="0" y="109189"/>
                  </a:lnTo>
                  <a:lnTo>
                    <a:pt x="0" y="127388"/>
                  </a:lnTo>
                  <a:lnTo>
                    <a:pt x="0" y="145586"/>
                  </a:lnTo>
                  <a:lnTo>
                    <a:pt x="0" y="163784"/>
                  </a:lnTo>
                  <a:lnTo>
                    <a:pt x="0" y="181982"/>
                  </a:lnTo>
                  <a:lnTo>
                    <a:pt x="0" y="200181"/>
                  </a:lnTo>
                  <a:lnTo>
                    <a:pt x="0" y="218379"/>
                  </a:lnTo>
                  <a:lnTo>
                    <a:pt x="0" y="236577"/>
                  </a:lnTo>
                  <a:lnTo>
                    <a:pt x="0" y="254776"/>
                  </a:lnTo>
                  <a:lnTo>
                    <a:pt x="0" y="272974"/>
                  </a:lnTo>
                  <a:lnTo>
                    <a:pt x="0" y="291172"/>
                  </a:lnTo>
                  <a:lnTo>
                    <a:pt x="0" y="309370"/>
                  </a:lnTo>
                  <a:lnTo>
                    <a:pt x="0" y="327569"/>
                  </a:lnTo>
                  <a:lnTo>
                    <a:pt x="0" y="345767"/>
                  </a:lnTo>
                  <a:lnTo>
                    <a:pt x="0" y="363965"/>
                  </a:lnTo>
                  <a:lnTo>
                    <a:pt x="0" y="382164"/>
                  </a:lnTo>
                  <a:lnTo>
                    <a:pt x="0" y="400362"/>
                  </a:lnTo>
                  <a:lnTo>
                    <a:pt x="0" y="418560"/>
                  </a:lnTo>
                  <a:lnTo>
                    <a:pt x="0" y="436758"/>
                  </a:lnTo>
                  <a:lnTo>
                    <a:pt x="0" y="454957"/>
                  </a:lnTo>
                  <a:lnTo>
                    <a:pt x="0" y="473155"/>
                  </a:lnTo>
                  <a:lnTo>
                    <a:pt x="0" y="491353"/>
                  </a:lnTo>
                  <a:lnTo>
                    <a:pt x="0" y="509552"/>
                  </a:lnTo>
                  <a:lnTo>
                    <a:pt x="0" y="52775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3218222" y="965141"/>
              <a:ext cx="373175" cy="373175"/>
            </a:xfrm>
            <a:custGeom>
              <a:avLst/>
              <a:pathLst>
                <a:path w="373175" h="373175">
                  <a:moveTo>
                    <a:pt x="373175" y="0"/>
                  </a:moveTo>
                  <a:lnTo>
                    <a:pt x="360307" y="12868"/>
                  </a:lnTo>
                  <a:lnTo>
                    <a:pt x="347439" y="25736"/>
                  </a:lnTo>
                  <a:lnTo>
                    <a:pt x="334571" y="38604"/>
                  </a:lnTo>
                  <a:lnTo>
                    <a:pt x="321703" y="51472"/>
                  </a:lnTo>
                  <a:lnTo>
                    <a:pt x="308835" y="64340"/>
                  </a:lnTo>
                  <a:lnTo>
                    <a:pt x="295967" y="77208"/>
                  </a:lnTo>
                  <a:lnTo>
                    <a:pt x="283098" y="90076"/>
                  </a:lnTo>
                  <a:lnTo>
                    <a:pt x="270230" y="102945"/>
                  </a:lnTo>
                  <a:lnTo>
                    <a:pt x="257362" y="115813"/>
                  </a:lnTo>
                  <a:lnTo>
                    <a:pt x="244494" y="128681"/>
                  </a:lnTo>
                  <a:lnTo>
                    <a:pt x="231626" y="141549"/>
                  </a:lnTo>
                  <a:lnTo>
                    <a:pt x="218758" y="154417"/>
                  </a:lnTo>
                  <a:lnTo>
                    <a:pt x="205890" y="167285"/>
                  </a:lnTo>
                  <a:lnTo>
                    <a:pt x="193022" y="180153"/>
                  </a:lnTo>
                  <a:lnTo>
                    <a:pt x="180153" y="193022"/>
                  </a:lnTo>
                  <a:lnTo>
                    <a:pt x="167285" y="205890"/>
                  </a:lnTo>
                  <a:lnTo>
                    <a:pt x="154417" y="218758"/>
                  </a:lnTo>
                  <a:lnTo>
                    <a:pt x="141549" y="231626"/>
                  </a:lnTo>
                  <a:lnTo>
                    <a:pt x="128681" y="244494"/>
                  </a:lnTo>
                  <a:lnTo>
                    <a:pt x="115813" y="257362"/>
                  </a:lnTo>
                  <a:lnTo>
                    <a:pt x="102945" y="270230"/>
                  </a:lnTo>
                  <a:lnTo>
                    <a:pt x="90076" y="283098"/>
                  </a:lnTo>
                  <a:lnTo>
                    <a:pt x="77208" y="295967"/>
                  </a:lnTo>
                  <a:lnTo>
                    <a:pt x="64340" y="308835"/>
                  </a:lnTo>
                  <a:lnTo>
                    <a:pt x="51472" y="321703"/>
                  </a:lnTo>
                  <a:lnTo>
                    <a:pt x="38604" y="334571"/>
                  </a:lnTo>
                  <a:lnTo>
                    <a:pt x="25736" y="347439"/>
                  </a:lnTo>
                  <a:lnTo>
                    <a:pt x="12868" y="360307"/>
                  </a:lnTo>
                  <a:lnTo>
                    <a:pt x="0" y="37317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3063648" y="965141"/>
              <a:ext cx="527750" cy="0"/>
            </a:xfrm>
            <a:custGeom>
              <a:avLst/>
              <a:pathLst>
                <a:path w="527750" h="0">
                  <a:moveTo>
                    <a:pt x="527750" y="0"/>
                  </a:moveTo>
                  <a:lnTo>
                    <a:pt x="509552" y="0"/>
                  </a:lnTo>
                  <a:lnTo>
                    <a:pt x="491353" y="0"/>
                  </a:lnTo>
                  <a:lnTo>
                    <a:pt x="473155" y="0"/>
                  </a:lnTo>
                  <a:lnTo>
                    <a:pt x="454957" y="0"/>
                  </a:lnTo>
                  <a:lnTo>
                    <a:pt x="436758" y="0"/>
                  </a:lnTo>
                  <a:lnTo>
                    <a:pt x="418560" y="0"/>
                  </a:lnTo>
                  <a:lnTo>
                    <a:pt x="400362" y="0"/>
                  </a:lnTo>
                  <a:lnTo>
                    <a:pt x="382164" y="0"/>
                  </a:lnTo>
                  <a:lnTo>
                    <a:pt x="363965" y="0"/>
                  </a:lnTo>
                  <a:lnTo>
                    <a:pt x="345767" y="0"/>
                  </a:lnTo>
                  <a:lnTo>
                    <a:pt x="327569" y="0"/>
                  </a:lnTo>
                  <a:lnTo>
                    <a:pt x="309370" y="0"/>
                  </a:lnTo>
                  <a:lnTo>
                    <a:pt x="291172" y="0"/>
                  </a:lnTo>
                  <a:lnTo>
                    <a:pt x="272974" y="0"/>
                  </a:lnTo>
                  <a:lnTo>
                    <a:pt x="254776" y="0"/>
                  </a:lnTo>
                  <a:lnTo>
                    <a:pt x="236577" y="0"/>
                  </a:lnTo>
                  <a:lnTo>
                    <a:pt x="218379" y="0"/>
                  </a:lnTo>
                  <a:lnTo>
                    <a:pt x="200181" y="0"/>
                  </a:lnTo>
                  <a:lnTo>
                    <a:pt x="181982" y="0"/>
                  </a:lnTo>
                  <a:lnTo>
                    <a:pt x="163784" y="0"/>
                  </a:lnTo>
                  <a:lnTo>
                    <a:pt x="145586" y="0"/>
                  </a:lnTo>
                  <a:lnTo>
                    <a:pt x="127388" y="0"/>
                  </a:lnTo>
                  <a:lnTo>
                    <a:pt x="109189" y="0"/>
                  </a:lnTo>
                  <a:lnTo>
                    <a:pt x="90991" y="0"/>
                  </a:lnTo>
                  <a:lnTo>
                    <a:pt x="72793" y="0"/>
                  </a:lnTo>
                  <a:lnTo>
                    <a:pt x="54594" y="0"/>
                  </a:lnTo>
                  <a:lnTo>
                    <a:pt x="36396" y="0"/>
                  </a:lnTo>
                  <a:lnTo>
                    <a:pt x="18198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3218222" y="591965"/>
              <a:ext cx="373175" cy="373175"/>
            </a:xfrm>
            <a:custGeom>
              <a:avLst/>
              <a:pathLst>
                <a:path w="373175" h="373175">
                  <a:moveTo>
                    <a:pt x="373175" y="373175"/>
                  </a:moveTo>
                  <a:lnTo>
                    <a:pt x="360307" y="360307"/>
                  </a:lnTo>
                  <a:lnTo>
                    <a:pt x="347439" y="347439"/>
                  </a:lnTo>
                  <a:lnTo>
                    <a:pt x="334571" y="334571"/>
                  </a:lnTo>
                  <a:lnTo>
                    <a:pt x="321703" y="321703"/>
                  </a:lnTo>
                  <a:lnTo>
                    <a:pt x="308835" y="308835"/>
                  </a:lnTo>
                  <a:lnTo>
                    <a:pt x="295967" y="295967"/>
                  </a:lnTo>
                  <a:lnTo>
                    <a:pt x="283098" y="283098"/>
                  </a:lnTo>
                  <a:lnTo>
                    <a:pt x="270230" y="270230"/>
                  </a:lnTo>
                  <a:lnTo>
                    <a:pt x="257362" y="257362"/>
                  </a:lnTo>
                  <a:lnTo>
                    <a:pt x="244494" y="244494"/>
                  </a:lnTo>
                  <a:lnTo>
                    <a:pt x="231626" y="231626"/>
                  </a:lnTo>
                  <a:lnTo>
                    <a:pt x="218758" y="218758"/>
                  </a:lnTo>
                  <a:lnTo>
                    <a:pt x="205890" y="205890"/>
                  </a:lnTo>
                  <a:lnTo>
                    <a:pt x="193022" y="193022"/>
                  </a:lnTo>
                  <a:lnTo>
                    <a:pt x="180153" y="180153"/>
                  </a:lnTo>
                  <a:lnTo>
                    <a:pt x="167285" y="167285"/>
                  </a:lnTo>
                  <a:lnTo>
                    <a:pt x="154417" y="154417"/>
                  </a:lnTo>
                  <a:lnTo>
                    <a:pt x="141549" y="141549"/>
                  </a:lnTo>
                  <a:lnTo>
                    <a:pt x="128681" y="128681"/>
                  </a:lnTo>
                  <a:lnTo>
                    <a:pt x="115813" y="115813"/>
                  </a:lnTo>
                  <a:lnTo>
                    <a:pt x="102945" y="102945"/>
                  </a:lnTo>
                  <a:lnTo>
                    <a:pt x="90076" y="90076"/>
                  </a:lnTo>
                  <a:lnTo>
                    <a:pt x="77208" y="77208"/>
                  </a:lnTo>
                  <a:lnTo>
                    <a:pt x="64340" y="64340"/>
                  </a:lnTo>
                  <a:lnTo>
                    <a:pt x="51472" y="51472"/>
                  </a:lnTo>
                  <a:lnTo>
                    <a:pt x="38604" y="38604"/>
                  </a:lnTo>
                  <a:lnTo>
                    <a:pt x="25736" y="25736"/>
                  </a:lnTo>
                  <a:lnTo>
                    <a:pt x="12868" y="12868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tx83"/>
            <p:cNvSpPr/>
            <p:nvPr/>
          </p:nvSpPr>
          <p:spPr>
            <a:xfrm>
              <a:off x="3459412" y="330387"/>
              <a:ext cx="263971" cy="79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3777215" y="504178"/>
              <a:ext cx="468011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4077114" y="924264"/>
              <a:ext cx="216005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3768149" y="1341873"/>
              <a:ext cx="48614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3450346" y="1515769"/>
              <a:ext cx="28210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2919542" y="1341873"/>
              <a:ext cx="504065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2874733" y="924264"/>
              <a:ext cx="245891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2928608" y="504178"/>
              <a:ext cx="485933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2691150" y="669295"/>
              <a:ext cx="177930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2641708" y="405420"/>
              <a:ext cx="227372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93" name="rc93"/>
            <p:cNvSpPr/>
            <p:nvPr/>
          </p:nvSpPr>
          <p:spPr>
            <a:xfrm>
              <a:off x="4571999" y="69589"/>
              <a:ext cx="2251205" cy="19790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94" name="rc94"/>
            <p:cNvSpPr/>
            <p:nvPr/>
          </p:nvSpPr>
          <p:spPr>
            <a:xfrm>
              <a:off x="4571999" y="267495"/>
              <a:ext cx="2251205" cy="14817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4899959" y="69589"/>
              <a:ext cx="1885287" cy="197906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6" name="tx96"/>
            <p:cNvSpPr/>
            <p:nvPr/>
          </p:nvSpPr>
          <p:spPr>
            <a:xfrm>
              <a:off x="5299217" y="83108"/>
              <a:ext cx="1086772" cy="1387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Accipitriformes</a:t>
              </a:r>
            </a:p>
          </p:txBody>
        </p:sp>
        <p:sp>
          <p:nvSpPr>
            <p:cNvPr id="97" name="rc97"/>
            <p:cNvSpPr/>
            <p:nvPr/>
          </p:nvSpPr>
          <p:spPr>
            <a:xfrm>
              <a:off x="5182915" y="305453"/>
              <a:ext cx="1319376" cy="13193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5842603" y="371421"/>
              <a:ext cx="0" cy="593719"/>
            </a:xfrm>
            <a:custGeom>
              <a:avLst/>
              <a:pathLst>
                <a:path w="0" h="593719">
                  <a:moveTo>
                    <a:pt x="0" y="593719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5842603" y="545318"/>
              <a:ext cx="419822" cy="419822"/>
            </a:xfrm>
            <a:custGeom>
              <a:avLst/>
              <a:pathLst>
                <a:path w="419822" h="419822">
                  <a:moveTo>
                    <a:pt x="0" y="419822"/>
                  </a:moveTo>
                  <a:lnTo>
                    <a:pt x="419822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5842603" y="965141"/>
              <a:ext cx="593719" cy="0"/>
            </a:xfrm>
            <a:custGeom>
              <a:avLst/>
              <a:pathLst>
                <a:path w="593719" h="0">
                  <a:moveTo>
                    <a:pt x="0" y="0"/>
                  </a:moveTo>
                  <a:lnTo>
                    <a:pt x="59371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5842603" y="965141"/>
              <a:ext cx="419822" cy="419822"/>
            </a:xfrm>
            <a:custGeom>
              <a:avLst/>
              <a:pathLst>
                <a:path w="419822" h="419822">
                  <a:moveTo>
                    <a:pt x="0" y="0"/>
                  </a:moveTo>
                  <a:lnTo>
                    <a:pt x="419822" y="419822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5842603" y="965141"/>
              <a:ext cx="0" cy="593719"/>
            </a:xfrm>
            <a:custGeom>
              <a:avLst/>
              <a:pathLst>
                <a:path w="0" h="593719">
                  <a:moveTo>
                    <a:pt x="0" y="0"/>
                  </a:moveTo>
                  <a:lnTo>
                    <a:pt x="0" y="593719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5422781" y="965141"/>
              <a:ext cx="419822" cy="419822"/>
            </a:xfrm>
            <a:custGeom>
              <a:avLst/>
              <a:pathLst>
                <a:path w="419822" h="419822">
                  <a:moveTo>
                    <a:pt x="419822" y="0"/>
                  </a:moveTo>
                  <a:lnTo>
                    <a:pt x="0" y="419822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5248884" y="965141"/>
              <a:ext cx="593719" cy="0"/>
            </a:xfrm>
            <a:custGeom>
              <a:avLst/>
              <a:pathLst>
                <a:path w="593719" h="0">
                  <a:moveTo>
                    <a:pt x="593719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5422781" y="545318"/>
              <a:ext cx="419822" cy="419822"/>
            </a:xfrm>
            <a:custGeom>
              <a:avLst/>
              <a:pathLst>
                <a:path w="419822" h="419822">
                  <a:moveTo>
                    <a:pt x="419822" y="419822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5578761" y="701265"/>
              <a:ext cx="527683" cy="527617"/>
            </a:xfrm>
            <a:custGeom>
              <a:avLst/>
              <a:pathLst>
                <a:path w="527683" h="527617">
                  <a:moveTo>
                    <a:pt x="263841" y="0"/>
                  </a:moveTo>
                  <a:lnTo>
                    <a:pt x="280577" y="531"/>
                  </a:lnTo>
                  <a:lnTo>
                    <a:pt x="297246" y="2122"/>
                  </a:lnTo>
                  <a:lnTo>
                    <a:pt x="313780" y="4768"/>
                  </a:lnTo>
                  <a:lnTo>
                    <a:pt x="330113" y="8457"/>
                  </a:lnTo>
                  <a:lnTo>
                    <a:pt x="346179" y="13174"/>
                  </a:lnTo>
                  <a:lnTo>
                    <a:pt x="361914" y="18901"/>
                  </a:lnTo>
                  <a:lnTo>
                    <a:pt x="377254" y="25615"/>
                  </a:lnTo>
                  <a:lnTo>
                    <a:pt x="392137" y="33288"/>
                  </a:lnTo>
                  <a:lnTo>
                    <a:pt x="406503" y="41889"/>
                  </a:lnTo>
                  <a:lnTo>
                    <a:pt x="420295" y="51384"/>
                  </a:lnTo>
                  <a:lnTo>
                    <a:pt x="433457" y="61735"/>
                  </a:lnTo>
                  <a:lnTo>
                    <a:pt x="445936" y="72899"/>
                  </a:lnTo>
                  <a:lnTo>
                    <a:pt x="457682" y="84833"/>
                  </a:lnTo>
                  <a:lnTo>
                    <a:pt x="468647" y="97487"/>
                  </a:lnTo>
                  <a:lnTo>
                    <a:pt x="478788" y="110812"/>
                  </a:lnTo>
                  <a:lnTo>
                    <a:pt x="488063" y="124753"/>
                  </a:lnTo>
                  <a:lnTo>
                    <a:pt x="496435" y="139254"/>
                  </a:lnTo>
                  <a:lnTo>
                    <a:pt x="503871" y="154257"/>
                  </a:lnTo>
                  <a:lnTo>
                    <a:pt x="510340" y="169701"/>
                  </a:lnTo>
                  <a:lnTo>
                    <a:pt x="515817" y="185525"/>
                  </a:lnTo>
                  <a:lnTo>
                    <a:pt x="520278" y="201664"/>
                  </a:lnTo>
                  <a:lnTo>
                    <a:pt x="523708" y="218053"/>
                  </a:lnTo>
                  <a:lnTo>
                    <a:pt x="526091" y="234627"/>
                  </a:lnTo>
                  <a:lnTo>
                    <a:pt x="527418" y="251319"/>
                  </a:lnTo>
                  <a:lnTo>
                    <a:pt x="527683" y="268061"/>
                  </a:lnTo>
                  <a:lnTo>
                    <a:pt x="526887" y="284787"/>
                  </a:lnTo>
                  <a:lnTo>
                    <a:pt x="525031" y="301428"/>
                  </a:lnTo>
                  <a:lnTo>
                    <a:pt x="522123" y="317918"/>
                  </a:lnTo>
                  <a:lnTo>
                    <a:pt x="518176" y="334191"/>
                  </a:lnTo>
                  <a:lnTo>
                    <a:pt x="513204" y="350180"/>
                  </a:lnTo>
                  <a:lnTo>
                    <a:pt x="507228" y="365822"/>
                  </a:lnTo>
                  <a:lnTo>
                    <a:pt x="500272" y="381053"/>
                  </a:lnTo>
                  <a:lnTo>
                    <a:pt x="492364" y="395812"/>
                  </a:lnTo>
                  <a:lnTo>
                    <a:pt x="483536" y="410040"/>
                  </a:lnTo>
                  <a:lnTo>
                    <a:pt x="473823" y="423680"/>
                  </a:lnTo>
                  <a:lnTo>
                    <a:pt x="463265" y="436676"/>
                  </a:lnTo>
                  <a:lnTo>
                    <a:pt x="451904" y="448977"/>
                  </a:lnTo>
                  <a:lnTo>
                    <a:pt x="439785" y="460532"/>
                  </a:lnTo>
                  <a:lnTo>
                    <a:pt x="426958" y="471295"/>
                  </a:lnTo>
                  <a:lnTo>
                    <a:pt x="413475" y="481223"/>
                  </a:lnTo>
                  <a:lnTo>
                    <a:pt x="399388" y="490275"/>
                  </a:lnTo>
                  <a:lnTo>
                    <a:pt x="384756" y="498416"/>
                  </a:lnTo>
                  <a:lnTo>
                    <a:pt x="369637" y="505613"/>
                  </a:lnTo>
                  <a:lnTo>
                    <a:pt x="354092" y="511836"/>
                  </a:lnTo>
                  <a:lnTo>
                    <a:pt x="338184" y="517061"/>
                  </a:lnTo>
                  <a:lnTo>
                    <a:pt x="321976" y="521266"/>
                  </a:lnTo>
                  <a:lnTo>
                    <a:pt x="305534" y="524435"/>
                  </a:lnTo>
                  <a:lnTo>
                    <a:pt x="288924" y="526555"/>
                  </a:lnTo>
                  <a:lnTo>
                    <a:pt x="272214" y="527617"/>
                  </a:lnTo>
                  <a:lnTo>
                    <a:pt x="255469" y="527617"/>
                  </a:lnTo>
                  <a:lnTo>
                    <a:pt x="238759" y="526555"/>
                  </a:lnTo>
                  <a:lnTo>
                    <a:pt x="222149" y="524435"/>
                  </a:lnTo>
                  <a:lnTo>
                    <a:pt x="205707" y="521266"/>
                  </a:lnTo>
                  <a:lnTo>
                    <a:pt x="189499" y="517061"/>
                  </a:lnTo>
                  <a:lnTo>
                    <a:pt x="173591" y="511836"/>
                  </a:lnTo>
                  <a:lnTo>
                    <a:pt x="158046" y="505613"/>
                  </a:lnTo>
                  <a:lnTo>
                    <a:pt x="142927" y="498416"/>
                  </a:lnTo>
                  <a:lnTo>
                    <a:pt x="128295" y="490275"/>
                  </a:lnTo>
                  <a:lnTo>
                    <a:pt x="114208" y="481223"/>
                  </a:lnTo>
                  <a:lnTo>
                    <a:pt x="100725" y="471295"/>
                  </a:lnTo>
                  <a:lnTo>
                    <a:pt x="87898" y="460532"/>
                  </a:lnTo>
                  <a:lnTo>
                    <a:pt x="75779" y="448977"/>
                  </a:lnTo>
                  <a:lnTo>
                    <a:pt x="64418" y="436676"/>
                  </a:lnTo>
                  <a:lnTo>
                    <a:pt x="53860" y="423680"/>
                  </a:lnTo>
                  <a:lnTo>
                    <a:pt x="44147" y="410040"/>
                  </a:lnTo>
                  <a:lnTo>
                    <a:pt x="35319" y="395812"/>
                  </a:lnTo>
                  <a:lnTo>
                    <a:pt x="27411" y="381053"/>
                  </a:lnTo>
                  <a:lnTo>
                    <a:pt x="20455" y="365822"/>
                  </a:lnTo>
                  <a:lnTo>
                    <a:pt x="14479" y="350180"/>
                  </a:lnTo>
                  <a:lnTo>
                    <a:pt x="9507" y="334191"/>
                  </a:lnTo>
                  <a:lnTo>
                    <a:pt x="5560" y="317918"/>
                  </a:lnTo>
                  <a:lnTo>
                    <a:pt x="2652" y="301428"/>
                  </a:lnTo>
                  <a:lnTo>
                    <a:pt x="796" y="284787"/>
                  </a:lnTo>
                  <a:lnTo>
                    <a:pt x="0" y="268061"/>
                  </a:lnTo>
                  <a:lnTo>
                    <a:pt x="265" y="251319"/>
                  </a:lnTo>
                  <a:lnTo>
                    <a:pt x="1592" y="234627"/>
                  </a:lnTo>
                  <a:lnTo>
                    <a:pt x="3975" y="218053"/>
                  </a:lnTo>
                  <a:lnTo>
                    <a:pt x="7405" y="201664"/>
                  </a:lnTo>
                  <a:lnTo>
                    <a:pt x="11866" y="185525"/>
                  </a:lnTo>
                  <a:lnTo>
                    <a:pt x="17343" y="169701"/>
                  </a:lnTo>
                  <a:lnTo>
                    <a:pt x="23812" y="154257"/>
                  </a:lnTo>
                  <a:lnTo>
                    <a:pt x="31248" y="139254"/>
                  </a:lnTo>
                  <a:lnTo>
                    <a:pt x="39620" y="124753"/>
                  </a:lnTo>
                  <a:lnTo>
                    <a:pt x="48895" y="110812"/>
                  </a:lnTo>
                  <a:lnTo>
                    <a:pt x="59036" y="97487"/>
                  </a:lnTo>
                  <a:lnTo>
                    <a:pt x="70001" y="84833"/>
                  </a:lnTo>
                  <a:lnTo>
                    <a:pt x="81747" y="72899"/>
                  </a:lnTo>
                  <a:lnTo>
                    <a:pt x="94226" y="61735"/>
                  </a:lnTo>
                  <a:lnTo>
                    <a:pt x="107388" y="51384"/>
                  </a:lnTo>
                  <a:lnTo>
                    <a:pt x="121180" y="41889"/>
                  </a:lnTo>
                  <a:lnTo>
                    <a:pt x="135546" y="33288"/>
                  </a:lnTo>
                  <a:lnTo>
                    <a:pt x="150429" y="25615"/>
                  </a:lnTo>
                  <a:lnTo>
                    <a:pt x="165769" y="18901"/>
                  </a:lnTo>
                  <a:lnTo>
                    <a:pt x="181504" y="13174"/>
                  </a:lnTo>
                  <a:lnTo>
                    <a:pt x="197570" y="8457"/>
                  </a:lnTo>
                  <a:lnTo>
                    <a:pt x="213903" y="4768"/>
                  </a:lnTo>
                  <a:lnTo>
                    <a:pt x="230437" y="2122"/>
                  </a:lnTo>
                  <a:lnTo>
                    <a:pt x="247105" y="531"/>
                  </a:lnTo>
                  <a:lnTo>
                    <a:pt x="2638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5314919" y="437390"/>
              <a:ext cx="1055367" cy="1055235"/>
            </a:xfrm>
            <a:custGeom>
              <a:avLst/>
              <a:pathLst>
                <a:path w="1055367" h="1055235">
                  <a:moveTo>
                    <a:pt x="527683" y="0"/>
                  </a:moveTo>
                  <a:lnTo>
                    <a:pt x="561155" y="1062"/>
                  </a:lnTo>
                  <a:lnTo>
                    <a:pt x="594493" y="4245"/>
                  </a:lnTo>
                  <a:lnTo>
                    <a:pt x="627561" y="9537"/>
                  </a:lnTo>
                  <a:lnTo>
                    <a:pt x="660227" y="16915"/>
                  </a:lnTo>
                  <a:lnTo>
                    <a:pt x="692359" y="26349"/>
                  </a:lnTo>
                  <a:lnTo>
                    <a:pt x="723828" y="37803"/>
                  </a:lnTo>
                  <a:lnTo>
                    <a:pt x="754508" y="51230"/>
                  </a:lnTo>
                  <a:lnTo>
                    <a:pt x="784274" y="66576"/>
                  </a:lnTo>
                  <a:lnTo>
                    <a:pt x="813007" y="83778"/>
                  </a:lnTo>
                  <a:lnTo>
                    <a:pt x="840591" y="102768"/>
                  </a:lnTo>
                  <a:lnTo>
                    <a:pt x="866915" y="123470"/>
                  </a:lnTo>
                  <a:lnTo>
                    <a:pt x="891873" y="145799"/>
                  </a:lnTo>
                  <a:lnTo>
                    <a:pt x="915365" y="169666"/>
                  </a:lnTo>
                  <a:lnTo>
                    <a:pt x="937295" y="194975"/>
                  </a:lnTo>
                  <a:lnTo>
                    <a:pt x="957576" y="221625"/>
                  </a:lnTo>
                  <a:lnTo>
                    <a:pt x="976126" y="249506"/>
                  </a:lnTo>
                  <a:lnTo>
                    <a:pt x="992871" y="278509"/>
                  </a:lnTo>
                  <a:lnTo>
                    <a:pt x="1007742" y="308514"/>
                  </a:lnTo>
                  <a:lnTo>
                    <a:pt x="1020680" y="339403"/>
                  </a:lnTo>
                  <a:lnTo>
                    <a:pt x="1031634" y="371050"/>
                  </a:lnTo>
                  <a:lnTo>
                    <a:pt x="1040557" y="403328"/>
                  </a:lnTo>
                  <a:lnTo>
                    <a:pt x="1047416" y="436107"/>
                  </a:lnTo>
                  <a:lnTo>
                    <a:pt x="1052182" y="469255"/>
                  </a:lnTo>
                  <a:lnTo>
                    <a:pt x="1054836" y="502639"/>
                  </a:lnTo>
                  <a:lnTo>
                    <a:pt x="1055367" y="536123"/>
                  </a:lnTo>
                  <a:lnTo>
                    <a:pt x="1053774" y="569574"/>
                  </a:lnTo>
                  <a:lnTo>
                    <a:pt x="1050062" y="602857"/>
                  </a:lnTo>
                  <a:lnTo>
                    <a:pt x="1044247" y="635837"/>
                  </a:lnTo>
                  <a:lnTo>
                    <a:pt x="1036352" y="668382"/>
                  </a:lnTo>
                  <a:lnTo>
                    <a:pt x="1026408" y="700360"/>
                  </a:lnTo>
                  <a:lnTo>
                    <a:pt x="1014456" y="731644"/>
                  </a:lnTo>
                  <a:lnTo>
                    <a:pt x="1000545" y="762106"/>
                  </a:lnTo>
                  <a:lnTo>
                    <a:pt x="984729" y="791625"/>
                  </a:lnTo>
                  <a:lnTo>
                    <a:pt x="967073" y="820081"/>
                  </a:lnTo>
                  <a:lnTo>
                    <a:pt x="947647" y="847361"/>
                  </a:lnTo>
                  <a:lnTo>
                    <a:pt x="926531" y="873353"/>
                  </a:lnTo>
                  <a:lnTo>
                    <a:pt x="903808" y="897954"/>
                  </a:lnTo>
                  <a:lnTo>
                    <a:pt x="879571" y="921064"/>
                  </a:lnTo>
                  <a:lnTo>
                    <a:pt x="853917" y="942590"/>
                  </a:lnTo>
                  <a:lnTo>
                    <a:pt x="826950" y="962446"/>
                  </a:lnTo>
                  <a:lnTo>
                    <a:pt x="798777" y="980551"/>
                  </a:lnTo>
                  <a:lnTo>
                    <a:pt x="769513" y="996833"/>
                  </a:lnTo>
                  <a:lnTo>
                    <a:pt x="739275" y="1011227"/>
                  </a:lnTo>
                  <a:lnTo>
                    <a:pt x="708185" y="1023673"/>
                  </a:lnTo>
                  <a:lnTo>
                    <a:pt x="676368" y="1034123"/>
                  </a:lnTo>
                  <a:lnTo>
                    <a:pt x="643952" y="1042533"/>
                  </a:lnTo>
                  <a:lnTo>
                    <a:pt x="611069" y="1048871"/>
                  </a:lnTo>
                  <a:lnTo>
                    <a:pt x="577849" y="1053111"/>
                  </a:lnTo>
                  <a:lnTo>
                    <a:pt x="544428" y="1055235"/>
                  </a:lnTo>
                  <a:lnTo>
                    <a:pt x="510939" y="1055235"/>
                  </a:lnTo>
                  <a:lnTo>
                    <a:pt x="477518" y="1053111"/>
                  </a:lnTo>
                  <a:lnTo>
                    <a:pt x="444298" y="1048871"/>
                  </a:lnTo>
                  <a:lnTo>
                    <a:pt x="411415" y="1042533"/>
                  </a:lnTo>
                  <a:lnTo>
                    <a:pt x="378999" y="1034123"/>
                  </a:lnTo>
                  <a:lnTo>
                    <a:pt x="347182" y="1023673"/>
                  </a:lnTo>
                  <a:lnTo>
                    <a:pt x="316092" y="1011227"/>
                  </a:lnTo>
                  <a:lnTo>
                    <a:pt x="285854" y="996833"/>
                  </a:lnTo>
                  <a:lnTo>
                    <a:pt x="256590" y="980551"/>
                  </a:lnTo>
                  <a:lnTo>
                    <a:pt x="228417" y="962446"/>
                  </a:lnTo>
                  <a:lnTo>
                    <a:pt x="201450" y="942590"/>
                  </a:lnTo>
                  <a:lnTo>
                    <a:pt x="175796" y="921064"/>
                  </a:lnTo>
                  <a:lnTo>
                    <a:pt x="151559" y="897954"/>
                  </a:lnTo>
                  <a:lnTo>
                    <a:pt x="128836" y="873353"/>
                  </a:lnTo>
                  <a:lnTo>
                    <a:pt x="107720" y="847361"/>
                  </a:lnTo>
                  <a:lnTo>
                    <a:pt x="88294" y="820081"/>
                  </a:lnTo>
                  <a:lnTo>
                    <a:pt x="70638" y="791625"/>
                  </a:lnTo>
                  <a:lnTo>
                    <a:pt x="54822" y="762106"/>
                  </a:lnTo>
                  <a:lnTo>
                    <a:pt x="40911" y="731644"/>
                  </a:lnTo>
                  <a:lnTo>
                    <a:pt x="28959" y="700360"/>
                  </a:lnTo>
                  <a:lnTo>
                    <a:pt x="19015" y="668382"/>
                  </a:lnTo>
                  <a:lnTo>
                    <a:pt x="11120" y="635837"/>
                  </a:lnTo>
                  <a:lnTo>
                    <a:pt x="5305" y="602857"/>
                  </a:lnTo>
                  <a:lnTo>
                    <a:pt x="1593" y="569574"/>
                  </a:lnTo>
                  <a:lnTo>
                    <a:pt x="0" y="536123"/>
                  </a:lnTo>
                  <a:lnTo>
                    <a:pt x="531" y="502639"/>
                  </a:lnTo>
                  <a:lnTo>
                    <a:pt x="3185" y="469255"/>
                  </a:lnTo>
                  <a:lnTo>
                    <a:pt x="7951" y="436107"/>
                  </a:lnTo>
                  <a:lnTo>
                    <a:pt x="14810" y="403328"/>
                  </a:lnTo>
                  <a:lnTo>
                    <a:pt x="23733" y="371050"/>
                  </a:lnTo>
                  <a:lnTo>
                    <a:pt x="34687" y="339403"/>
                  </a:lnTo>
                  <a:lnTo>
                    <a:pt x="47625" y="308514"/>
                  </a:lnTo>
                  <a:lnTo>
                    <a:pt x="62496" y="278509"/>
                  </a:lnTo>
                  <a:lnTo>
                    <a:pt x="79241" y="249506"/>
                  </a:lnTo>
                  <a:lnTo>
                    <a:pt x="97791" y="221625"/>
                  </a:lnTo>
                  <a:lnTo>
                    <a:pt x="118072" y="194975"/>
                  </a:lnTo>
                  <a:lnTo>
                    <a:pt x="140002" y="169666"/>
                  </a:lnTo>
                  <a:lnTo>
                    <a:pt x="163494" y="145799"/>
                  </a:lnTo>
                  <a:lnTo>
                    <a:pt x="188452" y="123470"/>
                  </a:lnTo>
                  <a:lnTo>
                    <a:pt x="214776" y="102768"/>
                  </a:lnTo>
                  <a:lnTo>
                    <a:pt x="242360" y="83778"/>
                  </a:lnTo>
                  <a:lnTo>
                    <a:pt x="271093" y="66576"/>
                  </a:lnTo>
                  <a:lnTo>
                    <a:pt x="300859" y="51230"/>
                  </a:lnTo>
                  <a:lnTo>
                    <a:pt x="331538" y="37803"/>
                  </a:lnTo>
                  <a:lnTo>
                    <a:pt x="363008" y="26349"/>
                  </a:lnTo>
                  <a:lnTo>
                    <a:pt x="395140" y="16915"/>
                  </a:lnTo>
                  <a:lnTo>
                    <a:pt x="427806" y="9537"/>
                  </a:lnTo>
                  <a:lnTo>
                    <a:pt x="460874" y="4245"/>
                  </a:lnTo>
                  <a:lnTo>
                    <a:pt x="494211" y="1062"/>
                  </a:lnTo>
                  <a:lnTo>
                    <a:pt x="527683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5248959" y="371421"/>
              <a:ext cx="1187288" cy="1187139"/>
            </a:xfrm>
            <a:custGeom>
              <a:avLst/>
              <a:pathLst>
                <a:path w="1187288" h="1187139">
                  <a:moveTo>
                    <a:pt x="593644" y="0"/>
                  </a:moveTo>
                  <a:lnTo>
                    <a:pt x="631300" y="1195"/>
                  </a:lnTo>
                  <a:lnTo>
                    <a:pt x="668804" y="4776"/>
                  </a:lnTo>
                  <a:lnTo>
                    <a:pt x="706006" y="10729"/>
                  </a:lnTo>
                  <a:lnTo>
                    <a:pt x="742755" y="19029"/>
                  </a:lnTo>
                  <a:lnTo>
                    <a:pt x="778904" y="29643"/>
                  </a:lnTo>
                  <a:lnTo>
                    <a:pt x="814307" y="42529"/>
                  </a:lnTo>
                  <a:lnTo>
                    <a:pt x="848821" y="57634"/>
                  </a:lnTo>
                  <a:lnTo>
                    <a:pt x="882308" y="74898"/>
                  </a:lnTo>
                  <a:lnTo>
                    <a:pt x="914633" y="94250"/>
                  </a:lnTo>
                  <a:lnTo>
                    <a:pt x="945665" y="115614"/>
                  </a:lnTo>
                  <a:lnTo>
                    <a:pt x="975279" y="138903"/>
                  </a:lnTo>
                  <a:lnTo>
                    <a:pt x="1003357" y="164024"/>
                  </a:lnTo>
                  <a:lnTo>
                    <a:pt x="1029785" y="190875"/>
                  </a:lnTo>
                  <a:lnTo>
                    <a:pt x="1054457" y="219347"/>
                  </a:lnTo>
                  <a:lnTo>
                    <a:pt x="1077273" y="249328"/>
                  </a:lnTo>
                  <a:lnTo>
                    <a:pt x="1098142" y="280695"/>
                  </a:lnTo>
                  <a:lnTo>
                    <a:pt x="1116980" y="313322"/>
                  </a:lnTo>
                  <a:lnTo>
                    <a:pt x="1133710" y="347079"/>
                  </a:lnTo>
                  <a:lnTo>
                    <a:pt x="1148265" y="381829"/>
                  </a:lnTo>
                  <a:lnTo>
                    <a:pt x="1160588" y="417431"/>
                  </a:lnTo>
                  <a:lnTo>
                    <a:pt x="1170627" y="453744"/>
                  </a:lnTo>
                  <a:lnTo>
                    <a:pt x="1178343" y="490620"/>
                  </a:lnTo>
                  <a:lnTo>
                    <a:pt x="1183705" y="527912"/>
                  </a:lnTo>
                  <a:lnTo>
                    <a:pt x="1186691" y="565468"/>
                  </a:lnTo>
                  <a:lnTo>
                    <a:pt x="1187288" y="603139"/>
                  </a:lnTo>
                  <a:lnTo>
                    <a:pt x="1185496" y="640771"/>
                  </a:lnTo>
                  <a:lnTo>
                    <a:pt x="1181320" y="678214"/>
                  </a:lnTo>
                  <a:lnTo>
                    <a:pt x="1174778" y="715316"/>
                  </a:lnTo>
                  <a:lnTo>
                    <a:pt x="1165896" y="751929"/>
                  </a:lnTo>
                  <a:lnTo>
                    <a:pt x="1154709" y="787905"/>
                  </a:lnTo>
                  <a:lnTo>
                    <a:pt x="1141263" y="823099"/>
                  </a:lnTo>
                  <a:lnTo>
                    <a:pt x="1125613" y="857370"/>
                  </a:lnTo>
                  <a:lnTo>
                    <a:pt x="1107820" y="890578"/>
                  </a:lnTo>
                  <a:lnTo>
                    <a:pt x="1087957" y="922592"/>
                  </a:lnTo>
                  <a:lnTo>
                    <a:pt x="1066103" y="953281"/>
                  </a:lnTo>
                  <a:lnTo>
                    <a:pt x="1042347" y="982522"/>
                  </a:lnTo>
                  <a:lnTo>
                    <a:pt x="1016784" y="1010198"/>
                  </a:lnTo>
                  <a:lnTo>
                    <a:pt x="989518" y="1036197"/>
                  </a:lnTo>
                  <a:lnTo>
                    <a:pt x="960657" y="1060414"/>
                  </a:lnTo>
                  <a:lnTo>
                    <a:pt x="930318" y="1082751"/>
                  </a:lnTo>
                  <a:lnTo>
                    <a:pt x="898624" y="1103120"/>
                  </a:lnTo>
                  <a:lnTo>
                    <a:pt x="865702" y="1121437"/>
                  </a:lnTo>
                  <a:lnTo>
                    <a:pt x="831684" y="1137630"/>
                  </a:lnTo>
                  <a:lnTo>
                    <a:pt x="796708" y="1151632"/>
                  </a:lnTo>
                  <a:lnTo>
                    <a:pt x="760914" y="1163388"/>
                  </a:lnTo>
                  <a:lnTo>
                    <a:pt x="724447" y="1172850"/>
                  </a:lnTo>
                  <a:lnTo>
                    <a:pt x="687452" y="1179980"/>
                  </a:lnTo>
                  <a:lnTo>
                    <a:pt x="650081" y="1184750"/>
                  </a:lnTo>
                  <a:lnTo>
                    <a:pt x="612481" y="1187139"/>
                  </a:lnTo>
                  <a:lnTo>
                    <a:pt x="574806" y="1187139"/>
                  </a:lnTo>
                  <a:lnTo>
                    <a:pt x="537207" y="1184750"/>
                  </a:lnTo>
                  <a:lnTo>
                    <a:pt x="499836" y="1179980"/>
                  </a:lnTo>
                  <a:lnTo>
                    <a:pt x="462841" y="1172850"/>
                  </a:lnTo>
                  <a:lnTo>
                    <a:pt x="426374" y="1163388"/>
                  </a:lnTo>
                  <a:lnTo>
                    <a:pt x="390580" y="1151632"/>
                  </a:lnTo>
                  <a:lnTo>
                    <a:pt x="355604" y="1137630"/>
                  </a:lnTo>
                  <a:lnTo>
                    <a:pt x="321586" y="1121437"/>
                  </a:lnTo>
                  <a:lnTo>
                    <a:pt x="288664" y="1103120"/>
                  </a:lnTo>
                  <a:lnTo>
                    <a:pt x="256970" y="1082751"/>
                  </a:lnTo>
                  <a:lnTo>
                    <a:pt x="226631" y="1060414"/>
                  </a:lnTo>
                  <a:lnTo>
                    <a:pt x="197770" y="1036197"/>
                  </a:lnTo>
                  <a:lnTo>
                    <a:pt x="170504" y="1010198"/>
                  </a:lnTo>
                  <a:lnTo>
                    <a:pt x="144941" y="982522"/>
                  </a:lnTo>
                  <a:lnTo>
                    <a:pt x="121185" y="953281"/>
                  </a:lnTo>
                  <a:lnTo>
                    <a:pt x="99331" y="922592"/>
                  </a:lnTo>
                  <a:lnTo>
                    <a:pt x="79468" y="890578"/>
                  </a:lnTo>
                  <a:lnTo>
                    <a:pt x="61675" y="857370"/>
                  </a:lnTo>
                  <a:lnTo>
                    <a:pt x="46025" y="823099"/>
                  </a:lnTo>
                  <a:lnTo>
                    <a:pt x="32579" y="787905"/>
                  </a:lnTo>
                  <a:lnTo>
                    <a:pt x="21392" y="751929"/>
                  </a:lnTo>
                  <a:lnTo>
                    <a:pt x="12510" y="715316"/>
                  </a:lnTo>
                  <a:lnTo>
                    <a:pt x="5968" y="678214"/>
                  </a:lnTo>
                  <a:lnTo>
                    <a:pt x="1792" y="640771"/>
                  </a:lnTo>
                  <a:lnTo>
                    <a:pt x="0" y="603139"/>
                  </a:lnTo>
                  <a:lnTo>
                    <a:pt x="597" y="565468"/>
                  </a:lnTo>
                  <a:lnTo>
                    <a:pt x="3583" y="527912"/>
                  </a:lnTo>
                  <a:lnTo>
                    <a:pt x="8945" y="490620"/>
                  </a:lnTo>
                  <a:lnTo>
                    <a:pt x="16661" y="453744"/>
                  </a:lnTo>
                  <a:lnTo>
                    <a:pt x="26700" y="417431"/>
                  </a:lnTo>
                  <a:lnTo>
                    <a:pt x="39022" y="381829"/>
                  </a:lnTo>
                  <a:lnTo>
                    <a:pt x="53578" y="347079"/>
                  </a:lnTo>
                  <a:lnTo>
                    <a:pt x="70308" y="313322"/>
                  </a:lnTo>
                  <a:lnTo>
                    <a:pt x="89146" y="280695"/>
                  </a:lnTo>
                  <a:lnTo>
                    <a:pt x="110015" y="249328"/>
                  </a:lnTo>
                  <a:lnTo>
                    <a:pt x="132831" y="219347"/>
                  </a:lnTo>
                  <a:lnTo>
                    <a:pt x="157503" y="190875"/>
                  </a:lnTo>
                  <a:lnTo>
                    <a:pt x="183931" y="164024"/>
                  </a:lnTo>
                  <a:lnTo>
                    <a:pt x="212009" y="138903"/>
                  </a:lnTo>
                  <a:lnTo>
                    <a:pt x="241623" y="115614"/>
                  </a:lnTo>
                  <a:lnTo>
                    <a:pt x="272655" y="94250"/>
                  </a:lnTo>
                  <a:lnTo>
                    <a:pt x="304980" y="74898"/>
                  </a:lnTo>
                  <a:lnTo>
                    <a:pt x="338466" y="57634"/>
                  </a:lnTo>
                  <a:lnTo>
                    <a:pt x="372981" y="42529"/>
                  </a:lnTo>
                  <a:lnTo>
                    <a:pt x="408384" y="29643"/>
                  </a:lnTo>
                  <a:lnTo>
                    <a:pt x="444533" y="19029"/>
                  </a:lnTo>
                  <a:lnTo>
                    <a:pt x="481282" y="10729"/>
                  </a:lnTo>
                  <a:lnTo>
                    <a:pt x="518484" y="4776"/>
                  </a:lnTo>
                  <a:lnTo>
                    <a:pt x="555988" y="1195"/>
                  </a:lnTo>
                  <a:lnTo>
                    <a:pt x="59364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5667977" y="659454"/>
              <a:ext cx="702376" cy="625763"/>
            </a:xfrm>
            <a:custGeom>
              <a:avLst/>
              <a:pathLst>
                <a:path w="702376" h="625763">
                  <a:moveTo>
                    <a:pt x="702376" y="305686"/>
                  </a:moveTo>
                  <a:lnTo>
                    <a:pt x="694987" y="284164"/>
                  </a:lnTo>
                  <a:lnTo>
                    <a:pt x="686733" y="263252"/>
                  </a:lnTo>
                  <a:lnTo>
                    <a:pt x="677651" y="242984"/>
                  </a:lnTo>
                  <a:lnTo>
                    <a:pt x="667781" y="223393"/>
                  </a:lnTo>
                  <a:lnTo>
                    <a:pt x="657162" y="204509"/>
                  </a:lnTo>
                  <a:lnTo>
                    <a:pt x="645837" y="186359"/>
                  </a:lnTo>
                  <a:lnTo>
                    <a:pt x="633848" y="168970"/>
                  </a:lnTo>
                  <a:lnTo>
                    <a:pt x="621238" y="152364"/>
                  </a:lnTo>
                  <a:lnTo>
                    <a:pt x="608052" y="136563"/>
                  </a:lnTo>
                  <a:lnTo>
                    <a:pt x="594333" y="121585"/>
                  </a:lnTo>
                  <a:lnTo>
                    <a:pt x="580128" y="107448"/>
                  </a:lnTo>
                  <a:lnTo>
                    <a:pt x="565483" y="94165"/>
                  </a:lnTo>
                  <a:lnTo>
                    <a:pt x="550442" y="81748"/>
                  </a:lnTo>
                  <a:lnTo>
                    <a:pt x="535054" y="70207"/>
                  </a:lnTo>
                  <a:lnTo>
                    <a:pt x="519363" y="59548"/>
                  </a:lnTo>
                  <a:lnTo>
                    <a:pt x="503417" y="49777"/>
                  </a:lnTo>
                  <a:lnTo>
                    <a:pt x="487262" y="40897"/>
                  </a:lnTo>
                  <a:lnTo>
                    <a:pt x="470943" y="32906"/>
                  </a:lnTo>
                  <a:lnTo>
                    <a:pt x="454507" y="25804"/>
                  </a:lnTo>
                  <a:lnTo>
                    <a:pt x="437999" y="19586"/>
                  </a:lnTo>
                  <a:lnTo>
                    <a:pt x="421463" y="14246"/>
                  </a:lnTo>
                  <a:lnTo>
                    <a:pt x="404943" y="9774"/>
                  </a:lnTo>
                  <a:lnTo>
                    <a:pt x="388483" y="6160"/>
                  </a:lnTo>
                  <a:lnTo>
                    <a:pt x="372124" y="3392"/>
                  </a:lnTo>
                  <a:lnTo>
                    <a:pt x="355909" y="1454"/>
                  </a:lnTo>
                  <a:lnTo>
                    <a:pt x="339877" y="329"/>
                  </a:lnTo>
                  <a:lnTo>
                    <a:pt x="324067" y="0"/>
                  </a:lnTo>
                  <a:lnTo>
                    <a:pt x="308517" y="444"/>
                  </a:lnTo>
                  <a:lnTo>
                    <a:pt x="293264" y="1641"/>
                  </a:lnTo>
                  <a:lnTo>
                    <a:pt x="278344" y="3566"/>
                  </a:lnTo>
                  <a:lnTo>
                    <a:pt x="263789" y="6193"/>
                  </a:lnTo>
                  <a:lnTo>
                    <a:pt x="249631" y="9496"/>
                  </a:lnTo>
                  <a:lnTo>
                    <a:pt x="235902" y="13446"/>
                  </a:lnTo>
                  <a:lnTo>
                    <a:pt x="222630" y="18012"/>
                  </a:lnTo>
                  <a:lnTo>
                    <a:pt x="209842" y="23165"/>
                  </a:lnTo>
                  <a:lnTo>
                    <a:pt x="197563" y="28871"/>
                  </a:lnTo>
                  <a:lnTo>
                    <a:pt x="185817" y="35098"/>
                  </a:lnTo>
                  <a:lnTo>
                    <a:pt x="174626" y="41811"/>
                  </a:lnTo>
                  <a:lnTo>
                    <a:pt x="187843" y="36638"/>
                  </a:lnTo>
                  <a:lnTo>
                    <a:pt x="201568" y="32140"/>
                  </a:lnTo>
                  <a:lnTo>
                    <a:pt x="215764" y="28353"/>
                  </a:lnTo>
                  <a:lnTo>
                    <a:pt x="230395" y="25314"/>
                  </a:lnTo>
                  <a:lnTo>
                    <a:pt x="245421" y="23056"/>
                  </a:lnTo>
                  <a:lnTo>
                    <a:pt x="260799" y="21609"/>
                  </a:lnTo>
                  <a:lnTo>
                    <a:pt x="276487" y="21004"/>
                  </a:lnTo>
                  <a:lnTo>
                    <a:pt x="292436" y="21266"/>
                  </a:lnTo>
                  <a:lnTo>
                    <a:pt x="308601" y="22419"/>
                  </a:lnTo>
                  <a:lnTo>
                    <a:pt x="324930" y="24486"/>
                  </a:lnTo>
                  <a:lnTo>
                    <a:pt x="341373" y="27485"/>
                  </a:lnTo>
                  <a:lnTo>
                    <a:pt x="357877" y="31431"/>
                  </a:lnTo>
                  <a:lnTo>
                    <a:pt x="374388" y="36337"/>
                  </a:lnTo>
                  <a:lnTo>
                    <a:pt x="390851" y="42214"/>
                  </a:lnTo>
                  <a:lnTo>
                    <a:pt x="407211" y="49068"/>
                  </a:lnTo>
                  <a:lnTo>
                    <a:pt x="423409" y="56902"/>
                  </a:lnTo>
                  <a:lnTo>
                    <a:pt x="436179" y="74712"/>
                  </a:lnTo>
                  <a:lnTo>
                    <a:pt x="447705" y="93140"/>
                  </a:lnTo>
                  <a:lnTo>
                    <a:pt x="457962" y="112102"/>
                  </a:lnTo>
                  <a:lnTo>
                    <a:pt x="466927" y="131512"/>
                  </a:lnTo>
                  <a:lnTo>
                    <a:pt x="474586" y="151284"/>
                  </a:lnTo>
                  <a:lnTo>
                    <a:pt x="480927" y="171330"/>
                  </a:lnTo>
                  <a:lnTo>
                    <a:pt x="485948" y="191564"/>
                  </a:lnTo>
                  <a:lnTo>
                    <a:pt x="489648" y="211900"/>
                  </a:lnTo>
                  <a:lnTo>
                    <a:pt x="492035" y="232253"/>
                  </a:lnTo>
                  <a:lnTo>
                    <a:pt x="493122" y="252539"/>
                  </a:lnTo>
                  <a:lnTo>
                    <a:pt x="492925" y="272675"/>
                  </a:lnTo>
                  <a:lnTo>
                    <a:pt x="491468" y="292581"/>
                  </a:lnTo>
                  <a:lnTo>
                    <a:pt x="488778" y="312180"/>
                  </a:lnTo>
                  <a:lnTo>
                    <a:pt x="484889" y="331395"/>
                  </a:lnTo>
                  <a:lnTo>
                    <a:pt x="479836" y="350154"/>
                  </a:lnTo>
                  <a:lnTo>
                    <a:pt x="473662" y="368388"/>
                  </a:lnTo>
                  <a:lnTo>
                    <a:pt x="466413" y="386029"/>
                  </a:lnTo>
                  <a:lnTo>
                    <a:pt x="458137" y="403016"/>
                  </a:lnTo>
                  <a:lnTo>
                    <a:pt x="448888" y="419289"/>
                  </a:lnTo>
                  <a:lnTo>
                    <a:pt x="438722" y="434795"/>
                  </a:lnTo>
                  <a:lnTo>
                    <a:pt x="427699" y="449482"/>
                  </a:lnTo>
                  <a:lnTo>
                    <a:pt x="415880" y="463305"/>
                  </a:lnTo>
                  <a:lnTo>
                    <a:pt x="403330" y="476222"/>
                  </a:lnTo>
                  <a:lnTo>
                    <a:pt x="390115" y="488196"/>
                  </a:lnTo>
                  <a:lnTo>
                    <a:pt x="376304" y="499195"/>
                  </a:lnTo>
                  <a:lnTo>
                    <a:pt x="361966" y="509192"/>
                  </a:lnTo>
                  <a:lnTo>
                    <a:pt x="347171" y="518163"/>
                  </a:lnTo>
                  <a:lnTo>
                    <a:pt x="331992" y="526092"/>
                  </a:lnTo>
                  <a:lnTo>
                    <a:pt x="316500" y="532965"/>
                  </a:lnTo>
                  <a:lnTo>
                    <a:pt x="300767" y="538775"/>
                  </a:lnTo>
                  <a:lnTo>
                    <a:pt x="284864" y="543519"/>
                  </a:lnTo>
                  <a:lnTo>
                    <a:pt x="268863" y="547197"/>
                  </a:lnTo>
                  <a:lnTo>
                    <a:pt x="252834" y="549817"/>
                  </a:lnTo>
                  <a:lnTo>
                    <a:pt x="236846" y="551389"/>
                  </a:lnTo>
                  <a:lnTo>
                    <a:pt x="220966" y="551929"/>
                  </a:lnTo>
                  <a:lnTo>
                    <a:pt x="205261" y="551456"/>
                  </a:lnTo>
                  <a:lnTo>
                    <a:pt x="189793" y="549995"/>
                  </a:lnTo>
                  <a:lnTo>
                    <a:pt x="174626" y="547572"/>
                  </a:lnTo>
                  <a:lnTo>
                    <a:pt x="159816" y="544219"/>
                  </a:lnTo>
                  <a:lnTo>
                    <a:pt x="145422" y="539972"/>
                  </a:lnTo>
                  <a:lnTo>
                    <a:pt x="131496" y="534869"/>
                  </a:lnTo>
                  <a:lnTo>
                    <a:pt x="118087" y="528951"/>
                  </a:lnTo>
                  <a:lnTo>
                    <a:pt x="105244" y="522263"/>
                  </a:lnTo>
                  <a:lnTo>
                    <a:pt x="93009" y="514852"/>
                  </a:lnTo>
                  <a:lnTo>
                    <a:pt x="81421" y="506768"/>
                  </a:lnTo>
                  <a:lnTo>
                    <a:pt x="70517" y="498061"/>
                  </a:lnTo>
                  <a:lnTo>
                    <a:pt x="60329" y="488786"/>
                  </a:lnTo>
                  <a:lnTo>
                    <a:pt x="50884" y="478997"/>
                  </a:lnTo>
                  <a:lnTo>
                    <a:pt x="42207" y="468750"/>
                  </a:lnTo>
                  <a:lnTo>
                    <a:pt x="34316" y="458103"/>
                  </a:lnTo>
                  <a:lnTo>
                    <a:pt x="27229" y="447112"/>
                  </a:lnTo>
                  <a:lnTo>
                    <a:pt x="20957" y="435837"/>
                  </a:lnTo>
                  <a:lnTo>
                    <a:pt x="15507" y="424335"/>
                  </a:lnTo>
                  <a:lnTo>
                    <a:pt x="10883" y="412665"/>
                  </a:lnTo>
                  <a:lnTo>
                    <a:pt x="7084" y="400883"/>
                  </a:lnTo>
                  <a:lnTo>
                    <a:pt x="4106" y="389048"/>
                  </a:lnTo>
                  <a:lnTo>
                    <a:pt x="1942" y="377214"/>
                  </a:lnTo>
                  <a:lnTo>
                    <a:pt x="578" y="365437"/>
                  </a:lnTo>
                  <a:lnTo>
                    <a:pt x="0" y="353769"/>
                  </a:lnTo>
                  <a:lnTo>
                    <a:pt x="187" y="342262"/>
                  </a:lnTo>
                  <a:lnTo>
                    <a:pt x="1119" y="330965"/>
                  </a:lnTo>
                  <a:lnTo>
                    <a:pt x="2770" y="319927"/>
                  </a:lnTo>
                  <a:lnTo>
                    <a:pt x="5110" y="309190"/>
                  </a:lnTo>
                  <a:lnTo>
                    <a:pt x="8110" y="298799"/>
                  </a:lnTo>
                  <a:lnTo>
                    <a:pt x="11735" y="288792"/>
                  </a:lnTo>
                  <a:lnTo>
                    <a:pt x="15948" y="279208"/>
                  </a:lnTo>
                  <a:lnTo>
                    <a:pt x="20713" y="270078"/>
                  </a:lnTo>
                  <a:lnTo>
                    <a:pt x="25988" y="261435"/>
                  </a:lnTo>
                  <a:lnTo>
                    <a:pt x="31733" y="253305"/>
                  </a:lnTo>
                  <a:lnTo>
                    <a:pt x="37903" y="245714"/>
                  </a:lnTo>
                  <a:lnTo>
                    <a:pt x="44454" y="238681"/>
                  </a:lnTo>
                  <a:lnTo>
                    <a:pt x="51342" y="232225"/>
                  </a:lnTo>
                  <a:lnTo>
                    <a:pt x="58520" y="226359"/>
                  </a:lnTo>
                  <a:lnTo>
                    <a:pt x="65942" y="221094"/>
                  </a:lnTo>
                  <a:lnTo>
                    <a:pt x="73561" y="216437"/>
                  </a:lnTo>
                  <a:lnTo>
                    <a:pt x="81332" y="212392"/>
                  </a:lnTo>
                  <a:lnTo>
                    <a:pt x="75276" y="232003"/>
                  </a:lnTo>
                  <a:lnTo>
                    <a:pt x="72812" y="251266"/>
                  </a:lnTo>
                  <a:lnTo>
                    <a:pt x="73693" y="269572"/>
                  </a:lnTo>
                  <a:lnTo>
                    <a:pt x="77574" y="286381"/>
                  </a:lnTo>
                  <a:lnTo>
                    <a:pt x="84028" y="301235"/>
                  </a:lnTo>
                  <a:lnTo>
                    <a:pt x="92562" y="313769"/>
                  </a:lnTo>
                  <a:lnTo>
                    <a:pt x="102635" y="323719"/>
                  </a:lnTo>
                  <a:lnTo>
                    <a:pt x="113678" y="330931"/>
                  </a:lnTo>
                  <a:lnTo>
                    <a:pt x="125115" y="335362"/>
                  </a:lnTo>
                  <a:lnTo>
                    <a:pt x="136380" y="337074"/>
                  </a:lnTo>
                  <a:lnTo>
                    <a:pt x="146937" y="336236"/>
                  </a:lnTo>
                  <a:lnTo>
                    <a:pt x="156300" y="333112"/>
                  </a:lnTo>
                  <a:lnTo>
                    <a:pt x="164049" y="328049"/>
                  </a:lnTo>
                  <a:lnTo>
                    <a:pt x="169838" y="321468"/>
                  </a:lnTo>
                  <a:lnTo>
                    <a:pt x="173416" y="313843"/>
                  </a:lnTo>
                  <a:lnTo>
                    <a:pt x="174626" y="305686"/>
                  </a:lnTo>
                  <a:lnTo>
                    <a:pt x="175300" y="319413"/>
                  </a:lnTo>
                  <a:lnTo>
                    <a:pt x="177320" y="333041"/>
                  </a:lnTo>
                  <a:lnTo>
                    <a:pt x="180675" y="346470"/>
                  </a:lnTo>
                  <a:lnTo>
                    <a:pt x="185350" y="359604"/>
                  </a:lnTo>
                  <a:lnTo>
                    <a:pt x="191323" y="372344"/>
                  </a:lnTo>
                  <a:lnTo>
                    <a:pt x="198563" y="384596"/>
                  </a:lnTo>
                  <a:lnTo>
                    <a:pt x="207036" y="396267"/>
                  </a:lnTo>
                  <a:lnTo>
                    <a:pt x="216701" y="407265"/>
                  </a:lnTo>
                  <a:lnTo>
                    <a:pt x="227510" y="417502"/>
                  </a:lnTo>
                  <a:lnTo>
                    <a:pt x="239412" y="426893"/>
                  </a:lnTo>
                  <a:lnTo>
                    <a:pt x="252347" y="435356"/>
                  </a:lnTo>
                  <a:lnTo>
                    <a:pt x="266251" y="442814"/>
                  </a:lnTo>
                  <a:lnTo>
                    <a:pt x="281056" y="449192"/>
                  </a:lnTo>
                  <a:lnTo>
                    <a:pt x="296689" y="454420"/>
                  </a:lnTo>
                  <a:lnTo>
                    <a:pt x="313069" y="458435"/>
                  </a:lnTo>
                  <a:lnTo>
                    <a:pt x="330116" y="461176"/>
                  </a:lnTo>
                  <a:lnTo>
                    <a:pt x="314580" y="469552"/>
                  </a:lnTo>
                  <a:lnTo>
                    <a:pt x="298707" y="476470"/>
                  </a:lnTo>
                  <a:lnTo>
                    <a:pt x="282627" y="481929"/>
                  </a:lnTo>
                  <a:lnTo>
                    <a:pt x="266470" y="485941"/>
                  </a:lnTo>
                  <a:lnTo>
                    <a:pt x="250361" y="488528"/>
                  </a:lnTo>
                  <a:lnTo>
                    <a:pt x="234423" y="489724"/>
                  </a:lnTo>
                  <a:lnTo>
                    <a:pt x="218773" y="489572"/>
                  </a:lnTo>
                  <a:lnTo>
                    <a:pt x="203521" y="488125"/>
                  </a:lnTo>
                  <a:lnTo>
                    <a:pt x="188773" y="485445"/>
                  </a:lnTo>
                  <a:lnTo>
                    <a:pt x="174626" y="481603"/>
                  </a:lnTo>
                  <a:lnTo>
                    <a:pt x="161168" y="476676"/>
                  </a:lnTo>
                  <a:lnTo>
                    <a:pt x="148482" y="470750"/>
                  </a:lnTo>
                  <a:lnTo>
                    <a:pt x="136639" y="463913"/>
                  </a:lnTo>
                  <a:lnTo>
                    <a:pt x="125700" y="456262"/>
                  </a:lnTo>
                  <a:lnTo>
                    <a:pt x="115720" y="447896"/>
                  </a:lnTo>
                  <a:lnTo>
                    <a:pt x="106741" y="438918"/>
                  </a:lnTo>
                  <a:lnTo>
                    <a:pt x="98795" y="429431"/>
                  </a:lnTo>
                  <a:lnTo>
                    <a:pt x="91905" y="419542"/>
                  </a:lnTo>
                  <a:lnTo>
                    <a:pt x="86083" y="409356"/>
                  </a:lnTo>
                  <a:lnTo>
                    <a:pt x="81332" y="398980"/>
                  </a:lnTo>
                  <a:lnTo>
                    <a:pt x="81136" y="382411"/>
                  </a:lnTo>
                  <a:lnTo>
                    <a:pt x="83207" y="366770"/>
                  </a:lnTo>
                  <a:lnTo>
                    <a:pt x="87357" y="352332"/>
                  </a:lnTo>
                  <a:lnTo>
                    <a:pt x="93363" y="339346"/>
                  </a:lnTo>
                  <a:lnTo>
                    <a:pt x="100976" y="328027"/>
                  </a:lnTo>
                  <a:lnTo>
                    <a:pt x="109924" y="318556"/>
                  </a:lnTo>
                  <a:lnTo>
                    <a:pt x="119916" y="311075"/>
                  </a:lnTo>
                  <a:lnTo>
                    <a:pt x="130646" y="305686"/>
                  </a:lnTo>
                  <a:lnTo>
                    <a:pt x="122655" y="308410"/>
                  </a:lnTo>
                  <a:lnTo>
                    <a:pt x="114850" y="311969"/>
                  </a:lnTo>
                  <a:lnTo>
                    <a:pt x="107297" y="316350"/>
                  </a:lnTo>
                  <a:lnTo>
                    <a:pt x="100061" y="321535"/>
                  </a:lnTo>
                  <a:lnTo>
                    <a:pt x="93204" y="327503"/>
                  </a:lnTo>
                  <a:lnTo>
                    <a:pt x="86789" y="334226"/>
                  </a:lnTo>
                  <a:lnTo>
                    <a:pt x="80876" y="341673"/>
                  </a:lnTo>
                  <a:lnTo>
                    <a:pt x="75522" y="349810"/>
                  </a:lnTo>
                  <a:lnTo>
                    <a:pt x="70783" y="358596"/>
                  </a:lnTo>
                  <a:lnTo>
                    <a:pt x="66712" y="367990"/>
                  </a:lnTo>
                  <a:lnTo>
                    <a:pt x="63359" y="377944"/>
                  </a:lnTo>
                  <a:lnTo>
                    <a:pt x="60770" y="388407"/>
                  </a:lnTo>
                  <a:lnTo>
                    <a:pt x="58989" y="399327"/>
                  </a:lnTo>
                  <a:lnTo>
                    <a:pt x="58057" y="410645"/>
                  </a:lnTo>
                  <a:lnTo>
                    <a:pt x="58008" y="422304"/>
                  </a:lnTo>
                  <a:lnTo>
                    <a:pt x="58876" y="434239"/>
                  </a:lnTo>
                  <a:lnTo>
                    <a:pt x="60689" y="446387"/>
                  </a:lnTo>
                  <a:lnTo>
                    <a:pt x="63469" y="458680"/>
                  </a:lnTo>
                  <a:lnTo>
                    <a:pt x="67237" y="471050"/>
                  </a:lnTo>
                  <a:lnTo>
                    <a:pt x="72007" y="483426"/>
                  </a:lnTo>
                  <a:lnTo>
                    <a:pt x="77790" y="495737"/>
                  </a:lnTo>
                  <a:lnTo>
                    <a:pt x="84590" y="507910"/>
                  </a:lnTo>
                  <a:lnTo>
                    <a:pt x="92407" y="519873"/>
                  </a:lnTo>
                  <a:lnTo>
                    <a:pt x="101238" y="531550"/>
                  </a:lnTo>
                  <a:lnTo>
                    <a:pt x="111072" y="542870"/>
                  </a:lnTo>
                  <a:lnTo>
                    <a:pt x="121896" y="553757"/>
                  </a:lnTo>
                  <a:lnTo>
                    <a:pt x="133690" y="564141"/>
                  </a:lnTo>
                  <a:lnTo>
                    <a:pt x="146430" y="573948"/>
                  </a:lnTo>
                  <a:lnTo>
                    <a:pt x="160087" y="583107"/>
                  </a:lnTo>
                  <a:lnTo>
                    <a:pt x="174626" y="591551"/>
                  </a:lnTo>
                  <a:lnTo>
                    <a:pt x="190009" y="599211"/>
                  </a:lnTo>
                  <a:lnTo>
                    <a:pt x="206192" y="606022"/>
                  </a:lnTo>
                  <a:lnTo>
                    <a:pt x="223129" y="611922"/>
                  </a:lnTo>
                  <a:lnTo>
                    <a:pt x="240766" y="616851"/>
                  </a:lnTo>
                  <a:lnTo>
                    <a:pt x="259047" y="620751"/>
                  </a:lnTo>
                  <a:lnTo>
                    <a:pt x="277912" y="623569"/>
                  </a:lnTo>
                  <a:lnTo>
                    <a:pt x="297297" y="625255"/>
                  </a:lnTo>
                  <a:lnTo>
                    <a:pt x="317133" y="625763"/>
                  </a:lnTo>
                  <a:lnTo>
                    <a:pt x="337350" y="625050"/>
                  </a:lnTo>
                  <a:lnTo>
                    <a:pt x="357872" y="623079"/>
                  </a:lnTo>
                  <a:lnTo>
                    <a:pt x="378623" y="619815"/>
                  </a:lnTo>
                  <a:lnTo>
                    <a:pt x="399523" y="615231"/>
                  </a:lnTo>
                  <a:lnTo>
                    <a:pt x="420490" y="609303"/>
                  </a:lnTo>
                  <a:lnTo>
                    <a:pt x="441438" y="602011"/>
                  </a:lnTo>
                  <a:lnTo>
                    <a:pt x="462282" y="593343"/>
                  </a:lnTo>
                  <a:lnTo>
                    <a:pt x="482934" y="583289"/>
                  </a:lnTo>
                  <a:lnTo>
                    <a:pt x="503306" y="571847"/>
                  </a:lnTo>
                  <a:lnTo>
                    <a:pt x="523309" y="559019"/>
                  </a:lnTo>
                  <a:lnTo>
                    <a:pt x="542851" y="544815"/>
                  </a:lnTo>
                  <a:lnTo>
                    <a:pt x="561844" y="529247"/>
                  </a:lnTo>
                  <a:lnTo>
                    <a:pt x="580198" y="512336"/>
                  </a:lnTo>
                  <a:lnTo>
                    <a:pt x="597823" y="494106"/>
                  </a:lnTo>
                  <a:lnTo>
                    <a:pt x="614632" y="474589"/>
                  </a:lnTo>
                  <a:lnTo>
                    <a:pt x="630537" y="453821"/>
                  </a:lnTo>
                  <a:lnTo>
                    <a:pt x="645453" y="431844"/>
                  </a:lnTo>
                  <a:lnTo>
                    <a:pt x="659297" y="408706"/>
                  </a:lnTo>
                  <a:lnTo>
                    <a:pt x="671988" y="384461"/>
                  </a:lnTo>
                  <a:lnTo>
                    <a:pt x="683448" y="359165"/>
                  </a:lnTo>
                  <a:lnTo>
                    <a:pt x="693601" y="332884"/>
                  </a:lnTo>
                  <a:close/>
                </a:path>
              </a:pathLst>
            </a:custGeom>
            <a:solidFill>
              <a:srgbClr val="F8766D">
                <a:alpha val="25882"/>
              </a:srgbClr>
            </a:solidFill>
            <a:ln w="24933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5749113" y="680458"/>
              <a:ext cx="621240" cy="450004"/>
            </a:xfrm>
            <a:custGeom>
              <a:avLst/>
              <a:pathLst>
                <a:path w="621240" h="450004">
                  <a:moveTo>
                    <a:pt x="93490" y="20807"/>
                  </a:moveTo>
                  <a:lnTo>
                    <a:pt x="106707" y="15634"/>
                  </a:lnTo>
                  <a:lnTo>
                    <a:pt x="120432" y="11136"/>
                  </a:lnTo>
                  <a:lnTo>
                    <a:pt x="134628" y="7349"/>
                  </a:lnTo>
                  <a:lnTo>
                    <a:pt x="149259" y="4310"/>
                  </a:lnTo>
                  <a:lnTo>
                    <a:pt x="164285" y="2051"/>
                  </a:lnTo>
                  <a:lnTo>
                    <a:pt x="179663" y="605"/>
                  </a:lnTo>
                  <a:lnTo>
                    <a:pt x="195351" y="0"/>
                  </a:lnTo>
                  <a:lnTo>
                    <a:pt x="211300" y="262"/>
                  </a:lnTo>
                  <a:lnTo>
                    <a:pt x="227465" y="1415"/>
                  </a:lnTo>
                  <a:lnTo>
                    <a:pt x="243794" y="3482"/>
                  </a:lnTo>
                  <a:lnTo>
                    <a:pt x="260237" y="6481"/>
                  </a:lnTo>
                  <a:lnTo>
                    <a:pt x="276741" y="10427"/>
                  </a:lnTo>
                  <a:lnTo>
                    <a:pt x="293252" y="15333"/>
                  </a:lnTo>
                  <a:lnTo>
                    <a:pt x="309715" y="21210"/>
                  </a:lnTo>
                  <a:lnTo>
                    <a:pt x="326075" y="28064"/>
                  </a:lnTo>
                  <a:lnTo>
                    <a:pt x="342273" y="35898"/>
                  </a:lnTo>
                  <a:lnTo>
                    <a:pt x="357543" y="39677"/>
                  </a:lnTo>
                  <a:lnTo>
                    <a:pt x="372869" y="44257"/>
                  </a:lnTo>
                  <a:lnTo>
                    <a:pt x="388212" y="49648"/>
                  </a:lnTo>
                  <a:lnTo>
                    <a:pt x="403535" y="55858"/>
                  </a:lnTo>
                  <a:lnTo>
                    <a:pt x="418795" y="62892"/>
                  </a:lnTo>
                  <a:lnTo>
                    <a:pt x="433954" y="70754"/>
                  </a:lnTo>
                  <a:lnTo>
                    <a:pt x="448969" y="79446"/>
                  </a:lnTo>
                  <a:lnTo>
                    <a:pt x="463801" y="88967"/>
                  </a:lnTo>
                  <a:lnTo>
                    <a:pt x="478407" y="99315"/>
                  </a:lnTo>
                  <a:lnTo>
                    <a:pt x="492747" y="110488"/>
                  </a:lnTo>
                  <a:lnTo>
                    <a:pt x="506779" y="122478"/>
                  </a:lnTo>
                  <a:lnTo>
                    <a:pt x="520462" y="135278"/>
                  </a:lnTo>
                  <a:lnTo>
                    <a:pt x="533755" y="148878"/>
                  </a:lnTo>
                  <a:lnTo>
                    <a:pt x="546616" y="163267"/>
                  </a:lnTo>
                  <a:lnTo>
                    <a:pt x="559006" y="178431"/>
                  </a:lnTo>
                  <a:lnTo>
                    <a:pt x="570885" y="194354"/>
                  </a:lnTo>
                  <a:lnTo>
                    <a:pt x="582212" y="211019"/>
                  </a:lnTo>
                  <a:lnTo>
                    <a:pt x="592949" y="228406"/>
                  </a:lnTo>
                  <a:lnTo>
                    <a:pt x="603057" y="246495"/>
                  </a:lnTo>
                  <a:lnTo>
                    <a:pt x="612500" y="265262"/>
                  </a:lnTo>
                  <a:lnTo>
                    <a:pt x="621240" y="284682"/>
                  </a:lnTo>
                  <a:lnTo>
                    <a:pt x="606919" y="303019"/>
                  </a:lnTo>
                  <a:lnTo>
                    <a:pt x="591980" y="320335"/>
                  </a:lnTo>
                  <a:lnTo>
                    <a:pt x="576476" y="336608"/>
                  </a:lnTo>
                  <a:lnTo>
                    <a:pt x="560464" y="351823"/>
                  </a:lnTo>
                  <a:lnTo>
                    <a:pt x="543999" y="365963"/>
                  </a:lnTo>
                  <a:lnTo>
                    <a:pt x="527138" y="379016"/>
                  </a:lnTo>
                  <a:lnTo>
                    <a:pt x="509936" y="390973"/>
                  </a:lnTo>
                  <a:lnTo>
                    <a:pt x="492450" y="401827"/>
                  </a:lnTo>
                  <a:lnTo>
                    <a:pt x="474737" y="411573"/>
                  </a:lnTo>
                  <a:lnTo>
                    <a:pt x="456854" y="420210"/>
                  </a:lnTo>
                  <a:lnTo>
                    <a:pt x="438857" y="427738"/>
                  </a:lnTo>
                  <a:lnTo>
                    <a:pt x="420802" y="434161"/>
                  </a:lnTo>
                  <a:lnTo>
                    <a:pt x="402745" y="439484"/>
                  </a:lnTo>
                  <a:lnTo>
                    <a:pt x="384741" y="443717"/>
                  </a:lnTo>
                  <a:lnTo>
                    <a:pt x="366845" y="446871"/>
                  </a:lnTo>
                  <a:lnTo>
                    <a:pt x="349110" y="448959"/>
                  </a:lnTo>
                  <a:lnTo>
                    <a:pt x="331589" y="449997"/>
                  </a:lnTo>
                  <a:lnTo>
                    <a:pt x="314334" y="450004"/>
                  </a:lnTo>
                  <a:lnTo>
                    <a:pt x="297397" y="449001"/>
                  </a:lnTo>
                  <a:lnTo>
                    <a:pt x="280827" y="447011"/>
                  </a:lnTo>
                  <a:lnTo>
                    <a:pt x="264672" y="444058"/>
                  </a:lnTo>
                  <a:lnTo>
                    <a:pt x="248980" y="440172"/>
                  </a:lnTo>
                  <a:lnTo>
                    <a:pt x="231933" y="437431"/>
                  </a:lnTo>
                  <a:lnTo>
                    <a:pt x="215553" y="433416"/>
                  </a:lnTo>
                  <a:lnTo>
                    <a:pt x="199920" y="428187"/>
                  </a:lnTo>
                  <a:lnTo>
                    <a:pt x="185115" y="421810"/>
                  </a:lnTo>
                  <a:lnTo>
                    <a:pt x="171211" y="414352"/>
                  </a:lnTo>
                  <a:lnTo>
                    <a:pt x="158276" y="405889"/>
                  </a:lnTo>
                  <a:lnTo>
                    <a:pt x="146374" y="396498"/>
                  </a:lnTo>
                  <a:lnTo>
                    <a:pt x="135565" y="386261"/>
                  </a:lnTo>
                  <a:lnTo>
                    <a:pt x="125900" y="375263"/>
                  </a:lnTo>
                  <a:lnTo>
                    <a:pt x="117427" y="363592"/>
                  </a:lnTo>
                  <a:lnTo>
                    <a:pt x="110187" y="351340"/>
                  </a:lnTo>
                  <a:lnTo>
                    <a:pt x="104214" y="338600"/>
                  </a:lnTo>
                  <a:lnTo>
                    <a:pt x="99539" y="325466"/>
                  </a:lnTo>
                  <a:lnTo>
                    <a:pt x="96184" y="312037"/>
                  </a:lnTo>
                  <a:lnTo>
                    <a:pt x="94164" y="298409"/>
                  </a:lnTo>
                  <a:lnTo>
                    <a:pt x="93490" y="284682"/>
                  </a:lnTo>
                  <a:lnTo>
                    <a:pt x="92634" y="296646"/>
                  </a:lnTo>
                  <a:lnTo>
                    <a:pt x="90076" y="308426"/>
                  </a:lnTo>
                  <a:lnTo>
                    <a:pt x="85841" y="319843"/>
                  </a:lnTo>
                  <a:lnTo>
                    <a:pt x="79973" y="330716"/>
                  </a:lnTo>
                  <a:lnTo>
                    <a:pt x="72532" y="340872"/>
                  </a:lnTo>
                  <a:lnTo>
                    <a:pt x="63594" y="350144"/>
                  </a:lnTo>
                  <a:lnTo>
                    <a:pt x="53252" y="358372"/>
                  </a:lnTo>
                  <a:lnTo>
                    <a:pt x="41613" y="365404"/>
                  </a:lnTo>
                  <a:lnTo>
                    <a:pt x="28798" y="371100"/>
                  </a:lnTo>
                  <a:lnTo>
                    <a:pt x="14943" y="375329"/>
                  </a:lnTo>
                  <a:lnTo>
                    <a:pt x="196" y="377976"/>
                  </a:lnTo>
                  <a:lnTo>
                    <a:pt x="0" y="361407"/>
                  </a:lnTo>
                  <a:lnTo>
                    <a:pt x="2071" y="345766"/>
                  </a:lnTo>
                  <a:lnTo>
                    <a:pt x="6221" y="331328"/>
                  </a:lnTo>
                  <a:lnTo>
                    <a:pt x="12227" y="318342"/>
                  </a:lnTo>
                  <a:lnTo>
                    <a:pt x="19840" y="307023"/>
                  </a:lnTo>
                  <a:lnTo>
                    <a:pt x="28788" y="297552"/>
                  </a:lnTo>
                  <a:lnTo>
                    <a:pt x="38780" y="290070"/>
                  </a:lnTo>
                  <a:lnTo>
                    <a:pt x="49510" y="284682"/>
                  </a:lnTo>
                  <a:lnTo>
                    <a:pt x="38780" y="279294"/>
                  </a:lnTo>
                  <a:lnTo>
                    <a:pt x="28788" y="271812"/>
                  </a:lnTo>
                  <a:lnTo>
                    <a:pt x="19840" y="262341"/>
                  </a:lnTo>
                  <a:lnTo>
                    <a:pt x="12227" y="251022"/>
                  </a:lnTo>
                  <a:lnTo>
                    <a:pt x="6221" y="238036"/>
                  </a:lnTo>
                  <a:lnTo>
                    <a:pt x="2071" y="223598"/>
                  </a:lnTo>
                  <a:lnTo>
                    <a:pt x="0" y="207957"/>
                  </a:lnTo>
                  <a:lnTo>
                    <a:pt x="196" y="191388"/>
                  </a:lnTo>
                </a:path>
              </a:pathLst>
            </a:custGeom>
            <a:ln w="24933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6338753" y="933539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5811002" y="669664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6059786" y="684755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5717708" y="840245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5811002" y="933539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5966492" y="1089029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5717708" y="1026833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5767023" y="933539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5842603" y="437390"/>
              <a:ext cx="0" cy="527750"/>
            </a:xfrm>
            <a:custGeom>
              <a:avLst/>
              <a:pathLst>
                <a:path w="0" h="527750">
                  <a:moveTo>
                    <a:pt x="0" y="527750"/>
                  </a:moveTo>
                  <a:lnTo>
                    <a:pt x="0" y="509552"/>
                  </a:lnTo>
                  <a:lnTo>
                    <a:pt x="0" y="491353"/>
                  </a:lnTo>
                  <a:lnTo>
                    <a:pt x="0" y="473155"/>
                  </a:lnTo>
                  <a:lnTo>
                    <a:pt x="0" y="454957"/>
                  </a:lnTo>
                  <a:lnTo>
                    <a:pt x="0" y="436758"/>
                  </a:lnTo>
                  <a:lnTo>
                    <a:pt x="0" y="418560"/>
                  </a:lnTo>
                  <a:lnTo>
                    <a:pt x="0" y="400362"/>
                  </a:lnTo>
                  <a:lnTo>
                    <a:pt x="0" y="382164"/>
                  </a:lnTo>
                  <a:lnTo>
                    <a:pt x="0" y="363965"/>
                  </a:lnTo>
                  <a:lnTo>
                    <a:pt x="0" y="345767"/>
                  </a:lnTo>
                  <a:lnTo>
                    <a:pt x="0" y="327569"/>
                  </a:lnTo>
                  <a:lnTo>
                    <a:pt x="0" y="309370"/>
                  </a:lnTo>
                  <a:lnTo>
                    <a:pt x="0" y="291172"/>
                  </a:lnTo>
                  <a:lnTo>
                    <a:pt x="0" y="272974"/>
                  </a:lnTo>
                  <a:lnTo>
                    <a:pt x="0" y="254776"/>
                  </a:lnTo>
                  <a:lnTo>
                    <a:pt x="0" y="236577"/>
                  </a:lnTo>
                  <a:lnTo>
                    <a:pt x="0" y="218379"/>
                  </a:lnTo>
                  <a:lnTo>
                    <a:pt x="0" y="200181"/>
                  </a:lnTo>
                  <a:lnTo>
                    <a:pt x="0" y="181982"/>
                  </a:lnTo>
                  <a:lnTo>
                    <a:pt x="0" y="163784"/>
                  </a:lnTo>
                  <a:lnTo>
                    <a:pt x="0" y="145586"/>
                  </a:lnTo>
                  <a:lnTo>
                    <a:pt x="0" y="127388"/>
                  </a:lnTo>
                  <a:lnTo>
                    <a:pt x="0" y="109189"/>
                  </a:lnTo>
                  <a:lnTo>
                    <a:pt x="0" y="90991"/>
                  </a:lnTo>
                  <a:lnTo>
                    <a:pt x="0" y="72793"/>
                  </a:lnTo>
                  <a:lnTo>
                    <a:pt x="0" y="54594"/>
                  </a:lnTo>
                  <a:lnTo>
                    <a:pt x="0" y="36396"/>
                  </a:lnTo>
                  <a:lnTo>
                    <a:pt x="0" y="18198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5842603" y="591965"/>
              <a:ext cx="373175" cy="373175"/>
            </a:xfrm>
            <a:custGeom>
              <a:avLst/>
              <a:pathLst>
                <a:path w="373175" h="373175">
                  <a:moveTo>
                    <a:pt x="0" y="373175"/>
                  </a:moveTo>
                  <a:lnTo>
                    <a:pt x="12868" y="360307"/>
                  </a:lnTo>
                  <a:lnTo>
                    <a:pt x="25736" y="347439"/>
                  </a:lnTo>
                  <a:lnTo>
                    <a:pt x="38604" y="334571"/>
                  </a:lnTo>
                  <a:lnTo>
                    <a:pt x="51472" y="321703"/>
                  </a:lnTo>
                  <a:lnTo>
                    <a:pt x="64340" y="308835"/>
                  </a:lnTo>
                  <a:lnTo>
                    <a:pt x="77208" y="295967"/>
                  </a:lnTo>
                  <a:lnTo>
                    <a:pt x="90076" y="283098"/>
                  </a:lnTo>
                  <a:lnTo>
                    <a:pt x="102945" y="270230"/>
                  </a:lnTo>
                  <a:lnTo>
                    <a:pt x="115813" y="257362"/>
                  </a:lnTo>
                  <a:lnTo>
                    <a:pt x="128681" y="244494"/>
                  </a:lnTo>
                  <a:lnTo>
                    <a:pt x="141549" y="231626"/>
                  </a:lnTo>
                  <a:lnTo>
                    <a:pt x="154417" y="218758"/>
                  </a:lnTo>
                  <a:lnTo>
                    <a:pt x="167285" y="205890"/>
                  </a:lnTo>
                  <a:lnTo>
                    <a:pt x="180153" y="193022"/>
                  </a:lnTo>
                  <a:lnTo>
                    <a:pt x="193022" y="180153"/>
                  </a:lnTo>
                  <a:lnTo>
                    <a:pt x="205890" y="167285"/>
                  </a:lnTo>
                  <a:lnTo>
                    <a:pt x="218758" y="154417"/>
                  </a:lnTo>
                  <a:lnTo>
                    <a:pt x="231626" y="141549"/>
                  </a:lnTo>
                  <a:lnTo>
                    <a:pt x="244494" y="128681"/>
                  </a:lnTo>
                  <a:lnTo>
                    <a:pt x="257362" y="115813"/>
                  </a:lnTo>
                  <a:lnTo>
                    <a:pt x="270230" y="102945"/>
                  </a:lnTo>
                  <a:lnTo>
                    <a:pt x="283098" y="90076"/>
                  </a:lnTo>
                  <a:lnTo>
                    <a:pt x="295967" y="77208"/>
                  </a:lnTo>
                  <a:lnTo>
                    <a:pt x="308835" y="64340"/>
                  </a:lnTo>
                  <a:lnTo>
                    <a:pt x="321703" y="51472"/>
                  </a:lnTo>
                  <a:lnTo>
                    <a:pt x="334571" y="38604"/>
                  </a:lnTo>
                  <a:lnTo>
                    <a:pt x="347439" y="25736"/>
                  </a:lnTo>
                  <a:lnTo>
                    <a:pt x="360307" y="12868"/>
                  </a:lnTo>
                  <a:lnTo>
                    <a:pt x="37317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5842603" y="965141"/>
              <a:ext cx="527750" cy="0"/>
            </a:xfrm>
            <a:custGeom>
              <a:avLst/>
              <a:pathLst>
                <a:path w="527750" h="0">
                  <a:moveTo>
                    <a:pt x="0" y="0"/>
                  </a:moveTo>
                  <a:lnTo>
                    <a:pt x="18198" y="0"/>
                  </a:lnTo>
                  <a:lnTo>
                    <a:pt x="36396" y="0"/>
                  </a:lnTo>
                  <a:lnTo>
                    <a:pt x="54594" y="0"/>
                  </a:lnTo>
                  <a:lnTo>
                    <a:pt x="72793" y="0"/>
                  </a:lnTo>
                  <a:lnTo>
                    <a:pt x="90991" y="0"/>
                  </a:lnTo>
                  <a:lnTo>
                    <a:pt x="109189" y="0"/>
                  </a:lnTo>
                  <a:lnTo>
                    <a:pt x="127388" y="0"/>
                  </a:lnTo>
                  <a:lnTo>
                    <a:pt x="145586" y="0"/>
                  </a:lnTo>
                  <a:lnTo>
                    <a:pt x="163784" y="0"/>
                  </a:lnTo>
                  <a:lnTo>
                    <a:pt x="181982" y="0"/>
                  </a:lnTo>
                  <a:lnTo>
                    <a:pt x="200181" y="0"/>
                  </a:lnTo>
                  <a:lnTo>
                    <a:pt x="218379" y="0"/>
                  </a:lnTo>
                  <a:lnTo>
                    <a:pt x="236577" y="0"/>
                  </a:lnTo>
                  <a:lnTo>
                    <a:pt x="254776" y="0"/>
                  </a:lnTo>
                  <a:lnTo>
                    <a:pt x="272974" y="0"/>
                  </a:lnTo>
                  <a:lnTo>
                    <a:pt x="291172" y="0"/>
                  </a:lnTo>
                  <a:lnTo>
                    <a:pt x="309370" y="0"/>
                  </a:lnTo>
                  <a:lnTo>
                    <a:pt x="327569" y="0"/>
                  </a:lnTo>
                  <a:lnTo>
                    <a:pt x="345767" y="0"/>
                  </a:lnTo>
                  <a:lnTo>
                    <a:pt x="363965" y="0"/>
                  </a:lnTo>
                  <a:lnTo>
                    <a:pt x="382164" y="0"/>
                  </a:lnTo>
                  <a:lnTo>
                    <a:pt x="400362" y="0"/>
                  </a:lnTo>
                  <a:lnTo>
                    <a:pt x="418560" y="0"/>
                  </a:lnTo>
                  <a:lnTo>
                    <a:pt x="436758" y="0"/>
                  </a:lnTo>
                  <a:lnTo>
                    <a:pt x="454957" y="0"/>
                  </a:lnTo>
                  <a:lnTo>
                    <a:pt x="473155" y="0"/>
                  </a:lnTo>
                  <a:lnTo>
                    <a:pt x="491353" y="0"/>
                  </a:lnTo>
                  <a:lnTo>
                    <a:pt x="509552" y="0"/>
                  </a:lnTo>
                  <a:lnTo>
                    <a:pt x="52775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5842603" y="965141"/>
              <a:ext cx="373175" cy="373175"/>
            </a:xfrm>
            <a:custGeom>
              <a:avLst/>
              <a:pathLst>
                <a:path w="373175" h="373175">
                  <a:moveTo>
                    <a:pt x="0" y="0"/>
                  </a:moveTo>
                  <a:lnTo>
                    <a:pt x="12868" y="12868"/>
                  </a:lnTo>
                  <a:lnTo>
                    <a:pt x="25736" y="25736"/>
                  </a:lnTo>
                  <a:lnTo>
                    <a:pt x="38604" y="38604"/>
                  </a:lnTo>
                  <a:lnTo>
                    <a:pt x="51472" y="51472"/>
                  </a:lnTo>
                  <a:lnTo>
                    <a:pt x="64340" y="64340"/>
                  </a:lnTo>
                  <a:lnTo>
                    <a:pt x="77208" y="77208"/>
                  </a:lnTo>
                  <a:lnTo>
                    <a:pt x="90076" y="90076"/>
                  </a:lnTo>
                  <a:lnTo>
                    <a:pt x="102945" y="102945"/>
                  </a:lnTo>
                  <a:lnTo>
                    <a:pt x="115813" y="115813"/>
                  </a:lnTo>
                  <a:lnTo>
                    <a:pt x="128681" y="128681"/>
                  </a:lnTo>
                  <a:lnTo>
                    <a:pt x="141549" y="141549"/>
                  </a:lnTo>
                  <a:lnTo>
                    <a:pt x="154417" y="154417"/>
                  </a:lnTo>
                  <a:lnTo>
                    <a:pt x="167285" y="167285"/>
                  </a:lnTo>
                  <a:lnTo>
                    <a:pt x="180153" y="180153"/>
                  </a:lnTo>
                  <a:lnTo>
                    <a:pt x="193022" y="193022"/>
                  </a:lnTo>
                  <a:lnTo>
                    <a:pt x="205890" y="205890"/>
                  </a:lnTo>
                  <a:lnTo>
                    <a:pt x="218758" y="218758"/>
                  </a:lnTo>
                  <a:lnTo>
                    <a:pt x="231626" y="231626"/>
                  </a:lnTo>
                  <a:lnTo>
                    <a:pt x="244494" y="244494"/>
                  </a:lnTo>
                  <a:lnTo>
                    <a:pt x="257362" y="257362"/>
                  </a:lnTo>
                  <a:lnTo>
                    <a:pt x="270230" y="270230"/>
                  </a:lnTo>
                  <a:lnTo>
                    <a:pt x="283098" y="283098"/>
                  </a:lnTo>
                  <a:lnTo>
                    <a:pt x="295967" y="295967"/>
                  </a:lnTo>
                  <a:lnTo>
                    <a:pt x="308835" y="308835"/>
                  </a:lnTo>
                  <a:lnTo>
                    <a:pt x="321703" y="321703"/>
                  </a:lnTo>
                  <a:lnTo>
                    <a:pt x="334571" y="334571"/>
                  </a:lnTo>
                  <a:lnTo>
                    <a:pt x="347439" y="347439"/>
                  </a:lnTo>
                  <a:lnTo>
                    <a:pt x="360307" y="360307"/>
                  </a:lnTo>
                  <a:lnTo>
                    <a:pt x="373175" y="37317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5842603" y="965141"/>
              <a:ext cx="0" cy="527750"/>
            </a:xfrm>
            <a:custGeom>
              <a:avLst/>
              <a:pathLst>
                <a:path w="0" h="527750">
                  <a:moveTo>
                    <a:pt x="0" y="0"/>
                  </a:moveTo>
                  <a:lnTo>
                    <a:pt x="0" y="18198"/>
                  </a:lnTo>
                  <a:lnTo>
                    <a:pt x="0" y="36396"/>
                  </a:lnTo>
                  <a:lnTo>
                    <a:pt x="0" y="54594"/>
                  </a:lnTo>
                  <a:lnTo>
                    <a:pt x="0" y="72793"/>
                  </a:lnTo>
                  <a:lnTo>
                    <a:pt x="0" y="90991"/>
                  </a:lnTo>
                  <a:lnTo>
                    <a:pt x="0" y="109189"/>
                  </a:lnTo>
                  <a:lnTo>
                    <a:pt x="0" y="127388"/>
                  </a:lnTo>
                  <a:lnTo>
                    <a:pt x="0" y="145586"/>
                  </a:lnTo>
                  <a:lnTo>
                    <a:pt x="0" y="163784"/>
                  </a:lnTo>
                  <a:lnTo>
                    <a:pt x="0" y="181982"/>
                  </a:lnTo>
                  <a:lnTo>
                    <a:pt x="0" y="200181"/>
                  </a:lnTo>
                  <a:lnTo>
                    <a:pt x="0" y="218379"/>
                  </a:lnTo>
                  <a:lnTo>
                    <a:pt x="0" y="236577"/>
                  </a:lnTo>
                  <a:lnTo>
                    <a:pt x="0" y="254776"/>
                  </a:lnTo>
                  <a:lnTo>
                    <a:pt x="0" y="272974"/>
                  </a:lnTo>
                  <a:lnTo>
                    <a:pt x="0" y="291172"/>
                  </a:lnTo>
                  <a:lnTo>
                    <a:pt x="0" y="309370"/>
                  </a:lnTo>
                  <a:lnTo>
                    <a:pt x="0" y="327569"/>
                  </a:lnTo>
                  <a:lnTo>
                    <a:pt x="0" y="345767"/>
                  </a:lnTo>
                  <a:lnTo>
                    <a:pt x="0" y="363965"/>
                  </a:lnTo>
                  <a:lnTo>
                    <a:pt x="0" y="382164"/>
                  </a:lnTo>
                  <a:lnTo>
                    <a:pt x="0" y="400362"/>
                  </a:lnTo>
                  <a:lnTo>
                    <a:pt x="0" y="418560"/>
                  </a:lnTo>
                  <a:lnTo>
                    <a:pt x="0" y="436758"/>
                  </a:lnTo>
                  <a:lnTo>
                    <a:pt x="0" y="454957"/>
                  </a:lnTo>
                  <a:lnTo>
                    <a:pt x="0" y="473155"/>
                  </a:lnTo>
                  <a:lnTo>
                    <a:pt x="0" y="491353"/>
                  </a:lnTo>
                  <a:lnTo>
                    <a:pt x="0" y="509552"/>
                  </a:lnTo>
                  <a:lnTo>
                    <a:pt x="0" y="52775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5469428" y="965141"/>
              <a:ext cx="373175" cy="373175"/>
            </a:xfrm>
            <a:custGeom>
              <a:avLst/>
              <a:pathLst>
                <a:path w="373175" h="373175">
                  <a:moveTo>
                    <a:pt x="373175" y="0"/>
                  </a:moveTo>
                  <a:lnTo>
                    <a:pt x="360307" y="12868"/>
                  </a:lnTo>
                  <a:lnTo>
                    <a:pt x="347439" y="25736"/>
                  </a:lnTo>
                  <a:lnTo>
                    <a:pt x="334571" y="38604"/>
                  </a:lnTo>
                  <a:lnTo>
                    <a:pt x="321703" y="51472"/>
                  </a:lnTo>
                  <a:lnTo>
                    <a:pt x="308835" y="64340"/>
                  </a:lnTo>
                  <a:lnTo>
                    <a:pt x="295967" y="77208"/>
                  </a:lnTo>
                  <a:lnTo>
                    <a:pt x="283098" y="90076"/>
                  </a:lnTo>
                  <a:lnTo>
                    <a:pt x="270230" y="102945"/>
                  </a:lnTo>
                  <a:lnTo>
                    <a:pt x="257362" y="115813"/>
                  </a:lnTo>
                  <a:lnTo>
                    <a:pt x="244494" y="128681"/>
                  </a:lnTo>
                  <a:lnTo>
                    <a:pt x="231626" y="141549"/>
                  </a:lnTo>
                  <a:lnTo>
                    <a:pt x="218758" y="154417"/>
                  </a:lnTo>
                  <a:lnTo>
                    <a:pt x="205890" y="167285"/>
                  </a:lnTo>
                  <a:lnTo>
                    <a:pt x="193022" y="180153"/>
                  </a:lnTo>
                  <a:lnTo>
                    <a:pt x="180153" y="193022"/>
                  </a:lnTo>
                  <a:lnTo>
                    <a:pt x="167285" y="205890"/>
                  </a:lnTo>
                  <a:lnTo>
                    <a:pt x="154417" y="218758"/>
                  </a:lnTo>
                  <a:lnTo>
                    <a:pt x="141549" y="231626"/>
                  </a:lnTo>
                  <a:lnTo>
                    <a:pt x="128681" y="244494"/>
                  </a:lnTo>
                  <a:lnTo>
                    <a:pt x="115813" y="257362"/>
                  </a:lnTo>
                  <a:lnTo>
                    <a:pt x="102945" y="270230"/>
                  </a:lnTo>
                  <a:lnTo>
                    <a:pt x="90076" y="283098"/>
                  </a:lnTo>
                  <a:lnTo>
                    <a:pt x="77208" y="295967"/>
                  </a:lnTo>
                  <a:lnTo>
                    <a:pt x="64340" y="308835"/>
                  </a:lnTo>
                  <a:lnTo>
                    <a:pt x="51472" y="321703"/>
                  </a:lnTo>
                  <a:lnTo>
                    <a:pt x="38604" y="334571"/>
                  </a:lnTo>
                  <a:lnTo>
                    <a:pt x="25736" y="347439"/>
                  </a:lnTo>
                  <a:lnTo>
                    <a:pt x="12868" y="360307"/>
                  </a:lnTo>
                  <a:lnTo>
                    <a:pt x="0" y="37317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5314853" y="965141"/>
              <a:ext cx="527750" cy="0"/>
            </a:xfrm>
            <a:custGeom>
              <a:avLst/>
              <a:pathLst>
                <a:path w="527750" h="0">
                  <a:moveTo>
                    <a:pt x="527750" y="0"/>
                  </a:moveTo>
                  <a:lnTo>
                    <a:pt x="509552" y="0"/>
                  </a:lnTo>
                  <a:lnTo>
                    <a:pt x="491353" y="0"/>
                  </a:lnTo>
                  <a:lnTo>
                    <a:pt x="473155" y="0"/>
                  </a:lnTo>
                  <a:lnTo>
                    <a:pt x="454957" y="0"/>
                  </a:lnTo>
                  <a:lnTo>
                    <a:pt x="436758" y="0"/>
                  </a:lnTo>
                  <a:lnTo>
                    <a:pt x="418560" y="0"/>
                  </a:lnTo>
                  <a:lnTo>
                    <a:pt x="400362" y="0"/>
                  </a:lnTo>
                  <a:lnTo>
                    <a:pt x="382164" y="0"/>
                  </a:lnTo>
                  <a:lnTo>
                    <a:pt x="363965" y="0"/>
                  </a:lnTo>
                  <a:lnTo>
                    <a:pt x="345767" y="0"/>
                  </a:lnTo>
                  <a:lnTo>
                    <a:pt x="327569" y="0"/>
                  </a:lnTo>
                  <a:lnTo>
                    <a:pt x="309370" y="0"/>
                  </a:lnTo>
                  <a:lnTo>
                    <a:pt x="291172" y="0"/>
                  </a:lnTo>
                  <a:lnTo>
                    <a:pt x="272974" y="0"/>
                  </a:lnTo>
                  <a:lnTo>
                    <a:pt x="254776" y="0"/>
                  </a:lnTo>
                  <a:lnTo>
                    <a:pt x="236577" y="0"/>
                  </a:lnTo>
                  <a:lnTo>
                    <a:pt x="218379" y="0"/>
                  </a:lnTo>
                  <a:lnTo>
                    <a:pt x="200181" y="0"/>
                  </a:lnTo>
                  <a:lnTo>
                    <a:pt x="181982" y="0"/>
                  </a:lnTo>
                  <a:lnTo>
                    <a:pt x="163784" y="0"/>
                  </a:lnTo>
                  <a:lnTo>
                    <a:pt x="145586" y="0"/>
                  </a:lnTo>
                  <a:lnTo>
                    <a:pt x="127388" y="0"/>
                  </a:lnTo>
                  <a:lnTo>
                    <a:pt x="109189" y="0"/>
                  </a:lnTo>
                  <a:lnTo>
                    <a:pt x="90991" y="0"/>
                  </a:lnTo>
                  <a:lnTo>
                    <a:pt x="72793" y="0"/>
                  </a:lnTo>
                  <a:lnTo>
                    <a:pt x="54594" y="0"/>
                  </a:lnTo>
                  <a:lnTo>
                    <a:pt x="36396" y="0"/>
                  </a:lnTo>
                  <a:lnTo>
                    <a:pt x="18198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5469428" y="591965"/>
              <a:ext cx="373175" cy="373175"/>
            </a:xfrm>
            <a:custGeom>
              <a:avLst/>
              <a:pathLst>
                <a:path w="373175" h="373175">
                  <a:moveTo>
                    <a:pt x="373175" y="373175"/>
                  </a:moveTo>
                  <a:lnTo>
                    <a:pt x="360307" y="360307"/>
                  </a:lnTo>
                  <a:lnTo>
                    <a:pt x="347439" y="347439"/>
                  </a:lnTo>
                  <a:lnTo>
                    <a:pt x="334571" y="334571"/>
                  </a:lnTo>
                  <a:lnTo>
                    <a:pt x="321703" y="321703"/>
                  </a:lnTo>
                  <a:lnTo>
                    <a:pt x="308835" y="308835"/>
                  </a:lnTo>
                  <a:lnTo>
                    <a:pt x="295967" y="295967"/>
                  </a:lnTo>
                  <a:lnTo>
                    <a:pt x="283098" y="283098"/>
                  </a:lnTo>
                  <a:lnTo>
                    <a:pt x="270230" y="270230"/>
                  </a:lnTo>
                  <a:lnTo>
                    <a:pt x="257362" y="257362"/>
                  </a:lnTo>
                  <a:lnTo>
                    <a:pt x="244494" y="244494"/>
                  </a:lnTo>
                  <a:lnTo>
                    <a:pt x="231626" y="231626"/>
                  </a:lnTo>
                  <a:lnTo>
                    <a:pt x="218758" y="218758"/>
                  </a:lnTo>
                  <a:lnTo>
                    <a:pt x="205890" y="205890"/>
                  </a:lnTo>
                  <a:lnTo>
                    <a:pt x="193022" y="193022"/>
                  </a:lnTo>
                  <a:lnTo>
                    <a:pt x="180153" y="180153"/>
                  </a:lnTo>
                  <a:lnTo>
                    <a:pt x="167285" y="167285"/>
                  </a:lnTo>
                  <a:lnTo>
                    <a:pt x="154417" y="154417"/>
                  </a:lnTo>
                  <a:lnTo>
                    <a:pt x="141549" y="141549"/>
                  </a:lnTo>
                  <a:lnTo>
                    <a:pt x="128681" y="128681"/>
                  </a:lnTo>
                  <a:lnTo>
                    <a:pt x="115813" y="115813"/>
                  </a:lnTo>
                  <a:lnTo>
                    <a:pt x="102945" y="102945"/>
                  </a:lnTo>
                  <a:lnTo>
                    <a:pt x="90076" y="90076"/>
                  </a:lnTo>
                  <a:lnTo>
                    <a:pt x="77208" y="77208"/>
                  </a:lnTo>
                  <a:lnTo>
                    <a:pt x="64340" y="64340"/>
                  </a:lnTo>
                  <a:lnTo>
                    <a:pt x="51472" y="51472"/>
                  </a:lnTo>
                  <a:lnTo>
                    <a:pt x="38604" y="38604"/>
                  </a:lnTo>
                  <a:lnTo>
                    <a:pt x="25736" y="25736"/>
                  </a:lnTo>
                  <a:lnTo>
                    <a:pt x="12868" y="12868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tx127"/>
            <p:cNvSpPr/>
            <p:nvPr/>
          </p:nvSpPr>
          <p:spPr>
            <a:xfrm>
              <a:off x="5710618" y="330387"/>
              <a:ext cx="263971" cy="79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6028420" y="504178"/>
              <a:ext cx="468011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6328320" y="924264"/>
              <a:ext cx="216005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6019354" y="1341873"/>
              <a:ext cx="48614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5701552" y="1515769"/>
              <a:ext cx="28210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5170748" y="1341873"/>
              <a:ext cx="504065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133" name="tx133"/>
            <p:cNvSpPr/>
            <p:nvPr/>
          </p:nvSpPr>
          <p:spPr>
            <a:xfrm>
              <a:off x="5125938" y="924264"/>
              <a:ext cx="245891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134" name="tx134"/>
            <p:cNvSpPr/>
            <p:nvPr/>
          </p:nvSpPr>
          <p:spPr>
            <a:xfrm>
              <a:off x="5179814" y="504178"/>
              <a:ext cx="485933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135" name="tx135"/>
            <p:cNvSpPr/>
            <p:nvPr/>
          </p:nvSpPr>
          <p:spPr>
            <a:xfrm>
              <a:off x="4942355" y="669295"/>
              <a:ext cx="177930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136" name="tx136"/>
            <p:cNvSpPr/>
            <p:nvPr/>
          </p:nvSpPr>
          <p:spPr>
            <a:xfrm>
              <a:off x="4892913" y="405420"/>
              <a:ext cx="227372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137" name="rc137"/>
            <p:cNvSpPr/>
            <p:nvPr/>
          </p:nvSpPr>
          <p:spPr>
            <a:xfrm>
              <a:off x="6823205" y="69589"/>
              <a:ext cx="2251205" cy="19790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38" name="rc138"/>
            <p:cNvSpPr/>
            <p:nvPr/>
          </p:nvSpPr>
          <p:spPr>
            <a:xfrm>
              <a:off x="6823205" y="267495"/>
              <a:ext cx="2251205" cy="14817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" name="rc139"/>
            <p:cNvSpPr/>
            <p:nvPr/>
          </p:nvSpPr>
          <p:spPr>
            <a:xfrm>
              <a:off x="7151165" y="69589"/>
              <a:ext cx="1885287" cy="197906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tx140"/>
            <p:cNvSpPr/>
            <p:nvPr/>
          </p:nvSpPr>
          <p:spPr>
            <a:xfrm>
              <a:off x="7616253" y="111393"/>
              <a:ext cx="955112" cy="1104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Anseriformes</a:t>
              </a:r>
            </a:p>
          </p:txBody>
        </p:sp>
        <p:sp>
          <p:nvSpPr>
            <p:cNvPr id="141" name="rc141"/>
            <p:cNvSpPr/>
            <p:nvPr/>
          </p:nvSpPr>
          <p:spPr>
            <a:xfrm>
              <a:off x="7434121" y="305453"/>
              <a:ext cx="1319376" cy="13193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8093809" y="371421"/>
              <a:ext cx="0" cy="593719"/>
            </a:xfrm>
            <a:custGeom>
              <a:avLst/>
              <a:pathLst>
                <a:path w="0" h="593719">
                  <a:moveTo>
                    <a:pt x="0" y="593719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8093809" y="545318"/>
              <a:ext cx="419822" cy="419822"/>
            </a:xfrm>
            <a:custGeom>
              <a:avLst/>
              <a:pathLst>
                <a:path w="419822" h="419822">
                  <a:moveTo>
                    <a:pt x="0" y="419822"/>
                  </a:moveTo>
                  <a:lnTo>
                    <a:pt x="419822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8093809" y="965141"/>
              <a:ext cx="593719" cy="0"/>
            </a:xfrm>
            <a:custGeom>
              <a:avLst/>
              <a:pathLst>
                <a:path w="593719" h="0">
                  <a:moveTo>
                    <a:pt x="0" y="0"/>
                  </a:moveTo>
                  <a:lnTo>
                    <a:pt x="59371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8093809" y="965141"/>
              <a:ext cx="419822" cy="419822"/>
            </a:xfrm>
            <a:custGeom>
              <a:avLst/>
              <a:pathLst>
                <a:path w="419822" h="419822">
                  <a:moveTo>
                    <a:pt x="0" y="0"/>
                  </a:moveTo>
                  <a:lnTo>
                    <a:pt x="419822" y="419822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8093809" y="965141"/>
              <a:ext cx="0" cy="593719"/>
            </a:xfrm>
            <a:custGeom>
              <a:avLst/>
              <a:pathLst>
                <a:path w="0" h="593719">
                  <a:moveTo>
                    <a:pt x="0" y="0"/>
                  </a:moveTo>
                  <a:lnTo>
                    <a:pt x="0" y="593719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7673986" y="965141"/>
              <a:ext cx="419822" cy="419822"/>
            </a:xfrm>
            <a:custGeom>
              <a:avLst/>
              <a:pathLst>
                <a:path w="419822" h="419822">
                  <a:moveTo>
                    <a:pt x="419822" y="0"/>
                  </a:moveTo>
                  <a:lnTo>
                    <a:pt x="0" y="419822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7500090" y="965141"/>
              <a:ext cx="593719" cy="0"/>
            </a:xfrm>
            <a:custGeom>
              <a:avLst/>
              <a:pathLst>
                <a:path w="593719" h="0">
                  <a:moveTo>
                    <a:pt x="593719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7673986" y="545318"/>
              <a:ext cx="419822" cy="419822"/>
            </a:xfrm>
            <a:custGeom>
              <a:avLst/>
              <a:pathLst>
                <a:path w="419822" h="419822">
                  <a:moveTo>
                    <a:pt x="419822" y="419822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7829967" y="701265"/>
              <a:ext cx="527683" cy="527617"/>
            </a:xfrm>
            <a:custGeom>
              <a:avLst/>
              <a:pathLst>
                <a:path w="527683" h="527617">
                  <a:moveTo>
                    <a:pt x="263841" y="0"/>
                  </a:moveTo>
                  <a:lnTo>
                    <a:pt x="280577" y="531"/>
                  </a:lnTo>
                  <a:lnTo>
                    <a:pt x="297246" y="2122"/>
                  </a:lnTo>
                  <a:lnTo>
                    <a:pt x="313780" y="4768"/>
                  </a:lnTo>
                  <a:lnTo>
                    <a:pt x="330113" y="8457"/>
                  </a:lnTo>
                  <a:lnTo>
                    <a:pt x="346179" y="13174"/>
                  </a:lnTo>
                  <a:lnTo>
                    <a:pt x="361914" y="18901"/>
                  </a:lnTo>
                  <a:lnTo>
                    <a:pt x="377254" y="25615"/>
                  </a:lnTo>
                  <a:lnTo>
                    <a:pt x="392137" y="33288"/>
                  </a:lnTo>
                  <a:lnTo>
                    <a:pt x="406503" y="41889"/>
                  </a:lnTo>
                  <a:lnTo>
                    <a:pt x="420295" y="51384"/>
                  </a:lnTo>
                  <a:lnTo>
                    <a:pt x="433457" y="61735"/>
                  </a:lnTo>
                  <a:lnTo>
                    <a:pt x="445936" y="72899"/>
                  </a:lnTo>
                  <a:lnTo>
                    <a:pt x="457682" y="84833"/>
                  </a:lnTo>
                  <a:lnTo>
                    <a:pt x="468647" y="97487"/>
                  </a:lnTo>
                  <a:lnTo>
                    <a:pt x="478788" y="110812"/>
                  </a:lnTo>
                  <a:lnTo>
                    <a:pt x="488063" y="124753"/>
                  </a:lnTo>
                  <a:lnTo>
                    <a:pt x="496435" y="139254"/>
                  </a:lnTo>
                  <a:lnTo>
                    <a:pt x="503871" y="154257"/>
                  </a:lnTo>
                  <a:lnTo>
                    <a:pt x="510340" y="169701"/>
                  </a:lnTo>
                  <a:lnTo>
                    <a:pt x="515817" y="185525"/>
                  </a:lnTo>
                  <a:lnTo>
                    <a:pt x="520278" y="201664"/>
                  </a:lnTo>
                  <a:lnTo>
                    <a:pt x="523708" y="218053"/>
                  </a:lnTo>
                  <a:lnTo>
                    <a:pt x="526091" y="234627"/>
                  </a:lnTo>
                  <a:lnTo>
                    <a:pt x="527418" y="251319"/>
                  </a:lnTo>
                  <a:lnTo>
                    <a:pt x="527683" y="268061"/>
                  </a:lnTo>
                  <a:lnTo>
                    <a:pt x="526887" y="284787"/>
                  </a:lnTo>
                  <a:lnTo>
                    <a:pt x="525031" y="301428"/>
                  </a:lnTo>
                  <a:lnTo>
                    <a:pt x="522123" y="317918"/>
                  </a:lnTo>
                  <a:lnTo>
                    <a:pt x="518176" y="334191"/>
                  </a:lnTo>
                  <a:lnTo>
                    <a:pt x="513204" y="350180"/>
                  </a:lnTo>
                  <a:lnTo>
                    <a:pt x="507228" y="365822"/>
                  </a:lnTo>
                  <a:lnTo>
                    <a:pt x="500272" y="381053"/>
                  </a:lnTo>
                  <a:lnTo>
                    <a:pt x="492364" y="395812"/>
                  </a:lnTo>
                  <a:lnTo>
                    <a:pt x="483536" y="410040"/>
                  </a:lnTo>
                  <a:lnTo>
                    <a:pt x="473823" y="423680"/>
                  </a:lnTo>
                  <a:lnTo>
                    <a:pt x="463265" y="436676"/>
                  </a:lnTo>
                  <a:lnTo>
                    <a:pt x="451904" y="448977"/>
                  </a:lnTo>
                  <a:lnTo>
                    <a:pt x="439785" y="460532"/>
                  </a:lnTo>
                  <a:lnTo>
                    <a:pt x="426958" y="471295"/>
                  </a:lnTo>
                  <a:lnTo>
                    <a:pt x="413475" y="481223"/>
                  </a:lnTo>
                  <a:lnTo>
                    <a:pt x="399388" y="490275"/>
                  </a:lnTo>
                  <a:lnTo>
                    <a:pt x="384756" y="498416"/>
                  </a:lnTo>
                  <a:lnTo>
                    <a:pt x="369637" y="505613"/>
                  </a:lnTo>
                  <a:lnTo>
                    <a:pt x="354092" y="511836"/>
                  </a:lnTo>
                  <a:lnTo>
                    <a:pt x="338184" y="517061"/>
                  </a:lnTo>
                  <a:lnTo>
                    <a:pt x="321976" y="521266"/>
                  </a:lnTo>
                  <a:lnTo>
                    <a:pt x="305534" y="524435"/>
                  </a:lnTo>
                  <a:lnTo>
                    <a:pt x="288924" y="526555"/>
                  </a:lnTo>
                  <a:lnTo>
                    <a:pt x="272214" y="527617"/>
                  </a:lnTo>
                  <a:lnTo>
                    <a:pt x="255469" y="527617"/>
                  </a:lnTo>
                  <a:lnTo>
                    <a:pt x="238759" y="526555"/>
                  </a:lnTo>
                  <a:lnTo>
                    <a:pt x="222149" y="524435"/>
                  </a:lnTo>
                  <a:lnTo>
                    <a:pt x="205707" y="521266"/>
                  </a:lnTo>
                  <a:lnTo>
                    <a:pt x="189499" y="517061"/>
                  </a:lnTo>
                  <a:lnTo>
                    <a:pt x="173591" y="511836"/>
                  </a:lnTo>
                  <a:lnTo>
                    <a:pt x="158046" y="505613"/>
                  </a:lnTo>
                  <a:lnTo>
                    <a:pt x="142927" y="498416"/>
                  </a:lnTo>
                  <a:lnTo>
                    <a:pt x="128295" y="490275"/>
                  </a:lnTo>
                  <a:lnTo>
                    <a:pt x="114208" y="481223"/>
                  </a:lnTo>
                  <a:lnTo>
                    <a:pt x="100725" y="471295"/>
                  </a:lnTo>
                  <a:lnTo>
                    <a:pt x="87898" y="460532"/>
                  </a:lnTo>
                  <a:lnTo>
                    <a:pt x="75779" y="448977"/>
                  </a:lnTo>
                  <a:lnTo>
                    <a:pt x="64418" y="436676"/>
                  </a:lnTo>
                  <a:lnTo>
                    <a:pt x="53860" y="423680"/>
                  </a:lnTo>
                  <a:lnTo>
                    <a:pt x="44147" y="410040"/>
                  </a:lnTo>
                  <a:lnTo>
                    <a:pt x="35319" y="395812"/>
                  </a:lnTo>
                  <a:lnTo>
                    <a:pt x="27411" y="381053"/>
                  </a:lnTo>
                  <a:lnTo>
                    <a:pt x="20455" y="365822"/>
                  </a:lnTo>
                  <a:lnTo>
                    <a:pt x="14479" y="350180"/>
                  </a:lnTo>
                  <a:lnTo>
                    <a:pt x="9507" y="334191"/>
                  </a:lnTo>
                  <a:lnTo>
                    <a:pt x="5560" y="317918"/>
                  </a:lnTo>
                  <a:lnTo>
                    <a:pt x="2652" y="301428"/>
                  </a:lnTo>
                  <a:lnTo>
                    <a:pt x="796" y="284787"/>
                  </a:lnTo>
                  <a:lnTo>
                    <a:pt x="0" y="268061"/>
                  </a:lnTo>
                  <a:lnTo>
                    <a:pt x="265" y="251319"/>
                  </a:lnTo>
                  <a:lnTo>
                    <a:pt x="1592" y="234627"/>
                  </a:lnTo>
                  <a:lnTo>
                    <a:pt x="3975" y="218053"/>
                  </a:lnTo>
                  <a:lnTo>
                    <a:pt x="7405" y="201664"/>
                  </a:lnTo>
                  <a:lnTo>
                    <a:pt x="11866" y="185525"/>
                  </a:lnTo>
                  <a:lnTo>
                    <a:pt x="17343" y="169701"/>
                  </a:lnTo>
                  <a:lnTo>
                    <a:pt x="23812" y="154257"/>
                  </a:lnTo>
                  <a:lnTo>
                    <a:pt x="31248" y="139254"/>
                  </a:lnTo>
                  <a:lnTo>
                    <a:pt x="39620" y="124753"/>
                  </a:lnTo>
                  <a:lnTo>
                    <a:pt x="48895" y="110812"/>
                  </a:lnTo>
                  <a:lnTo>
                    <a:pt x="59036" y="97487"/>
                  </a:lnTo>
                  <a:lnTo>
                    <a:pt x="70001" y="84833"/>
                  </a:lnTo>
                  <a:lnTo>
                    <a:pt x="81747" y="72899"/>
                  </a:lnTo>
                  <a:lnTo>
                    <a:pt x="94226" y="61735"/>
                  </a:lnTo>
                  <a:lnTo>
                    <a:pt x="107388" y="51384"/>
                  </a:lnTo>
                  <a:lnTo>
                    <a:pt x="121180" y="41889"/>
                  </a:lnTo>
                  <a:lnTo>
                    <a:pt x="135546" y="33288"/>
                  </a:lnTo>
                  <a:lnTo>
                    <a:pt x="150429" y="25615"/>
                  </a:lnTo>
                  <a:lnTo>
                    <a:pt x="165769" y="18901"/>
                  </a:lnTo>
                  <a:lnTo>
                    <a:pt x="181504" y="13174"/>
                  </a:lnTo>
                  <a:lnTo>
                    <a:pt x="197570" y="8457"/>
                  </a:lnTo>
                  <a:lnTo>
                    <a:pt x="213903" y="4768"/>
                  </a:lnTo>
                  <a:lnTo>
                    <a:pt x="230437" y="2122"/>
                  </a:lnTo>
                  <a:lnTo>
                    <a:pt x="247105" y="531"/>
                  </a:lnTo>
                  <a:lnTo>
                    <a:pt x="2638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7566125" y="437390"/>
              <a:ext cx="1055367" cy="1055235"/>
            </a:xfrm>
            <a:custGeom>
              <a:avLst/>
              <a:pathLst>
                <a:path w="1055367" h="1055235">
                  <a:moveTo>
                    <a:pt x="527683" y="0"/>
                  </a:moveTo>
                  <a:lnTo>
                    <a:pt x="561155" y="1062"/>
                  </a:lnTo>
                  <a:lnTo>
                    <a:pt x="594493" y="4245"/>
                  </a:lnTo>
                  <a:lnTo>
                    <a:pt x="627561" y="9537"/>
                  </a:lnTo>
                  <a:lnTo>
                    <a:pt x="660227" y="16915"/>
                  </a:lnTo>
                  <a:lnTo>
                    <a:pt x="692359" y="26349"/>
                  </a:lnTo>
                  <a:lnTo>
                    <a:pt x="723828" y="37803"/>
                  </a:lnTo>
                  <a:lnTo>
                    <a:pt x="754508" y="51230"/>
                  </a:lnTo>
                  <a:lnTo>
                    <a:pt x="784274" y="66576"/>
                  </a:lnTo>
                  <a:lnTo>
                    <a:pt x="813007" y="83778"/>
                  </a:lnTo>
                  <a:lnTo>
                    <a:pt x="840591" y="102768"/>
                  </a:lnTo>
                  <a:lnTo>
                    <a:pt x="866915" y="123470"/>
                  </a:lnTo>
                  <a:lnTo>
                    <a:pt x="891873" y="145799"/>
                  </a:lnTo>
                  <a:lnTo>
                    <a:pt x="915365" y="169666"/>
                  </a:lnTo>
                  <a:lnTo>
                    <a:pt x="937295" y="194975"/>
                  </a:lnTo>
                  <a:lnTo>
                    <a:pt x="957576" y="221625"/>
                  </a:lnTo>
                  <a:lnTo>
                    <a:pt x="976126" y="249506"/>
                  </a:lnTo>
                  <a:lnTo>
                    <a:pt x="992871" y="278509"/>
                  </a:lnTo>
                  <a:lnTo>
                    <a:pt x="1007742" y="308514"/>
                  </a:lnTo>
                  <a:lnTo>
                    <a:pt x="1020680" y="339403"/>
                  </a:lnTo>
                  <a:lnTo>
                    <a:pt x="1031634" y="371050"/>
                  </a:lnTo>
                  <a:lnTo>
                    <a:pt x="1040557" y="403328"/>
                  </a:lnTo>
                  <a:lnTo>
                    <a:pt x="1047416" y="436107"/>
                  </a:lnTo>
                  <a:lnTo>
                    <a:pt x="1052182" y="469255"/>
                  </a:lnTo>
                  <a:lnTo>
                    <a:pt x="1054836" y="502639"/>
                  </a:lnTo>
                  <a:lnTo>
                    <a:pt x="1055367" y="536123"/>
                  </a:lnTo>
                  <a:lnTo>
                    <a:pt x="1053774" y="569574"/>
                  </a:lnTo>
                  <a:lnTo>
                    <a:pt x="1050062" y="602857"/>
                  </a:lnTo>
                  <a:lnTo>
                    <a:pt x="1044247" y="635837"/>
                  </a:lnTo>
                  <a:lnTo>
                    <a:pt x="1036352" y="668382"/>
                  </a:lnTo>
                  <a:lnTo>
                    <a:pt x="1026408" y="700360"/>
                  </a:lnTo>
                  <a:lnTo>
                    <a:pt x="1014456" y="731644"/>
                  </a:lnTo>
                  <a:lnTo>
                    <a:pt x="1000545" y="762106"/>
                  </a:lnTo>
                  <a:lnTo>
                    <a:pt x="984729" y="791625"/>
                  </a:lnTo>
                  <a:lnTo>
                    <a:pt x="967073" y="820081"/>
                  </a:lnTo>
                  <a:lnTo>
                    <a:pt x="947647" y="847361"/>
                  </a:lnTo>
                  <a:lnTo>
                    <a:pt x="926531" y="873353"/>
                  </a:lnTo>
                  <a:lnTo>
                    <a:pt x="903808" y="897954"/>
                  </a:lnTo>
                  <a:lnTo>
                    <a:pt x="879571" y="921064"/>
                  </a:lnTo>
                  <a:lnTo>
                    <a:pt x="853917" y="942590"/>
                  </a:lnTo>
                  <a:lnTo>
                    <a:pt x="826950" y="962446"/>
                  </a:lnTo>
                  <a:lnTo>
                    <a:pt x="798777" y="980551"/>
                  </a:lnTo>
                  <a:lnTo>
                    <a:pt x="769513" y="996833"/>
                  </a:lnTo>
                  <a:lnTo>
                    <a:pt x="739275" y="1011227"/>
                  </a:lnTo>
                  <a:lnTo>
                    <a:pt x="708185" y="1023673"/>
                  </a:lnTo>
                  <a:lnTo>
                    <a:pt x="676368" y="1034123"/>
                  </a:lnTo>
                  <a:lnTo>
                    <a:pt x="643952" y="1042533"/>
                  </a:lnTo>
                  <a:lnTo>
                    <a:pt x="611069" y="1048871"/>
                  </a:lnTo>
                  <a:lnTo>
                    <a:pt x="577849" y="1053111"/>
                  </a:lnTo>
                  <a:lnTo>
                    <a:pt x="544428" y="1055235"/>
                  </a:lnTo>
                  <a:lnTo>
                    <a:pt x="510939" y="1055235"/>
                  </a:lnTo>
                  <a:lnTo>
                    <a:pt x="477518" y="1053111"/>
                  </a:lnTo>
                  <a:lnTo>
                    <a:pt x="444298" y="1048871"/>
                  </a:lnTo>
                  <a:lnTo>
                    <a:pt x="411415" y="1042533"/>
                  </a:lnTo>
                  <a:lnTo>
                    <a:pt x="378999" y="1034123"/>
                  </a:lnTo>
                  <a:lnTo>
                    <a:pt x="347182" y="1023673"/>
                  </a:lnTo>
                  <a:lnTo>
                    <a:pt x="316092" y="1011227"/>
                  </a:lnTo>
                  <a:lnTo>
                    <a:pt x="285854" y="996833"/>
                  </a:lnTo>
                  <a:lnTo>
                    <a:pt x="256590" y="980551"/>
                  </a:lnTo>
                  <a:lnTo>
                    <a:pt x="228417" y="962446"/>
                  </a:lnTo>
                  <a:lnTo>
                    <a:pt x="201450" y="942590"/>
                  </a:lnTo>
                  <a:lnTo>
                    <a:pt x="175796" y="921064"/>
                  </a:lnTo>
                  <a:lnTo>
                    <a:pt x="151559" y="897954"/>
                  </a:lnTo>
                  <a:lnTo>
                    <a:pt x="128836" y="873353"/>
                  </a:lnTo>
                  <a:lnTo>
                    <a:pt x="107720" y="847361"/>
                  </a:lnTo>
                  <a:lnTo>
                    <a:pt x="88294" y="820081"/>
                  </a:lnTo>
                  <a:lnTo>
                    <a:pt x="70638" y="791625"/>
                  </a:lnTo>
                  <a:lnTo>
                    <a:pt x="54822" y="762106"/>
                  </a:lnTo>
                  <a:lnTo>
                    <a:pt x="40911" y="731644"/>
                  </a:lnTo>
                  <a:lnTo>
                    <a:pt x="28959" y="700360"/>
                  </a:lnTo>
                  <a:lnTo>
                    <a:pt x="19015" y="668382"/>
                  </a:lnTo>
                  <a:lnTo>
                    <a:pt x="11120" y="635837"/>
                  </a:lnTo>
                  <a:lnTo>
                    <a:pt x="5305" y="602857"/>
                  </a:lnTo>
                  <a:lnTo>
                    <a:pt x="1593" y="569574"/>
                  </a:lnTo>
                  <a:lnTo>
                    <a:pt x="0" y="536123"/>
                  </a:lnTo>
                  <a:lnTo>
                    <a:pt x="531" y="502639"/>
                  </a:lnTo>
                  <a:lnTo>
                    <a:pt x="3185" y="469255"/>
                  </a:lnTo>
                  <a:lnTo>
                    <a:pt x="7951" y="436107"/>
                  </a:lnTo>
                  <a:lnTo>
                    <a:pt x="14810" y="403328"/>
                  </a:lnTo>
                  <a:lnTo>
                    <a:pt x="23733" y="371050"/>
                  </a:lnTo>
                  <a:lnTo>
                    <a:pt x="34687" y="339403"/>
                  </a:lnTo>
                  <a:lnTo>
                    <a:pt x="47625" y="308514"/>
                  </a:lnTo>
                  <a:lnTo>
                    <a:pt x="62496" y="278509"/>
                  </a:lnTo>
                  <a:lnTo>
                    <a:pt x="79241" y="249506"/>
                  </a:lnTo>
                  <a:lnTo>
                    <a:pt x="97791" y="221625"/>
                  </a:lnTo>
                  <a:lnTo>
                    <a:pt x="118072" y="194975"/>
                  </a:lnTo>
                  <a:lnTo>
                    <a:pt x="140002" y="169666"/>
                  </a:lnTo>
                  <a:lnTo>
                    <a:pt x="163494" y="145799"/>
                  </a:lnTo>
                  <a:lnTo>
                    <a:pt x="188452" y="123470"/>
                  </a:lnTo>
                  <a:lnTo>
                    <a:pt x="214776" y="102768"/>
                  </a:lnTo>
                  <a:lnTo>
                    <a:pt x="242360" y="83778"/>
                  </a:lnTo>
                  <a:lnTo>
                    <a:pt x="271093" y="66576"/>
                  </a:lnTo>
                  <a:lnTo>
                    <a:pt x="300859" y="51230"/>
                  </a:lnTo>
                  <a:lnTo>
                    <a:pt x="331538" y="37803"/>
                  </a:lnTo>
                  <a:lnTo>
                    <a:pt x="363008" y="26349"/>
                  </a:lnTo>
                  <a:lnTo>
                    <a:pt x="395140" y="16915"/>
                  </a:lnTo>
                  <a:lnTo>
                    <a:pt x="427806" y="9537"/>
                  </a:lnTo>
                  <a:lnTo>
                    <a:pt x="460874" y="4245"/>
                  </a:lnTo>
                  <a:lnTo>
                    <a:pt x="494211" y="1062"/>
                  </a:lnTo>
                  <a:lnTo>
                    <a:pt x="527683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7500164" y="371421"/>
              <a:ext cx="1187288" cy="1187139"/>
            </a:xfrm>
            <a:custGeom>
              <a:avLst/>
              <a:pathLst>
                <a:path w="1187288" h="1187139">
                  <a:moveTo>
                    <a:pt x="593644" y="0"/>
                  </a:moveTo>
                  <a:lnTo>
                    <a:pt x="631300" y="1195"/>
                  </a:lnTo>
                  <a:lnTo>
                    <a:pt x="668804" y="4776"/>
                  </a:lnTo>
                  <a:lnTo>
                    <a:pt x="706006" y="10729"/>
                  </a:lnTo>
                  <a:lnTo>
                    <a:pt x="742755" y="19029"/>
                  </a:lnTo>
                  <a:lnTo>
                    <a:pt x="778904" y="29643"/>
                  </a:lnTo>
                  <a:lnTo>
                    <a:pt x="814307" y="42529"/>
                  </a:lnTo>
                  <a:lnTo>
                    <a:pt x="848821" y="57634"/>
                  </a:lnTo>
                  <a:lnTo>
                    <a:pt x="882308" y="74898"/>
                  </a:lnTo>
                  <a:lnTo>
                    <a:pt x="914633" y="94250"/>
                  </a:lnTo>
                  <a:lnTo>
                    <a:pt x="945665" y="115614"/>
                  </a:lnTo>
                  <a:lnTo>
                    <a:pt x="975279" y="138903"/>
                  </a:lnTo>
                  <a:lnTo>
                    <a:pt x="1003357" y="164024"/>
                  </a:lnTo>
                  <a:lnTo>
                    <a:pt x="1029785" y="190875"/>
                  </a:lnTo>
                  <a:lnTo>
                    <a:pt x="1054457" y="219347"/>
                  </a:lnTo>
                  <a:lnTo>
                    <a:pt x="1077273" y="249328"/>
                  </a:lnTo>
                  <a:lnTo>
                    <a:pt x="1098142" y="280695"/>
                  </a:lnTo>
                  <a:lnTo>
                    <a:pt x="1116980" y="313322"/>
                  </a:lnTo>
                  <a:lnTo>
                    <a:pt x="1133710" y="347079"/>
                  </a:lnTo>
                  <a:lnTo>
                    <a:pt x="1148265" y="381829"/>
                  </a:lnTo>
                  <a:lnTo>
                    <a:pt x="1160588" y="417431"/>
                  </a:lnTo>
                  <a:lnTo>
                    <a:pt x="1170627" y="453744"/>
                  </a:lnTo>
                  <a:lnTo>
                    <a:pt x="1178343" y="490620"/>
                  </a:lnTo>
                  <a:lnTo>
                    <a:pt x="1183705" y="527912"/>
                  </a:lnTo>
                  <a:lnTo>
                    <a:pt x="1186691" y="565468"/>
                  </a:lnTo>
                  <a:lnTo>
                    <a:pt x="1187288" y="603139"/>
                  </a:lnTo>
                  <a:lnTo>
                    <a:pt x="1185496" y="640771"/>
                  </a:lnTo>
                  <a:lnTo>
                    <a:pt x="1181320" y="678214"/>
                  </a:lnTo>
                  <a:lnTo>
                    <a:pt x="1174778" y="715316"/>
                  </a:lnTo>
                  <a:lnTo>
                    <a:pt x="1165896" y="751929"/>
                  </a:lnTo>
                  <a:lnTo>
                    <a:pt x="1154709" y="787905"/>
                  </a:lnTo>
                  <a:lnTo>
                    <a:pt x="1141263" y="823099"/>
                  </a:lnTo>
                  <a:lnTo>
                    <a:pt x="1125613" y="857370"/>
                  </a:lnTo>
                  <a:lnTo>
                    <a:pt x="1107820" y="890578"/>
                  </a:lnTo>
                  <a:lnTo>
                    <a:pt x="1087957" y="922592"/>
                  </a:lnTo>
                  <a:lnTo>
                    <a:pt x="1066103" y="953281"/>
                  </a:lnTo>
                  <a:lnTo>
                    <a:pt x="1042347" y="982522"/>
                  </a:lnTo>
                  <a:lnTo>
                    <a:pt x="1016784" y="1010198"/>
                  </a:lnTo>
                  <a:lnTo>
                    <a:pt x="989518" y="1036197"/>
                  </a:lnTo>
                  <a:lnTo>
                    <a:pt x="960657" y="1060414"/>
                  </a:lnTo>
                  <a:lnTo>
                    <a:pt x="930318" y="1082751"/>
                  </a:lnTo>
                  <a:lnTo>
                    <a:pt x="898624" y="1103120"/>
                  </a:lnTo>
                  <a:lnTo>
                    <a:pt x="865702" y="1121437"/>
                  </a:lnTo>
                  <a:lnTo>
                    <a:pt x="831684" y="1137630"/>
                  </a:lnTo>
                  <a:lnTo>
                    <a:pt x="796708" y="1151632"/>
                  </a:lnTo>
                  <a:lnTo>
                    <a:pt x="760914" y="1163388"/>
                  </a:lnTo>
                  <a:lnTo>
                    <a:pt x="724447" y="1172850"/>
                  </a:lnTo>
                  <a:lnTo>
                    <a:pt x="687452" y="1179980"/>
                  </a:lnTo>
                  <a:lnTo>
                    <a:pt x="650081" y="1184750"/>
                  </a:lnTo>
                  <a:lnTo>
                    <a:pt x="612481" y="1187139"/>
                  </a:lnTo>
                  <a:lnTo>
                    <a:pt x="574806" y="1187139"/>
                  </a:lnTo>
                  <a:lnTo>
                    <a:pt x="537207" y="1184750"/>
                  </a:lnTo>
                  <a:lnTo>
                    <a:pt x="499836" y="1179980"/>
                  </a:lnTo>
                  <a:lnTo>
                    <a:pt x="462841" y="1172850"/>
                  </a:lnTo>
                  <a:lnTo>
                    <a:pt x="426374" y="1163388"/>
                  </a:lnTo>
                  <a:lnTo>
                    <a:pt x="390580" y="1151632"/>
                  </a:lnTo>
                  <a:lnTo>
                    <a:pt x="355604" y="1137630"/>
                  </a:lnTo>
                  <a:lnTo>
                    <a:pt x="321586" y="1121437"/>
                  </a:lnTo>
                  <a:lnTo>
                    <a:pt x="288664" y="1103120"/>
                  </a:lnTo>
                  <a:lnTo>
                    <a:pt x="256970" y="1082751"/>
                  </a:lnTo>
                  <a:lnTo>
                    <a:pt x="226631" y="1060414"/>
                  </a:lnTo>
                  <a:lnTo>
                    <a:pt x="197770" y="1036197"/>
                  </a:lnTo>
                  <a:lnTo>
                    <a:pt x="170504" y="1010198"/>
                  </a:lnTo>
                  <a:lnTo>
                    <a:pt x="144941" y="982522"/>
                  </a:lnTo>
                  <a:lnTo>
                    <a:pt x="121185" y="953281"/>
                  </a:lnTo>
                  <a:lnTo>
                    <a:pt x="99331" y="922592"/>
                  </a:lnTo>
                  <a:lnTo>
                    <a:pt x="79468" y="890578"/>
                  </a:lnTo>
                  <a:lnTo>
                    <a:pt x="61675" y="857370"/>
                  </a:lnTo>
                  <a:lnTo>
                    <a:pt x="46025" y="823099"/>
                  </a:lnTo>
                  <a:lnTo>
                    <a:pt x="32579" y="787905"/>
                  </a:lnTo>
                  <a:lnTo>
                    <a:pt x="21392" y="751929"/>
                  </a:lnTo>
                  <a:lnTo>
                    <a:pt x="12510" y="715316"/>
                  </a:lnTo>
                  <a:lnTo>
                    <a:pt x="5968" y="678214"/>
                  </a:lnTo>
                  <a:lnTo>
                    <a:pt x="1792" y="640771"/>
                  </a:lnTo>
                  <a:lnTo>
                    <a:pt x="0" y="603139"/>
                  </a:lnTo>
                  <a:lnTo>
                    <a:pt x="597" y="565468"/>
                  </a:lnTo>
                  <a:lnTo>
                    <a:pt x="3583" y="527912"/>
                  </a:lnTo>
                  <a:lnTo>
                    <a:pt x="8945" y="490620"/>
                  </a:lnTo>
                  <a:lnTo>
                    <a:pt x="16661" y="453744"/>
                  </a:lnTo>
                  <a:lnTo>
                    <a:pt x="26700" y="417431"/>
                  </a:lnTo>
                  <a:lnTo>
                    <a:pt x="39022" y="381829"/>
                  </a:lnTo>
                  <a:lnTo>
                    <a:pt x="53578" y="347079"/>
                  </a:lnTo>
                  <a:lnTo>
                    <a:pt x="70308" y="313322"/>
                  </a:lnTo>
                  <a:lnTo>
                    <a:pt x="89146" y="280695"/>
                  </a:lnTo>
                  <a:lnTo>
                    <a:pt x="110015" y="249328"/>
                  </a:lnTo>
                  <a:lnTo>
                    <a:pt x="132831" y="219347"/>
                  </a:lnTo>
                  <a:lnTo>
                    <a:pt x="157503" y="190875"/>
                  </a:lnTo>
                  <a:lnTo>
                    <a:pt x="183931" y="164024"/>
                  </a:lnTo>
                  <a:lnTo>
                    <a:pt x="212009" y="138903"/>
                  </a:lnTo>
                  <a:lnTo>
                    <a:pt x="241623" y="115614"/>
                  </a:lnTo>
                  <a:lnTo>
                    <a:pt x="272655" y="94250"/>
                  </a:lnTo>
                  <a:lnTo>
                    <a:pt x="304980" y="74898"/>
                  </a:lnTo>
                  <a:lnTo>
                    <a:pt x="338466" y="57634"/>
                  </a:lnTo>
                  <a:lnTo>
                    <a:pt x="372981" y="42529"/>
                  </a:lnTo>
                  <a:lnTo>
                    <a:pt x="408384" y="29643"/>
                  </a:lnTo>
                  <a:lnTo>
                    <a:pt x="444533" y="19029"/>
                  </a:lnTo>
                  <a:lnTo>
                    <a:pt x="481282" y="10729"/>
                  </a:lnTo>
                  <a:lnTo>
                    <a:pt x="518484" y="4776"/>
                  </a:lnTo>
                  <a:lnTo>
                    <a:pt x="555988" y="1195"/>
                  </a:lnTo>
                  <a:lnTo>
                    <a:pt x="59364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7959100" y="764931"/>
              <a:ext cx="662458" cy="530979"/>
            </a:xfrm>
            <a:custGeom>
              <a:avLst/>
              <a:pathLst>
                <a:path w="662458" h="530979">
                  <a:moveTo>
                    <a:pt x="662458" y="200209"/>
                  </a:moveTo>
                  <a:lnTo>
                    <a:pt x="648750" y="178373"/>
                  </a:lnTo>
                  <a:lnTo>
                    <a:pt x="634163" y="157699"/>
                  </a:lnTo>
                  <a:lnTo>
                    <a:pt x="618772" y="138222"/>
                  </a:lnTo>
                  <a:lnTo>
                    <a:pt x="602650" y="119972"/>
                  </a:lnTo>
                  <a:lnTo>
                    <a:pt x="585876" y="102975"/>
                  </a:lnTo>
                  <a:lnTo>
                    <a:pt x="568525" y="87252"/>
                  </a:lnTo>
                  <a:lnTo>
                    <a:pt x="550676" y="72820"/>
                  </a:lnTo>
                  <a:lnTo>
                    <a:pt x="532407" y="59693"/>
                  </a:lnTo>
                  <a:lnTo>
                    <a:pt x="513795" y="47879"/>
                  </a:lnTo>
                  <a:lnTo>
                    <a:pt x="494920" y="37383"/>
                  </a:lnTo>
                  <a:lnTo>
                    <a:pt x="475858" y="28205"/>
                  </a:lnTo>
                  <a:lnTo>
                    <a:pt x="456688" y="20340"/>
                  </a:lnTo>
                  <a:lnTo>
                    <a:pt x="437486" y="13782"/>
                  </a:lnTo>
                  <a:lnTo>
                    <a:pt x="418327" y="8516"/>
                  </a:lnTo>
                  <a:lnTo>
                    <a:pt x="399287" y="4527"/>
                  </a:lnTo>
                  <a:lnTo>
                    <a:pt x="380439" y="1795"/>
                  </a:lnTo>
                  <a:lnTo>
                    <a:pt x="361854" y="295"/>
                  </a:lnTo>
                  <a:lnTo>
                    <a:pt x="343603" y="0"/>
                  </a:lnTo>
                  <a:lnTo>
                    <a:pt x="325753" y="876"/>
                  </a:lnTo>
                  <a:lnTo>
                    <a:pt x="308371" y="2890"/>
                  </a:lnTo>
                  <a:lnTo>
                    <a:pt x="291519" y="6002"/>
                  </a:lnTo>
                  <a:lnTo>
                    <a:pt x="275260" y="10171"/>
                  </a:lnTo>
                  <a:lnTo>
                    <a:pt x="259651" y="15350"/>
                  </a:lnTo>
                  <a:lnTo>
                    <a:pt x="244748" y="21492"/>
                  </a:lnTo>
                  <a:lnTo>
                    <a:pt x="230605" y="28546"/>
                  </a:lnTo>
                  <a:lnTo>
                    <a:pt x="217270" y="36457"/>
                  </a:lnTo>
                  <a:lnTo>
                    <a:pt x="204790" y="45170"/>
                  </a:lnTo>
                  <a:lnTo>
                    <a:pt x="193209" y="54624"/>
                  </a:lnTo>
                  <a:lnTo>
                    <a:pt x="182565" y="64761"/>
                  </a:lnTo>
                  <a:lnTo>
                    <a:pt x="172895" y="75516"/>
                  </a:lnTo>
                  <a:lnTo>
                    <a:pt x="164231" y="86825"/>
                  </a:lnTo>
                  <a:lnTo>
                    <a:pt x="156602" y="98622"/>
                  </a:lnTo>
                  <a:lnTo>
                    <a:pt x="150032" y="110838"/>
                  </a:lnTo>
                  <a:lnTo>
                    <a:pt x="144543" y="123406"/>
                  </a:lnTo>
                  <a:lnTo>
                    <a:pt x="140151" y="136254"/>
                  </a:lnTo>
                  <a:lnTo>
                    <a:pt x="136870" y="149314"/>
                  </a:lnTo>
                  <a:lnTo>
                    <a:pt x="134708" y="162513"/>
                  </a:lnTo>
                  <a:lnTo>
                    <a:pt x="141784" y="155530"/>
                  </a:lnTo>
                  <a:lnTo>
                    <a:pt x="151016" y="150017"/>
                  </a:lnTo>
                  <a:lnTo>
                    <a:pt x="162090" y="146469"/>
                  </a:lnTo>
                  <a:lnTo>
                    <a:pt x="174591" y="145314"/>
                  </a:lnTo>
                  <a:lnTo>
                    <a:pt x="188019" y="146898"/>
                  </a:lnTo>
                  <a:lnTo>
                    <a:pt x="196373" y="164607"/>
                  </a:lnTo>
                  <a:lnTo>
                    <a:pt x="199440" y="182864"/>
                  </a:lnTo>
                  <a:lnTo>
                    <a:pt x="197535" y="200209"/>
                  </a:lnTo>
                  <a:lnTo>
                    <a:pt x="191349" y="215386"/>
                  </a:lnTo>
                  <a:lnTo>
                    <a:pt x="181863" y="227434"/>
                  </a:lnTo>
                  <a:lnTo>
                    <a:pt x="170249" y="235750"/>
                  </a:lnTo>
                  <a:lnTo>
                    <a:pt x="157745" y="240110"/>
                  </a:lnTo>
                  <a:lnTo>
                    <a:pt x="145549" y="240667"/>
                  </a:lnTo>
                  <a:lnTo>
                    <a:pt x="134708" y="237906"/>
                  </a:lnTo>
                  <a:lnTo>
                    <a:pt x="126036" y="232575"/>
                  </a:lnTo>
                  <a:lnTo>
                    <a:pt x="120048" y="225600"/>
                  </a:lnTo>
                  <a:lnTo>
                    <a:pt x="116938" y="217979"/>
                  </a:lnTo>
                  <a:lnTo>
                    <a:pt x="116571" y="210680"/>
                  </a:lnTo>
                  <a:lnTo>
                    <a:pt x="118525" y="204545"/>
                  </a:lnTo>
                  <a:lnTo>
                    <a:pt x="122143" y="200209"/>
                  </a:lnTo>
                  <a:lnTo>
                    <a:pt x="126616" y="198041"/>
                  </a:lnTo>
                  <a:lnTo>
                    <a:pt x="131081" y="198115"/>
                  </a:lnTo>
                  <a:lnTo>
                    <a:pt x="134708" y="200209"/>
                  </a:lnTo>
                  <a:lnTo>
                    <a:pt x="128037" y="194833"/>
                  </a:lnTo>
                  <a:lnTo>
                    <a:pt x="120293" y="190945"/>
                  </a:lnTo>
                  <a:lnTo>
                    <a:pt x="111725" y="188704"/>
                  </a:lnTo>
                  <a:lnTo>
                    <a:pt x="102599" y="188233"/>
                  </a:lnTo>
                  <a:lnTo>
                    <a:pt x="93202" y="189615"/>
                  </a:lnTo>
                  <a:lnTo>
                    <a:pt x="83827" y="192894"/>
                  </a:lnTo>
                  <a:lnTo>
                    <a:pt x="74775" y="198069"/>
                  </a:lnTo>
                  <a:lnTo>
                    <a:pt x="66344" y="205099"/>
                  </a:lnTo>
                  <a:lnTo>
                    <a:pt x="58827" y="213900"/>
                  </a:lnTo>
                  <a:lnTo>
                    <a:pt x="52505" y="224346"/>
                  </a:lnTo>
                  <a:lnTo>
                    <a:pt x="47641" y="236274"/>
                  </a:lnTo>
                  <a:lnTo>
                    <a:pt x="44475" y="249480"/>
                  </a:lnTo>
                  <a:lnTo>
                    <a:pt x="43222" y="263729"/>
                  </a:lnTo>
                  <a:lnTo>
                    <a:pt x="44061" y="278755"/>
                  </a:lnTo>
                  <a:lnTo>
                    <a:pt x="47139" y="294265"/>
                  </a:lnTo>
                  <a:lnTo>
                    <a:pt x="52560" y="309946"/>
                  </a:lnTo>
                  <a:lnTo>
                    <a:pt x="60390" y="325466"/>
                  </a:lnTo>
                  <a:lnTo>
                    <a:pt x="70646" y="340486"/>
                  </a:lnTo>
                  <a:lnTo>
                    <a:pt x="83302" y="354659"/>
                  </a:lnTo>
                  <a:lnTo>
                    <a:pt x="98285" y="367641"/>
                  </a:lnTo>
                  <a:lnTo>
                    <a:pt x="115476" y="379093"/>
                  </a:lnTo>
                  <a:lnTo>
                    <a:pt x="134708" y="388691"/>
                  </a:lnTo>
                  <a:lnTo>
                    <a:pt x="145099" y="398472"/>
                  </a:lnTo>
                  <a:lnTo>
                    <a:pt x="156511" y="407653"/>
                  </a:lnTo>
                  <a:lnTo>
                    <a:pt x="168911" y="416157"/>
                  </a:lnTo>
                  <a:lnTo>
                    <a:pt x="182256" y="423903"/>
                  </a:lnTo>
                  <a:lnTo>
                    <a:pt x="196500" y="430818"/>
                  </a:lnTo>
                  <a:lnTo>
                    <a:pt x="211590" y="436829"/>
                  </a:lnTo>
                  <a:lnTo>
                    <a:pt x="227471" y="441865"/>
                  </a:lnTo>
                  <a:lnTo>
                    <a:pt x="244080" y="445863"/>
                  </a:lnTo>
                  <a:lnTo>
                    <a:pt x="261350" y="448759"/>
                  </a:lnTo>
                  <a:lnTo>
                    <a:pt x="279211" y="450496"/>
                  </a:lnTo>
                  <a:lnTo>
                    <a:pt x="297587" y="451021"/>
                  </a:lnTo>
                  <a:lnTo>
                    <a:pt x="316399" y="450285"/>
                  </a:lnTo>
                  <a:lnTo>
                    <a:pt x="335564" y="448246"/>
                  </a:lnTo>
                  <a:lnTo>
                    <a:pt x="354996" y="444864"/>
                  </a:lnTo>
                  <a:lnTo>
                    <a:pt x="374607" y="440108"/>
                  </a:lnTo>
                  <a:lnTo>
                    <a:pt x="353916" y="447643"/>
                  </a:lnTo>
                  <a:lnTo>
                    <a:pt x="333211" y="453580"/>
                  </a:lnTo>
                  <a:lnTo>
                    <a:pt x="312609" y="457943"/>
                  </a:lnTo>
                  <a:lnTo>
                    <a:pt x="292223" y="460770"/>
                  </a:lnTo>
                  <a:lnTo>
                    <a:pt x="272160" y="462102"/>
                  </a:lnTo>
                  <a:lnTo>
                    <a:pt x="252526" y="461991"/>
                  </a:lnTo>
                  <a:lnTo>
                    <a:pt x="233421" y="460493"/>
                  </a:lnTo>
                  <a:lnTo>
                    <a:pt x="214937" y="457673"/>
                  </a:lnTo>
                  <a:lnTo>
                    <a:pt x="197164" y="453601"/>
                  </a:lnTo>
                  <a:lnTo>
                    <a:pt x="180182" y="448353"/>
                  </a:lnTo>
                  <a:lnTo>
                    <a:pt x="164068" y="442010"/>
                  </a:lnTo>
                  <a:lnTo>
                    <a:pt x="148890" y="434658"/>
                  </a:lnTo>
                  <a:lnTo>
                    <a:pt x="134708" y="426388"/>
                  </a:lnTo>
                  <a:lnTo>
                    <a:pt x="121577" y="417292"/>
                  </a:lnTo>
                  <a:lnTo>
                    <a:pt x="109542" y="407467"/>
                  </a:lnTo>
                  <a:lnTo>
                    <a:pt x="98642" y="397013"/>
                  </a:lnTo>
                  <a:lnTo>
                    <a:pt x="88907" y="386030"/>
                  </a:lnTo>
                  <a:lnTo>
                    <a:pt x="80359" y="374620"/>
                  </a:lnTo>
                  <a:lnTo>
                    <a:pt x="73013" y="362887"/>
                  </a:lnTo>
                  <a:lnTo>
                    <a:pt x="66873" y="350932"/>
                  </a:lnTo>
                  <a:lnTo>
                    <a:pt x="61939" y="338858"/>
                  </a:lnTo>
                  <a:lnTo>
                    <a:pt x="58201" y="326767"/>
                  </a:lnTo>
                  <a:lnTo>
                    <a:pt x="55641" y="314758"/>
                  </a:lnTo>
                  <a:lnTo>
                    <a:pt x="54234" y="302927"/>
                  </a:lnTo>
                  <a:lnTo>
                    <a:pt x="53947" y="291369"/>
                  </a:lnTo>
                  <a:lnTo>
                    <a:pt x="54742" y="280175"/>
                  </a:lnTo>
                  <a:lnTo>
                    <a:pt x="49973" y="265229"/>
                  </a:lnTo>
                  <a:lnTo>
                    <a:pt x="47652" y="250471"/>
                  </a:lnTo>
                  <a:lnTo>
                    <a:pt x="47641" y="236274"/>
                  </a:lnTo>
                  <a:lnTo>
                    <a:pt x="49747" y="222974"/>
                  </a:lnTo>
                  <a:lnTo>
                    <a:pt x="53731" y="210870"/>
                  </a:lnTo>
                  <a:lnTo>
                    <a:pt x="59315" y="200209"/>
                  </a:lnTo>
                  <a:lnTo>
                    <a:pt x="52125" y="204397"/>
                  </a:lnTo>
                  <a:lnTo>
                    <a:pt x="45185" y="209313"/>
                  </a:lnTo>
                  <a:lnTo>
                    <a:pt x="38549" y="214940"/>
                  </a:lnTo>
                  <a:lnTo>
                    <a:pt x="32271" y="221260"/>
                  </a:lnTo>
                  <a:lnTo>
                    <a:pt x="26406" y="228250"/>
                  </a:lnTo>
                  <a:lnTo>
                    <a:pt x="21004" y="235884"/>
                  </a:lnTo>
                  <a:lnTo>
                    <a:pt x="16115" y="244131"/>
                  </a:lnTo>
                  <a:lnTo>
                    <a:pt x="11787" y="252959"/>
                  </a:lnTo>
                  <a:lnTo>
                    <a:pt x="8066" y="262330"/>
                  </a:lnTo>
                  <a:lnTo>
                    <a:pt x="4995" y="272205"/>
                  </a:lnTo>
                  <a:lnTo>
                    <a:pt x="2617" y="282542"/>
                  </a:lnTo>
                  <a:lnTo>
                    <a:pt x="968" y="293295"/>
                  </a:lnTo>
                  <a:lnTo>
                    <a:pt x="85" y="304415"/>
                  </a:lnTo>
                  <a:lnTo>
                    <a:pt x="0" y="315853"/>
                  </a:lnTo>
                  <a:lnTo>
                    <a:pt x="741" y="327554"/>
                  </a:lnTo>
                  <a:lnTo>
                    <a:pt x="2337" y="339464"/>
                  </a:lnTo>
                  <a:lnTo>
                    <a:pt x="4807" y="351526"/>
                  </a:lnTo>
                  <a:lnTo>
                    <a:pt x="8172" y="363680"/>
                  </a:lnTo>
                  <a:lnTo>
                    <a:pt x="12446" y="375868"/>
                  </a:lnTo>
                  <a:lnTo>
                    <a:pt x="17641" y="388027"/>
                  </a:lnTo>
                  <a:lnTo>
                    <a:pt x="23763" y="400094"/>
                  </a:lnTo>
                  <a:lnTo>
                    <a:pt x="30816" y="412007"/>
                  </a:lnTo>
                  <a:lnTo>
                    <a:pt x="38800" y="423702"/>
                  </a:lnTo>
                  <a:lnTo>
                    <a:pt x="47708" y="435115"/>
                  </a:lnTo>
                  <a:lnTo>
                    <a:pt x="57534" y="446182"/>
                  </a:lnTo>
                  <a:lnTo>
                    <a:pt x="68262" y="456838"/>
                  </a:lnTo>
                  <a:lnTo>
                    <a:pt x="79877" y="467021"/>
                  </a:lnTo>
                  <a:lnTo>
                    <a:pt x="92356" y="476667"/>
                  </a:lnTo>
                  <a:lnTo>
                    <a:pt x="105675" y="485716"/>
                  </a:lnTo>
                  <a:lnTo>
                    <a:pt x="119803" y="494107"/>
                  </a:lnTo>
                  <a:lnTo>
                    <a:pt x="134708" y="501781"/>
                  </a:lnTo>
                  <a:lnTo>
                    <a:pt x="150352" y="508680"/>
                  </a:lnTo>
                  <a:lnTo>
                    <a:pt x="166694" y="514751"/>
                  </a:lnTo>
                  <a:lnTo>
                    <a:pt x="183689" y="519939"/>
                  </a:lnTo>
                  <a:lnTo>
                    <a:pt x="201289" y="524195"/>
                  </a:lnTo>
                  <a:lnTo>
                    <a:pt x="219442" y="527470"/>
                  </a:lnTo>
                  <a:lnTo>
                    <a:pt x="238093" y="529719"/>
                  </a:lnTo>
                  <a:lnTo>
                    <a:pt x="257183" y="530902"/>
                  </a:lnTo>
                  <a:lnTo>
                    <a:pt x="276653" y="530979"/>
                  </a:lnTo>
                  <a:lnTo>
                    <a:pt x="296437" y="529916"/>
                  </a:lnTo>
                  <a:lnTo>
                    <a:pt x="316469" y="527680"/>
                  </a:lnTo>
                  <a:lnTo>
                    <a:pt x="336682" y="524246"/>
                  </a:lnTo>
                  <a:lnTo>
                    <a:pt x="357003" y="519588"/>
                  </a:lnTo>
                  <a:lnTo>
                    <a:pt x="377360" y="513689"/>
                  </a:lnTo>
                  <a:lnTo>
                    <a:pt x="397678" y="506533"/>
                  </a:lnTo>
                  <a:lnTo>
                    <a:pt x="417882" y="498108"/>
                  </a:lnTo>
                  <a:lnTo>
                    <a:pt x="437895" y="488410"/>
                  </a:lnTo>
                  <a:lnTo>
                    <a:pt x="457639" y="477437"/>
                  </a:lnTo>
                  <a:lnTo>
                    <a:pt x="477036" y="465191"/>
                  </a:lnTo>
                  <a:lnTo>
                    <a:pt x="496006" y="451680"/>
                  </a:lnTo>
                  <a:lnTo>
                    <a:pt x="514471" y="436917"/>
                  </a:lnTo>
                  <a:lnTo>
                    <a:pt x="532352" y="420919"/>
                  </a:lnTo>
                  <a:lnTo>
                    <a:pt x="549571" y="403709"/>
                  </a:lnTo>
                  <a:lnTo>
                    <a:pt x="566050" y="385313"/>
                  </a:lnTo>
                  <a:lnTo>
                    <a:pt x="581714" y="365762"/>
                  </a:lnTo>
                  <a:lnTo>
                    <a:pt x="596486" y="345093"/>
                  </a:lnTo>
                  <a:lnTo>
                    <a:pt x="610295" y="323347"/>
                  </a:lnTo>
                  <a:lnTo>
                    <a:pt x="623068" y="300570"/>
                  </a:lnTo>
                  <a:lnTo>
                    <a:pt x="634737" y="276811"/>
                  </a:lnTo>
                  <a:lnTo>
                    <a:pt x="645233" y="252124"/>
                  </a:lnTo>
                  <a:lnTo>
                    <a:pt x="654494" y="226570"/>
                  </a:lnTo>
                  <a:close/>
                </a:path>
              </a:pathLst>
            </a:custGeom>
            <a:solidFill>
              <a:srgbClr val="7AD151">
                <a:alpha val="25882"/>
              </a:srgbClr>
            </a:solidFill>
            <a:ln w="24933" cap="flat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8006741" y="848312"/>
              <a:ext cx="614817" cy="367640"/>
            </a:xfrm>
            <a:custGeom>
              <a:avLst/>
              <a:pathLst>
                <a:path w="614817" h="367640">
                  <a:moveTo>
                    <a:pt x="87067" y="79132"/>
                  </a:moveTo>
                  <a:lnTo>
                    <a:pt x="94143" y="72150"/>
                  </a:lnTo>
                  <a:lnTo>
                    <a:pt x="103375" y="66636"/>
                  </a:lnTo>
                  <a:lnTo>
                    <a:pt x="114449" y="63088"/>
                  </a:lnTo>
                  <a:lnTo>
                    <a:pt x="126950" y="61934"/>
                  </a:lnTo>
                  <a:lnTo>
                    <a:pt x="140378" y="63518"/>
                  </a:lnTo>
                  <a:lnTo>
                    <a:pt x="154092" y="53593"/>
                  </a:lnTo>
                  <a:lnTo>
                    <a:pt x="168419" y="44432"/>
                  </a:lnTo>
                  <a:lnTo>
                    <a:pt x="183324" y="36059"/>
                  </a:lnTo>
                  <a:lnTo>
                    <a:pt x="198775" y="28501"/>
                  </a:lnTo>
                  <a:lnTo>
                    <a:pt x="214735" y="21783"/>
                  </a:lnTo>
                  <a:lnTo>
                    <a:pt x="231170" y="15927"/>
                  </a:lnTo>
                  <a:lnTo>
                    <a:pt x="248041" y="10954"/>
                  </a:lnTo>
                  <a:lnTo>
                    <a:pt x="265312" y="6885"/>
                  </a:lnTo>
                  <a:lnTo>
                    <a:pt x="282944" y="3739"/>
                  </a:lnTo>
                  <a:lnTo>
                    <a:pt x="300897" y="1532"/>
                  </a:lnTo>
                  <a:lnTo>
                    <a:pt x="319131" y="281"/>
                  </a:lnTo>
                  <a:lnTo>
                    <a:pt x="337607" y="0"/>
                  </a:lnTo>
                  <a:lnTo>
                    <a:pt x="356283" y="700"/>
                  </a:lnTo>
                  <a:lnTo>
                    <a:pt x="375117" y="2393"/>
                  </a:lnTo>
                  <a:lnTo>
                    <a:pt x="394067" y="5090"/>
                  </a:lnTo>
                  <a:lnTo>
                    <a:pt x="413091" y="8796"/>
                  </a:lnTo>
                  <a:lnTo>
                    <a:pt x="432145" y="13519"/>
                  </a:lnTo>
                  <a:lnTo>
                    <a:pt x="451187" y="19263"/>
                  </a:lnTo>
                  <a:lnTo>
                    <a:pt x="470173" y="26031"/>
                  </a:lnTo>
                  <a:lnTo>
                    <a:pt x="489059" y="33824"/>
                  </a:lnTo>
                  <a:lnTo>
                    <a:pt x="507803" y="42641"/>
                  </a:lnTo>
                  <a:lnTo>
                    <a:pt x="526360" y="52481"/>
                  </a:lnTo>
                  <a:lnTo>
                    <a:pt x="544686" y="63340"/>
                  </a:lnTo>
                  <a:lnTo>
                    <a:pt x="562738" y="75213"/>
                  </a:lnTo>
                  <a:lnTo>
                    <a:pt x="580473" y="88091"/>
                  </a:lnTo>
                  <a:lnTo>
                    <a:pt x="597847" y="101966"/>
                  </a:lnTo>
                  <a:lnTo>
                    <a:pt x="614817" y="116828"/>
                  </a:lnTo>
                  <a:lnTo>
                    <a:pt x="605479" y="136226"/>
                  </a:lnTo>
                  <a:lnTo>
                    <a:pt x="595441" y="154926"/>
                  </a:lnTo>
                  <a:lnTo>
                    <a:pt x="584742" y="172903"/>
                  </a:lnTo>
                  <a:lnTo>
                    <a:pt x="573422" y="190135"/>
                  </a:lnTo>
                  <a:lnTo>
                    <a:pt x="561522" y="206600"/>
                  </a:lnTo>
                  <a:lnTo>
                    <a:pt x="549084" y="222281"/>
                  </a:lnTo>
                  <a:lnTo>
                    <a:pt x="536148" y="237159"/>
                  </a:lnTo>
                  <a:lnTo>
                    <a:pt x="522758" y="251221"/>
                  </a:lnTo>
                  <a:lnTo>
                    <a:pt x="508957" y="264454"/>
                  </a:lnTo>
                  <a:lnTo>
                    <a:pt x="494787" y="276847"/>
                  </a:lnTo>
                  <a:lnTo>
                    <a:pt x="480292" y="288391"/>
                  </a:lnTo>
                  <a:lnTo>
                    <a:pt x="465516" y="299080"/>
                  </a:lnTo>
                  <a:lnTo>
                    <a:pt x="450501" y="308909"/>
                  </a:lnTo>
                  <a:lnTo>
                    <a:pt x="435292" y="317876"/>
                  </a:lnTo>
                  <a:lnTo>
                    <a:pt x="419931" y="325981"/>
                  </a:lnTo>
                  <a:lnTo>
                    <a:pt x="404462" y="333225"/>
                  </a:lnTo>
                  <a:lnTo>
                    <a:pt x="388928" y="339612"/>
                  </a:lnTo>
                  <a:lnTo>
                    <a:pt x="373369" y="345147"/>
                  </a:lnTo>
                  <a:lnTo>
                    <a:pt x="357829" y="349838"/>
                  </a:lnTo>
                  <a:lnTo>
                    <a:pt x="342347" y="353694"/>
                  </a:lnTo>
                  <a:lnTo>
                    <a:pt x="326966" y="356727"/>
                  </a:lnTo>
                  <a:lnTo>
                    <a:pt x="307355" y="361483"/>
                  </a:lnTo>
                  <a:lnTo>
                    <a:pt x="287923" y="364865"/>
                  </a:lnTo>
                  <a:lnTo>
                    <a:pt x="268758" y="366904"/>
                  </a:lnTo>
                  <a:lnTo>
                    <a:pt x="249946" y="367640"/>
                  </a:lnTo>
                  <a:lnTo>
                    <a:pt x="231570" y="367115"/>
                  </a:lnTo>
                  <a:lnTo>
                    <a:pt x="213709" y="365378"/>
                  </a:lnTo>
                  <a:lnTo>
                    <a:pt x="196439" y="362482"/>
                  </a:lnTo>
                  <a:lnTo>
                    <a:pt x="179830" y="358485"/>
                  </a:lnTo>
                  <a:lnTo>
                    <a:pt x="163949" y="353448"/>
                  </a:lnTo>
                  <a:lnTo>
                    <a:pt x="148859" y="347438"/>
                  </a:lnTo>
                  <a:lnTo>
                    <a:pt x="134615" y="340523"/>
                  </a:lnTo>
                  <a:lnTo>
                    <a:pt x="121270" y="332776"/>
                  </a:lnTo>
                  <a:lnTo>
                    <a:pt x="108870" y="324273"/>
                  </a:lnTo>
                  <a:lnTo>
                    <a:pt x="97457" y="315091"/>
                  </a:lnTo>
                  <a:lnTo>
                    <a:pt x="87067" y="305311"/>
                  </a:lnTo>
                  <a:lnTo>
                    <a:pt x="72870" y="297214"/>
                  </a:lnTo>
                  <a:lnTo>
                    <a:pt x="59941" y="288097"/>
                  </a:lnTo>
                  <a:lnTo>
                    <a:pt x="48347" y="278110"/>
                  </a:lnTo>
                  <a:lnTo>
                    <a:pt x="38142" y="267405"/>
                  </a:lnTo>
                  <a:lnTo>
                    <a:pt x="29364" y="256136"/>
                  </a:lnTo>
                  <a:lnTo>
                    <a:pt x="22034" y="244462"/>
                  </a:lnTo>
                  <a:lnTo>
                    <a:pt x="16160" y="232538"/>
                  </a:lnTo>
                  <a:lnTo>
                    <a:pt x="11732" y="220518"/>
                  </a:lnTo>
                  <a:lnTo>
                    <a:pt x="8725" y="208555"/>
                  </a:lnTo>
                  <a:lnTo>
                    <a:pt x="7101" y="196795"/>
                  </a:lnTo>
                  <a:lnTo>
                    <a:pt x="2332" y="181848"/>
                  </a:lnTo>
                  <a:lnTo>
                    <a:pt x="11" y="167090"/>
                  </a:lnTo>
                  <a:lnTo>
                    <a:pt x="0" y="152893"/>
                  </a:lnTo>
                  <a:lnTo>
                    <a:pt x="2106" y="139594"/>
                  </a:lnTo>
                  <a:lnTo>
                    <a:pt x="6090" y="127489"/>
                  </a:lnTo>
                  <a:lnTo>
                    <a:pt x="11674" y="116828"/>
                  </a:lnTo>
                  <a:lnTo>
                    <a:pt x="22851" y="109593"/>
                  </a:lnTo>
                  <a:lnTo>
                    <a:pt x="34565" y="104845"/>
                  </a:lnTo>
                  <a:lnTo>
                    <a:pt x="46403" y="102599"/>
                  </a:lnTo>
                  <a:lnTo>
                    <a:pt x="57956" y="102809"/>
                  </a:lnTo>
                  <a:lnTo>
                    <a:pt x="68828" y="105368"/>
                  </a:lnTo>
                  <a:lnTo>
                    <a:pt x="78646" y="110113"/>
                  </a:lnTo>
                  <a:lnTo>
                    <a:pt x="87067" y="116828"/>
                  </a:lnTo>
                </a:path>
              </a:pathLst>
            </a:custGeom>
            <a:ln w="24933" cap="flat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8589958" y="933539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8062208" y="895843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8115518" y="880229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8062208" y="933539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8062208" y="1122022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8302106" y="1173438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7982241" y="1013506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7986815" y="933539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8093809" y="437390"/>
              <a:ext cx="0" cy="527750"/>
            </a:xfrm>
            <a:custGeom>
              <a:avLst/>
              <a:pathLst>
                <a:path w="0" h="527750">
                  <a:moveTo>
                    <a:pt x="0" y="527750"/>
                  </a:moveTo>
                  <a:lnTo>
                    <a:pt x="0" y="509552"/>
                  </a:lnTo>
                  <a:lnTo>
                    <a:pt x="0" y="491353"/>
                  </a:lnTo>
                  <a:lnTo>
                    <a:pt x="0" y="473155"/>
                  </a:lnTo>
                  <a:lnTo>
                    <a:pt x="0" y="454957"/>
                  </a:lnTo>
                  <a:lnTo>
                    <a:pt x="0" y="436758"/>
                  </a:lnTo>
                  <a:lnTo>
                    <a:pt x="0" y="418560"/>
                  </a:lnTo>
                  <a:lnTo>
                    <a:pt x="0" y="400362"/>
                  </a:lnTo>
                  <a:lnTo>
                    <a:pt x="0" y="382164"/>
                  </a:lnTo>
                  <a:lnTo>
                    <a:pt x="0" y="363965"/>
                  </a:lnTo>
                  <a:lnTo>
                    <a:pt x="0" y="345767"/>
                  </a:lnTo>
                  <a:lnTo>
                    <a:pt x="0" y="327569"/>
                  </a:lnTo>
                  <a:lnTo>
                    <a:pt x="0" y="309370"/>
                  </a:lnTo>
                  <a:lnTo>
                    <a:pt x="0" y="291172"/>
                  </a:lnTo>
                  <a:lnTo>
                    <a:pt x="0" y="272974"/>
                  </a:lnTo>
                  <a:lnTo>
                    <a:pt x="0" y="254776"/>
                  </a:lnTo>
                  <a:lnTo>
                    <a:pt x="0" y="236577"/>
                  </a:lnTo>
                  <a:lnTo>
                    <a:pt x="0" y="218379"/>
                  </a:lnTo>
                  <a:lnTo>
                    <a:pt x="0" y="200181"/>
                  </a:lnTo>
                  <a:lnTo>
                    <a:pt x="0" y="181982"/>
                  </a:lnTo>
                  <a:lnTo>
                    <a:pt x="0" y="163784"/>
                  </a:lnTo>
                  <a:lnTo>
                    <a:pt x="0" y="145586"/>
                  </a:lnTo>
                  <a:lnTo>
                    <a:pt x="0" y="127388"/>
                  </a:lnTo>
                  <a:lnTo>
                    <a:pt x="0" y="109189"/>
                  </a:lnTo>
                  <a:lnTo>
                    <a:pt x="0" y="90991"/>
                  </a:lnTo>
                  <a:lnTo>
                    <a:pt x="0" y="72793"/>
                  </a:lnTo>
                  <a:lnTo>
                    <a:pt x="0" y="54594"/>
                  </a:lnTo>
                  <a:lnTo>
                    <a:pt x="0" y="36396"/>
                  </a:lnTo>
                  <a:lnTo>
                    <a:pt x="0" y="18198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8093809" y="591965"/>
              <a:ext cx="373175" cy="373175"/>
            </a:xfrm>
            <a:custGeom>
              <a:avLst/>
              <a:pathLst>
                <a:path w="373175" h="373175">
                  <a:moveTo>
                    <a:pt x="0" y="373175"/>
                  </a:moveTo>
                  <a:lnTo>
                    <a:pt x="12868" y="360307"/>
                  </a:lnTo>
                  <a:lnTo>
                    <a:pt x="25736" y="347439"/>
                  </a:lnTo>
                  <a:lnTo>
                    <a:pt x="38604" y="334571"/>
                  </a:lnTo>
                  <a:lnTo>
                    <a:pt x="51472" y="321703"/>
                  </a:lnTo>
                  <a:lnTo>
                    <a:pt x="64340" y="308835"/>
                  </a:lnTo>
                  <a:lnTo>
                    <a:pt x="77208" y="295967"/>
                  </a:lnTo>
                  <a:lnTo>
                    <a:pt x="90076" y="283098"/>
                  </a:lnTo>
                  <a:lnTo>
                    <a:pt x="102945" y="270230"/>
                  </a:lnTo>
                  <a:lnTo>
                    <a:pt x="115813" y="257362"/>
                  </a:lnTo>
                  <a:lnTo>
                    <a:pt x="128681" y="244494"/>
                  </a:lnTo>
                  <a:lnTo>
                    <a:pt x="141549" y="231626"/>
                  </a:lnTo>
                  <a:lnTo>
                    <a:pt x="154417" y="218758"/>
                  </a:lnTo>
                  <a:lnTo>
                    <a:pt x="167285" y="205890"/>
                  </a:lnTo>
                  <a:lnTo>
                    <a:pt x="180153" y="193022"/>
                  </a:lnTo>
                  <a:lnTo>
                    <a:pt x="193022" y="180153"/>
                  </a:lnTo>
                  <a:lnTo>
                    <a:pt x="205890" y="167285"/>
                  </a:lnTo>
                  <a:lnTo>
                    <a:pt x="218758" y="154417"/>
                  </a:lnTo>
                  <a:lnTo>
                    <a:pt x="231626" y="141549"/>
                  </a:lnTo>
                  <a:lnTo>
                    <a:pt x="244494" y="128681"/>
                  </a:lnTo>
                  <a:lnTo>
                    <a:pt x="257362" y="115813"/>
                  </a:lnTo>
                  <a:lnTo>
                    <a:pt x="270230" y="102945"/>
                  </a:lnTo>
                  <a:lnTo>
                    <a:pt x="283098" y="90076"/>
                  </a:lnTo>
                  <a:lnTo>
                    <a:pt x="295967" y="77208"/>
                  </a:lnTo>
                  <a:lnTo>
                    <a:pt x="308835" y="64340"/>
                  </a:lnTo>
                  <a:lnTo>
                    <a:pt x="321703" y="51472"/>
                  </a:lnTo>
                  <a:lnTo>
                    <a:pt x="334571" y="38604"/>
                  </a:lnTo>
                  <a:lnTo>
                    <a:pt x="347439" y="25736"/>
                  </a:lnTo>
                  <a:lnTo>
                    <a:pt x="360307" y="12868"/>
                  </a:lnTo>
                  <a:lnTo>
                    <a:pt x="37317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8093809" y="965141"/>
              <a:ext cx="527750" cy="0"/>
            </a:xfrm>
            <a:custGeom>
              <a:avLst/>
              <a:pathLst>
                <a:path w="527750" h="0">
                  <a:moveTo>
                    <a:pt x="0" y="0"/>
                  </a:moveTo>
                  <a:lnTo>
                    <a:pt x="18198" y="0"/>
                  </a:lnTo>
                  <a:lnTo>
                    <a:pt x="36396" y="0"/>
                  </a:lnTo>
                  <a:lnTo>
                    <a:pt x="54594" y="0"/>
                  </a:lnTo>
                  <a:lnTo>
                    <a:pt x="72793" y="0"/>
                  </a:lnTo>
                  <a:lnTo>
                    <a:pt x="90991" y="0"/>
                  </a:lnTo>
                  <a:lnTo>
                    <a:pt x="109189" y="0"/>
                  </a:lnTo>
                  <a:lnTo>
                    <a:pt x="127388" y="0"/>
                  </a:lnTo>
                  <a:lnTo>
                    <a:pt x="145586" y="0"/>
                  </a:lnTo>
                  <a:lnTo>
                    <a:pt x="163784" y="0"/>
                  </a:lnTo>
                  <a:lnTo>
                    <a:pt x="181982" y="0"/>
                  </a:lnTo>
                  <a:lnTo>
                    <a:pt x="200181" y="0"/>
                  </a:lnTo>
                  <a:lnTo>
                    <a:pt x="218379" y="0"/>
                  </a:lnTo>
                  <a:lnTo>
                    <a:pt x="236577" y="0"/>
                  </a:lnTo>
                  <a:lnTo>
                    <a:pt x="254776" y="0"/>
                  </a:lnTo>
                  <a:lnTo>
                    <a:pt x="272974" y="0"/>
                  </a:lnTo>
                  <a:lnTo>
                    <a:pt x="291172" y="0"/>
                  </a:lnTo>
                  <a:lnTo>
                    <a:pt x="309370" y="0"/>
                  </a:lnTo>
                  <a:lnTo>
                    <a:pt x="327569" y="0"/>
                  </a:lnTo>
                  <a:lnTo>
                    <a:pt x="345767" y="0"/>
                  </a:lnTo>
                  <a:lnTo>
                    <a:pt x="363965" y="0"/>
                  </a:lnTo>
                  <a:lnTo>
                    <a:pt x="382164" y="0"/>
                  </a:lnTo>
                  <a:lnTo>
                    <a:pt x="400362" y="0"/>
                  </a:lnTo>
                  <a:lnTo>
                    <a:pt x="418560" y="0"/>
                  </a:lnTo>
                  <a:lnTo>
                    <a:pt x="436758" y="0"/>
                  </a:lnTo>
                  <a:lnTo>
                    <a:pt x="454957" y="0"/>
                  </a:lnTo>
                  <a:lnTo>
                    <a:pt x="473155" y="0"/>
                  </a:lnTo>
                  <a:lnTo>
                    <a:pt x="491353" y="0"/>
                  </a:lnTo>
                  <a:lnTo>
                    <a:pt x="509552" y="0"/>
                  </a:lnTo>
                  <a:lnTo>
                    <a:pt x="52775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8093809" y="965141"/>
              <a:ext cx="373175" cy="373175"/>
            </a:xfrm>
            <a:custGeom>
              <a:avLst/>
              <a:pathLst>
                <a:path w="373175" h="373175">
                  <a:moveTo>
                    <a:pt x="0" y="0"/>
                  </a:moveTo>
                  <a:lnTo>
                    <a:pt x="12868" y="12868"/>
                  </a:lnTo>
                  <a:lnTo>
                    <a:pt x="25736" y="25736"/>
                  </a:lnTo>
                  <a:lnTo>
                    <a:pt x="38604" y="38604"/>
                  </a:lnTo>
                  <a:lnTo>
                    <a:pt x="51472" y="51472"/>
                  </a:lnTo>
                  <a:lnTo>
                    <a:pt x="64340" y="64340"/>
                  </a:lnTo>
                  <a:lnTo>
                    <a:pt x="77208" y="77208"/>
                  </a:lnTo>
                  <a:lnTo>
                    <a:pt x="90076" y="90076"/>
                  </a:lnTo>
                  <a:lnTo>
                    <a:pt x="102945" y="102945"/>
                  </a:lnTo>
                  <a:lnTo>
                    <a:pt x="115813" y="115813"/>
                  </a:lnTo>
                  <a:lnTo>
                    <a:pt x="128681" y="128681"/>
                  </a:lnTo>
                  <a:lnTo>
                    <a:pt x="141549" y="141549"/>
                  </a:lnTo>
                  <a:lnTo>
                    <a:pt x="154417" y="154417"/>
                  </a:lnTo>
                  <a:lnTo>
                    <a:pt x="167285" y="167285"/>
                  </a:lnTo>
                  <a:lnTo>
                    <a:pt x="180153" y="180153"/>
                  </a:lnTo>
                  <a:lnTo>
                    <a:pt x="193022" y="193022"/>
                  </a:lnTo>
                  <a:lnTo>
                    <a:pt x="205890" y="205890"/>
                  </a:lnTo>
                  <a:lnTo>
                    <a:pt x="218758" y="218758"/>
                  </a:lnTo>
                  <a:lnTo>
                    <a:pt x="231626" y="231626"/>
                  </a:lnTo>
                  <a:lnTo>
                    <a:pt x="244494" y="244494"/>
                  </a:lnTo>
                  <a:lnTo>
                    <a:pt x="257362" y="257362"/>
                  </a:lnTo>
                  <a:lnTo>
                    <a:pt x="270230" y="270230"/>
                  </a:lnTo>
                  <a:lnTo>
                    <a:pt x="283098" y="283098"/>
                  </a:lnTo>
                  <a:lnTo>
                    <a:pt x="295967" y="295967"/>
                  </a:lnTo>
                  <a:lnTo>
                    <a:pt x="308835" y="308835"/>
                  </a:lnTo>
                  <a:lnTo>
                    <a:pt x="321703" y="321703"/>
                  </a:lnTo>
                  <a:lnTo>
                    <a:pt x="334571" y="334571"/>
                  </a:lnTo>
                  <a:lnTo>
                    <a:pt x="347439" y="347439"/>
                  </a:lnTo>
                  <a:lnTo>
                    <a:pt x="360307" y="360307"/>
                  </a:lnTo>
                  <a:lnTo>
                    <a:pt x="373175" y="37317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8093809" y="965141"/>
              <a:ext cx="0" cy="527750"/>
            </a:xfrm>
            <a:custGeom>
              <a:avLst/>
              <a:pathLst>
                <a:path w="0" h="527750">
                  <a:moveTo>
                    <a:pt x="0" y="0"/>
                  </a:moveTo>
                  <a:lnTo>
                    <a:pt x="0" y="18198"/>
                  </a:lnTo>
                  <a:lnTo>
                    <a:pt x="0" y="36396"/>
                  </a:lnTo>
                  <a:lnTo>
                    <a:pt x="0" y="54594"/>
                  </a:lnTo>
                  <a:lnTo>
                    <a:pt x="0" y="72793"/>
                  </a:lnTo>
                  <a:lnTo>
                    <a:pt x="0" y="90991"/>
                  </a:lnTo>
                  <a:lnTo>
                    <a:pt x="0" y="109189"/>
                  </a:lnTo>
                  <a:lnTo>
                    <a:pt x="0" y="127388"/>
                  </a:lnTo>
                  <a:lnTo>
                    <a:pt x="0" y="145586"/>
                  </a:lnTo>
                  <a:lnTo>
                    <a:pt x="0" y="163784"/>
                  </a:lnTo>
                  <a:lnTo>
                    <a:pt x="0" y="181982"/>
                  </a:lnTo>
                  <a:lnTo>
                    <a:pt x="0" y="200181"/>
                  </a:lnTo>
                  <a:lnTo>
                    <a:pt x="0" y="218379"/>
                  </a:lnTo>
                  <a:lnTo>
                    <a:pt x="0" y="236577"/>
                  </a:lnTo>
                  <a:lnTo>
                    <a:pt x="0" y="254776"/>
                  </a:lnTo>
                  <a:lnTo>
                    <a:pt x="0" y="272974"/>
                  </a:lnTo>
                  <a:lnTo>
                    <a:pt x="0" y="291172"/>
                  </a:lnTo>
                  <a:lnTo>
                    <a:pt x="0" y="309370"/>
                  </a:lnTo>
                  <a:lnTo>
                    <a:pt x="0" y="327569"/>
                  </a:lnTo>
                  <a:lnTo>
                    <a:pt x="0" y="345767"/>
                  </a:lnTo>
                  <a:lnTo>
                    <a:pt x="0" y="363965"/>
                  </a:lnTo>
                  <a:lnTo>
                    <a:pt x="0" y="382164"/>
                  </a:lnTo>
                  <a:lnTo>
                    <a:pt x="0" y="400362"/>
                  </a:lnTo>
                  <a:lnTo>
                    <a:pt x="0" y="418560"/>
                  </a:lnTo>
                  <a:lnTo>
                    <a:pt x="0" y="436758"/>
                  </a:lnTo>
                  <a:lnTo>
                    <a:pt x="0" y="454957"/>
                  </a:lnTo>
                  <a:lnTo>
                    <a:pt x="0" y="473155"/>
                  </a:lnTo>
                  <a:lnTo>
                    <a:pt x="0" y="491353"/>
                  </a:lnTo>
                  <a:lnTo>
                    <a:pt x="0" y="509552"/>
                  </a:lnTo>
                  <a:lnTo>
                    <a:pt x="0" y="52775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7720633" y="965141"/>
              <a:ext cx="373175" cy="373175"/>
            </a:xfrm>
            <a:custGeom>
              <a:avLst/>
              <a:pathLst>
                <a:path w="373175" h="373175">
                  <a:moveTo>
                    <a:pt x="373175" y="0"/>
                  </a:moveTo>
                  <a:lnTo>
                    <a:pt x="360307" y="12868"/>
                  </a:lnTo>
                  <a:lnTo>
                    <a:pt x="347439" y="25736"/>
                  </a:lnTo>
                  <a:lnTo>
                    <a:pt x="334571" y="38604"/>
                  </a:lnTo>
                  <a:lnTo>
                    <a:pt x="321703" y="51472"/>
                  </a:lnTo>
                  <a:lnTo>
                    <a:pt x="308835" y="64340"/>
                  </a:lnTo>
                  <a:lnTo>
                    <a:pt x="295967" y="77208"/>
                  </a:lnTo>
                  <a:lnTo>
                    <a:pt x="283098" y="90076"/>
                  </a:lnTo>
                  <a:lnTo>
                    <a:pt x="270230" y="102945"/>
                  </a:lnTo>
                  <a:lnTo>
                    <a:pt x="257362" y="115813"/>
                  </a:lnTo>
                  <a:lnTo>
                    <a:pt x="244494" y="128681"/>
                  </a:lnTo>
                  <a:lnTo>
                    <a:pt x="231626" y="141549"/>
                  </a:lnTo>
                  <a:lnTo>
                    <a:pt x="218758" y="154417"/>
                  </a:lnTo>
                  <a:lnTo>
                    <a:pt x="205890" y="167285"/>
                  </a:lnTo>
                  <a:lnTo>
                    <a:pt x="193022" y="180153"/>
                  </a:lnTo>
                  <a:lnTo>
                    <a:pt x="180153" y="193022"/>
                  </a:lnTo>
                  <a:lnTo>
                    <a:pt x="167285" y="205890"/>
                  </a:lnTo>
                  <a:lnTo>
                    <a:pt x="154417" y="218758"/>
                  </a:lnTo>
                  <a:lnTo>
                    <a:pt x="141549" y="231626"/>
                  </a:lnTo>
                  <a:lnTo>
                    <a:pt x="128681" y="244494"/>
                  </a:lnTo>
                  <a:lnTo>
                    <a:pt x="115813" y="257362"/>
                  </a:lnTo>
                  <a:lnTo>
                    <a:pt x="102945" y="270230"/>
                  </a:lnTo>
                  <a:lnTo>
                    <a:pt x="90076" y="283098"/>
                  </a:lnTo>
                  <a:lnTo>
                    <a:pt x="77208" y="295967"/>
                  </a:lnTo>
                  <a:lnTo>
                    <a:pt x="64340" y="308835"/>
                  </a:lnTo>
                  <a:lnTo>
                    <a:pt x="51472" y="321703"/>
                  </a:lnTo>
                  <a:lnTo>
                    <a:pt x="38604" y="334571"/>
                  </a:lnTo>
                  <a:lnTo>
                    <a:pt x="25736" y="347439"/>
                  </a:lnTo>
                  <a:lnTo>
                    <a:pt x="12868" y="360307"/>
                  </a:lnTo>
                  <a:lnTo>
                    <a:pt x="0" y="37317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7566058" y="965141"/>
              <a:ext cx="527750" cy="0"/>
            </a:xfrm>
            <a:custGeom>
              <a:avLst/>
              <a:pathLst>
                <a:path w="527750" h="0">
                  <a:moveTo>
                    <a:pt x="527750" y="0"/>
                  </a:moveTo>
                  <a:lnTo>
                    <a:pt x="509552" y="0"/>
                  </a:lnTo>
                  <a:lnTo>
                    <a:pt x="491353" y="0"/>
                  </a:lnTo>
                  <a:lnTo>
                    <a:pt x="473155" y="0"/>
                  </a:lnTo>
                  <a:lnTo>
                    <a:pt x="454957" y="0"/>
                  </a:lnTo>
                  <a:lnTo>
                    <a:pt x="436758" y="0"/>
                  </a:lnTo>
                  <a:lnTo>
                    <a:pt x="418560" y="0"/>
                  </a:lnTo>
                  <a:lnTo>
                    <a:pt x="400362" y="0"/>
                  </a:lnTo>
                  <a:lnTo>
                    <a:pt x="382164" y="0"/>
                  </a:lnTo>
                  <a:lnTo>
                    <a:pt x="363965" y="0"/>
                  </a:lnTo>
                  <a:lnTo>
                    <a:pt x="345767" y="0"/>
                  </a:lnTo>
                  <a:lnTo>
                    <a:pt x="327569" y="0"/>
                  </a:lnTo>
                  <a:lnTo>
                    <a:pt x="309370" y="0"/>
                  </a:lnTo>
                  <a:lnTo>
                    <a:pt x="291172" y="0"/>
                  </a:lnTo>
                  <a:lnTo>
                    <a:pt x="272974" y="0"/>
                  </a:lnTo>
                  <a:lnTo>
                    <a:pt x="254776" y="0"/>
                  </a:lnTo>
                  <a:lnTo>
                    <a:pt x="236577" y="0"/>
                  </a:lnTo>
                  <a:lnTo>
                    <a:pt x="218379" y="0"/>
                  </a:lnTo>
                  <a:lnTo>
                    <a:pt x="200181" y="0"/>
                  </a:lnTo>
                  <a:lnTo>
                    <a:pt x="181982" y="0"/>
                  </a:lnTo>
                  <a:lnTo>
                    <a:pt x="163784" y="0"/>
                  </a:lnTo>
                  <a:lnTo>
                    <a:pt x="145586" y="0"/>
                  </a:lnTo>
                  <a:lnTo>
                    <a:pt x="127388" y="0"/>
                  </a:lnTo>
                  <a:lnTo>
                    <a:pt x="109189" y="0"/>
                  </a:lnTo>
                  <a:lnTo>
                    <a:pt x="90991" y="0"/>
                  </a:lnTo>
                  <a:lnTo>
                    <a:pt x="72793" y="0"/>
                  </a:lnTo>
                  <a:lnTo>
                    <a:pt x="54594" y="0"/>
                  </a:lnTo>
                  <a:lnTo>
                    <a:pt x="36396" y="0"/>
                  </a:lnTo>
                  <a:lnTo>
                    <a:pt x="18198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7720633" y="591965"/>
              <a:ext cx="373175" cy="373175"/>
            </a:xfrm>
            <a:custGeom>
              <a:avLst/>
              <a:pathLst>
                <a:path w="373175" h="373175">
                  <a:moveTo>
                    <a:pt x="373175" y="373175"/>
                  </a:moveTo>
                  <a:lnTo>
                    <a:pt x="360307" y="360307"/>
                  </a:lnTo>
                  <a:lnTo>
                    <a:pt x="347439" y="347439"/>
                  </a:lnTo>
                  <a:lnTo>
                    <a:pt x="334571" y="334571"/>
                  </a:lnTo>
                  <a:lnTo>
                    <a:pt x="321703" y="321703"/>
                  </a:lnTo>
                  <a:lnTo>
                    <a:pt x="308835" y="308835"/>
                  </a:lnTo>
                  <a:lnTo>
                    <a:pt x="295967" y="295967"/>
                  </a:lnTo>
                  <a:lnTo>
                    <a:pt x="283098" y="283098"/>
                  </a:lnTo>
                  <a:lnTo>
                    <a:pt x="270230" y="270230"/>
                  </a:lnTo>
                  <a:lnTo>
                    <a:pt x="257362" y="257362"/>
                  </a:lnTo>
                  <a:lnTo>
                    <a:pt x="244494" y="244494"/>
                  </a:lnTo>
                  <a:lnTo>
                    <a:pt x="231626" y="231626"/>
                  </a:lnTo>
                  <a:lnTo>
                    <a:pt x="218758" y="218758"/>
                  </a:lnTo>
                  <a:lnTo>
                    <a:pt x="205890" y="205890"/>
                  </a:lnTo>
                  <a:lnTo>
                    <a:pt x="193022" y="193022"/>
                  </a:lnTo>
                  <a:lnTo>
                    <a:pt x="180153" y="180153"/>
                  </a:lnTo>
                  <a:lnTo>
                    <a:pt x="167285" y="167285"/>
                  </a:lnTo>
                  <a:lnTo>
                    <a:pt x="154417" y="154417"/>
                  </a:lnTo>
                  <a:lnTo>
                    <a:pt x="141549" y="141549"/>
                  </a:lnTo>
                  <a:lnTo>
                    <a:pt x="128681" y="128681"/>
                  </a:lnTo>
                  <a:lnTo>
                    <a:pt x="115813" y="115813"/>
                  </a:lnTo>
                  <a:lnTo>
                    <a:pt x="102945" y="102945"/>
                  </a:lnTo>
                  <a:lnTo>
                    <a:pt x="90076" y="90076"/>
                  </a:lnTo>
                  <a:lnTo>
                    <a:pt x="77208" y="77208"/>
                  </a:lnTo>
                  <a:lnTo>
                    <a:pt x="64340" y="64340"/>
                  </a:lnTo>
                  <a:lnTo>
                    <a:pt x="51472" y="51472"/>
                  </a:lnTo>
                  <a:lnTo>
                    <a:pt x="38604" y="38604"/>
                  </a:lnTo>
                  <a:lnTo>
                    <a:pt x="25736" y="25736"/>
                  </a:lnTo>
                  <a:lnTo>
                    <a:pt x="12868" y="12868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tx171"/>
            <p:cNvSpPr/>
            <p:nvPr/>
          </p:nvSpPr>
          <p:spPr>
            <a:xfrm>
              <a:off x="7961823" y="330387"/>
              <a:ext cx="263971" cy="79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172" name="tx172"/>
            <p:cNvSpPr/>
            <p:nvPr/>
          </p:nvSpPr>
          <p:spPr>
            <a:xfrm>
              <a:off x="8279626" y="504178"/>
              <a:ext cx="468011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173" name="tx173"/>
            <p:cNvSpPr/>
            <p:nvPr/>
          </p:nvSpPr>
          <p:spPr>
            <a:xfrm>
              <a:off x="8579525" y="924264"/>
              <a:ext cx="216005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174" name="tx174"/>
            <p:cNvSpPr/>
            <p:nvPr/>
          </p:nvSpPr>
          <p:spPr>
            <a:xfrm>
              <a:off x="8270560" y="1341873"/>
              <a:ext cx="48614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175" name="tx175"/>
            <p:cNvSpPr/>
            <p:nvPr/>
          </p:nvSpPr>
          <p:spPr>
            <a:xfrm>
              <a:off x="7952757" y="1515769"/>
              <a:ext cx="28210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176" name="tx176"/>
            <p:cNvSpPr/>
            <p:nvPr/>
          </p:nvSpPr>
          <p:spPr>
            <a:xfrm>
              <a:off x="7421953" y="1341873"/>
              <a:ext cx="504065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177" name="tx177"/>
            <p:cNvSpPr/>
            <p:nvPr/>
          </p:nvSpPr>
          <p:spPr>
            <a:xfrm>
              <a:off x="7377144" y="924264"/>
              <a:ext cx="245891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178" name="tx178"/>
            <p:cNvSpPr/>
            <p:nvPr/>
          </p:nvSpPr>
          <p:spPr>
            <a:xfrm>
              <a:off x="7431019" y="504178"/>
              <a:ext cx="485933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179" name="tx179"/>
            <p:cNvSpPr/>
            <p:nvPr/>
          </p:nvSpPr>
          <p:spPr>
            <a:xfrm>
              <a:off x="7193561" y="669295"/>
              <a:ext cx="177930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180" name="tx180"/>
            <p:cNvSpPr/>
            <p:nvPr/>
          </p:nvSpPr>
          <p:spPr>
            <a:xfrm>
              <a:off x="7144119" y="405420"/>
              <a:ext cx="227372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181" name="rc181"/>
            <p:cNvSpPr/>
            <p:nvPr/>
          </p:nvSpPr>
          <p:spPr>
            <a:xfrm>
              <a:off x="69589" y="1749294"/>
              <a:ext cx="2251205" cy="19790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82" name="rc182"/>
            <p:cNvSpPr/>
            <p:nvPr/>
          </p:nvSpPr>
          <p:spPr>
            <a:xfrm>
              <a:off x="69589" y="1947200"/>
              <a:ext cx="2251205" cy="14817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3" name="rc183"/>
            <p:cNvSpPr/>
            <p:nvPr/>
          </p:nvSpPr>
          <p:spPr>
            <a:xfrm>
              <a:off x="397549" y="1749294"/>
              <a:ext cx="1885287" cy="197906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4" name="tx184"/>
            <p:cNvSpPr/>
            <p:nvPr/>
          </p:nvSpPr>
          <p:spPr>
            <a:xfrm>
              <a:off x="792574" y="1791098"/>
              <a:ext cx="1095236" cy="1104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Pelecaniformes</a:t>
              </a:r>
            </a:p>
          </p:txBody>
        </p:sp>
        <p:sp>
          <p:nvSpPr>
            <p:cNvPr id="185" name="rc185"/>
            <p:cNvSpPr/>
            <p:nvPr/>
          </p:nvSpPr>
          <p:spPr>
            <a:xfrm>
              <a:off x="680504" y="1985158"/>
              <a:ext cx="1319376" cy="13193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6" name="pl186"/>
            <p:cNvSpPr/>
            <p:nvPr/>
          </p:nvSpPr>
          <p:spPr>
            <a:xfrm>
              <a:off x="1340192" y="2051127"/>
              <a:ext cx="0" cy="593719"/>
            </a:xfrm>
            <a:custGeom>
              <a:avLst/>
              <a:pathLst>
                <a:path w="0" h="593719">
                  <a:moveTo>
                    <a:pt x="0" y="593719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7" name="pl187"/>
            <p:cNvSpPr/>
            <p:nvPr/>
          </p:nvSpPr>
          <p:spPr>
            <a:xfrm>
              <a:off x="1340192" y="2225023"/>
              <a:ext cx="419822" cy="419822"/>
            </a:xfrm>
            <a:custGeom>
              <a:avLst/>
              <a:pathLst>
                <a:path w="419822" h="419822">
                  <a:moveTo>
                    <a:pt x="0" y="419822"/>
                  </a:moveTo>
                  <a:lnTo>
                    <a:pt x="419822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8" name="pl188"/>
            <p:cNvSpPr/>
            <p:nvPr/>
          </p:nvSpPr>
          <p:spPr>
            <a:xfrm>
              <a:off x="1340192" y="2644846"/>
              <a:ext cx="593719" cy="0"/>
            </a:xfrm>
            <a:custGeom>
              <a:avLst/>
              <a:pathLst>
                <a:path w="593719" h="0">
                  <a:moveTo>
                    <a:pt x="0" y="0"/>
                  </a:moveTo>
                  <a:lnTo>
                    <a:pt x="59371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9" name="pl189"/>
            <p:cNvSpPr/>
            <p:nvPr/>
          </p:nvSpPr>
          <p:spPr>
            <a:xfrm>
              <a:off x="1340192" y="2644846"/>
              <a:ext cx="419822" cy="419822"/>
            </a:xfrm>
            <a:custGeom>
              <a:avLst/>
              <a:pathLst>
                <a:path w="419822" h="419822">
                  <a:moveTo>
                    <a:pt x="0" y="0"/>
                  </a:moveTo>
                  <a:lnTo>
                    <a:pt x="419822" y="419822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0" name="pl190"/>
            <p:cNvSpPr/>
            <p:nvPr/>
          </p:nvSpPr>
          <p:spPr>
            <a:xfrm>
              <a:off x="1340192" y="2644846"/>
              <a:ext cx="0" cy="593719"/>
            </a:xfrm>
            <a:custGeom>
              <a:avLst/>
              <a:pathLst>
                <a:path w="0" h="593719">
                  <a:moveTo>
                    <a:pt x="0" y="0"/>
                  </a:moveTo>
                  <a:lnTo>
                    <a:pt x="0" y="593719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1" name="pl191"/>
            <p:cNvSpPr/>
            <p:nvPr/>
          </p:nvSpPr>
          <p:spPr>
            <a:xfrm>
              <a:off x="920370" y="2644846"/>
              <a:ext cx="419822" cy="419822"/>
            </a:xfrm>
            <a:custGeom>
              <a:avLst/>
              <a:pathLst>
                <a:path w="419822" h="419822">
                  <a:moveTo>
                    <a:pt x="419822" y="0"/>
                  </a:moveTo>
                  <a:lnTo>
                    <a:pt x="0" y="419822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2" name="pl192"/>
            <p:cNvSpPr/>
            <p:nvPr/>
          </p:nvSpPr>
          <p:spPr>
            <a:xfrm>
              <a:off x="746473" y="2644846"/>
              <a:ext cx="593719" cy="0"/>
            </a:xfrm>
            <a:custGeom>
              <a:avLst/>
              <a:pathLst>
                <a:path w="593719" h="0">
                  <a:moveTo>
                    <a:pt x="593719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3" name="pl193"/>
            <p:cNvSpPr/>
            <p:nvPr/>
          </p:nvSpPr>
          <p:spPr>
            <a:xfrm>
              <a:off x="920370" y="2225023"/>
              <a:ext cx="419822" cy="419822"/>
            </a:xfrm>
            <a:custGeom>
              <a:avLst/>
              <a:pathLst>
                <a:path w="419822" h="419822">
                  <a:moveTo>
                    <a:pt x="419822" y="419822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4" name="pl194"/>
            <p:cNvSpPr/>
            <p:nvPr/>
          </p:nvSpPr>
          <p:spPr>
            <a:xfrm>
              <a:off x="1076350" y="2380971"/>
              <a:ext cx="527683" cy="527617"/>
            </a:xfrm>
            <a:custGeom>
              <a:avLst/>
              <a:pathLst>
                <a:path w="527683" h="527617">
                  <a:moveTo>
                    <a:pt x="263841" y="0"/>
                  </a:moveTo>
                  <a:lnTo>
                    <a:pt x="280577" y="531"/>
                  </a:lnTo>
                  <a:lnTo>
                    <a:pt x="297246" y="2122"/>
                  </a:lnTo>
                  <a:lnTo>
                    <a:pt x="313780" y="4768"/>
                  </a:lnTo>
                  <a:lnTo>
                    <a:pt x="330113" y="8457"/>
                  </a:lnTo>
                  <a:lnTo>
                    <a:pt x="346179" y="13174"/>
                  </a:lnTo>
                  <a:lnTo>
                    <a:pt x="361914" y="18901"/>
                  </a:lnTo>
                  <a:lnTo>
                    <a:pt x="377254" y="25615"/>
                  </a:lnTo>
                  <a:lnTo>
                    <a:pt x="392137" y="33288"/>
                  </a:lnTo>
                  <a:lnTo>
                    <a:pt x="406503" y="41889"/>
                  </a:lnTo>
                  <a:lnTo>
                    <a:pt x="420295" y="51384"/>
                  </a:lnTo>
                  <a:lnTo>
                    <a:pt x="433457" y="61735"/>
                  </a:lnTo>
                  <a:lnTo>
                    <a:pt x="445936" y="72899"/>
                  </a:lnTo>
                  <a:lnTo>
                    <a:pt x="457682" y="84833"/>
                  </a:lnTo>
                  <a:lnTo>
                    <a:pt x="468647" y="97487"/>
                  </a:lnTo>
                  <a:lnTo>
                    <a:pt x="478788" y="110812"/>
                  </a:lnTo>
                  <a:lnTo>
                    <a:pt x="488063" y="124753"/>
                  </a:lnTo>
                  <a:lnTo>
                    <a:pt x="496435" y="139254"/>
                  </a:lnTo>
                  <a:lnTo>
                    <a:pt x="503871" y="154257"/>
                  </a:lnTo>
                  <a:lnTo>
                    <a:pt x="510340" y="169701"/>
                  </a:lnTo>
                  <a:lnTo>
                    <a:pt x="515817" y="185525"/>
                  </a:lnTo>
                  <a:lnTo>
                    <a:pt x="520278" y="201664"/>
                  </a:lnTo>
                  <a:lnTo>
                    <a:pt x="523708" y="218053"/>
                  </a:lnTo>
                  <a:lnTo>
                    <a:pt x="526091" y="234627"/>
                  </a:lnTo>
                  <a:lnTo>
                    <a:pt x="527418" y="251319"/>
                  </a:lnTo>
                  <a:lnTo>
                    <a:pt x="527683" y="268061"/>
                  </a:lnTo>
                  <a:lnTo>
                    <a:pt x="526887" y="284787"/>
                  </a:lnTo>
                  <a:lnTo>
                    <a:pt x="525031" y="301428"/>
                  </a:lnTo>
                  <a:lnTo>
                    <a:pt x="522123" y="317918"/>
                  </a:lnTo>
                  <a:lnTo>
                    <a:pt x="518176" y="334191"/>
                  </a:lnTo>
                  <a:lnTo>
                    <a:pt x="513204" y="350180"/>
                  </a:lnTo>
                  <a:lnTo>
                    <a:pt x="507228" y="365822"/>
                  </a:lnTo>
                  <a:lnTo>
                    <a:pt x="500272" y="381053"/>
                  </a:lnTo>
                  <a:lnTo>
                    <a:pt x="492364" y="395812"/>
                  </a:lnTo>
                  <a:lnTo>
                    <a:pt x="483536" y="410040"/>
                  </a:lnTo>
                  <a:lnTo>
                    <a:pt x="473823" y="423680"/>
                  </a:lnTo>
                  <a:lnTo>
                    <a:pt x="463265" y="436676"/>
                  </a:lnTo>
                  <a:lnTo>
                    <a:pt x="451904" y="448977"/>
                  </a:lnTo>
                  <a:lnTo>
                    <a:pt x="439785" y="460532"/>
                  </a:lnTo>
                  <a:lnTo>
                    <a:pt x="426958" y="471295"/>
                  </a:lnTo>
                  <a:lnTo>
                    <a:pt x="413475" y="481223"/>
                  </a:lnTo>
                  <a:lnTo>
                    <a:pt x="399388" y="490275"/>
                  </a:lnTo>
                  <a:lnTo>
                    <a:pt x="384756" y="498416"/>
                  </a:lnTo>
                  <a:lnTo>
                    <a:pt x="369637" y="505613"/>
                  </a:lnTo>
                  <a:lnTo>
                    <a:pt x="354092" y="511836"/>
                  </a:lnTo>
                  <a:lnTo>
                    <a:pt x="338184" y="517061"/>
                  </a:lnTo>
                  <a:lnTo>
                    <a:pt x="321976" y="521266"/>
                  </a:lnTo>
                  <a:lnTo>
                    <a:pt x="305534" y="524435"/>
                  </a:lnTo>
                  <a:lnTo>
                    <a:pt x="288924" y="526555"/>
                  </a:lnTo>
                  <a:lnTo>
                    <a:pt x="272214" y="527617"/>
                  </a:lnTo>
                  <a:lnTo>
                    <a:pt x="255469" y="527617"/>
                  </a:lnTo>
                  <a:lnTo>
                    <a:pt x="238759" y="526555"/>
                  </a:lnTo>
                  <a:lnTo>
                    <a:pt x="222149" y="524435"/>
                  </a:lnTo>
                  <a:lnTo>
                    <a:pt x="205707" y="521266"/>
                  </a:lnTo>
                  <a:lnTo>
                    <a:pt x="189499" y="517061"/>
                  </a:lnTo>
                  <a:lnTo>
                    <a:pt x="173591" y="511836"/>
                  </a:lnTo>
                  <a:lnTo>
                    <a:pt x="158046" y="505613"/>
                  </a:lnTo>
                  <a:lnTo>
                    <a:pt x="142927" y="498416"/>
                  </a:lnTo>
                  <a:lnTo>
                    <a:pt x="128295" y="490275"/>
                  </a:lnTo>
                  <a:lnTo>
                    <a:pt x="114208" y="481223"/>
                  </a:lnTo>
                  <a:lnTo>
                    <a:pt x="100725" y="471295"/>
                  </a:lnTo>
                  <a:lnTo>
                    <a:pt x="87898" y="460532"/>
                  </a:lnTo>
                  <a:lnTo>
                    <a:pt x="75779" y="448977"/>
                  </a:lnTo>
                  <a:lnTo>
                    <a:pt x="64418" y="436676"/>
                  </a:lnTo>
                  <a:lnTo>
                    <a:pt x="53860" y="423680"/>
                  </a:lnTo>
                  <a:lnTo>
                    <a:pt x="44147" y="410040"/>
                  </a:lnTo>
                  <a:lnTo>
                    <a:pt x="35319" y="395812"/>
                  </a:lnTo>
                  <a:lnTo>
                    <a:pt x="27411" y="381053"/>
                  </a:lnTo>
                  <a:lnTo>
                    <a:pt x="20455" y="365822"/>
                  </a:lnTo>
                  <a:lnTo>
                    <a:pt x="14479" y="350180"/>
                  </a:lnTo>
                  <a:lnTo>
                    <a:pt x="9507" y="334191"/>
                  </a:lnTo>
                  <a:lnTo>
                    <a:pt x="5560" y="317918"/>
                  </a:lnTo>
                  <a:lnTo>
                    <a:pt x="2652" y="301428"/>
                  </a:lnTo>
                  <a:lnTo>
                    <a:pt x="796" y="284787"/>
                  </a:lnTo>
                  <a:lnTo>
                    <a:pt x="0" y="268061"/>
                  </a:lnTo>
                  <a:lnTo>
                    <a:pt x="265" y="251319"/>
                  </a:lnTo>
                  <a:lnTo>
                    <a:pt x="1592" y="234627"/>
                  </a:lnTo>
                  <a:lnTo>
                    <a:pt x="3975" y="218053"/>
                  </a:lnTo>
                  <a:lnTo>
                    <a:pt x="7405" y="201664"/>
                  </a:lnTo>
                  <a:lnTo>
                    <a:pt x="11866" y="185525"/>
                  </a:lnTo>
                  <a:lnTo>
                    <a:pt x="17343" y="169701"/>
                  </a:lnTo>
                  <a:lnTo>
                    <a:pt x="23812" y="154257"/>
                  </a:lnTo>
                  <a:lnTo>
                    <a:pt x="31248" y="139254"/>
                  </a:lnTo>
                  <a:lnTo>
                    <a:pt x="39620" y="124753"/>
                  </a:lnTo>
                  <a:lnTo>
                    <a:pt x="48895" y="110812"/>
                  </a:lnTo>
                  <a:lnTo>
                    <a:pt x="59036" y="97487"/>
                  </a:lnTo>
                  <a:lnTo>
                    <a:pt x="70001" y="84833"/>
                  </a:lnTo>
                  <a:lnTo>
                    <a:pt x="81747" y="72899"/>
                  </a:lnTo>
                  <a:lnTo>
                    <a:pt x="94226" y="61735"/>
                  </a:lnTo>
                  <a:lnTo>
                    <a:pt x="107388" y="51384"/>
                  </a:lnTo>
                  <a:lnTo>
                    <a:pt x="121180" y="41889"/>
                  </a:lnTo>
                  <a:lnTo>
                    <a:pt x="135546" y="33288"/>
                  </a:lnTo>
                  <a:lnTo>
                    <a:pt x="150429" y="25615"/>
                  </a:lnTo>
                  <a:lnTo>
                    <a:pt x="165769" y="18901"/>
                  </a:lnTo>
                  <a:lnTo>
                    <a:pt x="181504" y="13174"/>
                  </a:lnTo>
                  <a:lnTo>
                    <a:pt x="197570" y="8457"/>
                  </a:lnTo>
                  <a:lnTo>
                    <a:pt x="213903" y="4768"/>
                  </a:lnTo>
                  <a:lnTo>
                    <a:pt x="230437" y="2122"/>
                  </a:lnTo>
                  <a:lnTo>
                    <a:pt x="247105" y="531"/>
                  </a:lnTo>
                  <a:lnTo>
                    <a:pt x="2638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5" name="pl195"/>
            <p:cNvSpPr/>
            <p:nvPr/>
          </p:nvSpPr>
          <p:spPr>
            <a:xfrm>
              <a:off x="812508" y="2117096"/>
              <a:ext cx="1055367" cy="1055235"/>
            </a:xfrm>
            <a:custGeom>
              <a:avLst/>
              <a:pathLst>
                <a:path w="1055367" h="1055235">
                  <a:moveTo>
                    <a:pt x="527683" y="0"/>
                  </a:moveTo>
                  <a:lnTo>
                    <a:pt x="561155" y="1062"/>
                  </a:lnTo>
                  <a:lnTo>
                    <a:pt x="594493" y="4245"/>
                  </a:lnTo>
                  <a:lnTo>
                    <a:pt x="627561" y="9537"/>
                  </a:lnTo>
                  <a:lnTo>
                    <a:pt x="660227" y="16915"/>
                  </a:lnTo>
                  <a:lnTo>
                    <a:pt x="692359" y="26349"/>
                  </a:lnTo>
                  <a:lnTo>
                    <a:pt x="723828" y="37803"/>
                  </a:lnTo>
                  <a:lnTo>
                    <a:pt x="754508" y="51230"/>
                  </a:lnTo>
                  <a:lnTo>
                    <a:pt x="784274" y="66576"/>
                  </a:lnTo>
                  <a:lnTo>
                    <a:pt x="813007" y="83778"/>
                  </a:lnTo>
                  <a:lnTo>
                    <a:pt x="840591" y="102768"/>
                  </a:lnTo>
                  <a:lnTo>
                    <a:pt x="866915" y="123470"/>
                  </a:lnTo>
                  <a:lnTo>
                    <a:pt x="891873" y="145799"/>
                  </a:lnTo>
                  <a:lnTo>
                    <a:pt x="915365" y="169666"/>
                  </a:lnTo>
                  <a:lnTo>
                    <a:pt x="937295" y="194975"/>
                  </a:lnTo>
                  <a:lnTo>
                    <a:pt x="957576" y="221625"/>
                  </a:lnTo>
                  <a:lnTo>
                    <a:pt x="976126" y="249506"/>
                  </a:lnTo>
                  <a:lnTo>
                    <a:pt x="992871" y="278509"/>
                  </a:lnTo>
                  <a:lnTo>
                    <a:pt x="1007742" y="308514"/>
                  </a:lnTo>
                  <a:lnTo>
                    <a:pt x="1020680" y="339403"/>
                  </a:lnTo>
                  <a:lnTo>
                    <a:pt x="1031634" y="371050"/>
                  </a:lnTo>
                  <a:lnTo>
                    <a:pt x="1040557" y="403328"/>
                  </a:lnTo>
                  <a:lnTo>
                    <a:pt x="1047416" y="436107"/>
                  </a:lnTo>
                  <a:lnTo>
                    <a:pt x="1052182" y="469255"/>
                  </a:lnTo>
                  <a:lnTo>
                    <a:pt x="1054836" y="502639"/>
                  </a:lnTo>
                  <a:lnTo>
                    <a:pt x="1055367" y="536123"/>
                  </a:lnTo>
                  <a:lnTo>
                    <a:pt x="1053774" y="569574"/>
                  </a:lnTo>
                  <a:lnTo>
                    <a:pt x="1050062" y="602857"/>
                  </a:lnTo>
                  <a:lnTo>
                    <a:pt x="1044247" y="635837"/>
                  </a:lnTo>
                  <a:lnTo>
                    <a:pt x="1036352" y="668382"/>
                  </a:lnTo>
                  <a:lnTo>
                    <a:pt x="1026408" y="700360"/>
                  </a:lnTo>
                  <a:lnTo>
                    <a:pt x="1014456" y="731644"/>
                  </a:lnTo>
                  <a:lnTo>
                    <a:pt x="1000545" y="762106"/>
                  </a:lnTo>
                  <a:lnTo>
                    <a:pt x="984729" y="791625"/>
                  </a:lnTo>
                  <a:lnTo>
                    <a:pt x="967073" y="820081"/>
                  </a:lnTo>
                  <a:lnTo>
                    <a:pt x="947647" y="847361"/>
                  </a:lnTo>
                  <a:lnTo>
                    <a:pt x="926531" y="873353"/>
                  </a:lnTo>
                  <a:lnTo>
                    <a:pt x="903808" y="897954"/>
                  </a:lnTo>
                  <a:lnTo>
                    <a:pt x="879571" y="921064"/>
                  </a:lnTo>
                  <a:lnTo>
                    <a:pt x="853917" y="942590"/>
                  </a:lnTo>
                  <a:lnTo>
                    <a:pt x="826950" y="962446"/>
                  </a:lnTo>
                  <a:lnTo>
                    <a:pt x="798777" y="980551"/>
                  </a:lnTo>
                  <a:lnTo>
                    <a:pt x="769513" y="996833"/>
                  </a:lnTo>
                  <a:lnTo>
                    <a:pt x="739275" y="1011227"/>
                  </a:lnTo>
                  <a:lnTo>
                    <a:pt x="708185" y="1023673"/>
                  </a:lnTo>
                  <a:lnTo>
                    <a:pt x="676368" y="1034123"/>
                  </a:lnTo>
                  <a:lnTo>
                    <a:pt x="643952" y="1042533"/>
                  </a:lnTo>
                  <a:lnTo>
                    <a:pt x="611069" y="1048871"/>
                  </a:lnTo>
                  <a:lnTo>
                    <a:pt x="577849" y="1053111"/>
                  </a:lnTo>
                  <a:lnTo>
                    <a:pt x="544428" y="1055235"/>
                  </a:lnTo>
                  <a:lnTo>
                    <a:pt x="510939" y="1055235"/>
                  </a:lnTo>
                  <a:lnTo>
                    <a:pt x="477518" y="1053111"/>
                  </a:lnTo>
                  <a:lnTo>
                    <a:pt x="444298" y="1048871"/>
                  </a:lnTo>
                  <a:lnTo>
                    <a:pt x="411415" y="1042533"/>
                  </a:lnTo>
                  <a:lnTo>
                    <a:pt x="378999" y="1034123"/>
                  </a:lnTo>
                  <a:lnTo>
                    <a:pt x="347182" y="1023673"/>
                  </a:lnTo>
                  <a:lnTo>
                    <a:pt x="316092" y="1011227"/>
                  </a:lnTo>
                  <a:lnTo>
                    <a:pt x="285854" y="996833"/>
                  </a:lnTo>
                  <a:lnTo>
                    <a:pt x="256590" y="980551"/>
                  </a:lnTo>
                  <a:lnTo>
                    <a:pt x="228417" y="962446"/>
                  </a:lnTo>
                  <a:lnTo>
                    <a:pt x="201450" y="942590"/>
                  </a:lnTo>
                  <a:lnTo>
                    <a:pt x="175796" y="921064"/>
                  </a:lnTo>
                  <a:lnTo>
                    <a:pt x="151559" y="897954"/>
                  </a:lnTo>
                  <a:lnTo>
                    <a:pt x="128836" y="873353"/>
                  </a:lnTo>
                  <a:lnTo>
                    <a:pt x="107720" y="847361"/>
                  </a:lnTo>
                  <a:lnTo>
                    <a:pt x="88294" y="820081"/>
                  </a:lnTo>
                  <a:lnTo>
                    <a:pt x="70638" y="791625"/>
                  </a:lnTo>
                  <a:lnTo>
                    <a:pt x="54822" y="762106"/>
                  </a:lnTo>
                  <a:lnTo>
                    <a:pt x="40911" y="731644"/>
                  </a:lnTo>
                  <a:lnTo>
                    <a:pt x="28959" y="700360"/>
                  </a:lnTo>
                  <a:lnTo>
                    <a:pt x="19015" y="668382"/>
                  </a:lnTo>
                  <a:lnTo>
                    <a:pt x="11120" y="635837"/>
                  </a:lnTo>
                  <a:lnTo>
                    <a:pt x="5305" y="602857"/>
                  </a:lnTo>
                  <a:lnTo>
                    <a:pt x="1593" y="569574"/>
                  </a:lnTo>
                  <a:lnTo>
                    <a:pt x="0" y="536123"/>
                  </a:lnTo>
                  <a:lnTo>
                    <a:pt x="531" y="502639"/>
                  </a:lnTo>
                  <a:lnTo>
                    <a:pt x="3185" y="469255"/>
                  </a:lnTo>
                  <a:lnTo>
                    <a:pt x="7951" y="436107"/>
                  </a:lnTo>
                  <a:lnTo>
                    <a:pt x="14810" y="403328"/>
                  </a:lnTo>
                  <a:lnTo>
                    <a:pt x="23733" y="371050"/>
                  </a:lnTo>
                  <a:lnTo>
                    <a:pt x="34687" y="339403"/>
                  </a:lnTo>
                  <a:lnTo>
                    <a:pt x="47625" y="308514"/>
                  </a:lnTo>
                  <a:lnTo>
                    <a:pt x="62496" y="278509"/>
                  </a:lnTo>
                  <a:lnTo>
                    <a:pt x="79241" y="249506"/>
                  </a:lnTo>
                  <a:lnTo>
                    <a:pt x="97791" y="221625"/>
                  </a:lnTo>
                  <a:lnTo>
                    <a:pt x="118072" y="194975"/>
                  </a:lnTo>
                  <a:lnTo>
                    <a:pt x="140002" y="169666"/>
                  </a:lnTo>
                  <a:lnTo>
                    <a:pt x="163494" y="145799"/>
                  </a:lnTo>
                  <a:lnTo>
                    <a:pt x="188452" y="123470"/>
                  </a:lnTo>
                  <a:lnTo>
                    <a:pt x="214776" y="102768"/>
                  </a:lnTo>
                  <a:lnTo>
                    <a:pt x="242360" y="83778"/>
                  </a:lnTo>
                  <a:lnTo>
                    <a:pt x="271093" y="66576"/>
                  </a:lnTo>
                  <a:lnTo>
                    <a:pt x="300859" y="51230"/>
                  </a:lnTo>
                  <a:lnTo>
                    <a:pt x="331538" y="37803"/>
                  </a:lnTo>
                  <a:lnTo>
                    <a:pt x="363008" y="26349"/>
                  </a:lnTo>
                  <a:lnTo>
                    <a:pt x="395140" y="16915"/>
                  </a:lnTo>
                  <a:lnTo>
                    <a:pt x="427806" y="9537"/>
                  </a:lnTo>
                  <a:lnTo>
                    <a:pt x="460874" y="4245"/>
                  </a:lnTo>
                  <a:lnTo>
                    <a:pt x="494211" y="1062"/>
                  </a:lnTo>
                  <a:lnTo>
                    <a:pt x="527683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6" name="pl196"/>
            <p:cNvSpPr/>
            <p:nvPr/>
          </p:nvSpPr>
          <p:spPr>
            <a:xfrm>
              <a:off x="746548" y="2051127"/>
              <a:ext cx="1187288" cy="1187139"/>
            </a:xfrm>
            <a:custGeom>
              <a:avLst/>
              <a:pathLst>
                <a:path w="1187288" h="1187139">
                  <a:moveTo>
                    <a:pt x="593644" y="0"/>
                  </a:moveTo>
                  <a:lnTo>
                    <a:pt x="631300" y="1195"/>
                  </a:lnTo>
                  <a:lnTo>
                    <a:pt x="668804" y="4776"/>
                  </a:lnTo>
                  <a:lnTo>
                    <a:pt x="706006" y="10729"/>
                  </a:lnTo>
                  <a:lnTo>
                    <a:pt x="742755" y="19029"/>
                  </a:lnTo>
                  <a:lnTo>
                    <a:pt x="778904" y="29643"/>
                  </a:lnTo>
                  <a:lnTo>
                    <a:pt x="814307" y="42529"/>
                  </a:lnTo>
                  <a:lnTo>
                    <a:pt x="848821" y="57634"/>
                  </a:lnTo>
                  <a:lnTo>
                    <a:pt x="882308" y="74898"/>
                  </a:lnTo>
                  <a:lnTo>
                    <a:pt x="914633" y="94250"/>
                  </a:lnTo>
                  <a:lnTo>
                    <a:pt x="945665" y="115614"/>
                  </a:lnTo>
                  <a:lnTo>
                    <a:pt x="975279" y="138903"/>
                  </a:lnTo>
                  <a:lnTo>
                    <a:pt x="1003357" y="164024"/>
                  </a:lnTo>
                  <a:lnTo>
                    <a:pt x="1029785" y="190875"/>
                  </a:lnTo>
                  <a:lnTo>
                    <a:pt x="1054457" y="219347"/>
                  </a:lnTo>
                  <a:lnTo>
                    <a:pt x="1077273" y="249328"/>
                  </a:lnTo>
                  <a:lnTo>
                    <a:pt x="1098142" y="280695"/>
                  </a:lnTo>
                  <a:lnTo>
                    <a:pt x="1116980" y="313322"/>
                  </a:lnTo>
                  <a:lnTo>
                    <a:pt x="1133710" y="347079"/>
                  </a:lnTo>
                  <a:lnTo>
                    <a:pt x="1148265" y="381829"/>
                  </a:lnTo>
                  <a:lnTo>
                    <a:pt x="1160588" y="417431"/>
                  </a:lnTo>
                  <a:lnTo>
                    <a:pt x="1170627" y="453744"/>
                  </a:lnTo>
                  <a:lnTo>
                    <a:pt x="1178343" y="490620"/>
                  </a:lnTo>
                  <a:lnTo>
                    <a:pt x="1183705" y="527912"/>
                  </a:lnTo>
                  <a:lnTo>
                    <a:pt x="1186691" y="565468"/>
                  </a:lnTo>
                  <a:lnTo>
                    <a:pt x="1187288" y="603139"/>
                  </a:lnTo>
                  <a:lnTo>
                    <a:pt x="1185496" y="640771"/>
                  </a:lnTo>
                  <a:lnTo>
                    <a:pt x="1181320" y="678214"/>
                  </a:lnTo>
                  <a:lnTo>
                    <a:pt x="1174778" y="715316"/>
                  </a:lnTo>
                  <a:lnTo>
                    <a:pt x="1165896" y="751929"/>
                  </a:lnTo>
                  <a:lnTo>
                    <a:pt x="1154709" y="787905"/>
                  </a:lnTo>
                  <a:lnTo>
                    <a:pt x="1141263" y="823099"/>
                  </a:lnTo>
                  <a:lnTo>
                    <a:pt x="1125613" y="857370"/>
                  </a:lnTo>
                  <a:lnTo>
                    <a:pt x="1107820" y="890578"/>
                  </a:lnTo>
                  <a:lnTo>
                    <a:pt x="1087957" y="922592"/>
                  </a:lnTo>
                  <a:lnTo>
                    <a:pt x="1066103" y="953281"/>
                  </a:lnTo>
                  <a:lnTo>
                    <a:pt x="1042347" y="982522"/>
                  </a:lnTo>
                  <a:lnTo>
                    <a:pt x="1016784" y="1010198"/>
                  </a:lnTo>
                  <a:lnTo>
                    <a:pt x="989518" y="1036197"/>
                  </a:lnTo>
                  <a:lnTo>
                    <a:pt x="960657" y="1060414"/>
                  </a:lnTo>
                  <a:lnTo>
                    <a:pt x="930318" y="1082751"/>
                  </a:lnTo>
                  <a:lnTo>
                    <a:pt x="898624" y="1103120"/>
                  </a:lnTo>
                  <a:lnTo>
                    <a:pt x="865702" y="1121437"/>
                  </a:lnTo>
                  <a:lnTo>
                    <a:pt x="831684" y="1137630"/>
                  </a:lnTo>
                  <a:lnTo>
                    <a:pt x="796708" y="1151632"/>
                  </a:lnTo>
                  <a:lnTo>
                    <a:pt x="760914" y="1163388"/>
                  </a:lnTo>
                  <a:lnTo>
                    <a:pt x="724447" y="1172850"/>
                  </a:lnTo>
                  <a:lnTo>
                    <a:pt x="687452" y="1179980"/>
                  </a:lnTo>
                  <a:lnTo>
                    <a:pt x="650081" y="1184750"/>
                  </a:lnTo>
                  <a:lnTo>
                    <a:pt x="612481" y="1187139"/>
                  </a:lnTo>
                  <a:lnTo>
                    <a:pt x="574806" y="1187139"/>
                  </a:lnTo>
                  <a:lnTo>
                    <a:pt x="537207" y="1184750"/>
                  </a:lnTo>
                  <a:lnTo>
                    <a:pt x="499836" y="1179980"/>
                  </a:lnTo>
                  <a:lnTo>
                    <a:pt x="462841" y="1172850"/>
                  </a:lnTo>
                  <a:lnTo>
                    <a:pt x="426374" y="1163388"/>
                  </a:lnTo>
                  <a:lnTo>
                    <a:pt x="390580" y="1151632"/>
                  </a:lnTo>
                  <a:lnTo>
                    <a:pt x="355604" y="1137630"/>
                  </a:lnTo>
                  <a:lnTo>
                    <a:pt x="321586" y="1121437"/>
                  </a:lnTo>
                  <a:lnTo>
                    <a:pt x="288664" y="1103120"/>
                  </a:lnTo>
                  <a:lnTo>
                    <a:pt x="256970" y="1082751"/>
                  </a:lnTo>
                  <a:lnTo>
                    <a:pt x="226631" y="1060414"/>
                  </a:lnTo>
                  <a:lnTo>
                    <a:pt x="197770" y="1036197"/>
                  </a:lnTo>
                  <a:lnTo>
                    <a:pt x="170504" y="1010198"/>
                  </a:lnTo>
                  <a:lnTo>
                    <a:pt x="144941" y="982522"/>
                  </a:lnTo>
                  <a:lnTo>
                    <a:pt x="121185" y="953281"/>
                  </a:lnTo>
                  <a:lnTo>
                    <a:pt x="99331" y="922592"/>
                  </a:lnTo>
                  <a:lnTo>
                    <a:pt x="79468" y="890578"/>
                  </a:lnTo>
                  <a:lnTo>
                    <a:pt x="61675" y="857370"/>
                  </a:lnTo>
                  <a:lnTo>
                    <a:pt x="46025" y="823099"/>
                  </a:lnTo>
                  <a:lnTo>
                    <a:pt x="32579" y="787905"/>
                  </a:lnTo>
                  <a:lnTo>
                    <a:pt x="21392" y="751929"/>
                  </a:lnTo>
                  <a:lnTo>
                    <a:pt x="12510" y="715316"/>
                  </a:lnTo>
                  <a:lnTo>
                    <a:pt x="5968" y="678214"/>
                  </a:lnTo>
                  <a:lnTo>
                    <a:pt x="1792" y="640771"/>
                  </a:lnTo>
                  <a:lnTo>
                    <a:pt x="0" y="603139"/>
                  </a:lnTo>
                  <a:lnTo>
                    <a:pt x="597" y="565468"/>
                  </a:lnTo>
                  <a:lnTo>
                    <a:pt x="3583" y="527912"/>
                  </a:lnTo>
                  <a:lnTo>
                    <a:pt x="8945" y="490620"/>
                  </a:lnTo>
                  <a:lnTo>
                    <a:pt x="16661" y="453744"/>
                  </a:lnTo>
                  <a:lnTo>
                    <a:pt x="26700" y="417431"/>
                  </a:lnTo>
                  <a:lnTo>
                    <a:pt x="39022" y="381829"/>
                  </a:lnTo>
                  <a:lnTo>
                    <a:pt x="53578" y="347079"/>
                  </a:lnTo>
                  <a:lnTo>
                    <a:pt x="70308" y="313322"/>
                  </a:lnTo>
                  <a:lnTo>
                    <a:pt x="89146" y="280695"/>
                  </a:lnTo>
                  <a:lnTo>
                    <a:pt x="110015" y="249328"/>
                  </a:lnTo>
                  <a:lnTo>
                    <a:pt x="132831" y="219347"/>
                  </a:lnTo>
                  <a:lnTo>
                    <a:pt x="157503" y="190875"/>
                  </a:lnTo>
                  <a:lnTo>
                    <a:pt x="183931" y="164024"/>
                  </a:lnTo>
                  <a:lnTo>
                    <a:pt x="212009" y="138903"/>
                  </a:lnTo>
                  <a:lnTo>
                    <a:pt x="241623" y="115614"/>
                  </a:lnTo>
                  <a:lnTo>
                    <a:pt x="272655" y="94250"/>
                  </a:lnTo>
                  <a:lnTo>
                    <a:pt x="304980" y="74898"/>
                  </a:lnTo>
                  <a:lnTo>
                    <a:pt x="338466" y="57634"/>
                  </a:lnTo>
                  <a:lnTo>
                    <a:pt x="372981" y="42529"/>
                  </a:lnTo>
                  <a:lnTo>
                    <a:pt x="408384" y="29643"/>
                  </a:lnTo>
                  <a:lnTo>
                    <a:pt x="444533" y="19029"/>
                  </a:lnTo>
                  <a:lnTo>
                    <a:pt x="481282" y="10729"/>
                  </a:lnTo>
                  <a:lnTo>
                    <a:pt x="518484" y="4776"/>
                  </a:lnTo>
                  <a:lnTo>
                    <a:pt x="555988" y="1195"/>
                  </a:lnTo>
                  <a:lnTo>
                    <a:pt x="59364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1115346" y="2248740"/>
              <a:ext cx="752596" cy="737724"/>
            </a:xfrm>
            <a:custGeom>
              <a:avLst/>
              <a:pathLst>
                <a:path w="752596" h="737724">
                  <a:moveTo>
                    <a:pt x="752596" y="396105"/>
                  </a:moveTo>
                  <a:lnTo>
                    <a:pt x="746916" y="375593"/>
                  </a:lnTo>
                  <a:lnTo>
                    <a:pt x="740447" y="355527"/>
                  </a:lnTo>
                  <a:lnTo>
                    <a:pt x="733215" y="335936"/>
                  </a:lnTo>
                  <a:lnTo>
                    <a:pt x="725249" y="316849"/>
                  </a:lnTo>
                  <a:lnTo>
                    <a:pt x="716575" y="298294"/>
                  </a:lnTo>
                  <a:lnTo>
                    <a:pt x="707224" y="280297"/>
                  </a:lnTo>
                  <a:lnTo>
                    <a:pt x="697227" y="262880"/>
                  </a:lnTo>
                  <a:lnTo>
                    <a:pt x="686613" y="246068"/>
                  </a:lnTo>
                  <a:lnTo>
                    <a:pt x="675415" y="229882"/>
                  </a:lnTo>
                  <a:lnTo>
                    <a:pt x="663666" y="214340"/>
                  </a:lnTo>
                  <a:lnTo>
                    <a:pt x="651399" y="199462"/>
                  </a:lnTo>
                  <a:lnTo>
                    <a:pt x="638647" y="185263"/>
                  </a:lnTo>
                  <a:lnTo>
                    <a:pt x="625446" y="171758"/>
                  </a:lnTo>
                  <a:lnTo>
                    <a:pt x="611830" y="158961"/>
                  </a:lnTo>
                  <a:lnTo>
                    <a:pt x="597833" y="146883"/>
                  </a:lnTo>
                  <a:lnTo>
                    <a:pt x="583492" y="135534"/>
                  </a:lnTo>
                  <a:lnTo>
                    <a:pt x="568841" y="124922"/>
                  </a:lnTo>
                  <a:lnTo>
                    <a:pt x="553916" y="115053"/>
                  </a:lnTo>
                  <a:lnTo>
                    <a:pt x="538753" y="105933"/>
                  </a:lnTo>
                  <a:lnTo>
                    <a:pt x="523387" y="97565"/>
                  </a:lnTo>
                  <a:lnTo>
                    <a:pt x="507853" y="89950"/>
                  </a:lnTo>
                  <a:lnTo>
                    <a:pt x="492188" y="83088"/>
                  </a:lnTo>
                  <a:lnTo>
                    <a:pt x="476426" y="76978"/>
                  </a:lnTo>
                  <a:lnTo>
                    <a:pt x="460601" y="71617"/>
                  </a:lnTo>
                  <a:lnTo>
                    <a:pt x="444748" y="66999"/>
                  </a:lnTo>
                  <a:lnTo>
                    <a:pt x="428900" y="63119"/>
                  </a:lnTo>
                  <a:lnTo>
                    <a:pt x="413091" y="59970"/>
                  </a:lnTo>
                  <a:lnTo>
                    <a:pt x="397353" y="57540"/>
                  </a:lnTo>
                  <a:lnTo>
                    <a:pt x="381719" y="55822"/>
                  </a:lnTo>
                  <a:lnTo>
                    <a:pt x="366219" y="54801"/>
                  </a:lnTo>
                  <a:lnTo>
                    <a:pt x="350884" y="54465"/>
                  </a:lnTo>
                  <a:lnTo>
                    <a:pt x="335743" y="54799"/>
                  </a:lnTo>
                  <a:lnTo>
                    <a:pt x="320825" y="55788"/>
                  </a:lnTo>
                  <a:lnTo>
                    <a:pt x="306159" y="57414"/>
                  </a:lnTo>
                  <a:lnTo>
                    <a:pt x="291769" y="59659"/>
                  </a:lnTo>
                  <a:lnTo>
                    <a:pt x="277683" y="62504"/>
                  </a:lnTo>
                  <a:lnTo>
                    <a:pt x="263925" y="65927"/>
                  </a:lnTo>
                  <a:lnTo>
                    <a:pt x="250518" y="69909"/>
                  </a:lnTo>
                  <a:lnTo>
                    <a:pt x="237485" y="74426"/>
                  </a:lnTo>
                  <a:lnTo>
                    <a:pt x="224846" y="79455"/>
                  </a:lnTo>
                  <a:lnTo>
                    <a:pt x="237062" y="69631"/>
                  </a:lnTo>
                  <a:lnTo>
                    <a:pt x="250012" y="60292"/>
                  </a:lnTo>
                  <a:lnTo>
                    <a:pt x="263676" y="51479"/>
                  </a:lnTo>
                  <a:lnTo>
                    <a:pt x="278033" y="43231"/>
                  </a:lnTo>
                  <a:lnTo>
                    <a:pt x="293059" y="35590"/>
                  </a:lnTo>
                  <a:lnTo>
                    <a:pt x="308728" y="28592"/>
                  </a:lnTo>
                  <a:lnTo>
                    <a:pt x="325013" y="22276"/>
                  </a:lnTo>
                  <a:lnTo>
                    <a:pt x="341884" y="16677"/>
                  </a:lnTo>
                  <a:lnTo>
                    <a:pt x="359310" y="11830"/>
                  </a:lnTo>
                  <a:lnTo>
                    <a:pt x="377257" y="7769"/>
                  </a:lnTo>
                  <a:lnTo>
                    <a:pt x="395690" y="4526"/>
                  </a:lnTo>
                  <a:lnTo>
                    <a:pt x="414574" y="2131"/>
                  </a:lnTo>
                  <a:lnTo>
                    <a:pt x="433870" y="613"/>
                  </a:lnTo>
                  <a:lnTo>
                    <a:pt x="453538" y="0"/>
                  </a:lnTo>
                  <a:lnTo>
                    <a:pt x="473537" y="316"/>
                  </a:lnTo>
                  <a:lnTo>
                    <a:pt x="493825" y="1586"/>
                  </a:lnTo>
                  <a:lnTo>
                    <a:pt x="514358" y="3831"/>
                  </a:lnTo>
                  <a:lnTo>
                    <a:pt x="535090" y="7071"/>
                  </a:lnTo>
                  <a:lnTo>
                    <a:pt x="555977" y="11324"/>
                  </a:lnTo>
                  <a:lnTo>
                    <a:pt x="576970" y="16606"/>
                  </a:lnTo>
                  <a:lnTo>
                    <a:pt x="598022" y="22929"/>
                  </a:lnTo>
                  <a:lnTo>
                    <a:pt x="614808" y="50629"/>
                  </a:lnTo>
                  <a:lnTo>
                    <a:pt x="629630" y="78977"/>
                  </a:lnTo>
                  <a:lnTo>
                    <a:pt x="642471" y="107840"/>
                  </a:lnTo>
                  <a:lnTo>
                    <a:pt x="653324" y="137081"/>
                  </a:lnTo>
                  <a:lnTo>
                    <a:pt x="662191" y="166569"/>
                  </a:lnTo>
                  <a:lnTo>
                    <a:pt x="669082" y="196171"/>
                  </a:lnTo>
                  <a:lnTo>
                    <a:pt x="674017" y="225757"/>
                  </a:lnTo>
                  <a:lnTo>
                    <a:pt x="677023" y="255201"/>
                  </a:lnTo>
                  <a:lnTo>
                    <a:pt x="678136" y="284379"/>
                  </a:lnTo>
                  <a:lnTo>
                    <a:pt x="677400" y="313172"/>
                  </a:lnTo>
                  <a:lnTo>
                    <a:pt x="674865" y="341463"/>
                  </a:lnTo>
                  <a:lnTo>
                    <a:pt x="670589" y="369143"/>
                  </a:lnTo>
                  <a:lnTo>
                    <a:pt x="664638" y="396105"/>
                  </a:lnTo>
                  <a:lnTo>
                    <a:pt x="657082" y="422251"/>
                  </a:lnTo>
                  <a:lnTo>
                    <a:pt x="647998" y="447485"/>
                  </a:lnTo>
                  <a:lnTo>
                    <a:pt x="637468" y="471721"/>
                  </a:lnTo>
                  <a:lnTo>
                    <a:pt x="625581" y="494878"/>
                  </a:lnTo>
                  <a:lnTo>
                    <a:pt x="612426" y="516880"/>
                  </a:lnTo>
                  <a:lnTo>
                    <a:pt x="598100" y="537662"/>
                  </a:lnTo>
                  <a:lnTo>
                    <a:pt x="582703" y="557164"/>
                  </a:lnTo>
                  <a:lnTo>
                    <a:pt x="566334" y="575332"/>
                  </a:lnTo>
                  <a:lnTo>
                    <a:pt x="549100" y="592124"/>
                  </a:lnTo>
                  <a:lnTo>
                    <a:pt x="531104" y="607500"/>
                  </a:lnTo>
                  <a:lnTo>
                    <a:pt x="512456" y="621433"/>
                  </a:lnTo>
                  <a:lnTo>
                    <a:pt x="493262" y="633901"/>
                  </a:lnTo>
                  <a:lnTo>
                    <a:pt x="473630" y="644889"/>
                  </a:lnTo>
                  <a:lnTo>
                    <a:pt x="453668" y="654392"/>
                  </a:lnTo>
                  <a:lnTo>
                    <a:pt x="433483" y="662411"/>
                  </a:lnTo>
                  <a:lnTo>
                    <a:pt x="413180" y="668954"/>
                  </a:lnTo>
                  <a:lnTo>
                    <a:pt x="392861" y="674037"/>
                  </a:lnTo>
                  <a:lnTo>
                    <a:pt x="372629" y="677683"/>
                  </a:lnTo>
                  <a:lnTo>
                    <a:pt x="352582" y="679923"/>
                  </a:lnTo>
                  <a:lnTo>
                    <a:pt x="332813" y="680791"/>
                  </a:lnTo>
                  <a:lnTo>
                    <a:pt x="313414" y="680331"/>
                  </a:lnTo>
                  <a:lnTo>
                    <a:pt x="294472" y="678591"/>
                  </a:lnTo>
                  <a:lnTo>
                    <a:pt x="276070" y="675624"/>
                  </a:lnTo>
                  <a:lnTo>
                    <a:pt x="258284" y="671490"/>
                  </a:lnTo>
                  <a:lnTo>
                    <a:pt x="241187" y="666253"/>
                  </a:lnTo>
                  <a:lnTo>
                    <a:pt x="224846" y="659981"/>
                  </a:lnTo>
                  <a:lnTo>
                    <a:pt x="209322" y="652745"/>
                  </a:lnTo>
                  <a:lnTo>
                    <a:pt x="194670" y="644623"/>
                  </a:lnTo>
                  <a:lnTo>
                    <a:pt x="180940" y="635693"/>
                  </a:lnTo>
                  <a:lnTo>
                    <a:pt x="168173" y="626035"/>
                  </a:lnTo>
                  <a:lnTo>
                    <a:pt x="156407" y="615734"/>
                  </a:lnTo>
                  <a:lnTo>
                    <a:pt x="145670" y="604875"/>
                  </a:lnTo>
                  <a:lnTo>
                    <a:pt x="135986" y="593544"/>
                  </a:lnTo>
                  <a:lnTo>
                    <a:pt x="127372" y="581827"/>
                  </a:lnTo>
                  <a:lnTo>
                    <a:pt x="119836" y="569813"/>
                  </a:lnTo>
                  <a:lnTo>
                    <a:pt x="113383" y="557587"/>
                  </a:lnTo>
                  <a:lnTo>
                    <a:pt x="108009" y="545236"/>
                  </a:lnTo>
                  <a:lnTo>
                    <a:pt x="103705" y="532845"/>
                  </a:lnTo>
                  <a:lnTo>
                    <a:pt x="100454" y="520497"/>
                  </a:lnTo>
                  <a:lnTo>
                    <a:pt x="98235" y="508273"/>
                  </a:lnTo>
                  <a:lnTo>
                    <a:pt x="97019" y="496251"/>
                  </a:lnTo>
                  <a:lnTo>
                    <a:pt x="96774" y="484507"/>
                  </a:lnTo>
                  <a:lnTo>
                    <a:pt x="97461" y="473113"/>
                  </a:lnTo>
                  <a:lnTo>
                    <a:pt x="99034" y="462136"/>
                  </a:lnTo>
                  <a:lnTo>
                    <a:pt x="101447" y="451643"/>
                  </a:lnTo>
                  <a:lnTo>
                    <a:pt x="104645" y="441691"/>
                  </a:lnTo>
                  <a:lnTo>
                    <a:pt x="108572" y="432338"/>
                  </a:lnTo>
                  <a:lnTo>
                    <a:pt x="113166" y="423632"/>
                  </a:lnTo>
                  <a:lnTo>
                    <a:pt x="118363" y="415619"/>
                  </a:lnTo>
                  <a:lnTo>
                    <a:pt x="124095" y="408339"/>
                  </a:lnTo>
                  <a:lnTo>
                    <a:pt x="130294" y="401825"/>
                  </a:lnTo>
                  <a:lnTo>
                    <a:pt x="136888" y="396105"/>
                  </a:lnTo>
                  <a:lnTo>
                    <a:pt x="143802" y="391203"/>
                  </a:lnTo>
                  <a:lnTo>
                    <a:pt x="150962" y="387134"/>
                  </a:lnTo>
                  <a:lnTo>
                    <a:pt x="158294" y="383909"/>
                  </a:lnTo>
                  <a:lnTo>
                    <a:pt x="165721" y="381532"/>
                  </a:lnTo>
                  <a:lnTo>
                    <a:pt x="173169" y="380002"/>
                  </a:lnTo>
                  <a:lnTo>
                    <a:pt x="180561" y="379311"/>
                  </a:lnTo>
                  <a:lnTo>
                    <a:pt x="187826" y="379444"/>
                  </a:lnTo>
                  <a:lnTo>
                    <a:pt x="194891" y="380384"/>
                  </a:lnTo>
                  <a:lnTo>
                    <a:pt x="201685" y="382104"/>
                  </a:lnTo>
                  <a:lnTo>
                    <a:pt x="208141" y="384575"/>
                  </a:lnTo>
                  <a:lnTo>
                    <a:pt x="214194" y="387760"/>
                  </a:lnTo>
                  <a:lnTo>
                    <a:pt x="219781" y="391619"/>
                  </a:lnTo>
                  <a:lnTo>
                    <a:pt x="224846" y="396105"/>
                  </a:lnTo>
                  <a:lnTo>
                    <a:pt x="225868" y="407789"/>
                  </a:lnTo>
                  <a:lnTo>
                    <a:pt x="228919" y="419205"/>
                  </a:lnTo>
                  <a:lnTo>
                    <a:pt x="233952" y="430090"/>
                  </a:lnTo>
                  <a:lnTo>
                    <a:pt x="240890" y="440187"/>
                  </a:lnTo>
                  <a:lnTo>
                    <a:pt x="249628" y="449250"/>
                  </a:lnTo>
                  <a:lnTo>
                    <a:pt x="260029" y="457045"/>
                  </a:lnTo>
                  <a:lnTo>
                    <a:pt x="271933" y="463353"/>
                  </a:lnTo>
                  <a:lnTo>
                    <a:pt x="285154" y="467977"/>
                  </a:lnTo>
                  <a:lnTo>
                    <a:pt x="299481" y="470741"/>
                  </a:lnTo>
                  <a:lnTo>
                    <a:pt x="300232" y="481614"/>
                  </a:lnTo>
                  <a:lnTo>
                    <a:pt x="299889" y="492850"/>
                  </a:lnTo>
                  <a:lnTo>
                    <a:pt x="298413" y="504355"/>
                  </a:lnTo>
                  <a:lnTo>
                    <a:pt x="295769" y="516029"/>
                  </a:lnTo>
                  <a:lnTo>
                    <a:pt x="291932" y="527770"/>
                  </a:lnTo>
                  <a:lnTo>
                    <a:pt x="286886" y="539472"/>
                  </a:lnTo>
                  <a:lnTo>
                    <a:pt x="280622" y="551029"/>
                  </a:lnTo>
                  <a:lnTo>
                    <a:pt x="273140" y="562334"/>
                  </a:lnTo>
                  <a:lnTo>
                    <a:pt x="264449" y="573279"/>
                  </a:lnTo>
                  <a:lnTo>
                    <a:pt x="254567" y="583756"/>
                  </a:lnTo>
                  <a:lnTo>
                    <a:pt x="243520" y="593659"/>
                  </a:lnTo>
                  <a:lnTo>
                    <a:pt x="231344" y="602881"/>
                  </a:lnTo>
                  <a:lnTo>
                    <a:pt x="218082" y="611321"/>
                  </a:lnTo>
                  <a:lnTo>
                    <a:pt x="203788" y="618878"/>
                  </a:lnTo>
                  <a:lnTo>
                    <a:pt x="188520" y="625457"/>
                  </a:lnTo>
                  <a:lnTo>
                    <a:pt x="172349" y="630964"/>
                  </a:lnTo>
                  <a:lnTo>
                    <a:pt x="155350" y="635313"/>
                  </a:lnTo>
                  <a:lnTo>
                    <a:pt x="137607" y="638422"/>
                  </a:lnTo>
                  <a:lnTo>
                    <a:pt x="119210" y="640215"/>
                  </a:lnTo>
                  <a:lnTo>
                    <a:pt x="100257" y="640624"/>
                  </a:lnTo>
                  <a:lnTo>
                    <a:pt x="80851" y="639587"/>
                  </a:lnTo>
                  <a:lnTo>
                    <a:pt x="61101" y="637049"/>
                  </a:lnTo>
                  <a:lnTo>
                    <a:pt x="41120" y="632964"/>
                  </a:lnTo>
                  <a:lnTo>
                    <a:pt x="21025" y="627294"/>
                  </a:lnTo>
                  <a:lnTo>
                    <a:pt x="940" y="620011"/>
                  </a:lnTo>
                  <a:lnTo>
                    <a:pt x="0" y="599894"/>
                  </a:lnTo>
                  <a:lnTo>
                    <a:pt x="470" y="580246"/>
                  </a:lnTo>
                  <a:lnTo>
                    <a:pt x="2302" y="561155"/>
                  </a:lnTo>
                  <a:lnTo>
                    <a:pt x="5442" y="542707"/>
                  </a:lnTo>
                  <a:lnTo>
                    <a:pt x="9829" y="524981"/>
                  </a:lnTo>
                  <a:lnTo>
                    <a:pt x="15400" y="508056"/>
                  </a:lnTo>
                  <a:lnTo>
                    <a:pt x="22087" y="492003"/>
                  </a:lnTo>
                  <a:lnTo>
                    <a:pt x="29815" y="476890"/>
                  </a:lnTo>
                  <a:lnTo>
                    <a:pt x="38508" y="462778"/>
                  </a:lnTo>
                  <a:lnTo>
                    <a:pt x="48087" y="449725"/>
                  </a:lnTo>
                  <a:lnTo>
                    <a:pt x="58467" y="437781"/>
                  </a:lnTo>
                  <a:lnTo>
                    <a:pt x="69563" y="426993"/>
                  </a:lnTo>
                  <a:lnTo>
                    <a:pt x="81285" y="417401"/>
                  </a:lnTo>
                  <a:lnTo>
                    <a:pt x="93544" y="409038"/>
                  </a:lnTo>
                  <a:lnTo>
                    <a:pt x="106245" y="401932"/>
                  </a:lnTo>
                  <a:lnTo>
                    <a:pt x="119296" y="396105"/>
                  </a:lnTo>
                  <a:lnTo>
                    <a:pt x="112834" y="401608"/>
                  </a:lnTo>
                  <a:lnTo>
                    <a:pt x="106674" y="407744"/>
                  </a:lnTo>
                  <a:lnTo>
                    <a:pt x="100862" y="414497"/>
                  </a:lnTo>
                  <a:lnTo>
                    <a:pt x="95443" y="421845"/>
                  </a:lnTo>
                  <a:lnTo>
                    <a:pt x="90463" y="429767"/>
                  </a:lnTo>
                  <a:lnTo>
                    <a:pt x="85964" y="438235"/>
                  </a:lnTo>
                  <a:lnTo>
                    <a:pt x="81987" y="447221"/>
                  </a:lnTo>
                  <a:lnTo>
                    <a:pt x="78573" y="456694"/>
                  </a:lnTo>
                  <a:lnTo>
                    <a:pt x="75758" y="466619"/>
                  </a:lnTo>
                  <a:lnTo>
                    <a:pt x="73580" y="476959"/>
                  </a:lnTo>
                  <a:lnTo>
                    <a:pt x="72071" y="487675"/>
                  </a:lnTo>
                  <a:lnTo>
                    <a:pt x="71263" y="498726"/>
                  </a:lnTo>
                  <a:lnTo>
                    <a:pt x="71185" y="510068"/>
                  </a:lnTo>
                  <a:lnTo>
                    <a:pt x="71862" y="521656"/>
                  </a:lnTo>
                  <a:lnTo>
                    <a:pt x="73319" y="533441"/>
                  </a:lnTo>
                  <a:lnTo>
                    <a:pt x="75576" y="545376"/>
                  </a:lnTo>
                  <a:lnTo>
                    <a:pt x="78650" y="557408"/>
                  </a:lnTo>
                  <a:lnTo>
                    <a:pt x="82555" y="569487"/>
                  </a:lnTo>
                  <a:lnTo>
                    <a:pt x="87304" y="581559"/>
                  </a:lnTo>
                  <a:lnTo>
                    <a:pt x="92905" y="593569"/>
                  </a:lnTo>
                  <a:lnTo>
                    <a:pt x="99361" y="605464"/>
                  </a:lnTo>
                  <a:lnTo>
                    <a:pt x="106676" y="617187"/>
                  </a:lnTo>
                  <a:lnTo>
                    <a:pt x="114845" y="628682"/>
                  </a:lnTo>
                  <a:lnTo>
                    <a:pt x="123865" y="639894"/>
                  </a:lnTo>
                  <a:lnTo>
                    <a:pt x="133727" y="650767"/>
                  </a:lnTo>
                  <a:lnTo>
                    <a:pt x="144417" y="661244"/>
                  </a:lnTo>
                  <a:lnTo>
                    <a:pt x="155921" y="671270"/>
                  </a:lnTo>
                  <a:lnTo>
                    <a:pt x="168218" y="680791"/>
                  </a:lnTo>
                  <a:lnTo>
                    <a:pt x="181288" y="689752"/>
                  </a:lnTo>
                  <a:lnTo>
                    <a:pt x="195102" y="698101"/>
                  </a:lnTo>
                  <a:lnTo>
                    <a:pt x="209632" y="705785"/>
                  </a:lnTo>
                  <a:lnTo>
                    <a:pt x="224846" y="712756"/>
                  </a:lnTo>
                  <a:lnTo>
                    <a:pt x="240707" y="718963"/>
                  </a:lnTo>
                  <a:lnTo>
                    <a:pt x="257176" y="724361"/>
                  </a:lnTo>
                  <a:lnTo>
                    <a:pt x="274212" y="728905"/>
                  </a:lnTo>
                  <a:lnTo>
                    <a:pt x="291769" y="732552"/>
                  </a:lnTo>
                  <a:lnTo>
                    <a:pt x="309800" y="735262"/>
                  </a:lnTo>
                  <a:lnTo>
                    <a:pt x="328254" y="736998"/>
                  </a:lnTo>
                  <a:lnTo>
                    <a:pt x="347079" y="737724"/>
                  </a:lnTo>
                  <a:lnTo>
                    <a:pt x="366219" y="737410"/>
                  </a:lnTo>
                  <a:lnTo>
                    <a:pt x="385616" y="736025"/>
                  </a:lnTo>
                  <a:lnTo>
                    <a:pt x="405211" y="733545"/>
                  </a:lnTo>
                  <a:lnTo>
                    <a:pt x="424943" y="729947"/>
                  </a:lnTo>
                  <a:lnTo>
                    <a:pt x="444748" y="725212"/>
                  </a:lnTo>
                  <a:lnTo>
                    <a:pt x="464561" y="719324"/>
                  </a:lnTo>
                  <a:lnTo>
                    <a:pt x="484317" y="712272"/>
                  </a:lnTo>
                  <a:lnTo>
                    <a:pt x="503948" y="704047"/>
                  </a:lnTo>
                  <a:lnTo>
                    <a:pt x="523387" y="694646"/>
                  </a:lnTo>
                  <a:lnTo>
                    <a:pt x="542564" y="684068"/>
                  </a:lnTo>
                  <a:lnTo>
                    <a:pt x="561410" y="672316"/>
                  </a:lnTo>
                  <a:lnTo>
                    <a:pt x="579856" y="659399"/>
                  </a:lnTo>
                  <a:lnTo>
                    <a:pt x="597833" y="645327"/>
                  </a:lnTo>
                  <a:lnTo>
                    <a:pt x="615271" y="630117"/>
                  </a:lnTo>
                  <a:lnTo>
                    <a:pt x="632101" y="613788"/>
                  </a:lnTo>
                  <a:lnTo>
                    <a:pt x="648255" y="596363"/>
                  </a:lnTo>
                  <a:lnTo>
                    <a:pt x="663666" y="577871"/>
                  </a:lnTo>
                  <a:lnTo>
                    <a:pt x="678267" y="558342"/>
                  </a:lnTo>
                  <a:lnTo>
                    <a:pt x="691995" y="537813"/>
                  </a:lnTo>
                  <a:lnTo>
                    <a:pt x="704784" y="516324"/>
                  </a:lnTo>
                  <a:lnTo>
                    <a:pt x="716575" y="493916"/>
                  </a:lnTo>
                  <a:lnTo>
                    <a:pt x="727308" y="470639"/>
                  </a:lnTo>
                  <a:lnTo>
                    <a:pt x="736925" y="446541"/>
                  </a:lnTo>
                  <a:lnTo>
                    <a:pt x="745372" y="421677"/>
                  </a:lnTo>
                  <a:close/>
                </a:path>
              </a:pathLst>
            </a:custGeom>
            <a:solidFill>
              <a:srgbClr val="F1B722">
                <a:alpha val="25882"/>
              </a:srgbClr>
            </a:solidFill>
            <a:ln w="24933" cap="flat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l198"/>
            <p:cNvSpPr/>
            <p:nvPr/>
          </p:nvSpPr>
          <p:spPr>
            <a:xfrm>
              <a:off x="1115346" y="2248740"/>
              <a:ext cx="752596" cy="620011"/>
            </a:xfrm>
            <a:custGeom>
              <a:avLst/>
              <a:pathLst>
                <a:path w="752596" h="620011">
                  <a:moveTo>
                    <a:pt x="224846" y="79455"/>
                  </a:moveTo>
                  <a:lnTo>
                    <a:pt x="237062" y="69631"/>
                  </a:lnTo>
                  <a:lnTo>
                    <a:pt x="250012" y="60292"/>
                  </a:lnTo>
                  <a:lnTo>
                    <a:pt x="263676" y="51479"/>
                  </a:lnTo>
                  <a:lnTo>
                    <a:pt x="278033" y="43231"/>
                  </a:lnTo>
                  <a:lnTo>
                    <a:pt x="293059" y="35590"/>
                  </a:lnTo>
                  <a:lnTo>
                    <a:pt x="308728" y="28592"/>
                  </a:lnTo>
                  <a:lnTo>
                    <a:pt x="325013" y="22276"/>
                  </a:lnTo>
                  <a:lnTo>
                    <a:pt x="341884" y="16677"/>
                  </a:lnTo>
                  <a:lnTo>
                    <a:pt x="359310" y="11830"/>
                  </a:lnTo>
                  <a:lnTo>
                    <a:pt x="377257" y="7769"/>
                  </a:lnTo>
                  <a:lnTo>
                    <a:pt x="395690" y="4526"/>
                  </a:lnTo>
                  <a:lnTo>
                    <a:pt x="414574" y="2131"/>
                  </a:lnTo>
                  <a:lnTo>
                    <a:pt x="433870" y="613"/>
                  </a:lnTo>
                  <a:lnTo>
                    <a:pt x="453538" y="0"/>
                  </a:lnTo>
                  <a:lnTo>
                    <a:pt x="473537" y="316"/>
                  </a:lnTo>
                  <a:lnTo>
                    <a:pt x="493825" y="1586"/>
                  </a:lnTo>
                  <a:lnTo>
                    <a:pt x="514358" y="3831"/>
                  </a:lnTo>
                  <a:lnTo>
                    <a:pt x="535090" y="7071"/>
                  </a:lnTo>
                  <a:lnTo>
                    <a:pt x="555977" y="11324"/>
                  </a:lnTo>
                  <a:lnTo>
                    <a:pt x="576970" y="16606"/>
                  </a:lnTo>
                  <a:lnTo>
                    <a:pt x="598022" y="22929"/>
                  </a:lnTo>
                  <a:lnTo>
                    <a:pt x="610545" y="35888"/>
                  </a:lnTo>
                  <a:lnTo>
                    <a:pt x="622618" y="49266"/>
                  </a:lnTo>
                  <a:lnTo>
                    <a:pt x="634228" y="63048"/>
                  </a:lnTo>
                  <a:lnTo>
                    <a:pt x="645360" y="77219"/>
                  </a:lnTo>
                  <a:lnTo>
                    <a:pt x="656002" y="91762"/>
                  </a:lnTo>
                  <a:lnTo>
                    <a:pt x="666141" y="106660"/>
                  </a:lnTo>
                  <a:lnTo>
                    <a:pt x="675766" y="121895"/>
                  </a:lnTo>
                  <a:lnTo>
                    <a:pt x="684865" y="137450"/>
                  </a:lnTo>
                  <a:lnTo>
                    <a:pt x="693428" y="153306"/>
                  </a:lnTo>
                  <a:lnTo>
                    <a:pt x="701444" y="169445"/>
                  </a:lnTo>
                  <a:lnTo>
                    <a:pt x="708905" y="185849"/>
                  </a:lnTo>
                  <a:lnTo>
                    <a:pt x="715801" y="202498"/>
                  </a:lnTo>
                  <a:lnTo>
                    <a:pt x="722125" y="219373"/>
                  </a:lnTo>
                  <a:lnTo>
                    <a:pt x="727868" y="236453"/>
                  </a:lnTo>
                  <a:lnTo>
                    <a:pt x="733026" y="253720"/>
                  </a:lnTo>
                  <a:lnTo>
                    <a:pt x="737591" y="271153"/>
                  </a:lnTo>
                  <a:lnTo>
                    <a:pt x="741558" y="288731"/>
                  </a:lnTo>
                  <a:lnTo>
                    <a:pt x="744923" y="306435"/>
                  </a:lnTo>
                  <a:lnTo>
                    <a:pt x="747681" y="324243"/>
                  </a:lnTo>
                  <a:lnTo>
                    <a:pt x="749829" y="342135"/>
                  </a:lnTo>
                  <a:lnTo>
                    <a:pt x="751366" y="360090"/>
                  </a:lnTo>
                  <a:lnTo>
                    <a:pt x="752289" y="378087"/>
                  </a:lnTo>
                  <a:lnTo>
                    <a:pt x="752596" y="396105"/>
                  </a:lnTo>
                  <a:lnTo>
                    <a:pt x="735456" y="412152"/>
                  </a:lnTo>
                  <a:lnTo>
                    <a:pt x="717846" y="427122"/>
                  </a:lnTo>
                  <a:lnTo>
                    <a:pt x="699815" y="441003"/>
                  </a:lnTo>
                  <a:lnTo>
                    <a:pt x="681415" y="453784"/>
                  </a:lnTo>
                  <a:lnTo>
                    <a:pt x="662698" y="465454"/>
                  </a:lnTo>
                  <a:lnTo>
                    <a:pt x="643715" y="476009"/>
                  </a:lnTo>
                  <a:lnTo>
                    <a:pt x="624517" y="485443"/>
                  </a:lnTo>
                  <a:lnTo>
                    <a:pt x="605157" y="493753"/>
                  </a:lnTo>
                  <a:lnTo>
                    <a:pt x="585684" y="500939"/>
                  </a:lnTo>
                  <a:lnTo>
                    <a:pt x="566152" y="507002"/>
                  </a:lnTo>
                  <a:lnTo>
                    <a:pt x="546610" y="511948"/>
                  </a:lnTo>
                  <a:lnTo>
                    <a:pt x="527111" y="515781"/>
                  </a:lnTo>
                  <a:lnTo>
                    <a:pt x="507704" y="518509"/>
                  </a:lnTo>
                  <a:lnTo>
                    <a:pt x="488439" y="520143"/>
                  </a:lnTo>
                  <a:lnTo>
                    <a:pt x="469365" y="520694"/>
                  </a:lnTo>
                  <a:lnTo>
                    <a:pt x="450532" y="520177"/>
                  </a:lnTo>
                  <a:lnTo>
                    <a:pt x="431987" y="518608"/>
                  </a:lnTo>
                  <a:lnTo>
                    <a:pt x="413778" y="516005"/>
                  </a:lnTo>
                  <a:lnTo>
                    <a:pt x="395951" y="512388"/>
                  </a:lnTo>
                  <a:lnTo>
                    <a:pt x="378551" y="507779"/>
                  </a:lnTo>
                  <a:lnTo>
                    <a:pt x="361623" y="502201"/>
                  </a:lnTo>
                  <a:lnTo>
                    <a:pt x="345211" y="495680"/>
                  </a:lnTo>
                  <a:lnTo>
                    <a:pt x="329356" y="488243"/>
                  </a:lnTo>
                  <a:lnTo>
                    <a:pt x="314099" y="479920"/>
                  </a:lnTo>
                  <a:lnTo>
                    <a:pt x="299481" y="470741"/>
                  </a:lnTo>
                  <a:lnTo>
                    <a:pt x="285154" y="467977"/>
                  </a:lnTo>
                  <a:lnTo>
                    <a:pt x="271933" y="463353"/>
                  </a:lnTo>
                  <a:lnTo>
                    <a:pt x="260029" y="457045"/>
                  </a:lnTo>
                  <a:lnTo>
                    <a:pt x="249628" y="449250"/>
                  </a:lnTo>
                  <a:lnTo>
                    <a:pt x="240890" y="440187"/>
                  </a:lnTo>
                  <a:lnTo>
                    <a:pt x="233952" y="430090"/>
                  </a:lnTo>
                  <a:lnTo>
                    <a:pt x="228919" y="419205"/>
                  </a:lnTo>
                  <a:lnTo>
                    <a:pt x="225868" y="407789"/>
                  </a:lnTo>
                  <a:lnTo>
                    <a:pt x="224846" y="396105"/>
                  </a:lnTo>
                  <a:lnTo>
                    <a:pt x="224332" y="410489"/>
                  </a:lnTo>
                  <a:lnTo>
                    <a:pt x="222792" y="424818"/>
                  </a:lnTo>
                  <a:lnTo>
                    <a:pt x="220230" y="439038"/>
                  </a:lnTo>
                  <a:lnTo>
                    <a:pt x="216652" y="453092"/>
                  </a:lnTo>
                  <a:lnTo>
                    <a:pt x="212068" y="466928"/>
                  </a:lnTo>
                  <a:lnTo>
                    <a:pt x="206489" y="480491"/>
                  </a:lnTo>
                  <a:lnTo>
                    <a:pt x="199929" y="493728"/>
                  </a:lnTo>
                  <a:lnTo>
                    <a:pt x="192406" y="506587"/>
                  </a:lnTo>
                  <a:lnTo>
                    <a:pt x="183938" y="519015"/>
                  </a:lnTo>
                  <a:lnTo>
                    <a:pt x="174547" y="530962"/>
                  </a:lnTo>
                  <a:lnTo>
                    <a:pt x="164258" y="542379"/>
                  </a:lnTo>
                  <a:lnTo>
                    <a:pt x="153096" y="553215"/>
                  </a:lnTo>
                  <a:lnTo>
                    <a:pt x="141092" y="563425"/>
                  </a:lnTo>
                  <a:lnTo>
                    <a:pt x="128275" y="572962"/>
                  </a:lnTo>
                  <a:lnTo>
                    <a:pt x="114680" y="581781"/>
                  </a:lnTo>
                  <a:lnTo>
                    <a:pt x="100341" y="589839"/>
                  </a:lnTo>
                  <a:lnTo>
                    <a:pt x="85297" y="597094"/>
                  </a:lnTo>
                  <a:lnTo>
                    <a:pt x="69587" y="603508"/>
                  </a:lnTo>
                  <a:lnTo>
                    <a:pt x="53252" y="609041"/>
                  </a:lnTo>
                  <a:lnTo>
                    <a:pt x="36335" y="613658"/>
                  </a:lnTo>
                  <a:lnTo>
                    <a:pt x="18883" y="617326"/>
                  </a:lnTo>
                  <a:lnTo>
                    <a:pt x="940" y="620011"/>
                  </a:lnTo>
                  <a:lnTo>
                    <a:pt x="0" y="599894"/>
                  </a:lnTo>
                  <a:lnTo>
                    <a:pt x="470" y="580246"/>
                  </a:lnTo>
                  <a:lnTo>
                    <a:pt x="2302" y="561155"/>
                  </a:lnTo>
                  <a:lnTo>
                    <a:pt x="5442" y="542707"/>
                  </a:lnTo>
                  <a:lnTo>
                    <a:pt x="9829" y="524981"/>
                  </a:lnTo>
                  <a:lnTo>
                    <a:pt x="15400" y="508056"/>
                  </a:lnTo>
                  <a:lnTo>
                    <a:pt x="22087" y="492003"/>
                  </a:lnTo>
                  <a:lnTo>
                    <a:pt x="29815" y="476890"/>
                  </a:lnTo>
                  <a:lnTo>
                    <a:pt x="38508" y="462778"/>
                  </a:lnTo>
                  <a:lnTo>
                    <a:pt x="48087" y="449725"/>
                  </a:lnTo>
                  <a:lnTo>
                    <a:pt x="58467" y="437781"/>
                  </a:lnTo>
                  <a:lnTo>
                    <a:pt x="69563" y="426993"/>
                  </a:lnTo>
                  <a:lnTo>
                    <a:pt x="81285" y="417401"/>
                  </a:lnTo>
                  <a:lnTo>
                    <a:pt x="93544" y="409038"/>
                  </a:lnTo>
                  <a:lnTo>
                    <a:pt x="106245" y="401932"/>
                  </a:lnTo>
                  <a:lnTo>
                    <a:pt x="119296" y="396105"/>
                  </a:lnTo>
                  <a:lnTo>
                    <a:pt x="131381" y="387928"/>
                  </a:lnTo>
                  <a:lnTo>
                    <a:pt x="143999" y="381850"/>
                  </a:lnTo>
                  <a:lnTo>
                    <a:pt x="156877" y="377893"/>
                  </a:lnTo>
                  <a:lnTo>
                    <a:pt x="169743" y="376050"/>
                  </a:lnTo>
                  <a:lnTo>
                    <a:pt x="182330" y="376280"/>
                  </a:lnTo>
                  <a:lnTo>
                    <a:pt x="194376" y="378514"/>
                  </a:lnTo>
                  <a:lnTo>
                    <a:pt x="205632" y="382652"/>
                  </a:lnTo>
                  <a:lnTo>
                    <a:pt x="215862" y="388567"/>
                  </a:lnTo>
                  <a:lnTo>
                    <a:pt x="224846" y="396105"/>
                  </a:lnTo>
                </a:path>
              </a:pathLst>
            </a:custGeom>
            <a:ln w="24933" cap="flat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1836342" y="2613245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1308591" y="2296595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1681767" y="2240069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1308591" y="2613245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1308591" y="2613245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1383226" y="2687880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1084686" y="2837150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1203041" y="2613245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7"/>
            <p:cNvSpPr/>
            <p:nvPr/>
          </p:nvSpPr>
          <p:spPr>
            <a:xfrm>
              <a:off x="1340192" y="2117096"/>
              <a:ext cx="0" cy="527750"/>
            </a:xfrm>
            <a:custGeom>
              <a:avLst/>
              <a:pathLst>
                <a:path w="0" h="527750">
                  <a:moveTo>
                    <a:pt x="0" y="527750"/>
                  </a:moveTo>
                  <a:lnTo>
                    <a:pt x="0" y="509552"/>
                  </a:lnTo>
                  <a:lnTo>
                    <a:pt x="0" y="491353"/>
                  </a:lnTo>
                  <a:lnTo>
                    <a:pt x="0" y="473155"/>
                  </a:lnTo>
                  <a:lnTo>
                    <a:pt x="0" y="454957"/>
                  </a:lnTo>
                  <a:lnTo>
                    <a:pt x="0" y="436758"/>
                  </a:lnTo>
                  <a:lnTo>
                    <a:pt x="0" y="418560"/>
                  </a:lnTo>
                  <a:lnTo>
                    <a:pt x="0" y="400362"/>
                  </a:lnTo>
                  <a:lnTo>
                    <a:pt x="0" y="382164"/>
                  </a:lnTo>
                  <a:lnTo>
                    <a:pt x="0" y="363965"/>
                  </a:lnTo>
                  <a:lnTo>
                    <a:pt x="0" y="345767"/>
                  </a:lnTo>
                  <a:lnTo>
                    <a:pt x="0" y="327569"/>
                  </a:lnTo>
                  <a:lnTo>
                    <a:pt x="0" y="309370"/>
                  </a:lnTo>
                  <a:lnTo>
                    <a:pt x="0" y="291172"/>
                  </a:lnTo>
                  <a:lnTo>
                    <a:pt x="0" y="272974"/>
                  </a:lnTo>
                  <a:lnTo>
                    <a:pt x="0" y="254776"/>
                  </a:lnTo>
                  <a:lnTo>
                    <a:pt x="0" y="236577"/>
                  </a:lnTo>
                  <a:lnTo>
                    <a:pt x="0" y="218379"/>
                  </a:lnTo>
                  <a:lnTo>
                    <a:pt x="0" y="200181"/>
                  </a:lnTo>
                  <a:lnTo>
                    <a:pt x="0" y="181982"/>
                  </a:lnTo>
                  <a:lnTo>
                    <a:pt x="0" y="163784"/>
                  </a:lnTo>
                  <a:lnTo>
                    <a:pt x="0" y="145586"/>
                  </a:lnTo>
                  <a:lnTo>
                    <a:pt x="0" y="127388"/>
                  </a:lnTo>
                  <a:lnTo>
                    <a:pt x="0" y="109189"/>
                  </a:lnTo>
                  <a:lnTo>
                    <a:pt x="0" y="90991"/>
                  </a:lnTo>
                  <a:lnTo>
                    <a:pt x="0" y="72793"/>
                  </a:lnTo>
                  <a:lnTo>
                    <a:pt x="0" y="54594"/>
                  </a:lnTo>
                  <a:lnTo>
                    <a:pt x="0" y="36396"/>
                  </a:lnTo>
                  <a:lnTo>
                    <a:pt x="0" y="18198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8"/>
            <p:cNvSpPr/>
            <p:nvPr/>
          </p:nvSpPr>
          <p:spPr>
            <a:xfrm>
              <a:off x="1340192" y="2271670"/>
              <a:ext cx="373175" cy="373175"/>
            </a:xfrm>
            <a:custGeom>
              <a:avLst/>
              <a:pathLst>
                <a:path w="373175" h="373175">
                  <a:moveTo>
                    <a:pt x="0" y="373175"/>
                  </a:moveTo>
                  <a:lnTo>
                    <a:pt x="12868" y="360307"/>
                  </a:lnTo>
                  <a:lnTo>
                    <a:pt x="25736" y="347439"/>
                  </a:lnTo>
                  <a:lnTo>
                    <a:pt x="38604" y="334571"/>
                  </a:lnTo>
                  <a:lnTo>
                    <a:pt x="51472" y="321703"/>
                  </a:lnTo>
                  <a:lnTo>
                    <a:pt x="64340" y="308835"/>
                  </a:lnTo>
                  <a:lnTo>
                    <a:pt x="77208" y="295967"/>
                  </a:lnTo>
                  <a:lnTo>
                    <a:pt x="90076" y="283098"/>
                  </a:lnTo>
                  <a:lnTo>
                    <a:pt x="102945" y="270230"/>
                  </a:lnTo>
                  <a:lnTo>
                    <a:pt x="115813" y="257362"/>
                  </a:lnTo>
                  <a:lnTo>
                    <a:pt x="128681" y="244494"/>
                  </a:lnTo>
                  <a:lnTo>
                    <a:pt x="141549" y="231626"/>
                  </a:lnTo>
                  <a:lnTo>
                    <a:pt x="154417" y="218758"/>
                  </a:lnTo>
                  <a:lnTo>
                    <a:pt x="167285" y="205890"/>
                  </a:lnTo>
                  <a:lnTo>
                    <a:pt x="180153" y="193022"/>
                  </a:lnTo>
                  <a:lnTo>
                    <a:pt x="193022" y="180153"/>
                  </a:lnTo>
                  <a:lnTo>
                    <a:pt x="205890" y="167285"/>
                  </a:lnTo>
                  <a:lnTo>
                    <a:pt x="218758" y="154417"/>
                  </a:lnTo>
                  <a:lnTo>
                    <a:pt x="231626" y="141549"/>
                  </a:lnTo>
                  <a:lnTo>
                    <a:pt x="244494" y="128681"/>
                  </a:lnTo>
                  <a:lnTo>
                    <a:pt x="257362" y="115813"/>
                  </a:lnTo>
                  <a:lnTo>
                    <a:pt x="270230" y="102945"/>
                  </a:lnTo>
                  <a:lnTo>
                    <a:pt x="283098" y="90076"/>
                  </a:lnTo>
                  <a:lnTo>
                    <a:pt x="295967" y="77208"/>
                  </a:lnTo>
                  <a:lnTo>
                    <a:pt x="308835" y="64340"/>
                  </a:lnTo>
                  <a:lnTo>
                    <a:pt x="321703" y="51472"/>
                  </a:lnTo>
                  <a:lnTo>
                    <a:pt x="334571" y="38604"/>
                  </a:lnTo>
                  <a:lnTo>
                    <a:pt x="347439" y="25736"/>
                  </a:lnTo>
                  <a:lnTo>
                    <a:pt x="360307" y="12868"/>
                  </a:lnTo>
                  <a:lnTo>
                    <a:pt x="37317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l209"/>
            <p:cNvSpPr/>
            <p:nvPr/>
          </p:nvSpPr>
          <p:spPr>
            <a:xfrm>
              <a:off x="1340192" y="2644846"/>
              <a:ext cx="527750" cy="0"/>
            </a:xfrm>
            <a:custGeom>
              <a:avLst/>
              <a:pathLst>
                <a:path w="527750" h="0">
                  <a:moveTo>
                    <a:pt x="0" y="0"/>
                  </a:moveTo>
                  <a:lnTo>
                    <a:pt x="18198" y="0"/>
                  </a:lnTo>
                  <a:lnTo>
                    <a:pt x="36396" y="0"/>
                  </a:lnTo>
                  <a:lnTo>
                    <a:pt x="54594" y="0"/>
                  </a:lnTo>
                  <a:lnTo>
                    <a:pt x="72793" y="0"/>
                  </a:lnTo>
                  <a:lnTo>
                    <a:pt x="90991" y="0"/>
                  </a:lnTo>
                  <a:lnTo>
                    <a:pt x="109189" y="0"/>
                  </a:lnTo>
                  <a:lnTo>
                    <a:pt x="127388" y="0"/>
                  </a:lnTo>
                  <a:lnTo>
                    <a:pt x="145586" y="0"/>
                  </a:lnTo>
                  <a:lnTo>
                    <a:pt x="163784" y="0"/>
                  </a:lnTo>
                  <a:lnTo>
                    <a:pt x="181982" y="0"/>
                  </a:lnTo>
                  <a:lnTo>
                    <a:pt x="200181" y="0"/>
                  </a:lnTo>
                  <a:lnTo>
                    <a:pt x="218379" y="0"/>
                  </a:lnTo>
                  <a:lnTo>
                    <a:pt x="236577" y="0"/>
                  </a:lnTo>
                  <a:lnTo>
                    <a:pt x="254776" y="0"/>
                  </a:lnTo>
                  <a:lnTo>
                    <a:pt x="272974" y="0"/>
                  </a:lnTo>
                  <a:lnTo>
                    <a:pt x="291172" y="0"/>
                  </a:lnTo>
                  <a:lnTo>
                    <a:pt x="309370" y="0"/>
                  </a:lnTo>
                  <a:lnTo>
                    <a:pt x="327569" y="0"/>
                  </a:lnTo>
                  <a:lnTo>
                    <a:pt x="345767" y="0"/>
                  </a:lnTo>
                  <a:lnTo>
                    <a:pt x="363965" y="0"/>
                  </a:lnTo>
                  <a:lnTo>
                    <a:pt x="382164" y="0"/>
                  </a:lnTo>
                  <a:lnTo>
                    <a:pt x="400362" y="0"/>
                  </a:lnTo>
                  <a:lnTo>
                    <a:pt x="418560" y="0"/>
                  </a:lnTo>
                  <a:lnTo>
                    <a:pt x="436758" y="0"/>
                  </a:lnTo>
                  <a:lnTo>
                    <a:pt x="454957" y="0"/>
                  </a:lnTo>
                  <a:lnTo>
                    <a:pt x="473155" y="0"/>
                  </a:lnTo>
                  <a:lnTo>
                    <a:pt x="491353" y="0"/>
                  </a:lnTo>
                  <a:lnTo>
                    <a:pt x="509552" y="0"/>
                  </a:lnTo>
                  <a:lnTo>
                    <a:pt x="52775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l210"/>
            <p:cNvSpPr/>
            <p:nvPr/>
          </p:nvSpPr>
          <p:spPr>
            <a:xfrm>
              <a:off x="1340192" y="2644846"/>
              <a:ext cx="373175" cy="373175"/>
            </a:xfrm>
            <a:custGeom>
              <a:avLst/>
              <a:pathLst>
                <a:path w="373175" h="373175">
                  <a:moveTo>
                    <a:pt x="0" y="0"/>
                  </a:moveTo>
                  <a:lnTo>
                    <a:pt x="12868" y="12868"/>
                  </a:lnTo>
                  <a:lnTo>
                    <a:pt x="25736" y="25736"/>
                  </a:lnTo>
                  <a:lnTo>
                    <a:pt x="38604" y="38604"/>
                  </a:lnTo>
                  <a:lnTo>
                    <a:pt x="51472" y="51472"/>
                  </a:lnTo>
                  <a:lnTo>
                    <a:pt x="64340" y="64340"/>
                  </a:lnTo>
                  <a:lnTo>
                    <a:pt x="77208" y="77208"/>
                  </a:lnTo>
                  <a:lnTo>
                    <a:pt x="90076" y="90076"/>
                  </a:lnTo>
                  <a:lnTo>
                    <a:pt x="102945" y="102945"/>
                  </a:lnTo>
                  <a:lnTo>
                    <a:pt x="115813" y="115813"/>
                  </a:lnTo>
                  <a:lnTo>
                    <a:pt x="128681" y="128681"/>
                  </a:lnTo>
                  <a:lnTo>
                    <a:pt x="141549" y="141549"/>
                  </a:lnTo>
                  <a:lnTo>
                    <a:pt x="154417" y="154417"/>
                  </a:lnTo>
                  <a:lnTo>
                    <a:pt x="167285" y="167285"/>
                  </a:lnTo>
                  <a:lnTo>
                    <a:pt x="180153" y="180153"/>
                  </a:lnTo>
                  <a:lnTo>
                    <a:pt x="193022" y="193022"/>
                  </a:lnTo>
                  <a:lnTo>
                    <a:pt x="205890" y="205890"/>
                  </a:lnTo>
                  <a:lnTo>
                    <a:pt x="218758" y="218758"/>
                  </a:lnTo>
                  <a:lnTo>
                    <a:pt x="231626" y="231626"/>
                  </a:lnTo>
                  <a:lnTo>
                    <a:pt x="244494" y="244494"/>
                  </a:lnTo>
                  <a:lnTo>
                    <a:pt x="257362" y="257362"/>
                  </a:lnTo>
                  <a:lnTo>
                    <a:pt x="270230" y="270230"/>
                  </a:lnTo>
                  <a:lnTo>
                    <a:pt x="283098" y="283098"/>
                  </a:lnTo>
                  <a:lnTo>
                    <a:pt x="295967" y="295967"/>
                  </a:lnTo>
                  <a:lnTo>
                    <a:pt x="308835" y="308835"/>
                  </a:lnTo>
                  <a:lnTo>
                    <a:pt x="321703" y="321703"/>
                  </a:lnTo>
                  <a:lnTo>
                    <a:pt x="334571" y="334571"/>
                  </a:lnTo>
                  <a:lnTo>
                    <a:pt x="347439" y="347439"/>
                  </a:lnTo>
                  <a:lnTo>
                    <a:pt x="360307" y="360307"/>
                  </a:lnTo>
                  <a:lnTo>
                    <a:pt x="373175" y="37317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l211"/>
            <p:cNvSpPr/>
            <p:nvPr/>
          </p:nvSpPr>
          <p:spPr>
            <a:xfrm>
              <a:off x="1340192" y="2644846"/>
              <a:ext cx="0" cy="527750"/>
            </a:xfrm>
            <a:custGeom>
              <a:avLst/>
              <a:pathLst>
                <a:path w="0" h="527750">
                  <a:moveTo>
                    <a:pt x="0" y="0"/>
                  </a:moveTo>
                  <a:lnTo>
                    <a:pt x="0" y="18198"/>
                  </a:lnTo>
                  <a:lnTo>
                    <a:pt x="0" y="36396"/>
                  </a:lnTo>
                  <a:lnTo>
                    <a:pt x="0" y="54594"/>
                  </a:lnTo>
                  <a:lnTo>
                    <a:pt x="0" y="72793"/>
                  </a:lnTo>
                  <a:lnTo>
                    <a:pt x="0" y="90991"/>
                  </a:lnTo>
                  <a:lnTo>
                    <a:pt x="0" y="109189"/>
                  </a:lnTo>
                  <a:lnTo>
                    <a:pt x="0" y="127388"/>
                  </a:lnTo>
                  <a:lnTo>
                    <a:pt x="0" y="145586"/>
                  </a:lnTo>
                  <a:lnTo>
                    <a:pt x="0" y="163784"/>
                  </a:lnTo>
                  <a:lnTo>
                    <a:pt x="0" y="181982"/>
                  </a:lnTo>
                  <a:lnTo>
                    <a:pt x="0" y="200181"/>
                  </a:lnTo>
                  <a:lnTo>
                    <a:pt x="0" y="218379"/>
                  </a:lnTo>
                  <a:lnTo>
                    <a:pt x="0" y="236577"/>
                  </a:lnTo>
                  <a:lnTo>
                    <a:pt x="0" y="254776"/>
                  </a:lnTo>
                  <a:lnTo>
                    <a:pt x="0" y="272974"/>
                  </a:lnTo>
                  <a:lnTo>
                    <a:pt x="0" y="291172"/>
                  </a:lnTo>
                  <a:lnTo>
                    <a:pt x="0" y="309370"/>
                  </a:lnTo>
                  <a:lnTo>
                    <a:pt x="0" y="327569"/>
                  </a:lnTo>
                  <a:lnTo>
                    <a:pt x="0" y="345767"/>
                  </a:lnTo>
                  <a:lnTo>
                    <a:pt x="0" y="363965"/>
                  </a:lnTo>
                  <a:lnTo>
                    <a:pt x="0" y="382164"/>
                  </a:lnTo>
                  <a:lnTo>
                    <a:pt x="0" y="400362"/>
                  </a:lnTo>
                  <a:lnTo>
                    <a:pt x="0" y="418560"/>
                  </a:lnTo>
                  <a:lnTo>
                    <a:pt x="0" y="436758"/>
                  </a:lnTo>
                  <a:lnTo>
                    <a:pt x="0" y="454957"/>
                  </a:lnTo>
                  <a:lnTo>
                    <a:pt x="0" y="473155"/>
                  </a:lnTo>
                  <a:lnTo>
                    <a:pt x="0" y="491353"/>
                  </a:lnTo>
                  <a:lnTo>
                    <a:pt x="0" y="509552"/>
                  </a:lnTo>
                  <a:lnTo>
                    <a:pt x="0" y="52775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l212"/>
            <p:cNvSpPr/>
            <p:nvPr/>
          </p:nvSpPr>
          <p:spPr>
            <a:xfrm>
              <a:off x="967017" y="2644846"/>
              <a:ext cx="373175" cy="373175"/>
            </a:xfrm>
            <a:custGeom>
              <a:avLst/>
              <a:pathLst>
                <a:path w="373175" h="373175">
                  <a:moveTo>
                    <a:pt x="373175" y="0"/>
                  </a:moveTo>
                  <a:lnTo>
                    <a:pt x="360307" y="12868"/>
                  </a:lnTo>
                  <a:lnTo>
                    <a:pt x="347439" y="25736"/>
                  </a:lnTo>
                  <a:lnTo>
                    <a:pt x="334571" y="38604"/>
                  </a:lnTo>
                  <a:lnTo>
                    <a:pt x="321703" y="51472"/>
                  </a:lnTo>
                  <a:lnTo>
                    <a:pt x="308835" y="64340"/>
                  </a:lnTo>
                  <a:lnTo>
                    <a:pt x="295967" y="77208"/>
                  </a:lnTo>
                  <a:lnTo>
                    <a:pt x="283098" y="90076"/>
                  </a:lnTo>
                  <a:lnTo>
                    <a:pt x="270230" y="102945"/>
                  </a:lnTo>
                  <a:lnTo>
                    <a:pt x="257362" y="115813"/>
                  </a:lnTo>
                  <a:lnTo>
                    <a:pt x="244494" y="128681"/>
                  </a:lnTo>
                  <a:lnTo>
                    <a:pt x="231626" y="141549"/>
                  </a:lnTo>
                  <a:lnTo>
                    <a:pt x="218758" y="154417"/>
                  </a:lnTo>
                  <a:lnTo>
                    <a:pt x="205890" y="167285"/>
                  </a:lnTo>
                  <a:lnTo>
                    <a:pt x="193022" y="180153"/>
                  </a:lnTo>
                  <a:lnTo>
                    <a:pt x="180153" y="193022"/>
                  </a:lnTo>
                  <a:lnTo>
                    <a:pt x="167285" y="205890"/>
                  </a:lnTo>
                  <a:lnTo>
                    <a:pt x="154417" y="218758"/>
                  </a:lnTo>
                  <a:lnTo>
                    <a:pt x="141549" y="231626"/>
                  </a:lnTo>
                  <a:lnTo>
                    <a:pt x="128681" y="244494"/>
                  </a:lnTo>
                  <a:lnTo>
                    <a:pt x="115813" y="257362"/>
                  </a:lnTo>
                  <a:lnTo>
                    <a:pt x="102945" y="270230"/>
                  </a:lnTo>
                  <a:lnTo>
                    <a:pt x="90076" y="283098"/>
                  </a:lnTo>
                  <a:lnTo>
                    <a:pt x="77208" y="295967"/>
                  </a:lnTo>
                  <a:lnTo>
                    <a:pt x="64340" y="308835"/>
                  </a:lnTo>
                  <a:lnTo>
                    <a:pt x="51472" y="321703"/>
                  </a:lnTo>
                  <a:lnTo>
                    <a:pt x="38604" y="334571"/>
                  </a:lnTo>
                  <a:lnTo>
                    <a:pt x="25736" y="347439"/>
                  </a:lnTo>
                  <a:lnTo>
                    <a:pt x="12868" y="360307"/>
                  </a:lnTo>
                  <a:lnTo>
                    <a:pt x="0" y="37317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3"/>
            <p:cNvSpPr/>
            <p:nvPr/>
          </p:nvSpPr>
          <p:spPr>
            <a:xfrm>
              <a:off x="812442" y="2644846"/>
              <a:ext cx="527750" cy="0"/>
            </a:xfrm>
            <a:custGeom>
              <a:avLst/>
              <a:pathLst>
                <a:path w="527750" h="0">
                  <a:moveTo>
                    <a:pt x="527750" y="0"/>
                  </a:moveTo>
                  <a:lnTo>
                    <a:pt x="509552" y="0"/>
                  </a:lnTo>
                  <a:lnTo>
                    <a:pt x="491353" y="0"/>
                  </a:lnTo>
                  <a:lnTo>
                    <a:pt x="473155" y="0"/>
                  </a:lnTo>
                  <a:lnTo>
                    <a:pt x="454957" y="0"/>
                  </a:lnTo>
                  <a:lnTo>
                    <a:pt x="436758" y="0"/>
                  </a:lnTo>
                  <a:lnTo>
                    <a:pt x="418560" y="0"/>
                  </a:lnTo>
                  <a:lnTo>
                    <a:pt x="400362" y="0"/>
                  </a:lnTo>
                  <a:lnTo>
                    <a:pt x="382164" y="0"/>
                  </a:lnTo>
                  <a:lnTo>
                    <a:pt x="363965" y="0"/>
                  </a:lnTo>
                  <a:lnTo>
                    <a:pt x="345767" y="0"/>
                  </a:lnTo>
                  <a:lnTo>
                    <a:pt x="327569" y="0"/>
                  </a:lnTo>
                  <a:lnTo>
                    <a:pt x="309370" y="0"/>
                  </a:lnTo>
                  <a:lnTo>
                    <a:pt x="291172" y="0"/>
                  </a:lnTo>
                  <a:lnTo>
                    <a:pt x="272974" y="0"/>
                  </a:lnTo>
                  <a:lnTo>
                    <a:pt x="254776" y="0"/>
                  </a:lnTo>
                  <a:lnTo>
                    <a:pt x="236577" y="0"/>
                  </a:lnTo>
                  <a:lnTo>
                    <a:pt x="218379" y="0"/>
                  </a:lnTo>
                  <a:lnTo>
                    <a:pt x="200181" y="0"/>
                  </a:lnTo>
                  <a:lnTo>
                    <a:pt x="181982" y="0"/>
                  </a:lnTo>
                  <a:lnTo>
                    <a:pt x="163784" y="0"/>
                  </a:lnTo>
                  <a:lnTo>
                    <a:pt x="145586" y="0"/>
                  </a:lnTo>
                  <a:lnTo>
                    <a:pt x="127388" y="0"/>
                  </a:lnTo>
                  <a:lnTo>
                    <a:pt x="109189" y="0"/>
                  </a:lnTo>
                  <a:lnTo>
                    <a:pt x="90991" y="0"/>
                  </a:lnTo>
                  <a:lnTo>
                    <a:pt x="72793" y="0"/>
                  </a:lnTo>
                  <a:lnTo>
                    <a:pt x="54594" y="0"/>
                  </a:lnTo>
                  <a:lnTo>
                    <a:pt x="36396" y="0"/>
                  </a:lnTo>
                  <a:lnTo>
                    <a:pt x="18198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967017" y="2271670"/>
              <a:ext cx="373175" cy="373175"/>
            </a:xfrm>
            <a:custGeom>
              <a:avLst/>
              <a:pathLst>
                <a:path w="373175" h="373175">
                  <a:moveTo>
                    <a:pt x="373175" y="373175"/>
                  </a:moveTo>
                  <a:lnTo>
                    <a:pt x="360307" y="360307"/>
                  </a:lnTo>
                  <a:lnTo>
                    <a:pt x="347439" y="347439"/>
                  </a:lnTo>
                  <a:lnTo>
                    <a:pt x="334571" y="334571"/>
                  </a:lnTo>
                  <a:lnTo>
                    <a:pt x="321703" y="321703"/>
                  </a:lnTo>
                  <a:lnTo>
                    <a:pt x="308835" y="308835"/>
                  </a:lnTo>
                  <a:lnTo>
                    <a:pt x="295967" y="295967"/>
                  </a:lnTo>
                  <a:lnTo>
                    <a:pt x="283098" y="283098"/>
                  </a:lnTo>
                  <a:lnTo>
                    <a:pt x="270230" y="270230"/>
                  </a:lnTo>
                  <a:lnTo>
                    <a:pt x="257362" y="257362"/>
                  </a:lnTo>
                  <a:lnTo>
                    <a:pt x="244494" y="244494"/>
                  </a:lnTo>
                  <a:lnTo>
                    <a:pt x="231626" y="231626"/>
                  </a:lnTo>
                  <a:lnTo>
                    <a:pt x="218758" y="218758"/>
                  </a:lnTo>
                  <a:lnTo>
                    <a:pt x="205890" y="205890"/>
                  </a:lnTo>
                  <a:lnTo>
                    <a:pt x="193022" y="193022"/>
                  </a:lnTo>
                  <a:lnTo>
                    <a:pt x="180153" y="180153"/>
                  </a:lnTo>
                  <a:lnTo>
                    <a:pt x="167285" y="167285"/>
                  </a:lnTo>
                  <a:lnTo>
                    <a:pt x="154417" y="154417"/>
                  </a:lnTo>
                  <a:lnTo>
                    <a:pt x="141549" y="141549"/>
                  </a:lnTo>
                  <a:lnTo>
                    <a:pt x="128681" y="128681"/>
                  </a:lnTo>
                  <a:lnTo>
                    <a:pt x="115813" y="115813"/>
                  </a:lnTo>
                  <a:lnTo>
                    <a:pt x="102945" y="102945"/>
                  </a:lnTo>
                  <a:lnTo>
                    <a:pt x="90076" y="90076"/>
                  </a:lnTo>
                  <a:lnTo>
                    <a:pt x="77208" y="77208"/>
                  </a:lnTo>
                  <a:lnTo>
                    <a:pt x="64340" y="64340"/>
                  </a:lnTo>
                  <a:lnTo>
                    <a:pt x="51472" y="51472"/>
                  </a:lnTo>
                  <a:lnTo>
                    <a:pt x="38604" y="38604"/>
                  </a:lnTo>
                  <a:lnTo>
                    <a:pt x="25736" y="25736"/>
                  </a:lnTo>
                  <a:lnTo>
                    <a:pt x="12868" y="12868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tx215"/>
            <p:cNvSpPr/>
            <p:nvPr/>
          </p:nvSpPr>
          <p:spPr>
            <a:xfrm>
              <a:off x="1208207" y="2010092"/>
              <a:ext cx="263971" cy="79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216" name="tx216"/>
            <p:cNvSpPr/>
            <p:nvPr/>
          </p:nvSpPr>
          <p:spPr>
            <a:xfrm>
              <a:off x="1526009" y="2183883"/>
              <a:ext cx="468011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217" name="tx217"/>
            <p:cNvSpPr/>
            <p:nvPr/>
          </p:nvSpPr>
          <p:spPr>
            <a:xfrm>
              <a:off x="1825909" y="2603970"/>
              <a:ext cx="216005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218" name="tx218"/>
            <p:cNvSpPr/>
            <p:nvPr/>
          </p:nvSpPr>
          <p:spPr>
            <a:xfrm>
              <a:off x="1516943" y="3021579"/>
              <a:ext cx="48614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219" name="tx219"/>
            <p:cNvSpPr/>
            <p:nvPr/>
          </p:nvSpPr>
          <p:spPr>
            <a:xfrm>
              <a:off x="1199141" y="3195475"/>
              <a:ext cx="28210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220" name="tx220"/>
            <p:cNvSpPr/>
            <p:nvPr/>
          </p:nvSpPr>
          <p:spPr>
            <a:xfrm>
              <a:off x="668337" y="3021579"/>
              <a:ext cx="504065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221" name="tx221"/>
            <p:cNvSpPr/>
            <p:nvPr/>
          </p:nvSpPr>
          <p:spPr>
            <a:xfrm>
              <a:off x="623527" y="2603970"/>
              <a:ext cx="245891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222" name="tx222"/>
            <p:cNvSpPr/>
            <p:nvPr/>
          </p:nvSpPr>
          <p:spPr>
            <a:xfrm>
              <a:off x="677403" y="2183883"/>
              <a:ext cx="485933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223" name="tx223"/>
            <p:cNvSpPr/>
            <p:nvPr/>
          </p:nvSpPr>
          <p:spPr>
            <a:xfrm>
              <a:off x="439944" y="2349001"/>
              <a:ext cx="177930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224" name="tx224"/>
            <p:cNvSpPr/>
            <p:nvPr/>
          </p:nvSpPr>
          <p:spPr>
            <a:xfrm>
              <a:off x="390502" y="2085126"/>
              <a:ext cx="227372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225" name="rc225"/>
            <p:cNvSpPr/>
            <p:nvPr/>
          </p:nvSpPr>
          <p:spPr>
            <a:xfrm>
              <a:off x="2320794" y="1749294"/>
              <a:ext cx="2251205" cy="19790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226" name="rc226"/>
            <p:cNvSpPr/>
            <p:nvPr/>
          </p:nvSpPr>
          <p:spPr>
            <a:xfrm>
              <a:off x="2320794" y="1947200"/>
              <a:ext cx="2251205" cy="14817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7" name="rc227"/>
            <p:cNvSpPr/>
            <p:nvPr/>
          </p:nvSpPr>
          <p:spPr>
            <a:xfrm>
              <a:off x="2648754" y="1749294"/>
              <a:ext cx="1885287" cy="197906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8" name="tx228"/>
            <p:cNvSpPr/>
            <p:nvPr/>
          </p:nvSpPr>
          <p:spPr>
            <a:xfrm>
              <a:off x="3048120" y="1789941"/>
              <a:ext cx="1086555" cy="1116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Columbiformes</a:t>
              </a:r>
            </a:p>
          </p:txBody>
        </p:sp>
        <p:sp>
          <p:nvSpPr>
            <p:cNvPr id="229" name="rc229"/>
            <p:cNvSpPr/>
            <p:nvPr/>
          </p:nvSpPr>
          <p:spPr>
            <a:xfrm>
              <a:off x="2931710" y="1985158"/>
              <a:ext cx="1319376" cy="13193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0" name="pl230"/>
            <p:cNvSpPr/>
            <p:nvPr/>
          </p:nvSpPr>
          <p:spPr>
            <a:xfrm>
              <a:off x="3591398" y="2051127"/>
              <a:ext cx="0" cy="593719"/>
            </a:xfrm>
            <a:custGeom>
              <a:avLst/>
              <a:pathLst>
                <a:path w="0" h="593719">
                  <a:moveTo>
                    <a:pt x="0" y="593719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31" name="pl231"/>
            <p:cNvSpPr/>
            <p:nvPr/>
          </p:nvSpPr>
          <p:spPr>
            <a:xfrm>
              <a:off x="3591398" y="2225023"/>
              <a:ext cx="419822" cy="419822"/>
            </a:xfrm>
            <a:custGeom>
              <a:avLst/>
              <a:pathLst>
                <a:path w="419822" h="419822">
                  <a:moveTo>
                    <a:pt x="0" y="419822"/>
                  </a:moveTo>
                  <a:lnTo>
                    <a:pt x="419822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32" name="pl232"/>
            <p:cNvSpPr/>
            <p:nvPr/>
          </p:nvSpPr>
          <p:spPr>
            <a:xfrm>
              <a:off x="3591398" y="2644846"/>
              <a:ext cx="593719" cy="0"/>
            </a:xfrm>
            <a:custGeom>
              <a:avLst/>
              <a:pathLst>
                <a:path w="593719" h="0">
                  <a:moveTo>
                    <a:pt x="0" y="0"/>
                  </a:moveTo>
                  <a:lnTo>
                    <a:pt x="59371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33" name="pl233"/>
            <p:cNvSpPr/>
            <p:nvPr/>
          </p:nvSpPr>
          <p:spPr>
            <a:xfrm>
              <a:off x="3591398" y="2644846"/>
              <a:ext cx="419822" cy="419822"/>
            </a:xfrm>
            <a:custGeom>
              <a:avLst/>
              <a:pathLst>
                <a:path w="419822" h="419822">
                  <a:moveTo>
                    <a:pt x="0" y="0"/>
                  </a:moveTo>
                  <a:lnTo>
                    <a:pt x="419822" y="419822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34" name="pl234"/>
            <p:cNvSpPr/>
            <p:nvPr/>
          </p:nvSpPr>
          <p:spPr>
            <a:xfrm>
              <a:off x="3591398" y="2644846"/>
              <a:ext cx="0" cy="593719"/>
            </a:xfrm>
            <a:custGeom>
              <a:avLst/>
              <a:pathLst>
                <a:path w="0" h="593719">
                  <a:moveTo>
                    <a:pt x="0" y="0"/>
                  </a:moveTo>
                  <a:lnTo>
                    <a:pt x="0" y="593719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35" name="pl235"/>
            <p:cNvSpPr/>
            <p:nvPr/>
          </p:nvSpPr>
          <p:spPr>
            <a:xfrm>
              <a:off x="3171575" y="2644846"/>
              <a:ext cx="419822" cy="419822"/>
            </a:xfrm>
            <a:custGeom>
              <a:avLst/>
              <a:pathLst>
                <a:path w="419822" h="419822">
                  <a:moveTo>
                    <a:pt x="419822" y="0"/>
                  </a:moveTo>
                  <a:lnTo>
                    <a:pt x="0" y="419822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36" name="pl236"/>
            <p:cNvSpPr/>
            <p:nvPr/>
          </p:nvSpPr>
          <p:spPr>
            <a:xfrm>
              <a:off x="2997679" y="2644846"/>
              <a:ext cx="593719" cy="0"/>
            </a:xfrm>
            <a:custGeom>
              <a:avLst/>
              <a:pathLst>
                <a:path w="593719" h="0">
                  <a:moveTo>
                    <a:pt x="593719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37" name="pl237"/>
            <p:cNvSpPr/>
            <p:nvPr/>
          </p:nvSpPr>
          <p:spPr>
            <a:xfrm>
              <a:off x="3171575" y="2225023"/>
              <a:ext cx="419822" cy="419822"/>
            </a:xfrm>
            <a:custGeom>
              <a:avLst/>
              <a:pathLst>
                <a:path w="419822" h="419822">
                  <a:moveTo>
                    <a:pt x="419822" y="419822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38" name="pl238"/>
            <p:cNvSpPr/>
            <p:nvPr/>
          </p:nvSpPr>
          <p:spPr>
            <a:xfrm>
              <a:off x="3327556" y="2380971"/>
              <a:ext cx="527683" cy="527617"/>
            </a:xfrm>
            <a:custGeom>
              <a:avLst/>
              <a:pathLst>
                <a:path w="527683" h="527617">
                  <a:moveTo>
                    <a:pt x="263841" y="0"/>
                  </a:moveTo>
                  <a:lnTo>
                    <a:pt x="280577" y="531"/>
                  </a:lnTo>
                  <a:lnTo>
                    <a:pt x="297246" y="2122"/>
                  </a:lnTo>
                  <a:lnTo>
                    <a:pt x="313780" y="4768"/>
                  </a:lnTo>
                  <a:lnTo>
                    <a:pt x="330113" y="8457"/>
                  </a:lnTo>
                  <a:lnTo>
                    <a:pt x="346179" y="13174"/>
                  </a:lnTo>
                  <a:lnTo>
                    <a:pt x="361914" y="18901"/>
                  </a:lnTo>
                  <a:lnTo>
                    <a:pt x="377254" y="25615"/>
                  </a:lnTo>
                  <a:lnTo>
                    <a:pt x="392137" y="33288"/>
                  </a:lnTo>
                  <a:lnTo>
                    <a:pt x="406503" y="41889"/>
                  </a:lnTo>
                  <a:lnTo>
                    <a:pt x="420295" y="51384"/>
                  </a:lnTo>
                  <a:lnTo>
                    <a:pt x="433457" y="61735"/>
                  </a:lnTo>
                  <a:lnTo>
                    <a:pt x="445936" y="72899"/>
                  </a:lnTo>
                  <a:lnTo>
                    <a:pt x="457682" y="84833"/>
                  </a:lnTo>
                  <a:lnTo>
                    <a:pt x="468647" y="97487"/>
                  </a:lnTo>
                  <a:lnTo>
                    <a:pt x="478788" y="110812"/>
                  </a:lnTo>
                  <a:lnTo>
                    <a:pt x="488063" y="124753"/>
                  </a:lnTo>
                  <a:lnTo>
                    <a:pt x="496435" y="139254"/>
                  </a:lnTo>
                  <a:lnTo>
                    <a:pt x="503871" y="154257"/>
                  </a:lnTo>
                  <a:lnTo>
                    <a:pt x="510340" y="169701"/>
                  </a:lnTo>
                  <a:lnTo>
                    <a:pt x="515817" y="185525"/>
                  </a:lnTo>
                  <a:lnTo>
                    <a:pt x="520278" y="201664"/>
                  </a:lnTo>
                  <a:lnTo>
                    <a:pt x="523708" y="218053"/>
                  </a:lnTo>
                  <a:lnTo>
                    <a:pt x="526091" y="234627"/>
                  </a:lnTo>
                  <a:lnTo>
                    <a:pt x="527418" y="251319"/>
                  </a:lnTo>
                  <a:lnTo>
                    <a:pt x="527683" y="268061"/>
                  </a:lnTo>
                  <a:lnTo>
                    <a:pt x="526887" y="284787"/>
                  </a:lnTo>
                  <a:lnTo>
                    <a:pt x="525031" y="301428"/>
                  </a:lnTo>
                  <a:lnTo>
                    <a:pt x="522123" y="317918"/>
                  </a:lnTo>
                  <a:lnTo>
                    <a:pt x="518176" y="334191"/>
                  </a:lnTo>
                  <a:lnTo>
                    <a:pt x="513204" y="350180"/>
                  </a:lnTo>
                  <a:lnTo>
                    <a:pt x="507228" y="365822"/>
                  </a:lnTo>
                  <a:lnTo>
                    <a:pt x="500272" y="381053"/>
                  </a:lnTo>
                  <a:lnTo>
                    <a:pt x="492364" y="395812"/>
                  </a:lnTo>
                  <a:lnTo>
                    <a:pt x="483536" y="410040"/>
                  </a:lnTo>
                  <a:lnTo>
                    <a:pt x="473823" y="423680"/>
                  </a:lnTo>
                  <a:lnTo>
                    <a:pt x="463265" y="436676"/>
                  </a:lnTo>
                  <a:lnTo>
                    <a:pt x="451904" y="448977"/>
                  </a:lnTo>
                  <a:lnTo>
                    <a:pt x="439785" y="460532"/>
                  </a:lnTo>
                  <a:lnTo>
                    <a:pt x="426958" y="471295"/>
                  </a:lnTo>
                  <a:lnTo>
                    <a:pt x="413475" y="481223"/>
                  </a:lnTo>
                  <a:lnTo>
                    <a:pt x="399388" y="490275"/>
                  </a:lnTo>
                  <a:lnTo>
                    <a:pt x="384756" y="498416"/>
                  </a:lnTo>
                  <a:lnTo>
                    <a:pt x="369637" y="505613"/>
                  </a:lnTo>
                  <a:lnTo>
                    <a:pt x="354092" y="511836"/>
                  </a:lnTo>
                  <a:lnTo>
                    <a:pt x="338184" y="517061"/>
                  </a:lnTo>
                  <a:lnTo>
                    <a:pt x="321976" y="521266"/>
                  </a:lnTo>
                  <a:lnTo>
                    <a:pt x="305534" y="524435"/>
                  </a:lnTo>
                  <a:lnTo>
                    <a:pt x="288924" y="526555"/>
                  </a:lnTo>
                  <a:lnTo>
                    <a:pt x="272214" y="527617"/>
                  </a:lnTo>
                  <a:lnTo>
                    <a:pt x="255469" y="527617"/>
                  </a:lnTo>
                  <a:lnTo>
                    <a:pt x="238759" y="526555"/>
                  </a:lnTo>
                  <a:lnTo>
                    <a:pt x="222149" y="524435"/>
                  </a:lnTo>
                  <a:lnTo>
                    <a:pt x="205707" y="521266"/>
                  </a:lnTo>
                  <a:lnTo>
                    <a:pt x="189499" y="517061"/>
                  </a:lnTo>
                  <a:lnTo>
                    <a:pt x="173591" y="511836"/>
                  </a:lnTo>
                  <a:lnTo>
                    <a:pt x="158046" y="505613"/>
                  </a:lnTo>
                  <a:lnTo>
                    <a:pt x="142927" y="498416"/>
                  </a:lnTo>
                  <a:lnTo>
                    <a:pt x="128295" y="490275"/>
                  </a:lnTo>
                  <a:lnTo>
                    <a:pt x="114208" y="481223"/>
                  </a:lnTo>
                  <a:lnTo>
                    <a:pt x="100725" y="471295"/>
                  </a:lnTo>
                  <a:lnTo>
                    <a:pt x="87898" y="460532"/>
                  </a:lnTo>
                  <a:lnTo>
                    <a:pt x="75779" y="448977"/>
                  </a:lnTo>
                  <a:lnTo>
                    <a:pt x="64418" y="436676"/>
                  </a:lnTo>
                  <a:lnTo>
                    <a:pt x="53860" y="423680"/>
                  </a:lnTo>
                  <a:lnTo>
                    <a:pt x="44147" y="410040"/>
                  </a:lnTo>
                  <a:lnTo>
                    <a:pt x="35319" y="395812"/>
                  </a:lnTo>
                  <a:lnTo>
                    <a:pt x="27411" y="381053"/>
                  </a:lnTo>
                  <a:lnTo>
                    <a:pt x="20455" y="365822"/>
                  </a:lnTo>
                  <a:lnTo>
                    <a:pt x="14479" y="350180"/>
                  </a:lnTo>
                  <a:lnTo>
                    <a:pt x="9507" y="334191"/>
                  </a:lnTo>
                  <a:lnTo>
                    <a:pt x="5560" y="317918"/>
                  </a:lnTo>
                  <a:lnTo>
                    <a:pt x="2652" y="301428"/>
                  </a:lnTo>
                  <a:lnTo>
                    <a:pt x="796" y="284787"/>
                  </a:lnTo>
                  <a:lnTo>
                    <a:pt x="0" y="268061"/>
                  </a:lnTo>
                  <a:lnTo>
                    <a:pt x="265" y="251319"/>
                  </a:lnTo>
                  <a:lnTo>
                    <a:pt x="1592" y="234627"/>
                  </a:lnTo>
                  <a:lnTo>
                    <a:pt x="3975" y="218053"/>
                  </a:lnTo>
                  <a:lnTo>
                    <a:pt x="7405" y="201664"/>
                  </a:lnTo>
                  <a:lnTo>
                    <a:pt x="11866" y="185525"/>
                  </a:lnTo>
                  <a:lnTo>
                    <a:pt x="17343" y="169701"/>
                  </a:lnTo>
                  <a:lnTo>
                    <a:pt x="23812" y="154257"/>
                  </a:lnTo>
                  <a:lnTo>
                    <a:pt x="31248" y="139254"/>
                  </a:lnTo>
                  <a:lnTo>
                    <a:pt x="39620" y="124753"/>
                  </a:lnTo>
                  <a:lnTo>
                    <a:pt x="48895" y="110812"/>
                  </a:lnTo>
                  <a:lnTo>
                    <a:pt x="59036" y="97487"/>
                  </a:lnTo>
                  <a:lnTo>
                    <a:pt x="70001" y="84833"/>
                  </a:lnTo>
                  <a:lnTo>
                    <a:pt x="81747" y="72899"/>
                  </a:lnTo>
                  <a:lnTo>
                    <a:pt x="94226" y="61735"/>
                  </a:lnTo>
                  <a:lnTo>
                    <a:pt x="107388" y="51384"/>
                  </a:lnTo>
                  <a:lnTo>
                    <a:pt x="121180" y="41889"/>
                  </a:lnTo>
                  <a:lnTo>
                    <a:pt x="135546" y="33288"/>
                  </a:lnTo>
                  <a:lnTo>
                    <a:pt x="150429" y="25615"/>
                  </a:lnTo>
                  <a:lnTo>
                    <a:pt x="165769" y="18901"/>
                  </a:lnTo>
                  <a:lnTo>
                    <a:pt x="181504" y="13174"/>
                  </a:lnTo>
                  <a:lnTo>
                    <a:pt x="197570" y="8457"/>
                  </a:lnTo>
                  <a:lnTo>
                    <a:pt x="213903" y="4768"/>
                  </a:lnTo>
                  <a:lnTo>
                    <a:pt x="230437" y="2122"/>
                  </a:lnTo>
                  <a:lnTo>
                    <a:pt x="247105" y="531"/>
                  </a:lnTo>
                  <a:lnTo>
                    <a:pt x="2638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39" name="pl239"/>
            <p:cNvSpPr/>
            <p:nvPr/>
          </p:nvSpPr>
          <p:spPr>
            <a:xfrm>
              <a:off x="3063714" y="2117096"/>
              <a:ext cx="1055367" cy="1055235"/>
            </a:xfrm>
            <a:custGeom>
              <a:avLst/>
              <a:pathLst>
                <a:path w="1055367" h="1055235">
                  <a:moveTo>
                    <a:pt x="527683" y="0"/>
                  </a:moveTo>
                  <a:lnTo>
                    <a:pt x="561155" y="1062"/>
                  </a:lnTo>
                  <a:lnTo>
                    <a:pt x="594493" y="4245"/>
                  </a:lnTo>
                  <a:lnTo>
                    <a:pt x="627561" y="9537"/>
                  </a:lnTo>
                  <a:lnTo>
                    <a:pt x="660227" y="16915"/>
                  </a:lnTo>
                  <a:lnTo>
                    <a:pt x="692359" y="26349"/>
                  </a:lnTo>
                  <a:lnTo>
                    <a:pt x="723828" y="37803"/>
                  </a:lnTo>
                  <a:lnTo>
                    <a:pt x="754508" y="51230"/>
                  </a:lnTo>
                  <a:lnTo>
                    <a:pt x="784274" y="66576"/>
                  </a:lnTo>
                  <a:lnTo>
                    <a:pt x="813007" y="83778"/>
                  </a:lnTo>
                  <a:lnTo>
                    <a:pt x="840591" y="102768"/>
                  </a:lnTo>
                  <a:lnTo>
                    <a:pt x="866915" y="123470"/>
                  </a:lnTo>
                  <a:lnTo>
                    <a:pt x="891873" y="145799"/>
                  </a:lnTo>
                  <a:lnTo>
                    <a:pt x="915365" y="169666"/>
                  </a:lnTo>
                  <a:lnTo>
                    <a:pt x="937295" y="194975"/>
                  </a:lnTo>
                  <a:lnTo>
                    <a:pt x="957576" y="221625"/>
                  </a:lnTo>
                  <a:lnTo>
                    <a:pt x="976126" y="249506"/>
                  </a:lnTo>
                  <a:lnTo>
                    <a:pt x="992871" y="278509"/>
                  </a:lnTo>
                  <a:lnTo>
                    <a:pt x="1007742" y="308514"/>
                  </a:lnTo>
                  <a:lnTo>
                    <a:pt x="1020680" y="339403"/>
                  </a:lnTo>
                  <a:lnTo>
                    <a:pt x="1031634" y="371050"/>
                  </a:lnTo>
                  <a:lnTo>
                    <a:pt x="1040557" y="403328"/>
                  </a:lnTo>
                  <a:lnTo>
                    <a:pt x="1047416" y="436107"/>
                  </a:lnTo>
                  <a:lnTo>
                    <a:pt x="1052182" y="469255"/>
                  </a:lnTo>
                  <a:lnTo>
                    <a:pt x="1054836" y="502639"/>
                  </a:lnTo>
                  <a:lnTo>
                    <a:pt x="1055367" y="536123"/>
                  </a:lnTo>
                  <a:lnTo>
                    <a:pt x="1053774" y="569574"/>
                  </a:lnTo>
                  <a:lnTo>
                    <a:pt x="1050062" y="602857"/>
                  </a:lnTo>
                  <a:lnTo>
                    <a:pt x="1044247" y="635837"/>
                  </a:lnTo>
                  <a:lnTo>
                    <a:pt x="1036352" y="668382"/>
                  </a:lnTo>
                  <a:lnTo>
                    <a:pt x="1026408" y="700360"/>
                  </a:lnTo>
                  <a:lnTo>
                    <a:pt x="1014456" y="731644"/>
                  </a:lnTo>
                  <a:lnTo>
                    <a:pt x="1000545" y="762106"/>
                  </a:lnTo>
                  <a:lnTo>
                    <a:pt x="984729" y="791625"/>
                  </a:lnTo>
                  <a:lnTo>
                    <a:pt x="967073" y="820081"/>
                  </a:lnTo>
                  <a:lnTo>
                    <a:pt x="947647" y="847361"/>
                  </a:lnTo>
                  <a:lnTo>
                    <a:pt x="926531" y="873353"/>
                  </a:lnTo>
                  <a:lnTo>
                    <a:pt x="903808" y="897954"/>
                  </a:lnTo>
                  <a:lnTo>
                    <a:pt x="879571" y="921064"/>
                  </a:lnTo>
                  <a:lnTo>
                    <a:pt x="853917" y="942590"/>
                  </a:lnTo>
                  <a:lnTo>
                    <a:pt x="826950" y="962446"/>
                  </a:lnTo>
                  <a:lnTo>
                    <a:pt x="798777" y="980551"/>
                  </a:lnTo>
                  <a:lnTo>
                    <a:pt x="769513" y="996833"/>
                  </a:lnTo>
                  <a:lnTo>
                    <a:pt x="739275" y="1011227"/>
                  </a:lnTo>
                  <a:lnTo>
                    <a:pt x="708185" y="1023673"/>
                  </a:lnTo>
                  <a:lnTo>
                    <a:pt x="676368" y="1034123"/>
                  </a:lnTo>
                  <a:lnTo>
                    <a:pt x="643952" y="1042533"/>
                  </a:lnTo>
                  <a:lnTo>
                    <a:pt x="611069" y="1048871"/>
                  </a:lnTo>
                  <a:lnTo>
                    <a:pt x="577849" y="1053111"/>
                  </a:lnTo>
                  <a:lnTo>
                    <a:pt x="544428" y="1055235"/>
                  </a:lnTo>
                  <a:lnTo>
                    <a:pt x="510939" y="1055235"/>
                  </a:lnTo>
                  <a:lnTo>
                    <a:pt x="477518" y="1053111"/>
                  </a:lnTo>
                  <a:lnTo>
                    <a:pt x="444298" y="1048871"/>
                  </a:lnTo>
                  <a:lnTo>
                    <a:pt x="411415" y="1042533"/>
                  </a:lnTo>
                  <a:lnTo>
                    <a:pt x="378999" y="1034123"/>
                  </a:lnTo>
                  <a:lnTo>
                    <a:pt x="347182" y="1023673"/>
                  </a:lnTo>
                  <a:lnTo>
                    <a:pt x="316092" y="1011227"/>
                  </a:lnTo>
                  <a:lnTo>
                    <a:pt x="285854" y="996833"/>
                  </a:lnTo>
                  <a:lnTo>
                    <a:pt x="256590" y="980551"/>
                  </a:lnTo>
                  <a:lnTo>
                    <a:pt x="228417" y="962446"/>
                  </a:lnTo>
                  <a:lnTo>
                    <a:pt x="201450" y="942590"/>
                  </a:lnTo>
                  <a:lnTo>
                    <a:pt x="175796" y="921064"/>
                  </a:lnTo>
                  <a:lnTo>
                    <a:pt x="151559" y="897954"/>
                  </a:lnTo>
                  <a:lnTo>
                    <a:pt x="128836" y="873353"/>
                  </a:lnTo>
                  <a:lnTo>
                    <a:pt x="107720" y="847361"/>
                  </a:lnTo>
                  <a:lnTo>
                    <a:pt x="88294" y="820081"/>
                  </a:lnTo>
                  <a:lnTo>
                    <a:pt x="70638" y="791625"/>
                  </a:lnTo>
                  <a:lnTo>
                    <a:pt x="54822" y="762106"/>
                  </a:lnTo>
                  <a:lnTo>
                    <a:pt x="40911" y="731644"/>
                  </a:lnTo>
                  <a:lnTo>
                    <a:pt x="28959" y="700360"/>
                  </a:lnTo>
                  <a:lnTo>
                    <a:pt x="19015" y="668382"/>
                  </a:lnTo>
                  <a:lnTo>
                    <a:pt x="11120" y="635837"/>
                  </a:lnTo>
                  <a:lnTo>
                    <a:pt x="5305" y="602857"/>
                  </a:lnTo>
                  <a:lnTo>
                    <a:pt x="1593" y="569574"/>
                  </a:lnTo>
                  <a:lnTo>
                    <a:pt x="0" y="536123"/>
                  </a:lnTo>
                  <a:lnTo>
                    <a:pt x="531" y="502639"/>
                  </a:lnTo>
                  <a:lnTo>
                    <a:pt x="3185" y="469255"/>
                  </a:lnTo>
                  <a:lnTo>
                    <a:pt x="7951" y="436107"/>
                  </a:lnTo>
                  <a:lnTo>
                    <a:pt x="14810" y="403328"/>
                  </a:lnTo>
                  <a:lnTo>
                    <a:pt x="23733" y="371050"/>
                  </a:lnTo>
                  <a:lnTo>
                    <a:pt x="34687" y="339403"/>
                  </a:lnTo>
                  <a:lnTo>
                    <a:pt x="47625" y="308514"/>
                  </a:lnTo>
                  <a:lnTo>
                    <a:pt x="62496" y="278509"/>
                  </a:lnTo>
                  <a:lnTo>
                    <a:pt x="79241" y="249506"/>
                  </a:lnTo>
                  <a:lnTo>
                    <a:pt x="97791" y="221625"/>
                  </a:lnTo>
                  <a:lnTo>
                    <a:pt x="118072" y="194975"/>
                  </a:lnTo>
                  <a:lnTo>
                    <a:pt x="140002" y="169666"/>
                  </a:lnTo>
                  <a:lnTo>
                    <a:pt x="163494" y="145799"/>
                  </a:lnTo>
                  <a:lnTo>
                    <a:pt x="188452" y="123470"/>
                  </a:lnTo>
                  <a:lnTo>
                    <a:pt x="214776" y="102768"/>
                  </a:lnTo>
                  <a:lnTo>
                    <a:pt x="242360" y="83778"/>
                  </a:lnTo>
                  <a:lnTo>
                    <a:pt x="271093" y="66576"/>
                  </a:lnTo>
                  <a:lnTo>
                    <a:pt x="300859" y="51230"/>
                  </a:lnTo>
                  <a:lnTo>
                    <a:pt x="331538" y="37803"/>
                  </a:lnTo>
                  <a:lnTo>
                    <a:pt x="363008" y="26349"/>
                  </a:lnTo>
                  <a:lnTo>
                    <a:pt x="395140" y="16915"/>
                  </a:lnTo>
                  <a:lnTo>
                    <a:pt x="427806" y="9537"/>
                  </a:lnTo>
                  <a:lnTo>
                    <a:pt x="460874" y="4245"/>
                  </a:lnTo>
                  <a:lnTo>
                    <a:pt x="494211" y="1062"/>
                  </a:lnTo>
                  <a:lnTo>
                    <a:pt x="527683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40" name="pl240"/>
            <p:cNvSpPr/>
            <p:nvPr/>
          </p:nvSpPr>
          <p:spPr>
            <a:xfrm>
              <a:off x="2997753" y="2051127"/>
              <a:ext cx="1187288" cy="1187139"/>
            </a:xfrm>
            <a:custGeom>
              <a:avLst/>
              <a:pathLst>
                <a:path w="1187288" h="1187139">
                  <a:moveTo>
                    <a:pt x="593644" y="0"/>
                  </a:moveTo>
                  <a:lnTo>
                    <a:pt x="631300" y="1195"/>
                  </a:lnTo>
                  <a:lnTo>
                    <a:pt x="668804" y="4776"/>
                  </a:lnTo>
                  <a:lnTo>
                    <a:pt x="706006" y="10729"/>
                  </a:lnTo>
                  <a:lnTo>
                    <a:pt x="742755" y="19029"/>
                  </a:lnTo>
                  <a:lnTo>
                    <a:pt x="778904" y="29643"/>
                  </a:lnTo>
                  <a:lnTo>
                    <a:pt x="814307" y="42529"/>
                  </a:lnTo>
                  <a:lnTo>
                    <a:pt x="848821" y="57634"/>
                  </a:lnTo>
                  <a:lnTo>
                    <a:pt x="882308" y="74898"/>
                  </a:lnTo>
                  <a:lnTo>
                    <a:pt x="914633" y="94250"/>
                  </a:lnTo>
                  <a:lnTo>
                    <a:pt x="945665" y="115614"/>
                  </a:lnTo>
                  <a:lnTo>
                    <a:pt x="975279" y="138903"/>
                  </a:lnTo>
                  <a:lnTo>
                    <a:pt x="1003357" y="164024"/>
                  </a:lnTo>
                  <a:lnTo>
                    <a:pt x="1029785" y="190875"/>
                  </a:lnTo>
                  <a:lnTo>
                    <a:pt x="1054457" y="219347"/>
                  </a:lnTo>
                  <a:lnTo>
                    <a:pt x="1077273" y="249328"/>
                  </a:lnTo>
                  <a:lnTo>
                    <a:pt x="1098142" y="280695"/>
                  </a:lnTo>
                  <a:lnTo>
                    <a:pt x="1116980" y="313322"/>
                  </a:lnTo>
                  <a:lnTo>
                    <a:pt x="1133710" y="347079"/>
                  </a:lnTo>
                  <a:lnTo>
                    <a:pt x="1148265" y="381829"/>
                  </a:lnTo>
                  <a:lnTo>
                    <a:pt x="1160588" y="417431"/>
                  </a:lnTo>
                  <a:lnTo>
                    <a:pt x="1170627" y="453744"/>
                  </a:lnTo>
                  <a:lnTo>
                    <a:pt x="1178343" y="490620"/>
                  </a:lnTo>
                  <a:lnTo>
                    <a:pt x="1183705" y="527912"/>
                  </a:lnTo>
                  <a:lnTo>
                    <a:pt x="1186691" y="565468"/>
                  </a:lnTo>
                  <a:lnTo>
                    <a:pt x="1187288" y="603139"/>
                  </a:lnTo>
                  <a:lnTo>
                    <a:pt x="1185496" y="640771"/>
                  </a:lnTo>
                  <a:lnTo>
                    <a:pt x="1181320" y="678214"/>
                  </a:lnTo>
                  <a:lnTo>
                    <a:pt x="1174778" y="715316"/>
                  </a:lnTo>
                  <a:lnTo>
                    <a:pt x="1165896" y="751929"/>
                  </a:lnTo>
                  <a:lnTo>
                    <a:pt x="1154709" y="787905"/>
                  </a:lnTo>
                  <a:lnTo>
                    <a:pt x="1141263" y="823099"/>
                  </a:lnTo>
                  <a:lnTo>
                    <a:pt x="1125613" y="857370"/>
                  </a:lnTo>
                  <a:lnTo>
                    <a:pt x="1107820" y="890578"/>
                  </a:lnTo>
                  <a:lnTo>
                    <a:pt x="1087957" y="922592"/>
                  </a:lnTo>
                  <a:lnTo>
                    <a:pt x="1066103" y="953281"/>
                  </a:lnTo>
                  <a:lnTo>
                    <a:pt x="1042347" y="982522"/>
                  </a:lnTo>
                  <a:lnTo>
                    <a:pt x="1016784" y="1010198"/>
                  </a:lnTo>
                  <a:lnTo>
                    <a:pt x="989518" y="1036197"/>
                  </a:lnTo>
                  <a:lnTo>
                    <a:pt x="960657" y="1060414"/>
                  </a:lnTo>
                  <a:lnTo>
                    <a:pt x="930318" y="1082751"/>
                  </a:lnTo>
                  <a:lnTo>
                    <a:pt x="898624" y="1103120"/>
                  </a:lnTo>
                  <a:lnTo>
                    <a:pt x="865702" y="1121437"/>
                  </a:lnTo>
                  <a:lnTo>
                    <a:pt x="831684" y="1137630"/>
                  </a:lnTo>
                  <a:lnTo>
                    <a:pt x="796708" y="1151632"/>
                  </a:lnTo>
                  <a:lnTo>
                    <a:pt x="760914" y="1163388"/>
                  </a:lnTo>
                  <a:lnTo>
                    <a:pt x="724447" y="1172850"/>
                  </a:lnTo>
                  <a:lnTo>
                    <a:pt x="687452" y="1179980"/>
                  </a:lnTo>
                  <a:lnTo>
                    <a:pt x="650081" y="1184750"/>
                  </a:lnTo>
                  <a:lnTo>
                    <a:pt x="612481" y="1187139"/>
                  </a:lnTo>
                  <a:lnTo>
                    <a:pt x="574806" y="1187139"/>
                  </a:lnTo>
                  <a:lnTo>
                    <a:pt x="537207" y="1184750"/>
                  </a:lnTo>
                  <a:lnTo>
                    <a:pt x="499836" y="1179980"/>
                  </a:lnTo>
                  <a:lnTo>
                    <a:pt x="462841" y="1172850"/>
                  </a:lnTo>
                  <a:lnTo>
                    <a:pt x="426374" y="1163388"/>
                  </a:lnTo>
                  <a:lnTo>
                    <a:pt x="390580" y="1151632"/>
                  </a:lnTo>
                  <a:lnTo>
                    <a:pt x="355604" y="1137630"/>
                  </a:lnTo>
                  <a:lnTo>
                    <a:pt x="321586" y="1121437"/>
                  </a:lnTo>
                  <a:lnTo>
                    <a:pt x="288664" y="1103120"/>
                  </a:lnTo>
                  <a:lnTo>
                    <a:pt x="256970" y="1082751"/>
                  </a:lnTo>
                  <a:lnTo>
                    <a:pt x="226631" y="1060414"/>
                  </a:lnTo>
                  <a:lnTo>
                    <a:pt x="197770" y="1036197"/>
                  </a:lnTo>
                  <a:lnTo>
                    <a:pt x="170504" y="1010198"/>
                  </a:lnTo>
                  <a:lnTo>
                    <a:pt x="144941" y="982522"/>
                  </a:lnTo>
                  <a:lnTo>
                    <a:pt x="121185" y="953281"/>
                  </a:lnTo>
                  <a:lnTo>
                    <a:pt x="99331" y="922592"/>
                  </a:lnTo>
                  <a:lnTo>
                    <a:pt x="79468" y="890578"/>
                  </a:lnTo>
                  <a:lnTo>
                    <a:pt x="61675" y="857370"/>
                  </a:lnTo>
                  <a:lnTo>
                    <a:pt x="46025" y="823099"/>
                  </a:lnTo>
                  <a:lnTo>
                    <a:pt x="32579" y="787905"/>
                  </a:lnTo>
                  <a:lnTo>
                    <a:pt x="21392" y="751929"/>
                  </a:lnTo>
                  <a:lnTo>
                    <a:pt x="12510" y="715316"/>
                  </a:lnTo>
                  <a:lnTo>
                    <a:pt x="5968" y="678214"/>
                  </a:lnTo>
                  <a:lnTo>
                    <a:pt x="1792" y="640771"/>
                  </a:lnTo>
                  <a:lnTo>
                    <a:pt x="0" y="603139"/>
                  </a:lnTo>
                  <a:lnTo>
                    <a:pt x="597" y="565468"/>
                  </a:lnTo>
                  <a:lnTo>
                    <a:pt x="3583" y="527912"/>
                  </a:lnTo>
                  <a:lnTo>
                    <a:pt x="8945" y="490620"/>
                  </a:lnTo>
                  <a:lnTo>
                    <a:pt x="16661" y="453744"/>
                  </a:lnTo>
                  <a:lnTo>
                    <a:pt x="26700" y="417431"/>
                  </a:lnTo>
                  <a:lnTo>
                    <a:pt x="39022" y="381829"/>
                  </a:lnTo>
                  <a:lnTo>
                    <a:pt x="53578" y="347079"/>
                  </a:lnTo>
                  <a:lnTo>
                    <a:pt x="70308" y="313322"/>
                  </a:lnTo>
                  <a:lnTo>
                    <a:pt x="89146" y="280695"/>
                  </a:lnTo>
                  <a:lnTo>
                    <a:pt x="110015" y="249328"/>
                  </a:lnTo>
                  <a:lnTo>
                    <a:pt x="132831" y="219347"/>
                  </a:lnTo>
                  <a:lnTo>
                    <a:pt x="157503" y="190875"/>
                  </a:lnTo>
                  <a:lnTo>
                    <a:pt x="183931" y="164024"/>
                  </a:lnTo>
                  <a:lnTo>
                    <a:pt x="212009" y="138903"/>
                  </a:lnTo>
                  <a:lnTo>
                    <a:pt x="241623" y="115614"/>
                  </a:lnTo>
                  <a:lnTo>
                    <a:pt x="272655" y="94250"/>
                  </a:lnTo>
                  <a:lnTo>
                    <a:pt x="304980" y="74898"/>
                  </a:lnTo>
                  <a:lnTo>
                    <a:pt x="338466" y="57634"/>
                  </a:lnTo>
                  <a:lnTo>
                    <a:pt x="372981" y="42529"/>
                  </a:lnTo>
                  <a:lnTo>
                    <a:pt x="408384" y="29643"/>
                  </a:lnTo>
                  <a:lnTo>
                    <a:pt x="444533" y="19029"/>
                  </a:lnTo>
                  <a:lnTo>
                    <a:pt x="481282" y="10729"/>
                  </a:lnTo>
                  <a:lnTo>
                    <a:pt x="518484" y="4776"/>
                  </a:lnTo>
                  <a:lnTo>
                    <a:pt x="555988" y="1195"/>
                  </a:lnTo>
                  <a:lnTo>
                    <a:pt x="59364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3236802" y="2267539"/>
              <a:ext cx="882346" cy="801856"/>
            </a:xfrm>
            <a:custGeom>
              <a:avLst/>
              <a:pathLst>
                <a:path w="882346" h="801856">
                  <a:moveTo>
                    <a:pt x="882346" y="377306"/>
                  </a:moveTo>
                  <a:lnTo>
                    <a:pt x="873320" y="355271"/>
                  </a:lnTo>
                  <a:lnTo>
                    <a:pt x="863390" y="334002"/>
                  </a:lnTo>
                  <a:lnTo>
                    <a:pt x="852605" y="313534"/>
                  </a:lnTo>
                  <a:lnTo>
                    <a:pt x="841014" y="293902"/>
                  </a:lnTo>
                  <a:lnTo>
                    <a:pt x="828670" y="275135"/>
                  </a:lnTo>
                  <a:lnTo>
                    <a:pt x="815625" y="257264"/>
                  </a:lnTo>
                  <a:lnTo>
                    <a:pt x="801932" y="240311"/>
                  </a:lnTo>
                  <a:lnTo>
                    <a:pt x="787645" y="224300"/>
                  </a:lnTo>
                  <a:lnTo>
                    <a:pt x="772820" y="209250"/>
                  </a:lnTo>
                  <a:lnTo>
                    <a:pt x="757513" y="195176"/>
                  </a:lnTo>
                  <a:lnTo>
                    <a:pt x="741778" y="182093"/>
                  </a:lnTo>
                  <a:lnTo>
                    <a:pt x="725673" y="170010"/>
                  </a:lnTo>
                  <a:lnTo>
                    <a:pt x="709253" y="158935"/>
                  </a:lnTo>
                  <a:lnTo>
                    <a:pt x="692575" y="148872"/>
                  </a:lnTo>
                  <a:lnTo>
                    <a:pt x="675695" y="139823"/>
                  </a:lnTo>
                  <a:lnTo>
                    <a:pt x="658668" y="131785"/>
                  </a:lnTo>
                  <a:lnTo>
                    <a:pt x="641549" y="124755"/>
                  </a:lnTo>
                  <a:lnTo>
                    <a:pt x="624393" y="118726"/>
                  </a:lnTo>
                  <a:lnTo>
                    <a:pt x="607254" y="113687"/>
                  </a:lnTo>
                  <a:lnTo>
                    <a:pt x="590184" y="109626"/>
                  </a:lnTo>
                  <a:lnTo>
                    <a:pt x="573235" y="106527"/>
                  </a:lnTo>
                  <a:lnTo>
                    <a:pt x="556457" y="104372"/>
                  </a:lnTo>
                  <a:lnTo>
                    <a:pt x="539899" y="103141"/>
                  </a:lnTo>
                  <a:lnTo>
                    <a:pt x="523609" y="102811"/>
                  </a:lnTo>
                  <a:lnTo>
                    <a:pt x="507633" y="103357"/>
                  </a:lnTo>
                  <a:lnTo>
                    <a:pt x="492015" y="104750"/>
                  </a:lnTo>
                  <a:lnTo>
                    <a:pt x="476799" y="106962"/>
                  </a:lnTo>
                  <a:lnTo>
                    <a:pt x="462024" y="109960"/>
                  </a:lnTo>
                  <a:lnTo>
                    <a:pt x="447730" y="113711"/>
                  </a:lnTo>
                  <a:lnTo>
                    <a:pt x="433952" y="118179"/>
                  </a:lnTo>
                  <a:lnTo>
                    <a:pt x="420727" y="123326"/>
                  </a:lnTo>
                  <a:lnTo>
                    <a:pt x="408085" y="129114"/>
                  </a:lnTo>
                  <a:lnTo>
                    <a:pt x="396057" y="135503"/>
                  </a:lnTo>
                  <a:lnTo>
                    <a:pt x="384670" y="142450"/>
                  </a:lnTo>
                  <a:lnTo>
                    <a:pt x="373949" y="149912"/>
                  </a:lnTo>
                  <a:lnTo>
                    <a:pt x="363918" y="157846"/>
                  </a:lnTo>
                  <a:lnTo>
                    <a:pt x="354595" y="166206"/>
                  </a:lnTo>
                  <a:lnTo>
                    <a:pt x="362644" y="151957"/>
                  </a:lnTo>
                  <a:lnTo>
                    <a:pt x="371709" y="138031"/>
                  </a:lnTo>
                  <a:lnTo>
                    <a:pt x="381777" y="124484"/>
                  </a:lnTo>
                  <a:lnTo>
                    <a:pt x="392831" y="111368"/>
                  </a:lnTo>
                  <a:lnTo>
                    <a:pt x="404855" y="98738"/>
                  </a:lnTo>
                  <a:lnTo>
                    <a:pt x="417825" y="86645"/>
                  </a:lnTo>
                  <a:lnTo>
                    <a:pt x="431719" y="75141"/>
                  </a:lnTo>
                  <a:lnTo>
                    <a:pt x="446509" y="64276"/>
                  </a:lnTo>
                  <a:lnTo>
                    <a:pt x="462169" y="54099"/>
                  </a:lnTo>
                  <a:lnTo>
                    <a:pt x="478666" y="44659"/>
                  </a:lnTo>
                  <a:lnTo>
                    <a:pt x="495968" y="36002"/>
                  </a:lnTo>
                  <a:lnTo>
                    <a:pt x="514039" y="28173"/>
                  </a:lnTo>
                  <a:lnTo>
                    <a:pt x="532842" y="21216"/>
                  </a:lnTo>
                  <a:lnTo>
                    <a:pt x="552336" y="15172"/>
                  </a:lnTo>
                  <a:lnTo>
                    <a:pt x="572480" y="10082"/>
                  </a:lnTo>
                  <a:lnTo>
                    <a:pt x="593229" y="5985"/>
                  </a:lnTo>
                  <a:lnTo>
                    <a:pt x="614540" y="2916"/>
                  </a:lnTo>
                  <a:lnTo>
                    <a:pt x="636362" y="910"/>
                  </a:lnTo>
                  <a:lnTo>
                    <a:pt x="658649" y="0"/>
                  </a:lnTo>
                  <a:lnTo>
                    <a:pt x="681347" y="215"/>
                  </a:lnTo>
                  <a:lnTo>
                    <a:pt x="704406" y="1583"/>
                  </a:lnTo>
                  <a:lnTo>
                    <a:pt x="727771" y="4131"/>
                  </a:lnTo>
                  <a:lnTo>
                    <a:pt x="741169" y="20683"/>
                  </a:lnTo>
                  <a:lnTo>
                    <a:pt x="753841" y="37707"/>
                  </a:lnTo>
                  <a:lnTo>
                    <a:pt x="765771" y="55171"/>
                  </a:lnTo>
                  <a:lnTo>
                    <a:pt x="776945" y="73043"/>
                  </a:lnTo>
                  <a:lnTo>
                    <a:pt x="787348" y="91291"/>
                  </a:lnTo>
                  <a:lnTo>
                    <a:pt x="796970" y="109882"/>
                  </a:lnTo>
                  <a:lnTo>
                    <a:pt x="805799" y="128782"/>
                  </a:lnTo>
                  <a:lnTo>
                    <a:pt x="813826" y="147958"/>
                  </a:lnTo>
                  <a:lnTo>
                    <a:pt x="821043" y="167375"/>
                  </a:lnTo>
                  <a:lnTo>
                    <a:pt x="827444" y="187001"/>
                  </a:lnTo>
                  <a:lnTo>
                    <a:pt x="833024" y="206801"/>
                  </a:lnTo>
                  <a:lnTo>
                    <a:pt x="837779" y="226740"/>
                  </a:lnTo>
                  <a:lnTo>
                    <a:pt x="841707" y="246785"/>
                  </a:lnTo>
                  <a:lnTo>
                    <a:pt x="844807" y="266902"/>
                  </a:lnTo>
                  <a:lnTo>
                    <a:pt x="847080" y="287055"/>
                  </a:lnTo>
                  <a:lnTo>
                    <a:pt x="848529" y="307212"/>
                  </a:lnTo>
                  <a:lnTo>
                    <a:pt x="849155" y="327339"/>
                  </a:lnTo>
                  <a:lnTo>
                    <a:pt x="848965" y="347403"/>
                  </a:lnTo>
                  <a:lnTo>
                    <a:pt x="847964" y="367369"/>
                  </a:lnTo>
                  <a:lnTo>
                    <a:pt x="846161" y="387207"/>
                  </a:lnTo>
                  <a:lnTo>
                    <a:pt x="843562" y="406884"/>
                  </a:lnTo>
                  <a:lnTo>
                    <a:pt x="840180" y="426367"/>
                  </a:lnTo>
                  <a:lnTo>
                    <a:pt x="836024" y="445626"/>
                  </a:lnTo>
                  <a:lnTo>
                    <a:pt x="831108" y="464631"/>
                  </a:lnTo>
                  <a:lnTo>
                    <a:pt x="825445" y="483351"/>
                  </a:lnTo>
                  <a:lnTo>
                    <a:pt x="819050" y="501757"/>
                  </a:lnTo>
                  <a:lnTo>
                    <a:pt x="811940" y="519821"/>
                  </a:lnTo>
                  <a:lnTo>
                    <a:pt x="804131" y="537515"/>
                  </a:lnTo>
                  <a:lnTo>
                    <a:pt x="795642" y="554812"/>
                  </a:lnTo>
                  <a:lnTo>
                    <a:pt x="786491" y="571687"/>
                  </a:lnTo>
                  <a:lnTo>
                    <a:pt x="776700" y="588114"/>
                  </a:lnTo>
                  <a:lnTo>
                    <a:pt x="766289" y="604069"/>
                  </a:lnTo>
                  <a:lnTo>
                    <a:pt x="755280" y="619529"/>
                  </a:lnTo>
                  <a:lnTo>
                    <a:pt x="743697" y="634472"/>
                  </a:lnTo>
                  <a:lnTo>
                    <a:pt x="731562" y="648876"/>
                  </a:lnTo>
                  <a:lnTo>
                    <a:pt x="718901" y="662722"/>
                  </a:lnTo>
                  <a:lnTo>
                    <a:pt x="705739" y="675990"/>
                  </a:lnTo>
                  <a:lnTo>
                    <a:pt x="692101" y="688664"/>
                  </a:lnTo>
                  <a:lnTo>
                    <a:pt x="678014" y="700726"/>
                  </a:lnTo>
                  <a:lnTo>
                    <a:pt x="663506" y="712160"/>
                  </a:lnTo>
                  <a:lnTo>
                    <a:pt x="648603" y="722953"/>
                  </a:lnTo>
                  <a:lnTo>
                    <a:pt x="633334" y="733090"/>
                  </a:lnTo>
                  <a:lnTo>
                    <a:pt x="617728" y="742562"/>
                  </a:lnTo>
                  <a:lnTo>
                    <a:pt x="601812" y="751355"/>
                  </a:lnTo>
                  <a:lnTo>
                    <a:pt x="585617" y="759462"/>
                  </a:lnTo>
                  <a:lnTo>
                    <a:pt x="569171" y="766874"/>
                  </a:lnTo>
                  <a:lnTo>
                    <a:pt x="552504" y="773584"/>
                  </a:lnTo>
                  <a:lnTo>
                    <a:pt x="535647" y="779587"/>
                  </a:lnTo>
                  <a:lnTo>
                    <a:pt x="518628" y="784877"/>
                  </a:lnTo>
                  <a:lnTo>
                    <a:pt x="501478" y="789452"/>
                  </a:lnTo>
                  <a:lnTo>
                    <a:pt x="484227" y="793309"/>
                  </a:lnTo>
                  <a:lnTo>
                    <a:pt x="466904" y="796449"/>
                  </a:lnTo>
                  <a:lnTo>
                    <a:pt x="449540" y="798871"/>
                  </a:lnTo>
                  <a:lnTo>
                    <a:pt x="432163" y="800577"/>
                  </a:lnTo>
                  <a:lnTo>
                    <a:pt x="414803" y="801571"/>
                  </a:lnTo>
                  <a:lnTo>
                    <a:pt x="397489" y="801856"/>
                  </a:lnTo>
                  <a:lnTo>
                    <a:pt x="380251" y="801438"/>
                  </a:lnTo>
                  <a:lnTo>
                    <a:pt x="363115" y="800323"/>
                  </a:lnTo>
                  <a:lnTo>
                    <a:pt x="346112" y="798519"/>
                  </a:lnTo>
                  <a:lnTo>
                    <a:pt x="329267" y="796035"/>
                  </a:lnTo>
                  <a:lnTo>
                    <a:pt x="312608" y="792880"/>
                  </a:lnTo>
                  <a:lnTo>
                    <a:pt x="296162" y="789066"/>
                  </a:lnTo>
                  <a:lnTo>
                    <a:pt x="279955" y="784605"/>
                  </a:lnTo>
                  <a:lnTo>
                    <a:pt x="264012" y="779509"/>
                  </a:lnTo>
                  <a:lnTo>
                    <a:pt x="248357" y="773792"/>
                  </a:lnTo>
                  <a:lnTo>
                    <a:pt x="233015" y="767471"/>
                  </a:lnTo>
                  <a:lnTo>
                    <a:pt x="218009" y="760559"/>
                  </a:lnTo>
                  <a:lnTo>
                    <a:pt x="203362" y="753075"/>
                  </a:lnTo>
                  <a:lnTo>
                    <a:pt x="189094" y="745035"/>
                  </a:lnTo>
                  <a:lnTo>
                    <a:pt x="175228" y="736459"/>
                  </a:lnTo>
                  <a:lnTo>
                    <a:pt x="161782" y="727365"/>
                  </a:lnTo>
                  <a:lnTo>
                    <a:pt x="148776" y="717773"/>
                  </a:lnTo>
                  <a:lnTo>
                    <a:pt x="136229" y="707704"/>
                  </a:lnTo>
                  <a:lnTo>
                    <a:pt x="124157" y="697179"/>
                  </a:lnTo>
                  <a:lnTo>
                    <a:pt x="112576" y="686221"/>
                  </a:lnTo>
                  <a:lnTo>
                    <a:pt x="101503" y="674851"/>
                  </a:lnTo>
                  <a:lnTo>
                    <a:pt x="90951" y="663092"/>
                  </a:lnTo>
                  <a:lnTo>
                    <a:pt x="80933" y="650969"/>
                  </a:lnTo>
                  <a:lnTo>
                    <a:pt x="71462" y="638504"/>
                  </a:lnTo>
                  <a:lnTo>
                    <a:pt x="62548" y="625723"/>
                  </a:lnTo>
                  <a:lnTo>
                    <a:pt x="54203" y="612649"/>
                  </a:lnTo>
                  <a:lnTo>
                    <a:pt x="46434" y="599308"/>
                  </a:lnTo>
                  <a:lnTo>
                    <a:pt x="39250" y="585725"/>
                  </a:lnTo>
                  <a:lnTo>
                    <a:pt x="32658" y="571924"/>
                  </a:lnTo>
                  <a:lnTo>
                    <a:pt x="26663" y="557933"/>
                  </a:lnTo>
                  <a:lnTo>
                    <a:pt x="21270" y="543776"/>
                  </a:lnTo>
                  <a:lnTo>
                    <a:pt x="16483" y="529479"/>
                  </a:lnTo>
                  <a:lnTo>
                    <a:pt x="12303" y="515067"/>
                  </a:lnTo>
                  <a:lnTo>
                    <a:pt x="8733" y="500567"/>
                  </a:lnTo>
                  <a:lnTo>
                    <a:pt x="5773" y="486004"/>
                  </a:lnTo>
                  <a:lnTo>
                    <a:pt x="3422" y="471403"/>
                  </a:lnTo>
                  <a:lnTo>
                    <a:pt x="1678" y="456790"/>
                  </a:lnTo>
                  <a:lnTo>
                    <a:pt x="539" y="442190"/>
                  </a:lnTo>
                  <a:lnTo>
                    <a:pt x="0" y="427627"/>
                  </a:lnTo>
                  <a:lnTo>
                    <a:pt x="56" y="413127"/>
                  </a:lnTo>
                  <a:lnTo>
                    <a:pt x="702" y="398713"/>
                  </a:lnTo>
                  <a:lnTo>
                    <a:pt x="1931" y="384410"/>
                  </a:lnTo>
                  <a:lnTo>
                    <a:pt x="3735" y="370240"/>
                  </a:lnTo>
                  <a:lnTo>
                    <a:pt x="6105" y="356227"/>
                  </a:lnTo>
                  <a:lnTo>
                    <a:pt x="9032" y="342393"/>
                  </a:lnTo>
                  <a:lnTo>
                    <a:pt x="12504" y="328760"/>
                  </a:lnTo>
                  <a:lnTo>
                    <a:pt x="16511" y="315350"/>
                  </a:lnTo>
                  <a:lnTo>
                    <a:pt x="21040" y="302184"/>
                  </a:lnTo>
                  <a:lnTo>
                    <a:pt x="26078" y="289281"/>
                  </a:lnTo>
                  <a:lnTo>
                    <a:pt x="31612" y="276661"/>
                  </a:lnTo>
                  <a:lnTo>
                    <a:pt x="37626" y="264343"/>
                  </a:lnTo>
                  <a:lnTo>
                    <a:pt x="44105" y="252345"/>
                  </a:lnTo>
                  <a:lnTo>
                    <a:pt x="51034" y="240685"/>
                  </a:lnTo>
                  <a:lnTo>
                    <a:pt x="58396" y="229378"/>
                  </a:lnTo>
                  <a:lnTo>
                    <a:pt x="66173" y="218442"/>
                  </a:lnTo>
                  <a:lnTo>
                    <a:pt x="74348" y="207891"/>
                  </a:lnTo>
                  <a:lnTo>
                    <a:pt x="82902" y="197739"/>
                  </a:lnTo>
                  <a:lnTo>
                    <a:pt x="91817" y="187999"/>
                  </a:lnTo>
                  <a:lnTo>
                    <a:pt x="101073" y="178684"/>
                  </a:lnTo>
                  <a:lnTo>
                    <a:pt x="110650" y="169806"/>
                  </a:lnTo>
                  <a:lnTo>
                    <a:pt x="120529" y="161375"/>
                  </a:lnTo>
                  <a:lnTo>
                    <a:pt x="130690" y="153401"/>
                  </a:lnTo>
                  <a:lnTo>
                    <a:pt x="122318" y="176942"/>
                  </a:lnTo>
                  <a:lnTo>
                    <a:pt x="116155" y="200467"/>
                  </a:lnTo>
                  <a:lnTo>
                    <a:pt x="112153" y="223781"/>
                  </a:lnTo>
                  <a:lnTo>
                    <a:pt x="110242" y="246697"/>
                  </a:lnTo>
                  <a:lnTo>
                    <a:pt x="110343" y="269037"/>
                  </a:lnTo>
                  <a:lnTo>
                    <a:pt x="112356" y="290632"/>
                  </a:lnTo>
                  <a:lnTo>
                    <a:pt x="116174" y="311326"/>
                  </a:lnTo>
                  <a:lnTo>
                    <a:pt x="121671" y="330975"/>
                  </a:lnTo>
                  <a:lnTo>
                    <a:pt x="128715" y="349447"/>
                  </a:lnTo>
                  <a:lnTo>
                    <a:pt x="137161" y="366625"/>
                  </a:lnTo>
                  <a:lnTo>
                    <a:pt x="146856" y="382406"/>
                  </a:lnTo>
                  <a:lnTo>
                    <a:pt x="157642" y="396705"/>
                  </a:lnTo>
                  <a:lnTo>
                    <a:pt x="169352" y="409449"/>
                  </a:lnTo>
                  <a:lnTo>
                    <a:pt x="181817" y="420585"/>
                  </a:lnTo>
                  <a:lnTo>
                    <a:pt x="194865" y="430074"/>
                  </a:lnTo>
                  <a:lnTo>
                    <a:pt x="208322" y="437895"/>
                  </a:lnTo>
                  <a:lnTo>
                    <a:pt x="222014" y="444042"/>
                  </a:lnTo>
                  <a:lnTo>
                    <a:pt x="235770" y="448527"/>
                  </a:lnTo>
                  <a:lnTo>
                    <a:pt x="249422" y="451378"/>
                  </a:lnTo>
                  <a:lnTo>
                    <a:pt x="262805" y="452637"/>
                  </a:lnTo>
                  <a:lnTo>
                    <a:pt x="275762" y="452362"/>
                  </a:lnTo>
                  <a:lnTo>
                    <a:pt x="288142" y="450626"/>
                  </a:lnTo>
                  <a:lnTo>
                    <a:pt x="299804" y="447515"/>
                  </a:lnTo>
                  <a:lnTo>
                    <a:pt x="310615" y="443128"/>
                  </a:lnTo>
                  <a:lnTo>
                    <a:pt x="320454" y="437575"/>
                  </a:lnTo>
                  <a:lnTo>
                    <a:pt x="329211" y="430978"/>
                  </a:lnTo>
                  <a:lnTo>
                    <a:pt x="336789" y="423468"/>
                  </a:lnTo>
                  <a:lnTo>
                    <a:pt x="343106" y="415183"/>
                  </a:lnTo>
                  <a:lnTo>
                    <a:pt x="348091" y="406271"/>
                  </a:lnTo>
                  <a:lnTo>
                    <a:pt x="351691" y="396883"/>
                  </a:lnTo>
                  <a:lnTo>
                    <a:pt x="353867" y="387175"/>
                  </a:lnTo>
                  <a:lnTo>
                    <a:pt x="354595" y="377306"/>
                  </a:lnTo>
                  <a:lnTo>
                    <a:pt x="360346" y="384988"/>
                  </a:lnTo>
                  <a:lnTo>
                    <a:pt x="363793" y="394150"/>
                  </a:lnTo>
                  <a:lnTo>
                    <a:pt x="364655" y="404278"/>
                  </a:lnTo>
                  <a:lnTo>
                    <a:pt x="362754" y="414811"/>
                  </a:lnTo>
                  <a:lnTo>
                    <a:pt x="358018" y="425162"/>
                  </a:lnTo>
                  <a:lnTo>
                    <a:pt x="350488" y="434733"/>
                  </a:lnTo>
                  <a:lnTo>
                    <a:pt x="340318" y="442940"/>
                  </a:lnTo>
                  <a:lnTo>
                    <a:pt x="327769" y="449230"/>
                  </a:lnTo>
                  <a:lnTo>
                    <a:pt x="313208" y="453102"/>
                  </a:lnTo>
                  <a:lnTo>
                    <a:pt x="297092" y="454122"/>
                  </a:lnTo>
                  <a:lnTo>
                    <a:pt x="279960" y="451942"/>
                  </a:lnTo>
                  <a:lnTo>
                    <a:pt x="282723" y="437614"/>
                  </a:lnTo>
                  <a:lnTo>
                    <a:pt x="287347" y="424394"/>
                  </a:lnTo>
                  <a:lnTo>
                    <a:pt x="293656" y="412490"/>
                  </a:lnTo>
                  <a:lnTo>
                    <a:pt x="301450" y="402088"/>
                  </a:lnTo>
                  <a:lnTo>
                    <a:pt x="310513" y="393351"/>
                  </a:lnTo>
                  <a:lnTo>
                    <a:pt x="320611" y="386413"/>
                  </a:lnTo>
                  <a:lnTo>
                    <a:pt x="331496" y="381379"/>
                  </a:lnTo>
                  <a:lnTo>
                    <a:pt x="342912" y="378329"/>
                  </a:lnTo>
                  <a:lnTo>
                    <a:pt x="354595" y="377306"/>
                  </a:lnTo>
                  <a:lnTo>
                    <a:pt x="345351" y="377817"/>
                  </a:lnTo>
                  <a:lnTo>
                    <a:pt x="336190" y="379344"/>
                  </a:lnTo>
                  <a:lnTo>
                    <a:pt x="327198" y="381878"/>
                  </a:lnTo>
                  <a:lnTo>
                    <a:pt x="318457" y="385405"/>
                  </a:lnTo>
                  <a:lnTo>
                    <a:pt x="310048" y="389903"/>
                  </a:lnTo>
                  <a:lnTo>
                    <a:pt x="302053" y="395344"/>
                  </a:lnTo>
                  <a:lnTo>
                    <a:pt x="294548" y="401696"/>
                  </a:lnTo>
                  <a:lnTo>
                    <a:pt x="287609" y="408918"/>
                  </a:lnTo>
                  <a:lnTo>
                    <a:pt x="281310" y="416967"/>
                  </a:lnTo>
                  <a:lnTo>
                    <a:pt x="275718" y="425792"/>
                  </a:lnTo>
                  <a:lnTo>
                    <a:pt x="270900" y="435339"/>
                  </a:lnTo>
                  <a:lnTo>
                    <a:pt x="266918" y="445549"/>
                  </a:lnTo>
                  <a:lnTo>
                    <a:pt x="263828" y="456356"/>
                  </a:lnTo>
                  <a:lnTo>
                    <a:pt x="261684" y="467692"/>
                  </a:lnTo>
                  <a:lnTo>
                    <a:pt x="260533" y="479485"/>
                  </a:lnTo>
                  <a:lnTo>
                    <a:pt x="260419" y="491659"/>
                  </a:lnTo>
                  <a:lnTo>
                    <a:pt x="261378" y="504133"/>
                  </a:lnTo>
                  <a:lnTo>
                    <a:pt x="263442" y="516827"/>
                  </a:lnTo>
                  <a:lnTo>
                    <a:pt x="266637" y="529655"/>
                  </a:lnTo>
                  <a:lnTo>
                    <a:pt x="270982" y="542530"/>
                  </a:lnTo>
                  <a:lnTo>
                    <a:pt x="276492" y="555364"/>
                  </a:lnTo>
                  <a:lnTo>
                    <a:pt x="283173" y="568067"/>
                  </a:lnTo>
                  <a:lnTo>
                    <a:pt x="291026" y="580549"/>
                  </a:lnTo>
                  <a:lnTo>
                    <a:pt x="300046" y="592718"/>
                  </a:lnTo>
                  <a:lnTo>
                    <a:pt x="310220" y="604483"/>
                  </a:lnTo>
                  <a:lnTo>
                    <a:pt x="321530" y="615753"/>
                  </a:lnTo>
                  <a:lnTo>
                    <a:pt x="333952" y="626440"/>
                  </a:lnTo>
                  <a:lnTo>
                    <a:pt x="347452" y="636454"/>
                  </a:lnTo>
                  <a:lnTo>
                    <a:pt x="361994" y="645709"/>
                  </a:lnTo>
                  <a:lnTo>
                    <a:pt x="377533" y="654121"/>
                  </a:lnTo>
                  <a:lnTo>
                    <a:pt x="394019" y="661608"/>
                  </a:lnTo>
                  <a:lnTo>
                    <a:pt x="411396" y="668092"/>
                  </a:lnTo>
                  <a:lnTo>
                    <a:pt x="429601" y="673497"/>
                  </a:lnTo>
                  <a:lnTo>
                    <a:pt x="448567" y="677752"/>
                  </a:lnTo>
                  <a:lnTo>
                    <a:pt x="468222" y="680790"/>
                  </a:lnTo>
                  <a:lnTo>
                    <a:pt x="488487" y="682548"/>
                  </a:lnTo>
                  <a:lnTo>
                    <a:pt x="509279" y="682970"/>
                  </a:lnTo>
                  <a:lnTo>
                    <a:pt x="530512" y="682003"/>
                  </a:lnTo>
                  <a:lnTo>
                    <a:pt x="552094" y="679601"/>
                  </a:lnTo>
                  <a:lnTo>
                    <a:pt x="573930" y="675723"/>
                  </a:lnTo>
                  <a:lnTo>
                    <a:pt x="595922" y="670334"/>
                  </a:lnTo>
                  <a:lnTo>
                    <a:pt x="617969" y="663406"/>
                  </a:lnTo>
                  <a:lnTo>
                    <a:pt x="639966" y="654920"/>
                  </a:lnTo>
                  <a:lnTo>
                    <a:pt x="661808" y="644858"/>
                  </a:lnTo>
                  <a:lnTo>
                    <a:pt x="683387" y="633215"/>
                  </a:lnTo>
                  <a:lnTo>
                    <a:pt x="704594" y="619990"/>
                  </a:lnTo>
                  <a:lnTo>
                    <a:pt x="725319" y="605189"/>
                  </a:lnTo>
                  <a:lnTo>
                    <a:pt x="745452" y="588828"/>
                  </a:lnTo>
                  <a:lnTo>
                    <a:pt x="764884" y="570926"/>
                  </a:lnTo>
                  <a:lnTo>
                    <a:pt x="783506" y="551515"/>
                  </a:lnTo>
                  <a:lnTo>
                    <a:pt x="801208" y="530629"/>
                  </a:lnTo>
                  <a:lnTo>
                    <a:pt x="817886" y="508312"/>
                  </a:lnTo>
                  <a:lnTo>
                    <a:pt x="833434" y="484617"/>
                  </a:lnTo>
                  <a:lnTo>
                    <a:pt x="847750" y="459599"/>
                  </a:lnTo>
                  <a:lnTo>
                    <a:pt x="860737" y="433326"/>
                  </a:lnTo>
                  <a:lnTo>
                    <a:pt x="872300" y="405869"/>
                  </a:lnTo>
                  <a:close/>
                </a:path>
              </a:pathLst>
            </a:custGeom>
            <a:solidFill>
              <a:srgbClr val="619CFF">
                <a:alpha val="25882"/>
              </a:srgbClr>
            </a:solidFill>
            <a:ln w="24933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l242"/>
            <p:cNvSpPr/>
            <p:nvPr/>
          </p:nvSpPr>
          <p:spPr>
            <a:xfrm>
              <a:off x="3367492" y="2267539"/>
              <a:ext cx="751655" cy="478287"/>
            </a:xfrm>
            <a:custGeom>
              <a:avLst/>
              <a:pathLst>
                <a:path w="751655" h="478287">
                  <a:moveTo>
                    <a:pt x="223905" y="166206"/>
                  </a:moveTo>
                  <a:lnTo>
                    <a:pt x="231953" y="151957"/>
                  </a:lnTo>
                  <a:lnTo>
                    <a:pt x="241018" y="138031"/>
                  </a:lnTo>
                  <a:lnTo>
                    <a:pt x="251086" y="124484"/>
                  </a:lnTo>
                  <a:lnTo>
                    <a:pt x="262141" y="111368"/>
                  </a:lnTo>
                  <a:lnTo>
                    <a:pt x="274164" y="98738"/>
                  </a:lnTo>
                  <a:lnTo>
                    <a:pt x="287135" y="86645"/>
                  </a:lnTo>
                  <a:lnTo>
                    <a:pt x="301028" y="75141"/>
                  </a:lnTo>
                  <a:lnTo>
                    <a:pt x="315819" y="64276"/>
                  </a:lnTo>
                  <a:lnTo>
                    <a:pt x="331479" y="54099"/>
                  </a:lnTo>
                  <a:lnTo>
                    <a:pt x="347976" y="44659"/>
                  </a:lnTo>
                  <a:lnTo>
                    <a:pt x="365278" y="36002"/>
                  </a:lnTo>
                  <a:lnTo>
                    <a:pt x="383349" y="28173"/>
                  </a:lnTo>
                  <a:lnTo>
                    <a:pt x="402151" y="21216"/>
                  </a:lnTo>
                  <a:lnTo>
                    <a:pt x="421645" y="15172"/>
                  </a:lnTo>
                  <a:lnTo>
                    <a:pt x="441789" y="10082"/>
                  </a:lnTo>
                  <a:lnTo>
                    <a:pt x="462539" y="5985"/>
                  </a:lnTo>
                  <a:lnTo>
                    <a:pt x="483849" y="2916"/>
                  </a:lnTo>
                  <a:lnTo>
                    <a:pt x="505672" y="910"/>
                  </a:lnTo>
                  <a:lnTo>
                    <a:pt x="527958" y="0"/>
                  </a:lnTo>
                  <a:lnTo>
                    <a:pt x="550657" y="215"/>
                  </a:lnTo>
                  <a:lnTo>
                    <a:pt x="573716" y="1583"/>
                  </a:lnTo>
                  <a:lnTo>
                    <a:pt x="597081" y="4131"/>
                  </a:lnTo>
                  <a:lnTo>
                    <a:pt x="609604" y="17089"/>
                  </a:lnTo>
                  <a:lnTo>
                    <a:pt x="621677" y="30467"/>
                  </a:lnTo>
                  <a:lnTo>
                    <a:pt x="633287" y="44250"/>
                  </a:lnTo>
                  <a:lnTo>
                    <a:pt x="644419" y="58420"/>
                  </a:lnTo>
                  <a:lnTo>
                    <a:pt x="655061" y="72963"/>
                  </a:lnTo>
                  <a:lnTo>
                    <a:pt x="665200" y="87861"/>
                  </a:lnTo>
                  <a:lnTo>
                    <a:pt x="674825" y="103096"/>
                  </a:lnTo>
                  <a:lnTo>
                    <a:pt x="683924" y="118651"/>
                  </a:lnTo>
                  <a:lnTo>
                    <a:pt x="692487" y="134507"/>
                  </a:lnTo>
                  <a:lnTo>
                    <a:pt x="700503" y="150646"/>
                  </a:lnTo>
                  <a:lnTo>
                    <a:pt x="707964" y="167050"/>
                  </a:lnTo>
                  <a:lnTo>
                    <a:pt x="714860" y="183699"/>
                  </a:lnTo>
                  <a:lnTo>
                    <a:pt x="721184" y="200574"/>
                  </a:lnTo>
                  <a:lnTo>
                    <a:pt x="726928" y="217654"/>
                  </a:lnTo>
                  <a:lnTo>
                    <a:pt x="732085" y="234921"/>
                  </a:lnTo>
                  <a:lnTo>
                    <a:pt x="736650" y="252354"/>
                  </a:lnTo>
                  <a:lnTo>
                    <a:pt x="740617" y="269932"/>
                  </a:lnTo>
                  <a:lnTo>
                    <a:pt x="743982" y="287636"/>
                  </a:lnTo>
                  <a:lnTo>
                    <a:pt x="746740" y="305444"/>
                  </a:lnTo>
                  <a:lnTo>
                    <a:pt x="748889" y="323337"/>
                  </a:lnTo>
                  <a:lnTo>
                    <a:pt x="750425" y="341292"/>
                  </a:lnTo>
                  <a:lnTo>
                    <a:pt x="751348" y="359288"/>
                  </a:lnTo>
                  <a:lnTo>
                    <a:pt x="751655" y="377306"/>
                  </a:lnTo>
                  <a:lnTo>
                    <a:pt x="735009" y="389853"/>
                  </a:lnTo>
                  <a:lnTo>
                    <a:pt x="718075" y="401583"/>
                  </a:lnTo>
                  <a:lnTo>
                    <a:pt x="700883" y="412490"/>
                  </a:lnTo>
                  <a:lnTo>
                    <a:pt x="683463" y="422569"/>
                  </a:lnTo>
                  <a:lnTo>
                    <a:pt x="665846" y="431815"/>
                  </a:lnTo>
                  <a:lnTo>
                    <a:pt x="648061" y="440224"/>
                  </a:lnTo>
                  <a:lnTo>
                    <a:pt x="630140" y="447795"/>
                  </a:lnTo>
                  <a:lnTo>
                    <a:pt x="612112" y="454526"/>
                  </a:lnTo>
                  <a:lnTo>
                    <a:pt x="594009" y="460416"/>
                  </a:lnTo>
                  <a:lnTo>
                    <a:pt x="575860" y="465467"/>
                  </a:lnTo>
                  <a:lnTo>
                    <a:pt x="557696" y="469679"/>
                  </a:lnTo>
                  <a:lnTo>
                    <a:pt x="539546" y="473055"/>
                  </a:lnTo>
                  <a:lnTo>
                    <a:pt x="521441" y="475599"/>
                  </a:lnTo>
                  <a:lnTo>
                    <a:pt x="503411" y="477315"/>
                  </a:lnTo>
                  <a:lnTo>
                    <a:pt x="485486" y="478209"/>
                  </a:lnTo>
                  <a:lnTo>
                    <a:pt x="467694" y="478287"/>
                  </a:lnTo>
                  <a:lnTo>
                    <a:pt x="450065" y="477556"/>
                  </a:lnTo>
                  <a:lnTo>
                    <a:pt x="432628" y="476025"/>
                  </a:lnTo>
                  <a:lnTo>
                    <a:pt x="415411" y="473703"/>
                  </a:lnTo>
                  <a:lnTo>
                    <a:pt x="398443" y="470599"/>
                  </a:lnTo>
                  <a:lnTo>
                    <a:pt x="381751" y="466725"/>
                  </a:lnTo>
                  <a:lnTo>
                    <a:pt x="365363" y="462093"/>
                  </a:lnTo>
                  <a:lnTo>
                    <a:pt x="349306" y="456716"/>
                  </a:lnTo>
                  <a:lnTo>
                    <a:pt x="333607" y="450607"/>
                  </a:lnTo>
                  <a:lnTo>
                    <a:pt x="318291" y="443781"/>
                  </a:lnTo>
                  <a:lnTo>
                    <a:pt x="303385" y="436253"/>
                  </a:lnTo>
                  <a:lnTo>
                    <a:pt x="288913" y="428039"/>
                  </a:lnTo>
                  <a:lnTo>
                    <a:pt x="274900" y="419157"/>
                  </a:lnTo>
                  <a:lnTo>
                    <a:pt x="261369" y="409623"/>
                  </a:lnTo>
                  <a:lnTo>
                    <a:pt x="248345" y="399457"/>
                  </a:lnTo>
                  <a:lnTo>
                    <a:pt x="235849" y="388679"/>
                  </a:lnTo>
                  <a:lnTo>
                    <a:pt x="223905" y="377306"/>
                  </a:lnTo>
                  <a:lnTo>
                    <a:pt x="223905" y="377306"/>
                  </a:lnTo>
                  <a:lnTo>
                    <a:pt x="222883" y="388990"/>
                  </a:lnTo>
                  <a:lnTo>
                    <a:pt x="219832" y="400406"/>
                  </a:lnTo>
                  <a:lnTo>
                    <a:pt x="214799" y="411291"/>
                  </a:lnTo>
                  <a:lnTo>
                    <a:pt x="207860" y="421389"/>
                  </a:lnTo>
                  <a:lnTo>
                    <a:pt x="199123" y="430451"/>
                  </a:lnTo>
                  <a:lnTo>
                    <a:pt x="188722" y="438246"/>
                  </a:lnTo>
                  <a:lnTo>
                    <a:pt x="176818" y="444554"/>
                  </a:lnTo>
                  <a:lnTo>
                    <a:pt x="163597" y="449179"/>
                  </a:lnTo>
                  <a:lnTo>
                    <a:pt x="149270" y="451942"/>
                  </a:lnTo>
                  <a:lnTo>
                    <a:pt x="152033" y="437614"/>
                  </a:lnTo>
                  <a:lnTo>
                    <a:pt x="156657" y="424394"/>
                  </a:lnTo>
                  <a:lnTo>
                    <a:pt x="162966" y="412490"/>
                  </a:lnTo>
                  <a:lnTo>
                    <a:pt x="170760" y="402088"/>
                  </a:lnTo>
                  <a:lnTo>
                    <a:pt x="179823" y="393351"/>
                  </a:lnTo>
                  <a:lnTo>
                    <a:pt x="189921" y="386413"/>
                  </a:lnTo>
                  <a:lnTo>
                    <a:pt x="200806" y="381379"/>
                  </a:lnTo>
                  <a:lnTo>
                    <a:pt x="212222" y="378329"/>
                  </a:lnTo>
                  <a:lnTo>
                    <a:pt x="223905" y="377306"/>
                  </a:lnTo>
                  <a:lnTo>
                    <a:pt x="209521" y="376793"/>
                  </a:lnTo>
                  <a:lnTo>
                    <a:pt x="195192" y="375253"/>
                  </a:lnTo>
                  <a:lnTo>
                    <a:pt x="180973" y="372691"/>
                  </a:lnTo>
                  <a:lnTo>
                    <a:pt x="166918" y="369113"/>
                  </a:lnTo>
                  <a:lnTo>
                    <a:pt x="153083" y="364529"/>
                  </a:lnTo>
                  <a:lnTo>
                    <a:pt x="139519" y="358950"/>
                  </a:lnTo>
                  <a:lnTo>
                    <a:pt x="126282" y="352390"/>
                  </a:lnTo>
                  <a:lnTo>
                    <a:pt x="113424" y="344866"/>
                  </a:lnTo>
                  <a:lnTo>
                    <a:pt x="100995" y="336398"/>
                  </a:lnTo>
                  <a:lnTo>
                    <a:pt x="89048" y="327007"/>
                  </a:lnTo>
                  <a:lnTo>
                    <a:pt x="77632" y="316718"/>
                  </a:lnTo>
                  <a:lnTo>
                    <a:pt x="66795" y="305557"/>
                  </a:lnTo>
                  <a:lnTo>
                    <a:pt x="56585" y="293552"/>
                  </a:lnTo>
                  <a:lnTo>
                    <a:pt x="47049" y="280736"/>
                  </a:lnTo>
                  <a:lnTo>
                    <a:pt x="38230" y="267140"/>
                  </a:lnTo>
                  <a:lnTo>
                    <a:pt x="30172" y="252802"/>
                  </a:lnTo>
                  <a:lnTo>
                    <a:pt x="22916" y="237757"/>
                  </a:lnTo>
                  <a:lnTo>
                    <a:pt x="16503" y="222047"/>
                  </a:lnTo>
                  <a:lnTo>
                    <a:pt x="10969" y="205712"/>
                  </a:lnTo>
                  <a:lnTo>
                    <a:pt x="6352" y="188796"/>
                  </a:lnTo>
                  <a:lnTo>
                    <a:pt x="2685" y="171343"/>
                  </a:lnTo>
                  <a:lnTo>
                    <a:pt x="0" y="153401"/>
                  </a:lnTo>
                </a:path>
              </a:pathLst>
            </a:custGeom>
            <a:ln w="24933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4087547" y="2613245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3559797" y="2402145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3932973" y="2240069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3335891" y="2389339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3559797" y="2613245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3559797" y="2613245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3485161" y="2687880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3559797" y="2613245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251"/>
            <p:cNvSpPr/>
            <p:nvPr/>
          </p:nvSpPr>
          <p:spPr>
            <a:xfrm>
              <a:off x="3591398" y="2117096"/>
              <a:ext cx="0" cy="527750"/>
            </a:xfrm>
            <a:custGeom>
              <a:avLst/>
              <a:pathLst>
                <a:path w="0" h="527750">
                  <a:moveTo>
                    <a:pt x="0" y="527750"/>
                  </a:moveTo>
                  <a:lnTo>
                    <a:pt x="0" y="509552"/>
                  </a:lnTo>
                  <a:lnTo>
                    <a:pt x="0" y="491353"/>
                  </a:lnTo>
                  <a:lnTo>
                    <a:pt x="0" y="473155"/>
                  </a:lnTo>
                  <a:lnTo>
                    <a:pt x="0" y="454957"/>
                  </a:lnTo>
                  <a:lnTo>
                    <a:pt x="0" y="436758"/>
                  </a:lnTo>
                  <a:lnTo>
                    <a:pt x="0" y="418560"/>
                  </a:lnTo>
                  <a:lnTo>
                    <a:pt x="0" y="400362"/>
                  </a:lnTo>
                  <a:lnTo>
                    <a:pt x="0" y="382164"/>
                  </a:lnTo>
                  <a:lnTo>
                    <a:pt x="0" y="363965"/>
                  </a:lnTo>
                  <a:lnTo>
                    <a:pt x="0" y="345767"/>
                  </a:lnTo>
                  <a:lnTo>
                    <a:pt x="0" y="327569"/>
                  </a:lnTo>
                  <a:lnTo>
                    <a:pt x="0" y="309370"/>
                  </a:lnTo>
                  <a:lnTo>
                    <a:pt x="0" y="291172"/>
                  </a:lnTo>
                  <a:lnTo>
                    <a:pt x="0" y="272974"/>
                  </a:lnTo>
                  <a:lnTo>
                    <a:pt x="0" y="254776"/>
                  </a:lnTo>
                  <a:lnTo>
                    <a:pt x="0" y="236577"/>
                  </a:lnTo>
                  <a:lnTo>
                    <a:pt x="0" y="218379"/>
                  </a:lnTo>
                  <a:lnTo>
                    <a:pt x="0" y="200181"/>
                  </a:lnTo>
                  <a:lnTo>
                    <a:pt x="0" y="181982"/>
                  </a:lnTo>
                  <a:lnTo>
                    <a:pt x="0" y="163784"/>
                  </a:lnTo>
                  <a:lnTo>
                    <a:pt x="0" y="145586"/>
                  </a:lnTo>
                  <a:lnTo>
                    <a:pt x="0" y="127388"/>
                  </a:lnTo>
                  <a:lnTo>
                    <a:pt x="0" y="109189"/>
                  </a:lnTo>
                  <a:lnTo>
                    <a:pt x="0" y="90991"/>
                  </a:lnTo>
                  <a:lnTo>
                    <a:pt x="0" y="72793"/>
                  </a:lnTo>
                  <a:lnTo>
                    <a:pt x="0" y="54594"/>
                  </a:lnTo>
                  <a:lnTo>
                    <a:pt x="0" y="36396"/>
                  </a:lnTo>
                  <a:lnTo>
                    <a:pt x="0" y="18198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252"/>
            <p:cNvSpPr/>
            <p:nvPr/>
          </p:nvSpPr>
          <p:spPr>
            <a:xfrm>
              <a:off x="3591398" y="2271670"/>
              <a:ext cx="373175" cy="373175"/>
            </a:xfrm>
            <a:custGeom>
              <a:avLst/>
              <a:pathLst>
                <a:path w="373175" h="373175">
                  <a:moveTo>
                    <a:pt x="0" y="373175"/>
                  </a:moveTo>
                  <a:lnTo>
                    <a:pt x="12868" y="360307"/>
                  </a:lnTo>
                  <a:lnTo>
                    <a:pt x="25736" y="347439"/>
                  </a:lnTo>
                  <a:lnTo>
                    <a:pt x="38604" y="334571"/>
                  </a:lnTo>
                  <a:lnTo>
                    <a:pt x="51472" y="321703"/>
                  </a:lnTo>
                  <a:lnTo>
                    <a:pt x="64340" y="308835"/>
                  </a:lnTo>
                  <a:lnTo>
                    <a:pt x="77208" y="295967"/>
                  </a:lnTo>
                  <a:lnTo>
                    <a:pt x="90076" y="283098"/>
                  </a:lnTo>
                  <a:lnTo>
                    <a:pt x="102945" y="270230"/>
                  </a:lnTo>
                  <a:lnTo>
                    <a:pt x="115813" y="257362"/>
                  </a:lnTo>
                  <a:lnTo>
                    <a:pt x="128681" y="244494"/>
                  </a:lnTo>
                  <a:lnTo>
                    <a:pt x="141549" y="231626"/>
                  </a:lnTo>
                  <a:lnTo>
                    <a:pt x="154417" y="218758"/>
                  </a:lnTo>
                  <a:lnTo>
                    <a:pt x="167285" y="205890"/>
                  </a:lnTo>
                  <a:lnTo>
                    <a:pt x="180153" y="193022"/>
                  </a:lnTo>
                  <a:lnTo>
                    <a:pt x="193022" y="180153"/>
                  </a:lnTo>
                  <a:lnTo>
                    <a:pt x="205890" y="167285"/>
                  </a:lnTo>
                  <a:lnTo>
                    <a:pt x="218758" y="154417"/>
                  </a:lnTo>
                  <a:lnTo>
                    <a:pt x="231626" y="141549"/>
                  </a:lnTo>
                  <a:lnTo>
                    <a:pt x="244494" y="128681"/>
                  </a:lnTo>
                  <a:lnTo>
                    <a:pt x="257362" y="115813"/>
                  </a:lnTo>
                  <a:lnTo>
                    <a:pt x="270230" y="102945"/>
                  </a:lnTo>
                  <a:lnTo>
                    <a:pt x="283098" y="90076"/>
                  </a:lnTo>
                  <a:lnTo>
                    <a:pt x="295967" y="77208"/>
                  </a:lnTo>
                  <a:lnTo>
                    <a:pt x="308835" y="64340"/>
                  </a:lnTo>
                  <a:lnTo>
                    <a:pt x="321703" y="51472"/>
                  </a:lnTo>
                  <a:lnTo>
                    <a:pt x="334571" y="38604"/>
                  </a:lnTo>
                  <a:lnTo>
                    <a:pt x="347439" y="25736"/>
                  </a:lnTo>
                  <a:lnTo>
                    <a:pt x="360307" y="12868"/>
                  </a:lnTo>
                  <a:lnTo>
                    <a:pt x="37317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253"/>
            <p:cNvSpPr/>
            <p:nvPr/>
          </p:nvSpPr>
          <p:spPr>
            <a:xfrm>
              <a:off x="3591398" y="2644846"/>
              <a:ext cx="527750" cy="0"/>
            </a:xfrm>
            <a:custGeom>
              <a:avLst/>
              <a:pathLst>
                <a:path w="527750" h="0">
                  <a:moveTo>
                    <a:pt x="0" y="0"/>
                  </a:moveTo>
                  <a:lnTo>
                    <a:pt x="18198" y="0"/>
                  </a:lnTo>
                  <a:lnTo>
                    <a:pt x="36396" y="0"/>
                  </a:lnTo>
                  <a:lnTo>
                    <a:pt x="54594" y="0"/>
                  </a:lnTo>
                  <a:lnTo>
                    <a:pt x="72793" y="0"/>
                  </a:lnTo>
                  <a:lnTo>
                    <a:pt x="90991" y="0"/>
                  </a:lnTo>
                  <a:lnTo>
                    <a:pt x="109189" y="0"/>
                  </a:lnTo>
                  <a:lnTo>
                    <a:pt x="127388" y="0"/>
                  </a:lnTo>
                  <a:lnTo>
                    <a:pt x="145586" y="0"/>
                  </a:lnTo>
                  <a:lnTo>
                    <a:pt x="163784" y="0"/>
                  </a:lnTo>
                  <a:lnTo>
                    <a:pt x="181982" y="0"/>
                  </a:lnTo>
                  <a:lnTo>
                    <a:pt x="200181" y="0"/>
                  </a:lnTo>
                  <a:lnTo>
                    <a:pt x="218379" y="0"/>
                  </a:lnTo>
                  <a:lnTo>
                    <a:pt x="236577" y="0"/>
                  </a:lnTo>
                  <a:lnTo>
                    <a:pt x="254776" y="0"/>
                  </a:lnTo>
                  <a:lnTo>
                    <a:pt x="272974" y="0"/>
                  </a:lnTo>
                  <a:lnTo>
                    <a:pt x="291172" y="0"/>
                  </a:lnTo>
                  <a:lnTo>
                    <a:pt x="309370" y="0"/>
                  </a:lnTo>
                  <a:lnTo>
                    <a:pt x="327569" y="0"/>
                  </a:lnTo>
                  <a:lnTo>
                    <a:pt x="345767" y="0"/>
                  </a:lnTo>
                  <a:lnTo>
                    <a:pt x="363965" y="0"/>
                  </a:lnTo>
                  <a:lnTo>
                    <a:pt x="382164" y="0"/>
                  </a:lnTo>
                  <a:lnTo>
                    <a:pt x="400362" y="0"/>
                  </a:lnTo>
                  <a:lnTo>
                    <a:pt x="418560" y="0"/>
                  </a:lnTo>
                  <a:lnTo>
                    <a:pt x="436758" y="0"/>
                  </a:lnTo>
                  <a:lnTo>
                    <a:pt x="454957" y="0"/>
                  </a:lnTo>
                  <a:lnTo>
                    <a:pt x="473155" y="0"/>
                  </a:lnTo>
                  <a:lnTo>
                    <a:pt x="491353" y="0"/>
                  </a:lnTo>
                  <a:lnTo>
                    <a:pt x="509552" y="0"/>
                  </a:lnTo>
                  <a:lnTo>
                    <a:pt x="52775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254"/>
            <p:cNvSpPr/>
            <p:nvPr/>
          </p:nvSpPr>
          <p:spPr>
            <a:xfrm>
              <a:off x="3591398" y="2644846"/>
              <a:ext cx="373175" cy="373175"/>
            </a:xfrm>
            <a:custGeom>
              <a:avLst/>
              <a:pathLst>
                <a:path w="373175" h="373175">
                  <a:moveTo>
                    <a:pt x="0" y="0"/>
                  </a:moveTo>
                  <a:lnTo>
                    <a:pt x="12868" y="12868"/>
                  </a:lnTo>
                  <a:lnTo>
                    <a:pt x="25736" y="25736"/>
                  </a:lnTo>
                  <a:lnTo>
                    <a:pt x="38604" y="38604"/>
                  </a:lnTo>
                  <a:lnTo>
                    <a:pt x="51472" y="51472"/>
                  </a:lnTo>
                  <a:lnTo>
                    <a:pt x="64340" y="64340"/>
                  </a:lnTo>
                  <a:lnTo>
                    <a:pt x="77208" y="77208"/>
                  </a:lnTo>
                  <a:lnTo>
                    <a:pt x="90076" y="90076"/>
                  </a:lnTo>
                  <a:lnTo>
                    <a:pt x="102945" y="102945"/>
                  </a:lnTo>
                  <a:lnTo>
                    <a:pt x="115813" y="115813"/>
                  </a:lnTo>
                  <a:lnTo>
                    <a:pt x="128681" y="128681"/>
                  </a:lnTo>
                  <a:lnTo>
                    <a:pt x="141549" y="141549"/>
                  </a:lnTo>
                  <a:lnTo>
                    <a:pt x="154417" y="154417"/>
                  </a:lnTo>
                  <a:lnTo>
                    <a:pt x="167285" y="167285"/>
                  </a:lnTo>
                  <a:lnTo>
                    <a:pt x="180153" y="180153"/>
                  </a:lnTo>
                  <a:lnTo>
                    <a:pt x="193022" y="193022"/>
                  </a:lnTo>
                  <a:lnTo>
                    <a:pt x="205890" y="205890"/>
                  </a:lnTo>
                  <a:lnTo>
                    <a:pt x="218758" y="218758"/>
                  </a:lnTo>
                  <a:lnTo>
                    <a:pt x="231626" y="231626"/>
                  </a:lnTo>
                  <a:lnTo>
                    <a:pt x="244494" y="244494"/>
                  </a:lnTo>
                  <a:lnTo>
                    <a:pt x="257362" y="257362"/>
                  </a:lnTo>
                  <a:lnTo>
                    <a:pt x="270230" y="270230"/>
                  </a:lnTo>
                  <a:lnTo>
                    <a:pt x="283098" y="283098"/>
                  </a:lnTo>
                  <a:lnTo>
                    <a:pt x="295967" y="295967"/>
                  </a:lnTo>
                  <a:lnTo>
                    <a:pt x="308835" y="308835"/>
                  </a:lnTo>
                  <a:lnTo>
                    <a:pt x="321703" y="321703"/>
                  </a:lnTo>
                  <a:lnTo>
                    <a:pt x="334571" y="334571"/>
                  </a:lnTo>
                  <a:lnTo>
                    <a:pt x="347439" y="347439"/>
                  </a:lnTo>
                  <a:lnTo>
                    <a:pt x="360307" y="360307"/>
                  </a:lnTo>
                  <a:lnTo>
                    <a:pt x="373175" y="37317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255"/>
            <p:cNvSpPr/>
            <p:nvPr/>
          </p:nvSpPr>
          <p:spPr>
            <a:xfrm>
              <a:off x="3591398" y="2644846"/>
              <a:ext cx="0" cy="527750"/>
            </a:xfrm>
            <a:custGeom>
              <a:avLst/>
              <a:pathLst>
                <a:path w="0" h="527750">
                  <a:moveTo>
                    <a:pt x="0" y="0"/>
                  </a:moveTo>
                  <a:lnTo>
                    <a:pt x="0" y="18198"/>
                  </a:lnTo>
                  <a:lnTo>
                    <a:pt x="0" y="36396"/>
                  </a:lnTo>
                  <a:lnTo>
                    <a:pt x="0" y="54594"/>
                  </a:lnTo>
                  <a:lnTo>
                    <a:pt x="0" y="72793"/>
                  </a:lnTo>
                  <a:lnTo>
                    <a:pt x="0" y="90991"/>
                  </a:lnTo>
                  <a:lnTo>
                    <a:pt x="0" y="109189"/>
                  </a:lnTo>
                  <a:lnTo>
                    <a:pt x="0" y="127388"/>
                  </a:lnTo>
                  <a:lnTo>
                    <a:pt x="0" y="145586"/>
                  </a:lnTo>
                  <a:lnTo>
                    <a:pt x="0" y="163784"/>
                  </a:lnTo>
                  <a:lnTo>
                    <a:pt x="0" y="181982"/>
                  </a:lnTo>
                  <a:lnTo>
                    <a:pt x="0" y="200181"/>
                  </a:lnTo>
                  <a:lnTo>
                    <a:pt x="0" y="218379"/>
                  </a:lnTo>
                  <a:lnTo>
                    <a:pt x="0" y="236577"/>
                  </a:lnTo>
                  <a:lnTo>
                    <a:pt x="0" y="254776"/>
                  </a:lnTo>
                  <a:lnTo>
                    <a:pt x="0" y="272974"/>
                  </a:lnTo>
                  <a:lnTo>
                    <a:pt x="0" y="291172"/>
                  </a:lnTo>
                  <a:lnTo>
                    <a:pt x="0" y="309370"/>
                  </a:lnTo>
                  <a:lnTo>
                    <a:pt x="0" y="327569"/>
                  </a:lnTo>
                  <a:lnTo>
                    <a:pt x="0" y="345767"/>
                  </a:lnTo>
                  <a:lnTo>
                    <a:pt x="0" y="363965"/>
                  </a:lnTo>
                  <a:lnTo>
                    <a:pt x="0" y="382164"/>
                  </a:lnTo>
                  <a:lnTo>
                    <a:pt x="0" y="400362"/>
                  </a:lnTo>
                  <a:lnTo>
                    <a:pt x="0" y="418560"/>
                  </a:lnTo>
                  <a:lnTo>
                    <a:pt x="0" y="436758"/>
                  </a:lnTo>
                  <a:lnTo>
                    <a:pt x="0" y="454957"/>
                  </a:lnTo>
                  <a:lnTo>
                    <a:pt x="0" y="473155"/>
                  </a:lnTo>
                  <a:lnTo>
                    <a:pt x="0" y="491353"/>
                  </a:lnTo>
                  <a:lnTo>
                    <a:pt x="0" y="509552"/>
                  </a:lnTo>
                  <a:lnTo>
                    <a:pt x="0" y="52775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256"/>
            <p:cNvSpPr/>
            <p:nvPr/>
          </p:nvSpPr>
          <p:spPr>
            <a:xfrm>
              <a:off x="3218222" y="2644846"/>
              <a:ext cx="373175" cy="373175"/>
            </a:xfrm>
            <a:custGeom>
              <a:avLst/>
              <a:pathLst>
                <a:path w="373175" h="373175">
                  <a:moveTo>
                    <a:pt x="373175" y="0"/>
                  </a:moveTo>
                  <a:lnTo>
                    <a:pt x="360307" y="12868"/>
                  </a:lnTo>
                  <a:lnTo>
                    <a:pt x="347439" y="25736"/>
                  </a:lnTo>
                  <a:lnTo>
                    <a:pt x="334571" y="38604"/>
                  </a:lnTo>
                  <a:lnTo>
                    <a:pt x="321703" y="51472"/>
                  </a:lnTo>
                  <a:lnTo>
                    <a:pt x="308835" y="64340"/>
                  </a:lnTo>
                  <a:lnTo>
                    <a:pt x="295967" y="77208"/>
                  </a:lnTo>
                  <a:lnTo>
                    <a:pt x="283098" y="90076"/>
                  </a:lnTo>
                  <a:lnTo>
                    <a:pt x="270230" y="102945"/>
                  </a:lnTo>
                  <a:lnTo>
                    <a:pt x="257362" y="115813"/>
                  </a:lnTo>
                  <a:lnTo>
                    <a:pt x="244494" y="128681"/>
                  </a:lnTo>
                  <a:lnTo>
                    <a:pt x="231626" y="141549"/>
                  </a:lnTo>
                  <a:lnTo>
                    <a:pt x="218758" y="154417"/>
                  </a:lnTo>
                  <a:lnTo>
                    <a:pt x="205890" y="167285"/>
                  </a:lnTo>
                  <a:lnTo>
                    <a:pt x="193022" y="180153"/>
                  </a:lnTo>
                  <a:lnTo>
                    <a:pt x="180153" y="193022"/>
                  </a:lnTo>
                  <a:lnTo>
                    <a:pt x="167285" y="205890"/>
                  </a:lnTo>
                  <a:lnTo>
                    <a:pt x="154417" y="218758"/>
                  </a:lnTo>
                  <a:lnTo>
                    <a:pt x="141549" y="231626"/>
                  </a:lnTo>
                  <a:lnTo>
                    <a:pt x="128681" y="244494"/>
                  </a:lnTo>
                  <a:lnTo>
                    <a:pt x="115813" y="257362"/>
                  </a:lnTo>
                  <a:lnTo>
                    <a:pt x="102945" y="270230"/>
                  </a:lnTo>
                  <a:lnTo>
                    <a:pt x="90076" y="283098"/>
                  </a:lnTo>
                  <a:lnTo>
                    <a:pt x="77208" y="295967"/>
                  </a:lnTo>
                  <a:lnTo>
                    <a:pt x="64340" y="308835"/>
                  </a:lnTo>
                  <a:lnTo>
                    <a:pt x="51472" y="321703"/>
                  </a:lnTo>
                  <a:lnTo>
                    <a:pt x="38604" y="334571"/>
                  </a:lnTo>
                  <a:lnTo>
                    <a:pt x="25736" y="347439"/>
                  </a:lnTo>
                  <a:lnTo>
                    <a:pt x="12868" y="360307"/>
                  </a:lnTo>
                  <a:lnTo>
                    <a:pt x="0" y="37317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257"/>
            <p:cNvSpPr/>
            <p:nvPr/>
          </p:nvSpPr>
          <p:spPr>
            <a:xfrm>
              <a:off x="3063648" y="2644846"/>
              <a:ext cx="527750" cy="0"/>
            </a:xfrm>
            <a:custGeom>
              <a:avLst/>
              <a:pathLst>
                <a:path w="527750" h="0">
                  <a:moveTo>
                    <a:pt x="527750" y="0"/>
                  </a:moveTo>
                  <a:lnTo>
                    <a:pt x="509552" y="0"/>
                  </a:lnTo>
                  <a:lnTo>
                    <a:pt x="491353" y="0"/>
                  </a:lnTo>
                  <a:lnTo>
                    <a:pt x="473155" y="0"/>
                  </a:lnTo>
                  <a:lnTo>
                    <a:pt x="454957" y="0"/>
                  </a:lnTo>
                  <a:lnTo>
                    <a:pt x="436758" y="0"/>
                  </a:lnTo>
                  <a:lnTo>
                    <a:pt x="418560" y="0"/>
                  </a:lnTo>
                  <a:lnTo>
                    <a:pt x="400362" y="0"/>
                  </a:lnTo>
                  <a:lnTo>
                    <a:pt x="382164" y="0"/>
                  </a:lnTo>
                  <a:lnTo>
                    <a:pt x="363965" y="0"/>
                  </a:lnTo>
                  <a:lnTo>
                    <a:pt x="345767" y="0"/>
                  </a:lnTo>
                  <a:lnTo>
                    <a:pt x="327569" y="0"/>
                  </a:lnTo>
                  <a:lnTo>
                    <a:pt x="309370" y="0"/>
                  </a:lnTo>
                  <a:lnTo>
                    <a:pt x="291172" y="0"/>
                  </a:lnTo>
                  <a:lnTo>
                    <a:pt x="272974" y="0"/>
                  </a:lnTo>
                  <a:lnTo>
                    <a:pt x="254776" y="0"/>
                  </a:lnTo>
                  <a:lnTo>
                    <a:pt x="236577" y="0"/>
                  </a:lnTo>
                  <a:lnTo>
                    <a:pt x="218379" y="0"/>
                  </a:lnTo>
                  <a:lnTo>
                    <a:pt x="200181" y="0"/>
                  </a:lnTo>
                  <a:lnTo>
                    <a:pt x="181982" y="0"/>
                  </a:lnTo>
                  <a:lnTo>
                    <a:pt x="163784" y="0"/>
                  </a:lnTo>
                  <a:lnTo>
                    <a:pt x="145586" y="0"/>
                  </a:lnTo>
                  <a:lnTo>
                    <a:pt x="127388" y="0"/>
                  </a:lnTo>
                  <a:lnTo>
                    <a:pt x="109189" y="0"/>
                  </a:lnTo>
                  <a:lnTo>
                    <a:pt x="90991" y="0"/>
                  </a:lnTo>
                  <a:lnTo>
                    <a:pt x="72793" y="0"/>
                  </a:lnTo>
                  <a:lnTo>
                    <a:pt x="54594" y="0"/>
                  </a:lnTo>
                  <a:lnTo>
                    <a:pt x="36396" y="0"/>
                  </a:lnTo>
                  <a:lnTo>
                    <a:pt x="18198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258"/>
            <p:cNvSpPr/>
            <p:nvPr/>
          </p:nvSpPr>
          <p:spPr>
            <a:xfrm>
              <a:off x="3218222" y="2271670"/>
              <a:ext cx="373175" cy="373175"/>
            </a:xfrm>
            <a:custGeom>
              <a:avLst/>
              <a:pathLst>
                <a:path w="373175" h="373175">
                  <a:moveTo>
                    <a:pt x="373175" y="373175"/>
                  </a:moveTo>
                  <a:lnTo>
                    <a:pt x="360307" y="360307"/>
                  </a:lnTo>
                  <a:lnTo>
                    <a:pt x="347439" y="347439"/>
                  </a:lnTo>
                  <a:lnTo>
                    <a:pt x="334571" y="334571"/>
                  </a:lnTo>
                  <a:lnTo>
                    <a:pt x="321703" y="321703"/>
                  </a:lnTo>
                  <a:lnTo>
                    <a:pt x="308835" y="308835"/>
                  </a:lnTo>
                  <a:lnTo>
                    <a:pt x="295967" y="295967"/>
                  </a:lnTo>
                  <a:lnTo>
                    <a:pt x="283098" y="283098"/>
                  </a:lnTo>
                  <a:lnTo>
                    <a:pt x="270230" y="270230"/>
                  </a:lnTo>
                  <a:lnTo>
                    <a:pt x="257362" y="257362"/>
                  </a:lnTo>
                  <a:lnTo>
                    <a:pt x="244494" y="244494"/>
                  </a:lnTo>
                  <a:lnTo>
                    <a:pt x="231626" y="231626"/>
                  </a:lnTo>
                  <a:lnTo>
                    <a:pt x="218758" y="218758"/>
                  </a:lnTo>
                  <a:lnTo>
                    <a:pt x="205890" y="205890"/>
                  </a:lnTo>
                  <a:lnTo>
                    <a:pt x="193022" y="193022"/>
                  </a:lnTo>
                  <a:lnTo>
                    <a:pt x="180153" y="180153"/>
                  </a:lnTo>
                  <a:lnTo>
                    <a:pt x="167285" y="167285"/>
                  </a:lnTo>
                  <a:lnTo>
                    <a:pt x="154417" y="154417"/>
                  </a:lnTo>
                  <a:lnTo>
                    <a:pt x="141549" y="141549"/>
                  </a:lnTo>
                  <a:lnTo>
                    <a:pt x="128681" y="128681"/>
                  </a:lnTo>
                  <a:lnTo>
                    <a:pt x="115813" y="115813"/>
                  </a:lnTo>
                  <a:lnTo>
                    <a:pt x="102945" y="102945"/>
                  </a:lnTo>
                  <a:lnTo>
                    <a:pt x="90076" y="90076"/>
                  </a:lnTo>
                  <a:lnTo>
                    <a:pt x="77208" y="77208"/>
                  </a:lnTo>
                  <a:lnTo>
                    <a:pt x="64340" y="64340"/>
                  </a:lnTo>
                  <a:lnTo>
                    <a:pt x="51472" y="51472"/>
                  </a:lnTo>
                  <a:lnTo>
                    <a:pt x="38604" y="38604"/>
                  </a:lnTo>
                  <a:lnTo>
                    <a:pt x="25736" y="25736"/>
                  </a:lnTo>
                  <a:lnTo>
                    <a:pt x="12868" y="12868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tx259"/>
            <p:cNvSpPr/>
            <p:nvPr/>
          </p:nvSpPr>
          <p:spPr>
            <a:xfrm>
              <a:off x="3459412" y="2010092"/>
              <a:ext cx="263971" cy="79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260" name="tx260"/>
            <p:cNvSpPr/>
            <p:nvPr/>
          </p:nvSpPr>
          <p:spPr>
            <a:xfrm>
              <a:off x="3777215" y="2183883"/>
              <a:ext cx="468011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261" name="tx261"/>
            <p:cNvSpPr/>
            <p:nvPr/>
          </p:nvSpPr>
          <p:spPr>
            <a:xfrm>
              <a:off x="4077114" y="2603970"/>
              <a:ext cx="216005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262" name="tx262"/>
            <p:cNvSpPr/>
            <p:nvPr/>
          </p:nvSpPr>
          <p:spPr>
            <a:xfrm>
              <a:off x="3768149" y="3021579"/>
              <a:ext cx="48614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263" name="tx263"/>
            <p:cNvSpPr/>
            <p:nvPr/>
          </p:nvSpPr>
          <p:spPr>
            <a:xfrm>
              <a:off x="3450346" y="3195475"/>
              <a:ext cx="28210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264" name="tx264"/>
            <p:cNvSpPr/>
            <p:nvPr/>
          </p:nvSpPr>
          <p:spPr>
            <a:xfrm>
              <a:off x="2919542" y="3021579"/>
              <a:ext cx="504065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265" name="tx265"/>
            <p:cNvSpPr/>
            <p:nvPr/>
          </p:nvSpPr>
          <p:spPr>
            <a:xfrm>
              <a:off x="2874733" y="2603970"/>
              <a:ext cx="245891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266" name="tx266"/>
            <p:cNvSpPr/>
            <p:nvPr/>
          </p:nvSpPr>
          <p:spPr>
            <a:xfrm>
              <a:off x="2928608" y="2183883"/>
              <a:ext cx="485933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267" name="tx267"/>
            <p:cNvSpPr/>
            <p:nvPr/>
          </p:nvSpPr>
          <p:spPr>
            <a:xfrm>
              <a:off x="2691150" y="2349001"/>
              <a:ext cx="177930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268" name="tx268"/>
            <p:cNvSpPr/>
            <p:nvPr/>
          </p:nvSpPr>
          <p:spPr>
            <a:xfrm>
              <a:off x="2641708" y="2085126"/>
              <a:ext cx="227372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269" name="rc269"/>
            <p:cNvSpPr/>
            <p:nvPr/>
          </p:nvSpPr>
          <p:spPr>
            <a:xfrm>
              <a:off x="4571999" y="1749294"/>
              <a:ext cx="2251205" cy="19790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270" name="rc270"/>
            <p:cNvSpPr/>
            <p:nvPr/>
          </p:nvSpPr>
          <p:spPr>
            <a:xfrm>
              <a:off x="4571999" y="1947200"/>
              <a:ext cx="2251205" cy="14817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1" name="rc271"/>
            <p:cNvSpPr/>
            <p:nvPr/>
          </p:nvSpPr>
          <p:spPr>
            <a:xfrm>
              <a:off x="4899959" y="1749294"/>
              <a:ext cx="1885287" cy="197906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2" name="tx272"/>
            <p:cNvSpPr/>
            <p:nvPr/>
          </p:nvSpPr>
          <p:spPr>
            <a:xfrm>
              <a:off x="5443320" y="1789362"/>
              <a:ext cx="798567" cy="1122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Gruiformes</a:t>
              </a:r>
            </a:p>
          </p:txBody>
        </p:sp>
        <p:sp>
          <p:nvSpPr>
            <p:cNvPr id="273" name="rc273"/>
            <p:cNvSpPr/>
            <p:nvPr/>
          </p:nvSpPr>
          <p:spPr>
            <a:xfrm>
              <a:off x="5182915" y="1985158"/>
              <a:ext cx="1319376" cy="13193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" name="pl274"/>
            <p:cNvSpPr/>
            <p:nvPr/>
          </p:nvSpPr>
          <p:spPr>
            <a:xfrm>
              <a:off x="5842603" y="2051127"/>
              <a:ext cx="0" cy="593719"/>
            </a:xfrm>
            <a:custGeom>
              <a:avLst/>
              <a:pathLst>
                <a:path w="0" h="593719">
                  <a:moveTo>
                    <a:pt x="0" y="593719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75" name="pl275"/>
            <p:cNvSpPr/>
            <p:nvPr/>
          </p:nvSpPr>
          <p:spPr>
            <a:xfrm>
              <a:off x="5842603" y="2225023"/>
              <a:ext cx="419822" cy="419822"/>
            </a:xfrm>
            <a:custGeom>
              <a:avLst/>
              <a:pathLst>
                <a:path w="419822" h="419822">
                  <a:moveTo>
                    <a:pt x="0" y="419822"/>
                  </a:moveTo>
                  <a:lnTo>
                    <a:pt x="419822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76" name="pl276"/>
            <p:cNvSpPr/>
            <p:nvPr/>
          </p:nvSpPr>
          <p:spPr>
            <a:xfrm>
              <a:off x="5842603" y="2644846"/>
              <a:ext cx="593719" cy="0"/>
            </a:xfrm>
            <a:custGeom>
              <a:avLst/>
              <a:pathLst>
                <a:path w="593719" h="0">
                  <a:moveTo>
                    <a:pt x="0" y="0"/>
                  </a:moveTo>
                  <a:lnTo>
                    <a:pt x="59371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77" name="pl277"/>
            <p:cNvSpPr/>
            <p:nvPr/>
          </p:nvSpPr>
          <p:spPr>
            <a:xfrm>
              <a:off x="5842603" y="2644846"/>
              <a:ext cx="419822" cy="419822"/>
            </a:xfrm>
            <a:custGeom>
              <a:avLst/>
              <a:pathLst>
                <a:path w="419822" h="419822">
                  <a:moveTo>
                    <a:pt x="0" y="0"/>
                  </a:moveTo>
                  <a:lnTo>
                    <a:pt x="419822" y="419822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78" name="pl278"/>
            <p:cNvSpPr/>
            <p:nvPr/>
          </p:nvSpPr>
          <p:spPr>
            <a:xfrm>
              <a:off x="5842603" y="2644846"/>
              <a:ext cx="0" cy="593719"/>
            </a:xfrm>
            <a:custGeom>
              <a:avLst/>
              <a:pathLst>
                <a:path w="0" h="593719">
                  <a:moveTo>
                    <a:pt x="0" y="0"/>
                  </a:moveTo>
                  <a:lnTo>
                    <a:pt x="0" y="593719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79" name="pl279"/>
            <p:cNvSpPr/>
            <p:nvPr/>
          </p:nvSpPr>
          <p:spPr>
            <a:xfrm>
              <a:off x="5422781" y="2644846"/>
              <a:ext cx="419822" cy="419822"/>
            </a:xfrm>
            <a:custGeom>
              <a:avLst/>
              <a:pathLst>
                <a:path w="419822" h="419822">
                  <a:moveTo>
                    <a:pt x="419822" y="0"/>
                  </a:moveTo>
                  <a:lnTo>
                    <a:pt x="0" y="419822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80" name="pl280"/>
            <p:cNvSpPr/>
            <p:nvPr/>
          </p:nvSpPr>
          <p:spPr>
            <a:xfrm>
              <a:off x="5248884" y="2644846"/>
              <a:ext cx="593719" cy="0"/>
            </a:xfrm>
            <a:custGeom>
              <a:avLst/>
              <a:pathLst>
                <a:path w="593719" h="0">
                  <a:moveTo>
                    <a:pt x="593719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81" name="pl281"/>
            <p:cNvSpPr/>
            <p:nvPr/>
          </p:nvSpPr>
          <p:spPr>
            <a:xfrm>
              <a:off x="5422781" y="2225023"/>
              <a:ext cx="419822" cy="419822"/>
            </a:xfrm>
            <a:custGeom>
              <a:avLst/>
              <a:pathLst>
                <a:path w="419822" h="419822">
                  <a:moveTo>
                    <a:pt x="419822" y="419822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82" name="pl282"/>
            <p:cNvSpPr/>
            <p:nvPr/>
          </p:nvSpPr>
          <p:spPr>
            <a:xfrm>
              <a:off x="5578761" y="2380971"/>
              <a:ext cx="527683" cy="527617"/>
            </a:xfrm>
            <a:custGeom>
              <a:avLst/>
              <a:pathLst>
                <a:path w="527683" h="527617">
                  <a:moveTo>
                    <a:pt x="263841" y="0"/>
                  </a:moveTo>
                  <a:lnTo>
                    <a:pt x="280577" y="531"/>
                  </a:lnTo>
                  <a:lnTo>
                    <a:pt x="297246" y="2122"/>
                  </a:lnTo>
                  <a:lnTo>
                    <a:pt x="313780" y="4768"/>
                  </a:lnTo>
                  <a:lnTo>
                    <a:pt x="330113" y="8457"/>
                  </a:lnTo>
                  <a:lnTo>
                    <a:pt x="346179" y="13174"/>
                  </a:lnTo>
                  <a:lnTo>
                    <a:pt x="361914" y="18901"/>
                  </a:lnTo>
                  <a:lnTo>
                    <a:pt x="377254" y="25615"/>
                  </a:lnTo>
                  <a:lnTo>
                    <a:pt x="392137" y="33288"/>
                  </a:lnTo>
                  <a:lnTo>
                    <a:pt x="406503" y="41889"/>
                  </a:lnTo>
                  <a:lnTo>
                    <a:pt x="420295" y="51384"/>
                  </a:lnTo>
                  <a:lnTo>
                    <a:pt x="433457" y="61735"/>
                  </a:lnTo>
                  <a:lnTo>
                    <a:pt x="445936" y="72899"/>
                  </a:lnTo>
                  <a:lnTo>
                    <a:pt x="457682" y="84833"/>
                  </a:lnTo>
                  <a:lnTo>
                    <a:pt x="468647" y="97487"/>
                  </a:lnTo>
                  <a:lnTo>
                    <a:pt x="478788" y="110812"/>
                  </a:lnTo>
                  <a:lnTo>
                    <a:pt x="488063" y="124753"/>
                  </a:lnTo>
                  <a:lnTo>
                    <a:pt x="496435" y="139254"/>
                  </a:lnTo>
                  <a:lnTo>
                    <a:pt x="503871" y="154257"/>
                  </a:lnTo>
                  <a:lnTo>
                    <a:pt x="510340" y="169701"/>
                  </a:lnTo>
                  <a:lnTo>
                    <a:pt x="515817" y="185525"/>
                  </a:lnTo>
                  <a:lnTo>
                    <a:pt x="520278" y="201664"/>
                  </a:lnTo>
                  <a:lnTo>
                    <a:pt x="523708" y="218053"/>
                  </a:lnTo>
                  <a:lnTo>
                    <a:pt x="526091" y="234627"/>
                  </a:lnTo>
                  <a:lnTo>
                    <a:pt x="527418" y="251319"/>
                  </a:lnTo>
                  <a:lnTo>
                    <a:pt x="527683" y="268061"/>
                  </a:lnTo>
                  <a:lnTo>
                    <a:pt x="526887" y="284787"/>
                  </a:lnTo>
                  <a:lnTo>
                    <a:pt x="525031" y="301428"/>
                  </a:lnTo>
                  <a:lnTo>
                    <a:pt x="522123" y="317918"/>
                  </a:lnTo>
                  <a:lnTo>
                    <a:pt x="518176" y="334191"/>
                  </a:lnTo>
                  <a:lnTo>
                    <a:pt x="513204" y="350180"/>
                  </a:lnTo>
                  <a:lnTo>
                    <a:pt x="507228" y="365822"/>
                  </a:lnTo>
                  <a:lnTo>
                    <a:pt x="500272" y="381053"/>
                  </a:lnTo>
                  <a:lnTo>
                    <a:pt x="492364" y="395812"/>
                  </a:lnTo>
                  <a:lnTo>
                    <a:pt x="483536" y="410040"/>
                  </a:lnTo>
                  <a:lnTo>
                    <a:pt x="473823" y="423680"/>
                  </a:lnTo>
                  <a:lnTo>
                    <a:pt x="463265" y="436676"/>
                  </a:lnTo>
                  <a:lnTo>
                    <a:pt x="451904" y="448977"/>
                  </a:lnTo>
                  <a:lnTo>
                    <a:pt x="439785" y="460532"/>
                  </a:lnTo>
                  <a:lnTo>
                    <a:pt x="426958" y="471295"/>
                  </a:lnTo>
                  <a:lnTo>
                    <a:pt x="413475" y="481223"/>
                  </a:lnTo>
                  <a:lnTo>
                    <a:pt x="399388" y="490275"/>
                  </a:lnTo>
                  <a:lnTo>
                    <a:pt x="384756" y="498416"/>
                  </a:lnTo>
                  <a:lnTo>
                    <a:pt x="369637" y="505613"/>
                  </a:lnTo>
                  <a:lnTo>
                    <a:pt x="354092" y="511836"/>
                  </a:lnTo>
                  <a:lnTo>
                    <a:pt x="338184" y="517061"/>
                  </a:lnTo>
                  <a:lnTo>
                    <a:pt x="321976" y="521266"/>
                  </a:lnTo>
                  <a:lnTo>
                    <a:pt x="305534" y="524435"/>
                  </a:lnTo>
                  <a:lnTo>
                    <a:pt x="288924" y="526555"/>
                  </a:lnTo>
                  <a:lnTo>
                    <a:pt x="272214" y="527617"/>
                  </a:lnTo>
                  <a:lnTo>
                    <a:pt x="255469" y="527617"/>
                  </a:lnTo>
                  <a:lnTo>
                    <a:pt x="238759" y="526555"/>
                  </a:lnTo>
                  <a:lnTo>
                    <a:pt x="222149" y="524435"/>
                  </a:lnTo>
                  <a:lnTo>
                    <a:pt x="205707" y="521266"/>
                  </a:lnTo>
                  <a:lnTo>
                    <a:pt x="189499" y="517061"/>
                  </a:lnTo>
                  <a:lnTo>
                    <a:pt x="173591" y="511836"/>
                  </a:lnTo>
                  <a:lnTo>
                    <a:pt x="158046" y="505613"/>
                  </a:lnTo>
                  <a:lnTo>
                    <a:pt x="142927" y="498416"/>
                  </a:lnTo>
                  <a:lnTo>
                    <a:pt x="128295" y="490275"/>
                  </a:lnTo>
                  <a:lnTo>
                    <a:pt x="114208" y="481223"/>
                  </a:lnTo>
                  <a:lnTo>
                    <a:pt x="100725" y="471295"/>
                  </a:lnTo>
                  <a:lnTo>
                    <a:pt x="87898" y="460532"/>
                  </a:lnTo>
                  <a:lnTo>
                    <a:pt x="75779" y="448977"/>
                  </a:lnTo>
                  <a:lnTo>
                    <a:pt x="64418" y="436676"/>
                  </a:lnTo>
                  <a:lnTo>
                    <a:pt x="53860" y="423680"/>
                  </a:lnTo>
                  <a:lnTo>
                    <a:pt x="44147" y="410040"/>
                  </a:lnTo>
                  <a:lnTo>
                    <a:pt x="35319" y="395812"/>
                  </a:lnTo>
                  <a:lnTo>
                    <a:pt x="27411" y="381053"/>
                  </a:lnTo>
                  <a:lnTo>
                    <a:pt x="20455" y="365822"/>
                  </a:lnTo>
                  <a:lnTo>
                    <a:pt x="14479" y="350180"/>
                  </a:lnTo>
                  <a:lnTo>
                    <a:pt x="9507" y="334191"/>
                  </a:lnTo>
                  <a:lnTo>
                    <a:pt x="5560" y="317918"/>
                  </a:lnTo>
                  <a:lnTo>
                    <a:pt x="2652" y="301428"/>
                  </a:lnTo>
                  <a:lnTo>
                    <a:pt x="796" y="284787"/>
                  </a:lnTo>
                  <a:lnTo>
                    <a:pt x="0" y="268061"/>
                  </a:lnTo>
                  <a:lnTo>
                    <a:pt x="265" y="251319"/>
                  </a:lnTo>
                  <a:lnTo>
                    <a:pt x="1592" y="234627"/>
                  </a:lnTo>
                  <a:lnTo>
                    <a:pt x="3975" y="218053"/>
                  </a:lnTo>
                  <a:lnTo>
                    <a:pt x="7405" y="201664"/>
                  </a:lnTo>
                  <a:lnTo>
                    <a:pt x="11866" y="185525"/>
                  </a:lnTo>
                  <a:lnTo>
                    <a:pt x="17343" y="169701"/>
                  </a:lnTo>
                  <a:lnTo>
                    <a:pt x="23812" y="154257"/>
                  </a:lnTo>
                  <a:lnTo>
                    <a:pt x="31248" y="139254"/>
                  </a:lnTo>
                  <a:lnTo>
                    <a:pt x="39620" y="124753"/>
                  </a:lnTo>
                  <a:lnTo>
                    <a:pt x="48895" y="110812"/>
                  </a:lnTo>
                  <a:lnTo>
                    <a:pt x="59036" y="97487"/>
                  </a:lnTo>
                  <a:lnTo>
                    <a:pt x="70001" y="84833"/>
                  </a:lnTo>
                  <a:lnTo>
                    <a:pt x="81747" y="72899"/>
                  </a:lnTo>
                  <a:lnTo>
                    <a:pt x="94226" y="61735"/>
                  </a:lnTo>
                  <a:lnTo>
                    <a:pt x="107388" y="51384"/>
                  </a:lnTo>
                  <a:lnTo>
                    <a:pt x="121180" y="41889"/>
                  </a:lnTo>
                  <a:lnTo>
                    <a:pt x="135546" y="33288"/>
                  </a:lnTo>
                  <a:lnTo>
                    <a:pt x="150429" y="25615"/>
                  </a:lnTo>
                  <a:lnTo>
                    <a:pt x="165769" y="18901"/>
                  </a:lnTo>
                  <a:lnTo>
                    <a:pt x="181504" y="13174"/>
                  </a:lnTo>
                  <a:lnTo>
                    <a:pt x="197570" y="8457"/>
                  </a:lnTo>
                  <a:lnTo>
                    <a:pt x="213903" y="4768"/>
                  </a:lnTo>
                  <a:lnTo>
                    <a:pt x="230437" y="2122"/>
                  </a:lnTo>
                  <a:lnTo>
                    <a:pt x="247105" y="531"/>
                  </a:lnTo>
                  <a:lnTo>
                    <a:pt x="2638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83" name="pl283"/>
            <p:cNvSpPr/>
            <p:nvPr/>
          </p:nvSpPr>
          <p:spPr>
            <a:xfrm>
              <a:off x="5314919" y="2117096"/>
              <a:ext cx="1055367" cy="1055235"/>
            </a:xfrm>
            <a:custGeom>
              <a:avLst/>
              <a:pathLst>
                <a:path w="1055367" h="1055235">
                  <a:moveTo>
                    <a:pt x="527683" y="0"/>
                  </a:moveTo>
                  <a:lnTo>
                    <a:pt x="561155" y="1062"/>
                  </a:lnTo>
                  <a:lnTo>
                    <a:pt x="594493" y="4245"/>
                  </a:lnTo>
                  <a:lnTo>
                    <a:pt x="627561" y="9537"/>
                  </a:lnTo>
                  <a:lnTo>
                    <a:pt x="660227" y="16915"/>
                  </a:lnTo>
                  <a:lnTo>
                    <a:pt x="692359" y="26349"/>
                  </a:lnTo>
                  <a:lnTo>
                    <a:pt x="723828" y="37803"/>
                  </a:lnTo>
                  <a:lnTo>
                    <a:pt x="754508" y="51230"/>
                  </a:lnTo>
                  <a:lnTo>
                    <a:pt x="784274" y="66576"/>
                  </a:lnTo>
                  <a:lnTo>
                    <a:pt x="813007" y="83778"/>
                  </a:lnTo>
                  <a:lnTo>
                    <a:pt x="840591" y="102768"/>
                  </a:lnTo>
                  <a:lnTo>
                    <a:pt x="866915" y="123470"/>
                  </a:lnTo>
                  <a:lnTo>
                    <a:pt x="891873" y="145799"/>
                  </a:lnTo>
                  <a:lnTo>
                    <a:pt x="915365" y="169666"/>
                  </a:lnTo>
                  <a:lnTo>
                    <a:pt x="937295" y="194975"/>
                  </a:lnTo>
                  <a:lnTo>
                    <a:pt x="957576" y="221625"/>
                  </a:lnTo>
                  <a:lnTo>
                    <a:pt x="976126" y="249506"/>
                  </a:lnTo>
                  <a:lnTo>
                    <a:pt x="992871" y="278509"/>
                  </a:lnTo>
                  <a:lnTo>
                    <a:pt x="1007742" y="308514"/>
                  </a:lnTo>
                  <a:lnTo>
                    <a:pt x="1020680" y="339403"/>
                  </a:lnTo>
                  <a:lnTo>
                    <a:pt x="1031634" y="371050"/>
                  </a:lnTo>
                  <a:lnTo>
                    <a:pt x="1040557" y="403328"/>
                  </a:lnTo>
                  <a:lnTo>
                    <a:pt x="1047416" y="436107"/>
                  </a:lnTo>
                  <a:lnTo>
                    <a:pt x="1052182" y="469255"/>
                  </a:lnTo>
                  <a:lnTo>
                    <a:pt x="1054836" y="502639"/>
                  </a:lnTo>
                  <a:lnTo>
                    <a:pt x="1055367" y="536123"/>
                  </a:lnTo>
                  <a:lnTo>
                    <a:pt x="1053774" y="569574"/>
                  </a:lnTo>
                  <a:lnTo>
                    <a:pt x="1050062" y="602857"/>
                  </a:lnTo>
                  <a:lnTo>
                    <a:pt x="1044247" y="635837"/>
                  </a:lnTo>
                  <a:lnTo>
                    <a:pt x="1036352" y="668382"/>
                  </a:lnTo>
                  <a:lnTo>
                    <a:pt x="1026408" y="700360"/>
                  </a:lnTo>
                  <a:lnTo>
                    <a:pt x="1014456" y="731644"/>
                  </a:lnTo>
                  <a:lnTo>
                    <a:pt x="1000545" y="762106"/>
                  </a:lnTo>
                  <a:lnTo>
                    <a:pt x="984729" y="791625"/>
                  </a:lnTo>
                  <a:lnTo>
                    <a:pt x="967073" y="820081"/>
                  </a:lnTo>
                  <a:lnTo>
                    <a:pt x="947647" y="847361"/>
                  </a:lnTo>
                  <a:lnTo>
                    <a:pt x="926531" y="873353"/>
                  </a:lnTo>
                  <a:lnTo>
                    <a:pt x="903808" y="897954"/>
                  </a:lnTo>
                  <a:lnTo>
                    <a:pt x="879571" y="921064"/>
                  </a:lnTo>
                  <a:lnTo>
                    <a:pt x="853917" y="942590"/>
                  </a:lnTo>
                  <a:lnTo>
                    <a:pt x="826950" y="962446"/>
                  </a:lnTo>
                  <a:lnTo>
                    <a:pt x="798777" y="980551"/>
                  </a:lnTo>
                  <a:lnTo>
                    <a:pt x="769513" y="996833"/>
                  </a:lnTo>
                  <a:lnTo>
                    <a:pt x="739275" y="1011227"/>
                  </a:lnTo>
                  <a:lnTo>
                    <a:pt x="708185" y="1023673"/>
                  </a:lnTo>
                  <a:lnTo>
                    <a:pt x="676368" y="1034123"/>
                  </a:lnTo>
                  <a:lnTo>
                    <a:pt x="643952" y="1042533"/>
                  </a:lnTo>
                  <a:lnTo>
                    <a:pt x="611069" y="1048871"/>
                  </a:lnTo>
                  <a:lnTo>
                    <a:pt x="577849" y="1053111"/>
                  </a:lnTo>
                  <a:lnTo>
                    <a:pt x="544428" y="1055235"/>
                  </a:lnTo>
                  <a:lnTo>
                    <a:pt x="510939" y="1055235"/>
                  </a:lnTo>
                  <a:lnTo>
                    <a:pt x="477518" y="1053111"/>
                  </a:lnTo>
                  <a:lnTo>
                    <a:pt x="444298" y="1048871"/>
                  </a:lnTo>
                  <a:lnTo>
                    <a:pt x="411415" y="1042533"/>
                  </a:lnTo>
                  <a:lnTo>
                    <a:pt x="378999" y="1034123"/>
                  </a:lnTo>
                  <a:lnTo>
                    <a:pt x="347182" y="1023673"/>
                  </a:lnTo>
                  <a:lnTo>
                    <a:pt x="316092" y="1011227"/>
                  </a:lnTo>
                  <a:lnTo>
                    <a:pt x="285854" y="996833"/>
                  </a:lnTo>
                  <a:lnTo>
                    <a:pt x="256590" y="980551"/>
                  </a:lnTo>
                  <a:lnTo>
                    <a:pt x="228417" y="962446"/>
                  </a:lnTo>
                  <a:lnTo>
                    <a:pt x="201450" y="942590"/>
                  </a:lnTo>
                  <a:lnTo>
                    <a:pt x="175796" y="921064"/>
                  </a:lnTo>
                  <a:lnTo>
                    <a:pt x="151559" y="897954"/>
                  </a:lnTo>
                  <a:lnTo>
                    <a:pt x="128836" y="873353"/>
                  </a:lnTo>
                  <a:lnTo>
                    <a:pt x="107720" y="847361"/>
                  </a:lnTo>
                  <a:lnTo>
                    <a:pt x="88294" y="820081"/>
                  </a:lnTo>
                  <a:lnTo>
                    <a:pt x="70638" y="791625"/>
                  </a:lnTo>
                  <a:lnTo>
                    <a:pt x="54822" y="762106"/>
                  </a:lnTo>
                  <a:lnTo>
                    <a:pt x="40911" y="731644"/>
                  </a:lnTo>
                  <a:lnTo>
                    <a:pt x="28959" y="700360"/>
                  </a:lnTo>
                  <a:lnTo>
                    <a:pt x="19015" y="668382"/>
                  </a:lnTo>
                  <a:lnTo>
                    <a:pt x="11120" y="635837"/>
                  </a:lnTo>
                  <a:lnTo>
                    <a:pt x="5305" y="602857"/>
                  </a:lnTo>
                  <a:lnTo>
                    <a:pt x="1593" y="569574"/>
                  </a:lnTo>
                  <a:lnTo>
                    <a:pt x="0" y="536123"/>
                  </a:lnTo>
                  <a:lnTo>
                    <a:pt x="531" y="502639"/>
                  </a:lnTo>
                  <a:lnTo>
                    <a:pt x="3185" y="469255"/>
                  </a:lnTo>
                  <a:lnTo>
                    <a:pt x="7951" y="436107"/>
                  </a:lnTo>
                  <a:lnTo>
                    <a:pt x="14810" y="403328"/>
                  </a:lnTo>
                  <a:lnTo>
                    <a:pt x="23733" y="371050"/>
                  </a:lnTo>
                  <a:lnTo>
                    <a:pt x="34687" y="339403"/>
                  </a:lnTo>
                  <a:lnTo>
                    <a:pt x="47625" y="308514"/>
                  </a:lnTo>
                  <a:lnTo>
                    <a:pt x="62496" y="278509"/>
                  </a:lnTo>
                  <a:lnTo>
                    <a:pt x="79241" y="249506"/>
                  </a:lnTo>
                  <a:lnTo>
                    <a:pt x="97791" y="221625"/>
                  </a:lnTo>
                  <a:lnTo>
                    <a:pt x="118072" y="194975"/>
                  </a:lnTo>
                  <a:lnTo>
                    <a:pt x="140002" y="169666"/>
                  </a:lnTo>
                  <a:lnTo>
                    <a:pt x="163494" y="145799"/>
                  </a:lnTo>
                  <a:lnTo>
                    <a:pt x="188452" y="123470"/>
                  </a:lnTo>
                  <a:lnTo>
                    <a:pt x="214776" y="102768"/>
                  </a:lnTo>
                  <a:lnTo>
                    <a:pt x="242360" y="83778"/>
                  </a:lnTo>
                  <a:lnTo>
                    <a:pt x="271093" y="66576"/>
                  </a:lnTo>
                  <a:lnTo>
                    <a:pt x="300859" y="51230"/>
                  </a:lnTo>
                  <a:lnTo>
                    <a:pt x="331538" y="37803"/>
                  </a:lnTo>
                  <a:lnTo>
                    <a:pt x="363008" y="26349"/>
                  </a:lnTo>
                  <a:lnTo>
                    <a:pt x="395140" y="16915"/>
                  </a:lnTo>
                  <a:lnTo>
                    <a:pt x="427806" y="9537"/>
                  </a:lnTo>
                  <a:lnTo>
                    <a:pt x="460874" y="4245"/>
                  </a:lnTo>
                  <a:lnTo>
                    <a:pt x="494211" y="1062"/>
                  </a:lnTo>
                  <a:lnTo>
                    <a:pt x="527683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84" name="pl284"/>
            <p:cNvSpPr/>
            <p:nvPr/>
          </p:nvSpPr>
          <p:spPr>
            <a:xfrm>
              <a:off x="5248959" y="2051127"/>
              <a:ext cx="1187288" cy="1187139"/>
            </a:xfrm>
            <a:custGeom>
              <a:avLst/>
              <a:pathLst>
                <a:path w="1187288" h="1187139">
                  <a:moveTo>
                    <a:pt x="593644" y="0"/>
                  </a:moveTo>
                  <a:lnTo>
                    <a:pt x="631300" y="1195"/>
                  </a:lnTo>
                  <a:lnTo>
                    <a:pt x="668804" y="4776"/>
                  </a:lnTo>
                  <a:lnTo>
                    <a:pt x="706006" y="10729"/>
                  </a:lnTo>
                  <a:lnTo>
                    <a:pt x="742755" y="19029"/>
                  </a:lnTo>
                  <a:lnTo>
                    <a:pt x="778904" y="29643"/>
                  </a:lnTo>
                  <a:lnTo>
                    <a:pt x="814307" y="42529"/>
                  </a:lnTo>
                  <a:lnTo>
                    <a:pt x="848821" y="57634"/>
                  </a:lnTo>
                  <a:lnTo>
                    <a:pt x="882308" y="74898"/>
                  </a:lnTo>
                  <a:lnTo>
                    <a:pt x="914633" y="94250"/>
                  </a:lnTo>
                  <a:lnTo>
                    <a:pt x="945665" y="115614"/>
                  </a:lnTo>
                  <a:lnTo>
                    <a:pt x="975279" y="138903"/>
                  </a:lnTo>
                  <a:lnTo>
                    <a:pt x="1003357" y="164024"/>
                  </a:lnTo>
                  <a:lnTo>
                    <a:pt x="1029785" y="190875"/>
                  </a:lnTo>
                  <a:lnTo>
                    <a:pt x="1054457" y="219347"/>
                  </a:lnTo>
                  <a:lnTo>
                    <a:pt x="1077273" y="249328"/>
                  </a:lnTo>
                  <a:lnTo>
                    <a:pt x="1098142" y="280695"/>
                  </a:lnTo>
                  <a:lnTo>
                    <a:pt x="1116980" y="313322"/>
                  </a:lnTo>
                  <a:lnTo>
                    <a:pt x="1133710" y="347079"/>
                  </a:lnTo>
                  <a:lnTo>
                    <a:pt x="1148265" y="381829"/>
                  </a:lnTo>
                  <a:lnTo>
                    <a:pt x="1160588" y="417431"/>
                  </a:lnTo>
                  <a:lnTo>
                    <a:pt x="1170627" y="453744"/>
                  </a:lnTo>
                  <a:lnTo>
                    <a:pt x="1178343" y="490620"/>
                  </a:lnTo>
                  <a:lnTo>
                    <a:pt x="1183705" y="527912"/>
                  </a:lnTo>
                  <a:lnTo>
                    <a:pt x="1186691" y="565468"/>
                  </a:lnTo>
                  <a:lnTo>
                    <a:pt x="1187288" y="603139"/>
                  </a:lnTo>
                  <a:lnTo>
                    <a:pt x="1185496" y="640771"/>
                  </a:lnTo>
                  <a:lnTo>
                    <a:pt x="1181320" y="678214"/>
                  </a:lnTo>
                  <a:lnTo>
                    <a:pt x="1174778" y="715316"/>
                  </a:lnTo>
                  <a:lnTo>
                    <a:pt x="1165896" y="751929"/>
                  </a:lnTo>
                  <a:lnTo>
                    <a:pt x="1154709" y="787905"/>
                  </a:lnTo>
                  <a:lnTo>
                    <a:pt x="1141263" y="823099"/>
                  </a:lnTo>
                  <a:lnTo>
                    <a:pt x="1125613" y="857370"/>
                  </a:lnTo>
                  <a:lnTo>
                    <a:pt x="1107820" y="890578"/>
                  </a:lnTo>
                  <a:lnTo>
                    <a:pt x="1087957" y="922592"/>
                  </a:lnTo>
                  <a:lnTo>
                    <a:pt x="1066103" y="953281"/>
                  </a:lnTo>
                  <a:lnTo>
                    <a:pt x="1042347" y="982522"/>
                  </a:lnTo>
                  <a:lnTo>
                    <a:pt x="1016784" y="1010198"/>
                  </a:lnTo>
                  <a:lnTo>
                    <a:pt x="989518" y="1036197"/>
                  </a:lnTo>
                  <a:lnTo>
                    <a:pt x="960657" y="1060414"/>
                  </a:lnTo>
                  <a:lnTo>
                    <a:pt x="930318" y="1082751"/>
                  </a:lnTo>
                  <a:lnTo>
                    <a:pt x="898624" y="1103120"/>
                  </a:lnTo>
                  <a:lnTo>
                    <a:pt x="865702" y="1121437"/>
                  </a:lnTo>
                  <a:lnTo>
                    <a:pt x="831684" y="1137630"/>
                  </a:lnTo>
                  <a:lnTo>
                    <a:pt x="796708" y="1151632"/>
                  </a:lnTo>
                  <a:lnTo>
                    <a:pt x="760914" y="1163388"/>
                  </a:lnTo>
                  <a:lnTo>
                    <a:pt x="724447" y="1172850"/>
                  </a:lnTo>
                  <a:lnTo>
                    <a:pt x="687452" y="1179980"/>
                  </a:lnTo>
                  <a:lnTo>
                    <a:pt x="650081" y="1184750"/>
                  </a:lnTo>
                  <a:lnTo>
                    <a:pt x="612481" y="1187139"/>
                  </a:lnTo>
                  <a:lnTo>
                    <a:pt x="574806" y="1187139"/>
                  </a:lnTo>
                  <a:lnTo>
                    <a:pt x="537207" y="1184750"/>
                  </a:lnTo>
                  <a:lnTo>
                    <a:pt x="499836" y="1179980"/>
                  </a:lnTo>
                  <a:lnTo>
                    <a:pt x="462841" y="1172850"/>
                  </a:lnTo>
                  <a:lnTo>
                    <a:pt x="426374" y="1163388"/>
                  </a:lnTo>
                  <a:lnTo>
                    <a:pt x="390580" y="1151632"/>
                  </a:lnTo>
                  <a:lnTo>
                    <a:pt x="355604" y="1137630"/>
                  </a:lnTo>
                  <a:lnTo>
                    <a:pt x="321586" y="1121437"/>
                  </a:lnTo>
                  <a:lnTo>
                    <a:pt x="288664" y="1103120"/>
                  </a:lnTo>
                  <a:lnTo>
                    <a:pt x="256970" y="1082751"/>
                  </a:lnTo>
                  <a:lnTo>
                    <a:pt x="226631" y="1060414"/>
                  </a:lnTo>
                  <a:lnTo>
                    <a:pt x="197770" y="1036197"/>
                  </a:lnTo>
                  <a:lnTo>
                    <a:pt x="170504" y="1010198"/>
                  </a:lnTo>
                  <a:lnTo>
                    <a:pt x="144941" y="982522"/>
                  </a:lnTo>
                  <a:lnTo>
                    <a:pt x="121185" y="953281"/>
                  </a:lnTo>
                  <a:lnTo>
                    <a:pt x="99331" y="922592"/>
                  </a:lnTo>
                  <a:lnTo>
                    <a:pt x="79468" y="890578"/>
                  </a:lnTo>
                  <a:lnTo>
                    <a:pt x="61675" y="857370"/>
                  </a:lnTo>
                  <a:lnTo>
                    <a:pt x="46025" y="823099"/>
                  </a:lnTo>
                  <a:lnTo>
                    <a:pt x="32579" y="787905"/>
                  </a:lnTo>
                  <a:lnTo>
                    <a:pt x="21392" y="751929"/>
                  </a:lnTo>
                  <a:lnTo>
                    <a:pt x="12510" y="715316"/>
                  </a:lnTo>
                  <a:lnTo>
                    <a:pt x="5968" y="678214"/>
                  </a:lnTo>
                  <a:lnTo>
                    <a:pt x="1792" y="640771"/>
                  </a:lnTo>
                  <a:lnTo>
                    <a:pt x="0" y="603139"/>
                  </a:lnTo>
                  <a:lnTo>
                    <a:pt x="597" y="565468"/>
                  </a:lnTo>
                  <a:lnTo>
                    <a:pt x="3583" y="527912"/>
                  </a:lnTo>
                  <a:lnTo>
                    <a:pt x="8945" y="490620"/>
                  </a:lnTo>
                  <a:lnTo>
                    <a:pt x="16661" y="453744"/>
                  </a:lnTo>
                  <a:lnTo>
                    <a:pt x="26700" y="417431"/>
                  </a:lnTo>
                  <a:lnTo>
                    <a:pt x="39022" y="381829"/>
                  </a:lnTo>
                  <a:lnTo>
                    <a:pt x="53578" y="347079"/>
                  </a:lnTo>
                  <a:lnTo>
                    <a:pt x="70308" y="313322"/>
                  </a:lnTo>
                  <a:lnTo>
                    <a:pt x="89146" y="280695"/>
                  </a:lnTo>
                  <a:lnTo>
                    <a:pt x="110015" y="249328"/>
                  </a:lnTo>
                  <a:lnTo>
                    <a:pt x="132831" y="219347"/>
                  </a:lnTo>
                  <a:lnTo>
                    <a:pt x="157503" y="190875"/>
                  </a:lnTo>
                  <a:lnTo>
                    <a:pt x="183931" y="164024"/>
                  </a:lnTo>
                  <a:lnTo>
                    <a:pt x="212009" y="138903"/>
                  </a:lnTo>
                  <a:lnTo>
                    <a:pt x="241623" y="115614"/>
                  </a:lnTo>
                  <a:lnTo>
                    <a:pt x="272655" y="94250"/>
                  </a:lnTo>
                  <a:lnTo>
                    <a:pt x="304980" y="74898"/>
                  </a:lnTo>
                  <a:lnTo>
                    <a:pt x="338466" y="57634"/>
                  </a:lnTo>
                  <a:lnTo>
                    <a:pt x="372981" y="42529"/>
                  </a:lnTo>
                  <a:lnTo>
                    <a:pt x="408384" y="29643"/>
                  </a:lnTo>
                  <a:lnTo>
                    <a:pt x="444533" y="19029"/>
                  </a:lnTo>
                  <a:lnTo>
                    <a:pt x="481282" y="10729"/>
                  </a:lnTo>
                  <a:lnTo>
                    <a:pt x="518484" y="4776"/>
                  </a:lnTo>
                  <a:lnTo>
                    <a:pt x="555988" y="1195"/>
                  </a:lnTo>
                  <a:lnTo>
                    <a:pt x="59364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5469428" y="2368643"/>
              <a:ext cx="768988" cy="660489"/>
            </a:xfrm>
            <a:custGeom>
              <a:avLst/>
              <a:pathLst>
                <a:path w="768988" h="660489">
                  <a:moveTo>
                    <a:pt x="768988" y="276203"/>
                  </a:moveTo>
                  <a:lnTo>
                    <a:pt x="764546" y="257560"/>
                  </a:lnTo>
                  <a:lnTo>
                    <a:pt x="759236" y="239339"/>
                  </a:lnTo>
                  <a:lnTo>
                    <a:pt x="753087" y="221580"/>
                  </a:lnTo>
                  <a:lnTo>
                    <a:pt x="746132" y="204321"/>
                  </a:lnTo>
                  <a:lnTo>
                    <a:pt x="738404" y="187599"/>
                  </a:lnTo>
                  <a:lnTo>
                    <a:pt x="729938" y="171448"/>
                  </a:lnTo>
                  <a:lnTo>
                    <a:pt x="720771" y="155899"/>
                  </a:lnTo>
                  <a:lnTo>
                    <a:pt x="710942" y="140982"/>
                  </a:lnTo>
                  <a:lnTo>
                    <a:pt x="700488" y="126724"/>
                  </a:lnTo>
                  <a:lnTo>
                    <a:pt x="689451" y="113151"/>
                  </a:lnTo>
                  <a:lnTo>
                    <a:pt x="677872" y="100286"/>
                  </a:lnTo>
                  <a:lnTo>
                    <a:pt x="665793" y="88149"/>
                  </a:lnTo>
                  <a:lnTo>
                    <a:pt x="653257" y="76758"/>
                  </a:lnTo>
                  <a:lnTo>
                    <a:pt x="640307" y="66128"/>
                  </a:lnTo>
                  <a:lnTo>
                    <a:pt x="626987" y="56274"/>
                  </a:lnTo>
                  <a:lnTo>
                    <a:pt x="613342" y="47205"/>
                  </a:lnTo>
                  <a:lnTo>
                    <a:pt x="599414" y="38930"/>
                  </a:lnTo>
                  <a:lnTo>
                    <a:pt x="585250" y="31456"/>
                  </a:lnTo>
                  <a:lnTo>
                    <a:pt x="570893" y="24785"/>
                  </a:lnTo>
                  <a:lnTo>
                    <a:pt x="556387" y="18919"/>
                  </a:lnTo>
                  <a:lnTo>
                    <a:pt x="541776" y="13856"/>
                  </a:lnTo>
                  <a:lnTo>
                    <a:pt x="527103" y="9593"/>
                  </a:lnTo>
                  <a:lnTo>
                    <a:pt x="512410" y="6125"/>
                  </a:lnTo>
                  <a:lnTo>
                    <a:pt x="497741" y="3442"/>
                  </a:lnTo>
                  <a:lnTo>
                    <a:pt x="483135" y="1536"/>
                  </a:lnTo>
                  <a:lnTo>
                    <a:pt x="468634" y="393"/>
                  </a:lnTo>
                  <a:lnTo>
                    <a:pt x="454276" y="0"/>
                  </a:lnTo>
                  <a:lnTo>
                    <a:pt x="440099" y="339"/>
                  </a:lnTo>
                  <a:lnTo>
                    <a:pt x="426141" y="1393"/>
                  </a:lnTo>
                  <a:lnTo>
                    <a:pt x="412436" y="3141"/>
                  </a:lnTo>
                  <a:lnTo>
                    <a:pt x="399018" y="5562"/>
                  </a:lnTo>
                  <a:lnTo>
                    <a:pt x="385921" y="8633"/>
                  </a:lnTo>
                  <a:lnTo>
                    <a:pt x="373175" y="12328"/>
                  </a:lnTo>
                  <a:lnTo>
                    <a:pt x="389108" y="12809"/>
                  </a:lnTo>
                  <a:lnTo>
                    <a:pt x="404982" y="14252"/>
                  </a:lnTo>
                  <a:lnTo>
                    <a:pt x="420740" y="16650"/>
                  </a:lnTo>
                  <a:lnTo>
                    <a:pt x="436325" y="19995"/>
                  </a:lnTo>
                  <a:lnTo>
                    <a:pt x="451679" y="24276"/>
                  </a:lnTo>
                  <a:lnTo>
                    <a:pt x="466747" y="29475"/>
                  </a:lnTo>
                  <a:lnTo>
                    <a:pt x="481473" y="35575"/>
                  </a:lnTo>
                  <a:lnTo>
                    <a:pt x="495804" y="42553"/>
                  </a:lnTo>
                  <a:lnTo>
                    <a:pt x="509688" y="50383"/>
                  </a:lnTo>
                  <a:lnTo>
                    <a:pt x="523074" y="59038"/>
                  </a:lnTo>
                  <a:lnTo>
                    <a:pt x="535912" y="68485"/>
                  </a:lnTo>
                  <a:lnTo>
                    <a:pt x="548157" y="78689"/>
                  </a:lnTo>
                  <a:lnTo>
                    <a:pt x="559763" y="89615"/>
                  </a:lnTo>
                  <a:lnTo>
                    <a:pt x="571088" y="104710"/>
                  </a:lnTo>
                  <a:lnTo>
                    <a:pt x="581218" y="120464"/>
                  </a:lnTo>
                  <a:lnTo>
                    <a:pt x="590116" y="136783"/>
                  </a:lnTo>
                  <a:lnTo>
                    <a:pt x="597755" y="153573"/>
                  </a:lnTo>
                  <a:lnTo>
                    <a:pt x="604113" y="170737"/>
                  </a:lnTo>
                  <a:lnTo>
                    <a:pt x="609175" y="188180"/>
                  </a:lnTo>
                  <a:lnTo>
                    <a:pt x="612935" y="205803"/>
                  </a:lnTo>
                  <a:lnTo>
                    <a:pt x="615393" y="223512"/>
                  </a:lnTo>
                  <a:lnTo>
                    <a:pt x="616556" y="241210"/>
                  </a:lnTo>
                  <a:lnTo>
                    <a:pt x="616439" y="258804"/>
                  </a:lnTo>
                  <a:lnTo>
                    <a:pt x="615061" y="276203"/>
                  </a:lnTo>
                  <a:lnTo>
                    <a:pt x="612451" y="293316"/>
                  </a:lnTo>
                  <a:lnTo>
                    <a:pt x="608642" y="310058"/>
                  </a:lnTo>
                  <a:lnTo>
                    <a:pt x="603673" y="326345"/>
                  </a:lnTo>
                  <a:lnTo>
                    <a:pt x="597591" y="342097"/>
                  </a:lnTo>
                  <a:lnTo>
                    <a:pt x="590445" y="357240"/>
                  </a:lnTo>
                  <a:lnTo>
                    <a:pt x="582292" y="371703"/>
                  </a:lnTo>
                  <a:lnTo>
                    <a:pt x="573192" y="385420"/>
                  </a:lnTo>
                  <a:lnTo>
                    <a:pt x="563209" y="398330"/>
                  </a:lnTo>
                  <a:lnTo>
                    <a:pt x="552412" y="410378"/>
                  </a:lnTo>
                  <a:lnTo>
                    <a:pt x="540872" y="421513"/>
                  </a:lnTo>
                  <a:lnTo>
                    <a:pt x="528665" y="431693"/>
                  </a:lnTo>
                  <a:lnTo>
                    <a:pt x="515868" y="440878"/>
                  </a:lnTo>
                  <a:lnTo>
                    <a:pt x="502558" y="449038"/>
                  </a:lnTo>
                  <a:lnTo>
                    <a:pt x="488818" y="456146"/>
                  </a:lnTo>
                  <a:lnTo>
                    <a:pt x="474728" y="462183"/>
                  </a:lnTo>
                  <a:lnTo>
                    <a:pt x="460371" y="467135"/>
                  </a:lnTo>
                  <a:lnTo>
                    <a:pt x="445830" y="470996"/>
                  </a:lnTo>
                  <a:lnTo>
                    <a:pt x="431185" y="473765"/>
                  </a:lnTo>
                  <a:lnTo>
                    <a:pt x="416518" y="475447"/>
                  </a:lnTo>
                  <a:lnTo>
                    <a:pt x="401909" y="476052"/>
                  </a:lnTo>
                  <a:lnTo>
                    <a:pt x="387436" y="475599"/>
                  </a:lnTo>
                  <a:lnTo>
                    <a:pt x="373175" y="474109"/>
                  </a:lnTo>
                  <a:lnTo>
                    <a:pt x="359200" y="471611"/>
                  </a:lnTo>
                  <a:lnTo>
                    <a:pt x="345579" y="468137"/>
                  </a:lnTo>
                  <a:lnTo>
                    <a:pt x="332382" y="463726"/>
                  </a:lnTo>
                  <a:lnTo>
                    <a:pt x="319672" y="458420"/>
                  </a:lnTo>
                  <a:lnTo>
                    <a:pt x="307507" y="452266"/>
                  </a:lnTo>
                  <a:lnTo>
                    <a:pt x="295945" y="445314"/>
                  </a:lnTo>
                  <a:lnTo>
                    <a:pt x="285035" y="437619"/>
                  </a:lnTo>
                  <a:lnTo>
                    <a:pt x="274825" y="429239"/>
                  </a:lnTo>
                  <a:lnTo>
                    <a:pt x="265356" y="420232"/>
                  </a:lnTo>
                  <a:lnTo>
                    <a:pt x="256665" y="410663"/>
                  </a:lnTo>
                  <a:lnTo>
                    <a:pt x="248783" y="400595"/>
                  </a:lnTo>
                  <a:lnTo>
                    <a:pt x="241737" y="390095"/>
                  </a:lnTo>
                  <a:lnTo>
                    <a:pt x="235547" y="379230"/>
                  </a:lnTo>
                  <a:lnTo>
                    <a:pt x="230230" y="368068"/>
                  </a:lnTo>
                  <a:lnTo>
                    <a:pt x="225795" y="356679"/>
                  </a:lnTo>
                  <a:lnTo>
                    <a:pt x="222248" y="345129"/>
                  </a:lnTo>
                  <a:lnTo>
                    <a:pt x="219588" y="333488"/>
                  </a:lnTo>
                  <a:lnTo>
                    <a:pt x="217811" y="321822"/>
                  </a:lnTo>
                  <a:lnTo>
                    <a:pt x="216906" y="310197"/>
                  </a:lnTo>
                  <a:lnTo>
                    <a:pt x="216858" y="298678"/>
                  </a:lnTo>
                  <a:lnTo>
                    <a:pt x="217646" y="287326"/>
                  </a:lnTo>
                  <a:lnTo>
                    <a:pt x="219248" y="276203"/>
                  </a:lnTo>
                  <a:lnTo>
                    <a:pt x="221634" y="265364"/>
                  </a:lnTo>
                  <a:lnTo>
                    <a:pt x="224772" y="254866"/>
                  </a:lnTo>
                  <a:lnTo>
                    <a:pt x="228626" y="244758"/>
                  </a:lnTo>
                  <a:lnTo>
                    <a:pt x="233156" y="235089"/>
                  </a:lnTo>
                  <a:lnTo>
                    <a:pt x="238318" y="225904"/>
                  </a:lnTo>
                  <a:lnTo>
                    <a:pt x="244069" y="217242"/>
                  </a:lnTo>
                  <a:lnTo>
                    <a:pt x="250358" y="209140"/>
                  </a:lnTo>
                  <a:lnTo>
                    <a:pt x="257137" y="201630"/>
                  </a:lnTo>
                  <a:lnTo>
                    <a:pt x="264353" y="194740"/>
                  </a:lnTo>
                  <a:lnTo>
                    <a:pt x="271953" y="188493"/>
                  </a:lnTo>
                  <a:lnTo>
                    <a:pt x="279881" y="182909"/>
                  </a:lnTo>
                  <a:lnTo>
                    <a:pt x="271186" y="192503"/>
                  </a:lnTo>
                  <a:lnTo>
                    <a:pt x="263473" y="202902"/>
                  </a:lnTo>
                  <a:lnTo>
                    <a:pt x="256817" y="214008"/>
                  </a:lnTo>
                  <a:lnTo>
                    <a:pt x="251281" y="225713"/>
                  </a:lnTo>
                  <a:lnTo>
                    <a:pt x="246919" y="237903"/>
                  </a:lnTo>
                  <a:lnTo>
                    <a:pt x="243773" y="250463"/>
                  </a:lnTo>
                  <a:lnTo>
                    <a:pt x="241873" y="263271"/>
                  </a:lnTo>
                  <a:lnTo>
                    <a:pt x="241238" y="276203"/>
                  </a:lnTo>
                  <a:lnTo>
                    <a:pt x="241873" y="289135"/>
                  </a:lnTo>
                  <a:lnTo>
                    <a:pt x="243773" y="301943"/>
                  </a:lnTo>
                  <a:lnTo>
                    <a:pt x="246919" y="314502"/>
                  </a:lnTo>
                  <a:lnTo>
                    <a:pt x="251281" y="326693"/>
                  </a:lnTo>
                  <a:lnTo>
                    <a:pt x="256817" y="338398"/>
                  </a:lnTo>
                  <a:lnTo>
                    <a:pt x="263473" y="349503"/>
                  </a:lnTo>
                  <a:lnTo>
                    <a:pt x="271186" y="359903"/>
                  </a:lnTo>
                  <a:lnTo>
                    <a:pt x="279881" y="369497"/>
                  </a:lnTo>
                  <a:lnTo>
                    <a:pt x="289475" y="378192"/>
                  </a:lnTo>
                  <a:lnTo>
                    <a:pt x="299875" y="385905"/>
                  </a:lnTo>
                  <a:lnTo>
                    <a:pt x="310980" y="392561"/>
                  </a:lnTo>
                  <a:lnTo>
                    <a:pt x="322685" y="398097"/>
                  </a:lnTo>
                  <a:lnTo>
                    <a:pt x="334876" y="402459"/>
                  </a:lnTo>
                  <a:lnTo>
                    <a:pt x="347436" y="405605"/>
                  </a:lnTo>
                  <a:lnTo>
                    <a:pt x="360243" y="407505"/>
                  </a:lnTo>
                  <a:lnTo>
                    <a:pt x="373175" y="408140"/>
                  </a:lnTo>
                  <a:lnTo>
                    <a:pt x="381732" y="395841"/>
                  </a:lnTo>
                  <a:lnTo>
                    <a:pt x="388538" y="383053"/>
                  </a:lnTo>
                  <a:lnTo>
                    <a:pt x="393572" y="369965"/>
                  </a:lnTo>
                  <a:lnTo>
                    <a:pt x="396830" y="356762"/>
                  </a:lnTo>
                  <a:lnTo>
                    <a:pt x="398325" y="343631"/>
                  </a:lnTo>
                  <a:lnTo>
                    <a:pt x="398089" y="330755"/>
                  </a:lnTo>
                  <a:lnTo>
                    <a:pt x="396168" y="318312"/>
                  </a:lnTo>
                  <a:lnTo>
                    <a:pt x="392629" y="306474"/>
                  </a:lnTo>
                  <a:lnTo>
                    <a:pt x="387551" y="295407"/>
                  </a:lnTo>
                  <a:lnTo>
                    <a:pt x="381030" y="285268"/>
                  </a:lnTo>
                  <a:lnTo>
                    <a:pt x="373175" y="276203"/>
                  </a:lnTo>
                  <a:lnTo>
                    <a:pt x="382351" y="286149"/>
                  </a:lnTo>
                  <a:lnTo>
                    <a:pt x="390711" y="296818"/>
                  </a:lnTo>
                  <a:lnTo>
                    <a:pt x="398212" y="308159"/>
                  </a:lnTo>
                  <a:lnTo>
                    <a:pt x="404815" y="320121"/>
                  </a:lnTo>
                  <a:lnTo>
                    <a:pt x="410482" y="332649"/>
                  </a:lnTo>
                  <a:lnTo>
                    <a:pt x="415179" y="345686"/>
                  </a:lnTo>
                  <a:lnTo>
                    <a:pt x="418876" y="359174"/>
                  </a:lnTo>
                  <a:lnTo>
                    <a:pt x="421544" y="373053"/>
                  </a:lnTo>
                  <a:lnTo>
                    <a:pt x="423159" y="387262"/>
                  </a:lnTo>
                  <a:lnTo>
                    <a:pt x="423699" y="401738"/>
                  </a:lnTo>
                  <a:lnTo>
                    <a:pt x="423146" y="416417"/>
                  </a:lnTo>
                  <a:lnTo>
                    <a:pt x="421485" y="431235"/>
                  </a:lnTo>
                  <a:lnTo>
                    <a:pt x="418706" y="446125"/>
                  </a:lnTo>
                  <a:lnTo>
                    <a:pt x="414800" y="461022"/>
                  </a:lnTo>
                  <a:lnTo>
                    <a:pt x="409764" y="475859"/>
                  </a:lnTo>
                  <a:lnTo>
                    <a:pt x="403596" y="490568"/>
                  </a:lnTo>
                  <a:lnTo>
                    <a:pt x="396300" y="505083"/>
                  </a:lnTo>
                  <a:lnTo>
                    <a:pt x="387882" y="519336"/>
                  </a:lnTo>
                  <a:lnTo>
                    <a:pt x="378353" y="533260"/>
                  </a:lnTo>
                  <a:lnTo>
                    <a:pt x="367725" y="546789"/>
                  </a:lnTo>
                  <a:lnTo>
                    <a:pt x="356017" y="559858"/>
                  </a:lnTo>
                  <a:lnTo>
                    <a:pt x="343249" y="572400"/>
                  </a:lnTo>
                  <a:lnTo>
                    <a:pt x="329446" y="584353"/>
                  </a:lnTo>
                  <a:lnTo>
                    <a:pt x="314634" y="595653"/>
                  </a:lnTo>
                  <a:lnTo>
                    <a:pt x="298845" y="606238"/>
                  </a:lnTo>
                  <a:lnTo>
                    <a:pt x="282114" y="616048"/>
                  </a:lnTo>
                  <a:lnTo>
                    <a:pt x="264478" y="625025"/>
                  </a:lnTo>
                  <a:lnTo>
                    <a:pt x="245978" y="633112"/>
                  </a:lnTo>
                  <a:lnTo>
                    <a:pt x="226657" y="640254"/>
                  </a:lnTo>
                  <a:lnTo>
                    <a:pt x="206563" y="646399"/>
                  </a:lnTo>
                  <a:lnTo>
                    <a:pt x="185746" y="651497"/>
                  </a:lnTo>
                  <a:lnTo>
                    <a:pt x="164258" y="655498"/>
                  </a:lnTo>
                  <a:lnTo>
                    <a:pt x="142154" y="658359"/>
                  </a:lnTo>
                  <a:lnTo>
                    <a:pt x="119492" y="660036"/>
                  </a:lnTo>
                  <a:lnTo>
                    <a:pt x="96333" y="660489"/>
                  </a:lnTo>
                  <a:lnTo>
                    <a:pt x="72738" y="659683"/>
                  </a:lnTo>
                  <a:lnTo>
                    <a:pt x="48773" y="657582"/>
                  </a:lnTo>
                  <a:lnTo>
                    <a:pt x="24504" y="654156"/>
                  </a:lnTo>
                  <a:lnTo>
                    <a:pt x="0" y="649379"/>
                  </a:lnTo>
                  <a:lnTo>
                    <a:pt x="2898" y="628736"/>
                  </a:lnTo>
                  <a:lnTo>
                    <a:pt x="6578" y="608467"/>
                  </a:lnTo>
                  <a:lnTo>
                    <a:pt x="11022" y="588598"/>
                  </a:lnTo>
                  <a:lnTo>
                    <a:pt x="16213" y="569154"/>
                  </a:lnTo>
                  <a:lnTo>
                    <a:pt x="22133" y="550159"/>
                  </a:lnTo>
                  <a:lnTo>
                    <a:pt x="28762" y="531637"/>
                  </a:lnTo>
                  <a:lnTo>
                    <a:pt x="36081" y="513611"/>
                  </a:lnTo>
                  <a:lnTo>
                    <a:pt x="44069" y="496105"/>
                  </a:lnTo>
                  <a:lnTo>
                    <a:pt x="52705" y="479138"/>
                  </a:lnTo>
                  <a:lnTo>
                    <a:pt x="61967" y="462734"/>
                  </a:lnTo>
                  <a:lnTo>
                    <a:pt x="71833" y="446911"/>
                  </a:lnTo>
                  <a:lnTo>
                    <a:pt x="82279" y="431690"/>
                  </a:lnTo>
                  <a:lnTo>
                    <a:pt x="93282" y="417089"/>
                  </a:lnTo>
                  <a:lnTo>
                    <a:pt x="104817" y="403127"/>
                  </a:lnTo>
                  <a:lnTo>
                    <a:pt x="116861" y="389819"/>
                  </a:lnTo>
                  <a:lnTo>
                    <a:pt x="129386" y="377184"/>
                  </a:lnTo>
                  <a:lnTo>
                    <a:pt x="142369" y="365235"/>
                  </a:lnTo>
                  <a:lnTo>
                    <a:pt x="155782" y="353988"/>
                  </a:lnTo>
                  <a:lnTo>
                    <a:pt x="169598" y="343456"/>
                  </a:lnTo>
                  <a:lnTo>
                    <a:pt x="183791" y="333652"/>
                  </a:lnTo>
                  <a:lnTo>
                    <a:pt x="198333" y="324588"/>
                  </a:lnTo>
                  <a:lnTo>
                    <a:pt x="213196" y="316276"/>
                  </a:lnTo>
                  <a:lnTo>
                    <a:pt x="228352" y="308724"/>
                  </a:lnTo>
                  <a:lnTo>
                    <a:pt x="243773" y="301943"/>
                  </a:lnTo>
                  <a:lnTo>
                    <a:pt x="259430" y="295940"/>
                  </a:lnTo>
                  <a:lnTo>
                    <a:pt x="275293" y="290722"/>
                  </a:lnTo>
                  <a:lnTo>
                    <a:pt x="291335" y="286297"/>
                  </a:lnTo>
                  <a:lnTo>
                    <a:pt x="307524" y="282669"/>
                  </a:lnTo>
                  <a:lnTo>
                    <a:pt x="323833" y="279843"/>
                  </a:lnTo>
                  <a:lnTo>
                    <a:pt x="340231" y="277821"/>
                  </a:lnTo>
                  <a:lnTo>
                    <a:pt x="356688" y="276608"/>
                  </a:lnTo>
                  <a:lnTo>
                    <a:pt x="373175" y="276203"/>
                  </a:lnTo>
                  <a:lnTo>
                    <a:pt x="364591" y="276790"/>
                  </a:lnTo>
                  <a:lnTo>
                    <a:pt x="356126" y="278546"/>
                  </a:lnTo>
                  <a:lnTo>
                    <a:pt x="347901" y="281455"/>
                  </a:lnTo>
                  <a:lnTo>
                    <a:pt x="340033" y="285489"/>
                  </a:lnTo>
                  <a:lnTo>
                    <a:pt x="332636" y="290610"/>
                  </a:lnTo>
                  <a:lnTo>
                    <a:pt x="325822" y="296771"/>
                  </a:lnTo>
                  <a:lnTo>
                    <a:pt x="319696" y="303914"/>
                  </a:lnTo>
                  <a:lnTo>
                    <a:pt x="314360" y="311969"/>
                  </a:lnTo>
                  <a:lnTo>
                    <a:pt x="309908" y="320862"/>
                  </a:lnTo>
                  <a:lnTo>
                    <a:pt x="306428" y="330506"/>
                  </a:lnTo>
                  <a:lnTo>
                    <a:pt x="304001" y="340807"/>
                  </a:lnTo>
                  <a:lnTo>
                    <a:pt x="302698" y="351666"/>
                  </a:lnTo>
                  <a:lnTo>
                    <a:pt x="302582" y="362974"/>
                  </a:lnTo>
                  <a:lnTo>
                    <a:pt x="303706" y="374619"/>
                  </a:lnTo>
                  <a:lnTo>
                    <a:pt x="306113" y="386482"/>
                  </a:lnTo>
                  <a:lnTo>
                    <a:pt x="309836" y="398442"/>
                  </a:lnTo>
                  <a:lnTo>
                    <a:pt x="314898" y="410371"/>
                  </a:lnTo>
                  <a:lnTo>
                    <a:pt x="321308" y="422143"/>
                  </a:lnTo>
                  <a:lnTo>
                    <a:pt x="329067" y="433628"/>
                  </a:lnTo>
                  <a:lnTo>
                    <a:pt x="338162" y="444696"/>
                  </a:lnTo>
                  <a:lnTo>
                    <a:pt x="348570" y="455217"/>
                  </a:lnTo>
                  <a:lnTo>
                    <a:pt x="360257" y="465063"/>
                  </a:lnTo>
                  <a:lnTo>
                    <a:pt x="373175" y="474109"/>
                  </a:lnTo>
                  <a:lnTo>
                    <a:pt x="387268" y="482232"/>
                  </a:lnTo>
                  <a:lnTo>
                    <a:pt x="402467" y="489315"/>
                  </a:lnTo>
                  <a:lnTo>
                    <a:pt x="418693" y="495244"/>
                  </a:lnTo>
                  <a:lnTo>
                    <a:pt x="435856" y="499913"/>
                  </a:lnTo>
                  <a:lnTo>
                    <a:pt x="453858" y="503221"/>
                  </a:lnTo>
                  <a:lnTo>
                    <a:pt x="472590" y="505078"/>
                  </a:lnTo>
                  <a:lnTo>
                    <a:pt x="491936" y="505400"/>
                  </a:lnTo>
                  <a:lnTo>
                    <a:pt x="511771" y="504114"/>
                  </a:lnTo>
                  <a:lnTo>
                    <a:pt x="531963" y="501154"/>
                  </a:lnTo>
                  <a:lnTo>
                    <a:pt x="552374" y="496468"/>
                  </a:lnTo>
                  <a:lnTo>
                    <a:pt x="572861" y="490014"/>
                  </a:lnTo>
                  <a:lnTo>
                    <a:pt x="593275" y="481762"/>
                  </a:lnTo>
                  <a:lnTo>
                    <a:pt x="613465" y="471693"/>
                  </a:lnTo>
                  <a:lnTo>
                    <a:pt x="633275" y="459801"/>
                  </a:lnTo>
                  <a:lnTo>
                    <a:pt x="652550" y="446094"/>
                  </a:lnTo>
                  <a:lnTo>
                    <a:pt x="671132" y="430592"/>
                  </a:lnTo>
                  <a:lnTo>
                    <a:pt x="688866" y="413327"/>
                  </a:lnTo>
                  <a:lnTo>
                    <a:pt x="705595" y="394345"/>
                  </a:lnTo>
                  <a:lnTo>
                    <a:pt x="721168" y="373706"/>
                  </a:lnTo>
                  <a:lnTo>
                    <a:pt x="735435" y="351481"/>
                  </a:lnTo>
                  <a:lnTo>
                    <a:pt x="748253" y="327756"/>
                  </a:lnTo>
                  <a:lnTo>
                    <a:pt x="759481" y="302627"/>
                  </a:lnTo>
                  <a:close/>
                </a:path>
              </a:pathLst>
            </a:custGeom>
            <a:solidFill>
              <a:srgbClr val="F29FB7">
                <a:alpha val="25882"/>
              </a:srgbClr>
            </a:solidFill>
            <a:ln w="24933" cap="flat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l286"/>
            <p:cNvSpPr/>
            <p:nvPr/>
          </p:nvSpPr>
          <p:spPr>
            <a:xfrm>
              <a:off x="5469428" y="2380971"/>
              <a:ext cx="768988" cy="637051"/>
            </a:xfrm>
            <a:custGeom>
              <a:avLst/>
              <a:pathLst>
                <a:path w="768988" h="637051">
                  <a:moveTo>
                    <a:pt x="373175" y="0"/>
                  </a:moveTo>
                  <a:lnTo>
                    <a:pt x="389108" y="481"/>
                  </a:lnTo>
                  <a:lnTo>
                    <a:pt x="404982" y="1923"/>
                  </a:lnTo>
                  <a:lnTo>
                    <a:pt x="420740" y="4322"/>
                  </a:lnTo>
                  <a:lnTo>
                    <a:pt x="436325" y="7667"/>
                  </a:lnTo>
                  <a:lnTo>
                    <a:pt x="451679" y="11948"/>
                  </a:lnTo>
                  <a:lnTo>
                    <a:pt x="466747" y="17147"/>
                  </a:lnTo>
                  <a:lnTo>
                    <a:pt x="481473" y="23247"/>
                  </a:lnTo>
                  <a:lnTo>
                    <a:pt x="495804" y="30225"/>
                  </a:lnTo>
                  <a:lnTo>
                    <a:pt x="509688" y="38055"/>
                  </a:lnTo>
                  <a:lnTo>
                    <a:pt x="523074" y="46710"/>
                  </a:lnTo>
                  <a:lnTo>
                    <a:pt x="535912" y="56157"/>
                  </a:lnTo>
                  <a:lnTo>
                    <a:pt x="548157" y="66361"/>
                  </a:lnTo>
                  <a:lnTo>
                    <a:pt x="559763" y="77287"/>
                  </a:lnTo>
                  <a:lnTo>
                    <a:pt x="573917" y="80875"/>
                  </a:lnTo>
                  <a:lnTo>
                    <a:pt x="588125" y="85383"/>
                  </a:lnTo>
                  <a:lnTo>
                    <a:pt x="602333" y="90823"/>
                  </a:lnTo>
                  <a:lnTo>
                    <a:pt x="616483" y="97205"/>
                  </a:lnTo>
                  <a:lnTo>
                    <a:pt x="630519" y="104534"/>
                  </a:lnTo>
                  <a:lnTo>
                    <a:pt x="644384" y="112813"/>
                  </a:lnTo>
                  <a:lnTo>
                    <a:pt x="658019" y="122040"/>
                  </a:lnTo>
                  <a:lnTo>
                    <a:pt x="671365" y="132211"/>
                  </a:lnTo>
                  <a:lnTo>
                    <a:pt x="684364" y="143320"/>
                  </a:lnTo>
                  <a:lnTo>
                    <a:pt x="696959" y="155354"/>
                  </a:lnTo>
                  <a:lnTo>
                    <a:pt x="709090" y="168299"/>
                  </a:lnTo>
                  <a:lnTo>
                    <a:pt x="720700" y="182138"/>
                  </a:lnTo>
                  <a:lnTo>
                    <a:pt x="731733" y="196849"/>
                  </a:lnTo>
                  <a:lnTo>
                    <a:pt x="742133" y="212407"/>
                  </a:lnTo>
                  <a:lnTo>
                    <a:pt x="751844" y="228786"/>
                  </a:lnTo>
                  <a:lnTo>
                    <a:pt x="760813" y="245953"/>
                  </a:lnTo>
                  <a:lnTo>
                    <a:pt x="768988" y="263875"/>
                  </a:lnTo>
                  <a:lnTo>
                    <a:pt x="753591" y="275370"/>
                  </a:lnTo>
                  <a:lnTo>
                    <a:pt x="737874" y="285935"/>
                  </a:lnTo>
                  <a:lnTo>
                    <a:pt x="721881" y="295562"/>
                  </a:lnTo>
                  <a:lnTo>
                    <a:pt x="705652" y="304245"/>
                  </a:lnTo>
                  <a:lnTo>
                    <a:pt x="689231" y="311977"/>
                  </a:lnTo>
                  <a:lnTo>
                    <a:pt x="672660" y="318757"/>
                  </a:lnTo>
                  <a:lnTo>
                    <a:pt x="655981" y="324582"/>
                  </a:lnTo>
                  <a:lnTo>
                    <a:pt x="639237" y="329453"/>
                  </a:lnTo>
                  <a:lnTo>
                    <a:pt x="622471" y="333371"/>
                  </a:lnTo>
                  <a:lnTo>
                    <a:pt x="605724" y="336340"/>
                  </a:lnTo>
                  <a:lnTo>
                    <a:pt x="589038" y="338364"/>
                  </a:lnTo>
                  <a:lnTo>
                    <a:pt x="572455" y="339452"/>
                  </a:lnTo>
                  <a:lnTo>
                    <a:pt x="556017" y="339610"/>
                  </a:lnTo>
                  <a:lnTo>
                    <a:pt x="539764" y="338850"/>
                  </a:lnTo>
                  <a:lnTo>
                    <a:pt x="523736" y="337183"/>
                  </a:lnTo>
                  <a:lnTo>
                    <a:pt x="507973" y="334622"/>
                  </a:lnTo>
                  <a:lnTo>
                    <a:pt x="492515" y="331183"/>
                  </a:lnTo>
                  <a:lnTo>
                    <a:pt x="477400" y="326881"/>
                  </a:lnTo>
                  <a:lnTo>
                    <a:pt x="462665" y="321734"/>
                  </a:lnTo>
                  <a:lnTo>
                    <a:pt x="448348" y="315763"/>
                  </a:lnTo>
                  <a:lnTo>
                    <a:pt x="434485" y="308987"/>
                  </a:lnTo>
                  <a:lnTo>
                    <a:pt x="421110" y="301429"/>
                  </a:lnTo>
                  <a:lnTo>
                    <a:pt x="408260" y="293114"/>
                  </a:lnTo>
                  <a:lnTo>
                    <a:pt x="395965" y="284065"/>
                  </a:lnTo>
                  <a:lnTo>
                    <a:pt x="384260" y="274309"/>
                  </a:lnTo>
                  <a:lnTo>
                    <a:pt x="373175" y="263875"/>
                  </a:lnTo>
                  <a:lnTo>
                    <a:pt x="381030" y="272939"/>
                  </a:lnTo>
                  <a:lnTo>
                    <a:pt x="387551" y="283079"/>
                  </a:lnTo>
                  <a:lnTo>
                    <a:pt x="392629" y="294146"/>
                  </a:lnTo>
                  <a:lnTo>
                    <a:pt x="396168" y="305983"/>
                  </a:lnTo>
                  <a:lnTo>
                    <a:pt x="398089" y="318427"/>
                  </a:lnTo>
                  <a:lnTo>
                    <a:pt x="398325" y="331303"/>
                  </a:lnTo>
                  <a:lnTo>
                    <a:pt x="396830" y="344434"/>
                  </a:lnTo>
                  <a:lnTo>
                    <a:pt x="393572" y="357636"/>
                  </a:lnTo>
                  <a:lnTo>
                    <a:pt x="388538" y="370725"/>
                  </a:lnTo>
                  <a:lnTo>
                    <a:pt x="381732" y="383512"/>
                  </a:lnTo>
                  <a:lnTo>
                    <a:pt x="373175" y="395812"/>
                  </a:lnTo>
                  <a:lnTo>
                    <a:pt x="368319" y="412225"/>
                  </a:lnTo>
                  <a:lnTo>
                    <a:pt x="362389" y="428444"/>
                  </a:lnTo>
                  <a:lnTo>
                    <a:pt x="355394" y="444415"/>
                  </a:lnTo>
                  <a:lnTo>
                    <a:pt x="347343" y="460088"/>
                  </a:lnTo>
                  <a:lnTo>
                    <a:pt x="338251" y="475410"/>
                  </a:lnTo>
                  <a:lnTo>
                    <a:pt x="328131" y="490329"/>
                  </a:lnTo>
                  <a:lnTo>
                    <a:pt x="317001" y="504795"/>
                  </a:lnTo>
                  <a:lnTo>
                    <a:pt x="304879" y="518759"/>
                  </a:lnTo>
                  <a:lnTo>
                    <a:pt x="291789" y="532170"/>
                  </a:lnTo>
                  <a:lnTo>
                    <a:pt x="277753" y="544980"/>
                  </a:lnTo>
                  <a:lnTo>
                    <a:pt x="262797" y="557143"/>
                  </a:lnTo>
                  <a:lnTo>
                    <a:pt x="246950" y="568611"/>
                  </a:lnTo>
                  <a:lnTo>
                    <a:pt x="230240" y="579340"/>
                  </a:lnTo>
                  <a:lnTo>
                    <a:pt x="212700" y="589286"/>
                  </a:lnTo>
                  <a:lnTo>
                    <a:pt x="194365" y="598406"/>
                  </a:lnTo>
                  <a:lnTo>
                    <a:pt x="175269" y="606659"/>
                  </a:lnTo>
                  <a:lnTo>
                    <a:pt x="155450" y="614005"/>
                  </a:lnTo>
                  <a:lnTo>
                    <a:pt x="134948" y="620407"/>
                  </a:lnTo>
                  <a:lnTo>
                    <a:pt x="113804" y="625827"/>
                  </a:lnTo>
                  <a:lnTo>
                    <a:pt x="92061" y="630231"/>
                  </a:lnTo>
                  <a:lnTo>
                    <a:pt x="69762" y="633585"/>
                  </a:lnTo>
                  <a:lnTo>
                    <a:pt x="46953" y="635859"/>
                  </a:lnTo>
                  <a:lnTo>
                    <a:pt x="23683" y="637024"/>
                  </a:lnTo>
                  <a:lnTo>
                    <a:pt x="0" y="637051"/>
                  </a:lnTo>
                  <a:lnTo>
                    <a:pt x="2898" y="616408"/>
                  </a:lnTo>
                  <a:lnTo>
                    <a:pt x="6578" y="596139"/>
                  </a:lnTo>
                  <a:lnTo>
                    <a:pt x="11022" y="576270"/>
                  </a:lnTo>
                  <a:lnTo>
                    <a:pt x="16213" y="556826"/>
                  </a:lnTo>
                  <a:lnTo>
                    <a:pt x="22133" y="537831"/>
                  </a:lnTo>
                  <a:lnTo>
                    <a:pt x="28762" y="519309"/>
                  </a:lnTo>
                  <a:lnTo>
                    <a:pt x="36081" y="501283"/>
                  </a:lnTo>
                  <a:lnTo>
                    <a:pt x="44069" y="483777"/>
                  </a:lnTo>
                  <a:lnTo>
                    <a:pt x="52705" y="466810"/>
                  </a:lnTo>
                  <a:lnTo>
                    <a:pt x="61967" y="450406"/>
                  </a:lnTo>
                  <a:lnTo>
                    <a:pt x="71833" y="434583"/>
                  </a:lnTo>
                  <a:lnTo>
                    <a:pt x="82279" y="419362"/>
                  </a:lnTo>
                  <a:lnTo>
                    <a:pt x="93282" y="404761"/>
                  </a:lnTo>
                  <a:lnTo>
                    <a:pt x="104817" y="390799"/>
                  </a:lnTo>
                  <a:lnTo>
                    <a:pt x="116861" y="377491"/>
                  </a:lnTo>
                  <a:lnTo>
                    <a:pt x="129386" y="364855"/>
                  </a:lnTo>
                  <a:lnTo>
                    <a:pt x="142369" y="352907"/>
                  </a:lnTo>
                  <a:lnTo>
                    <a:pt x="155782" y="341659"/>
                  </a:lnTo>
                  <a:lnTo>
                    <a:pt x="169598" y="331128"/>
                  </a:lnTo>
                  <a:lnTo>
                    <a:pt x="183791" y="321324"/>
                  </a:lnTo>
                  <a:lnTo>
                    <a:pt x="198333" y="312260"/>
                  </a:lnTo>
                  <a:lnTo>
                    <a:pt x="213196" y="303947"/>
                  </a:lnTo>
                  <a:lnTo>
                    <a:pt x="228352" y="296396"/>
                  </a:lnTo>
                  <a:lnTo>
                    <a:pt x="243773" y="289614"/>
                  </a:lnTo>
                  <a:lnTo>
                    <a:pt x="259430" y="283611"/>
                  </a:lnTo>
                  <a:lnTo>
                    <a:pt x="275293" y="278394"/>
                  </a:lnTo>
                  <a:lnTo>
                    <a:pt x="291335" y="273969"/>
                  </a:lnTo>
                  <a:lnTo>
                    <a:pt x="307524" y="270341"/>
                  </a:lnTo>
                  <a:lnTo>
                    <a:pt x="323833" y="267514"/>
                  </a:lnTo>
                  <a:lnTo>
                    <a:pt x="340231" y="265493"/>
                  </a:lnTo>
                  <a:lnTo>
                    <a:pt x="356688" y="264279"/>
                  </a:lnTo>
                  <a:lnTo>
                    <a:pt x="373175" y="263875"/>
                  </a:lnTo>
                  <a:lnTo>
                    <a:pt x="361212" y="263019"/>
                  </a:lnTo>
                  <a:lnTo>
                    <a:pt x="349431" y="260461"/>
                  </a:lnTo>
                  <a:lnTo>
                    <a:pt x="338015" y="256226"/>
                  </a:lnTo>
                  <a:lnTo>
                    <a:pt x="327141" y="250358"/>
                  </a:lnTo>
                  <a:lnTo>
                    <a:pt x="316985" y="242917"/>
                  </a:lnTo>
                  <a:lnTo>
                    <a:pt x="307713" y="233979"/>
                  </a:lnTo>
                  <a:lnTo>
                    <a:pt x="299485" y="223637"/>
                  </a:lnTo>
                  <a:lnTo>
                    <a:pt x="292453" y="211998"/>
                  </a:lnTo>
                  <a:lnTo>
                    <a:pt x="286758" y="199183"/>
                  </a:lnTo>
                  <a:lnTo>
                    <a:pt x="282528" y="185329"/>
                  </a:lnTo>
                  <a:lnTo>
                    <a:pt x="279881" y="170581"/>
                  </a:lnTo>
                </a:path>
              </a:pathLst>
            </a:custGeom>
            <a:ln w="24933" cap="flat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6206815" y="2613245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5811002" y="2349370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5997590" y="2426657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5717708" y="2519951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5811002" y="2745182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5811002" y="2613245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5437826" y="2986421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5811002" y="2613245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l295"/>
            <p:cNvSpPr/>
            <p:nvPr/>
          </p:nvSpPr>
          <p:spPr>
            <a:xfrm>
              <a:off x="5842603" y="2117096"/>
              <a:ext cx="0" cy="527750"/>
            </a:xfrm>
            <a:custGeom>
              <a:avLst/>
              <a:pathLst>
                <a:path w="0" h="527750">
                  <a:moveTo>
                    <a:pt x="0" y="527750"/>
                  </a:moveTo>
                  <a:lnTo>
                    <a:pt x="0" y="509552"/>
                  </a:lnTo>
                  <a:lnTo>
                    <a:pt x="0" y="491353"/>
                  </a:lnTo>
                  <a:lnTo>
                    <a:pt x="0" y="473155"/>
                  </a:lnTo>
                  <a:lnTo>
                    <a:pt x="0" y="454957"/>
                  </a:lnTo>
                  <a:lnTo>
                    <a:pt x="0" y="436758"/>
                  </a:lnTo>
                  <a:lnTo>
                    <a:pt x="0" y="418560"/>
                  </a:lnTo>
                  <a:lnTo>
                    <a:pt x="0" y="400362"/>
                  </a:lnTo>
                  <a:lnTo>
                    <a:pt x="0" y="382164"/>
                  </a:lnTo>
                  <a:lnTo>
                    <a:pt x="0" y="363965"/>
                  </a:lnTo>
                  <a:lnTo>
                    <a:pt x="0" y="345767"/>
                  </a:lnTo>
                  <a:lnTo>
                    <a:pt x="0" y="327569"/>
                  </a:lnTo>
                  <a:lnTo>
                    <a:pt x="0" y="309370"/>
                  </a:lnTo>
                  <a:lnTo>
                    <a:pt x="0" y="291172"/>
                  </a:lnTo>
                  <a:lnTo>
                    <a:pt x="0" y="272974"/>
                  </a:lnTo>
                  <a:lnTo>
                    <a:pt x="0" y="254776"/>
                  </a:lnTo>
                  <a:lnTo>
                    <a:pt x="0" y="236577"/>
                  </a:lnTo>
                  <a:lnTo>
                    <a:pt x="0" y="218379"/>
                  </a:lnTo>
                  <a:lnTo>
                    <a:pt x="0" y="200181"/>
                  </a:lnTo>
                  <a:lnTo>
                    <a:pt x="0" y="181982"/>
                  </a:lnTo>
                  <a:lnTo>
                    <a:pt x="0" y="163784"/>
                  </a:lnTo>
                  <a:lnTo>
                    <a:pt x="0" y="145586"/>
                  </a:lnTo>
                  <a:lnTo>
                    <a:pt x="0" y="127388"/>
                  </a:lnTo>
                  <a:lnTo>
                    <a:pt x="0" y="109189"/>
                  </a:lnTo>
                  <a:lnTo>
                    <a:pt x="0" y="90991"/>
                  </a:lnTo>
                  <a:lnTo>
                    <a:pt x="0" y="72793"/>
                  </a:lnTo>
                  <a:lnTo>
                    <a:pt x="0" y="54594"/>
                  </a:lnTo>
                  <a:lnTo>
                    <a:pt x="0" y="36396"/>
                  </a:lnTo>
                  <a:lnTo>
                    <a:pt x="0" y="18198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l296"/>
            <p:cNvSpPr/>
            <p:nvPr/>
          </p:nvSpPr>
          <p:spPr>
            <a:xfrm>
              <a:off x="5842603" y="2271670"/>
              <a:ext cx="373175" cy="373175"/>
            </a:xfrm>
            <a:custGeom>
              <a:avLst/>
              <a:pathLst>
                <a:path w="373175" h="373175">
                  <a:moveTo>
                    <a:pt x="0" y="373175"/>
                  </a:moveTo>
                  <a:lnTo>
                    <a:pt x="12868" y="360307"/>
                  </a:lnTo>
                  <a:lnTo>
                    <a:pt x="25736" y="347439"/>
                  </a:lnTo>
                  <a:lnTo>
                    <a:pt x="38604" y="334571"/>
                  </a:lnTo>
                  <a:lnTo>
                    <a:pt x="51472" y="321703"/>
                  </a:lnTo>
                  <a:lnTo>
                    <a:pt x="64340" y="308835"/>
                  </a:lnTo>
                  <a:lnTo>
                    <a:pt x="77208" y="295967"/>
                  </a:lnTo>
                  <a:lnTo>
                    <a:pt x="90076" y="283098"/>
                  </a:lnTo>
                  <a:lnTo>
                    <a:pt x="102945" y="270230"/>
                  </a:lnTo>
                  <a:lnTo>
                    <a:pt x="115813" y="257362"/>
                  </a:lnTo>
                  <a:lnTo>
                    <a:pt x="128681" y="244494"/>
                  </a:lnTo>
                  <a:lnTo>
                    <a:pt x="141549" y="231626"/>
                  </a:lnTo>
                  <a:lnTo>
                    <a:pt x="154417" y="218758"/>
                  </a:lnTo>
                  <a:lnTo>
                    <a:pt x="167285" y="205890"/>
                  </a:lnTo>
                  <a:lnTo>
                    <a:pt x="180153" y="193022"/>
                  </a:lnTo>
                  <a:lnTo>
                    <a:pt x="193022" y="180153"/>
                  </a:lnTo>
                  <a:lnTo>
                    <a:pt x="205890" y="167285"/>
                  </a:lnTo>
                  <a:lnTo>
                    <a:pt x="218758" y="154417"/>
                  </a:lnTo>
                  <a:lnTo>
                    <a:pt x="231626" y="141549"/>
                  </a:lnTo>
                  <a:lnTo>
                    <a:pt x="244494" y="128681"/>
                  </a:lnTo>
                  <a:lnTo>
                    <a:pt x="257362" y="115813"/>
                  </a:lnTo>
                  <a:lnTo>
                    <a:pt x="270230" y="102945"/>
                  </a:lnTo>
                  <a:lnTo>
                    <a:pt x="283098" y="90076"/>
                  </a:lnTo>
                  <a:lnTo>
                    <a:pt x="295967" y="77208"/>
                  </a:lnTo>
                  <a:lnTo>
                    <a:pt x="308835" y="64340"/>
                  </a:lnTo>
                  <a:lnTo>
                    <a:pt x="321703" y="51472"/>
                  </a:lnTo>
                  <a:lnTo>
                    <a:pt x="334571" y="38604"/>
                  </a:lnTo>
                  <a:lnTo>
                    <a:pt x="347439" y="25736"/>
                  </a:lnTo>
                  <a:lnTo>
                    <a:pt x="360307" y="12868"/>
                  </a:lnTo>
                  <a:lnTo>
                    <a:pt x="37317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l297"/>
            <p:cNvSpPr/>
            <p:nvPr/>
          </p:nvSpPr>
          <p:spPr>
            <a:xfrm>
              <a:off x="5842603" y="2644846"/>
              <a:ext cx="527750" cy="0"/>
            </a:xfrm>
            <a:custGeom>
              <a:avLst/>
              <a:pathLst>
                <a:path w="527750" h="0">
                  <a:moveTo>
                    <a:pt x="0" y="0"/>
                  </a:moveTo>
                  <a:lnTo>
                    <a:pt x="18198" y="0"/>
                  </a:lnTo>
                  <a:lnTo>
                    <a:pt x="36396" y="0"/>
                  </a:lnTo>
                  <a:lnTo>
                    <a:pt x="54594" y="0"/>
                  </a:lnTo>
                  <a:lnTo>
                    <a:pt x="72793" y="0"/>
                  </a:lnTo>
                  <a:lnTo>
                    <a:pt x="90991" y="0"/>
                  </a:lnTo>
                  <a:lnTo>
                    <a:pt x="109189" y="0"/>
                  </a:lnTo>
                  <a:lnTo>
                    <a:pt x="127388" y="0"/>
                  </a:lnTo>
                  <a:lnTo>
                    <a:pt x="145586" y="0"/>
                  </a:lnTo>
                  <a:lnTo>
                    <a:pt x="163784" y="0"/>
                  </a:lnTo>
                  <a:lnTo>
                    <a:pt x="181982" y="0"/>
                  </a:lnTo>
                  <a:lnTo>
                    <a:pt x="200181" y="0"/>
                  </a:lnTo>
                  <a:lnTo>
                    <a:pt x="218379" y="0"/>
                  </a:lnTo>
                  <a:lnTo>
                    <a:pt x="236577" y="0"/>
                  </a:lnTo>
                  <a:lnTo>
                    <a:pt x="254776" y="0"/>
                  </a:lnTo>
                  <a:lnTo>
                    <a:pt x="272974" y="0"/>
                  </a:lnTo>
                  <a:lnTo>
                    <a:pt x="291172" y="0"/>
                  </a:lnTo>
                  <a:lnTo>
                    <a:pt x="309370" y="0"/>
                  </a:lnTo>
                  <a:lnTo>
                    <a:pt x="327569" y="0"/>
                  </a:lnTo>
                  <a:lnTo>
                    <a:pt x="345767" y="0"/>
                  </a:lnTo>
                  <a:lnTo>
                    <a:pt x="363965" y="0"/>
                  </a:lnTo>
                  <a:lnTo>
                    <a:pt x="382164" y="0"/>
                  </a:lnTo>
                  <a:lnTo>
                    <a:pt x="400362" y="0"/>
                  </a:lnTo>
                  <a:lnTo>
                    <a:pt x="418560" y="0"/>
                  </a:lnTo>
                  <a:lnTo>
                    <a:pt x="436758" y="0"/>
                  </a:lnTo>
                  <a:lnTo>
                    <a:pt x="454957" y="0"/>
                  </a:lnTo>
                  <a:lnTo>
                    <a:pt x="473155" y="0"/>
                  </a:lnTo>
                  <a:lnTo>
                    <a:pt x="491353" y="0"/>
                  </a:lnTo>
                  <a:lnTo>
                    <a:pt x="509552" y="0"/>
                  </a:lnTo>
                  <a:lnTo>
                    <a:pt x="52775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l298"/>
            <p:cNvSpPr/>
            <p:nvPr/>
          </p:nvSpPr>
          <p:spPr>
            <a:xfrm>
              <a:off x="5842603" y="2644846"/>
              <a:ext cx="373175" cy="373175"/>
            </a:xfrm>
            <a:custGeom>
              <a:avLst/>
              <a:pathLst>
                <a:path w="373175" h="373175">
                  <a:moveTo>
                    <a:pt x="0" y="0"/>
                  </a:moveTo>
                  <a:lnTo>
                    <a:pt x="12868" y="12868"/>
                  </a:lnTo>
                  <a:lnTo>
                    <a:pt x="25736" y="25736"/>
                  </a:lnTo>
                  <a:lnTo>
                    <a:pt x="38604" y="38604"/>
                  </a:lnTo>
                  <a:lnTo>
                    <a:pt x="51472" y="51472"/>
                  </a:lnTo>
                  <a:lnTo>
                    <a:pt x="64340" y="64340"/>
                  </a:lnTo>
                  <a:lnTo>
                    <a:pt x="77208" y="77208"/>
                  </a:lnTo>
                  <a:lnTo>
                    <a:pt x="90076" y="90076"/>
                  </a:lnTo>
                  <a:lnTo>
                    <a:pt x="102945" y="102945"/>
                  </a:lnTo>
                  <a:lnTo>
                    <a:pt x="115813" y="115813"/>
                  </a:lnTo>
                  <a:lnTo>
                    <a:pt x="128681" y="128681"/>
                  </a:lnTo>
                  <a:lnTo>
                    <a:pt x="141549" y="141549"/>
                  </a:lnTo>
                  <a:lnTo>
                    <a:pt x="154417" y="154417"/>
                  </a:lnTo>
                  <a:lnTo>
                    <a:pt x="167285" y="167285"/>
                  </a:lnTo>
                  <a:lnTo>
                    <a:pt x="180153" y="180153"/>
                  </a:lnTo>
                  <a:lnTo>
                    <a:pt x="193022" y="193022"/>
                  </a:lnTo>
                  <a:lnTo>
                    <a:pt x="205890" y="205890"/>
                  </a:lnTo>
                  <a:lnTo>
                    <a:pt x="218758" y="218758"/>
                  </a:lnTo>
                  <a:lnTo>
                    <a:pt x="231626" y="231626"/>
                  </a:lnTo>
                  <a:lnTo>
                    <a:pt x="244494" y="244494"/>
                  </a:lnTo>
                  <a:lnTo>
                    <a:pt x="257362" y="257362"/>
                  </a:lnTo>
                  <a:lnTo>
                    <a:pt x="270230" y="270230"/>
                  </a:lnTo>
                  <a:lnTo>
                    <a:pt x="283098" y="283098"/>
                  </a:lnTo>
                  <a:lnTo>
                    <a:pt x="295967" y="295967"/>
                  </a:lnTo>
                  <a:lnTo>
                    <a:pt x="308835" y="308835"/>
                  </a:lnTo>
                  <a:lnTo>
                    <a:pt x="321703" y="321703"/>
                  </a:lnTo>
                  <a:lnTo>
                    <a:pt x="334571" y="334571"/>
                  </a:lnTo>
                  <a:lnTo>
                    <a:pt x="347439" y="347439"/>
                  </a:lnTo>
                  <a:lnTo>
                    <a:pt x="360307" y="360307"/>
                  </a:lnTo>
                  <a:lnTo>
                    <a:pt x="373175" y="37317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l299"/>
            <p:cNvSpPr/>
            <p:nvPr/>
          </p:nvSpPr>
          <p:spPr>
            <a:xfrm>
              <a:off x="5842603" y="2644846"/>
              <a:ext cx="0" cy="527750"/>
            </a:xfrm>
            <a:custGeom>
              <a:avLst/>
              <a:pathLst>
                <a:path w="0" h="527750">
                  <a:moveTo>
                    <a:pt x="0" y="0"/>
                  </a:moveTo>
                  <a:lnTo>
                    <a:pt x="0" y="18198"/>
                  </a:lnTo>
                  <a:lnTo>
                    <a:pt x="0" y="36396"/>
                  </a:lnTo>
                  <a:lnTo>
                    <a:pt x="0" y="54594"/>
                  </a:lnTo>
                  <a:lnTo>
                    <a:pt x="0" y="72793"/>
                  </a:lnTo>
                  <a:lnTo>
                    <a:pt x="0" y="90991"/>
                  </a:lnTo>
                  <a:lnTo>
                    <a:pt x="0" y="109189"/>
                  </a:lnTo>
                  <a:lnTo>
                    <a:pt x="0" y="127388"/>
                  </a:lnTo>
                  <a:lnTo>
                    <a:pt x="0" y="145586"/>
                  </a:lnTo>
                  <a:lnTo>
                    <a:pt x="0" y="163784"/>
                  </a:lnTo>
                  <a:lnTo>
                    <a:pt x="0" y="181982"/>
                  </a:lnTo>
                  <a:lnTo>
                    <a:pt x="0" y="200181"/>
                  </a:lnTo>
                  <a:lnTo>
                    <a:pt x="0" y="218379"/>
                  </a:lnTo>
                  <a:lnTo>
                    <a:pt x="0" y="236577"/>
                  </a:lnTo>
                  <a:lnTo>
                    <a:pt x="0" y="254776"/>
                  </a:lnTo>
                  <a:lnTo>
                    <a:pt x="0" y="272974"/>
                  </a:lnTo>
                  <a:lnTo>
                    <a:pt x="0" y="291172"/>
                  </a:lnTo>
                  <a:lnTo>
                    <a:pt x="0" y="309370"/>
                  </a:lnTo>
                  <a:lnTo>
                    <a:pt x="0" y="327569"/>
                  </a:lnTo>
                  <a:lnTo>
                    <a:pt x="0" y="345767"/>
                  </a:lnTo>
                  <a:lnTo>
                    <a:pt x="0" y="363965"/>
                  </a:lnTo>
                  <a:lnTo>
                    <a:pt x="0" y="382164"/>
                  </a:lnTo>
                  <a:lnTo>
                    <a:pt x="0" y="400362"/>
                  </a:lnTo>
                  <a:lnTo>
                    <a:pt x="0" y="418560"/>
                  </a:lnTo>
                  <a:lnTo>
                    <a:pt x="0" y="436758"/>
                  </a:lnTo>
                  <a:lnTo>
                    <a:pt x="0" y="454957"/>
                  </a:lnTo>
                  <a:lnTo>
                    <a:pt x="0" y="473155"/>
                  </a:lnTo>
                  <a:lnTo>
                    <a:pt x="0" y="491353"/>
                  </a:lnTo>
                  <a:lnTo>
                    <a:pt x="0" y="509552"/>
                  </a:lnTo>
                  <a:lnTo>
                    <a:pt x="0" y="52775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l300"/>
            <p:cNvSpPr/>
            <p:nvPr/>
          </p:nvSpPr>
          <p:spPr>
            <a:xfrm>
              <a:off x="5469428" y="2644846"/>
              <a:ext cx="373175" cy="373175"/>
            </a:xfrm>
            <a:custGeom>
              <a:avLst/>
              <a:pathLst>
                <a:path w="373175" h="373175">
                  <a:moveTo>
                    <a:pt x="373175" y="0"/>
                  </a:moveTo>
                  <a:lnTo>
                    <a:pt x="360307" y="12868"/>
                  </a:lnTo>
                  <a:lnTo>
                    <a:pt x="347439" y="25736"/>
                  </a:lnTo>
                  <a:lnTo>
                    <a:pt x="334571" y="38604"/>
                  </a:lnTo>
                  <a:lnTo>
                    <a:pt x="321703" y="51472"/>
                  </a:lnTo>
                  <a:lnTo>
                    <a:pt x="308835" y="64340"/>
                  </a:lnTo>
                  <a:lnTo>
                    <a:pt x="295967" y="77208"/>
                  </a:lnTo>
                  <a:lnTo>
                    <a:pt x="283098" y="90076"/>
                  </a:lnTo>
                  <a:lnTo>
                    <a:pt x="270230" y="102945"/>
                  </a:lnTo>
                  <a:lnTo>
                    <a:pt x="257362" y="115813"/>
                  </a:lnTo>
                  <a:lnTo>
                    <a:pt x="244494" y="128681"/>
                  </a:lnTo>
                  <a:lnTo>
                    <a:pt x="231626" y="141549"/>
                  </a:lnTo>
                  <a:lnTo>
                    <a:pt x="218758" y="154417"/>
                  </a:lnTo>
                  <a:lnTo>
                    <a:pt x="205890" y="167285"/>
                  </a:lnTo>
                  <a:lnTo>
                    <a:pt x="193022" y="180153"/>
                  </a:lnTo>
                  <a:lnTo>
                    <a:pt x="180153" y="193022"/>
                  </a:lnTo>
                  <a:lnTo>
                    <a:pt x="167285" y="205890"/>
                  </a:lnTo>
                  <a:lnTo>
                    <a:pt x="154417" y="218758"/>
                  </a:lnTo>
                  <a:lnTo>
                    <a:pt x="141549" y="231626"/>
                  </a:lnTo>
                  <a:lnTo>
                    <a:pt x="128681" y="244494"/>
                  </a:lnTo>
                  <a:lnTo>
                    <a:pt x="115813" y="257362"/>
                  </a:lnTo>
                  <a:lnTo>
                    <a:pt x="102945" y="270230"/>
                  </a:lnTo>
                  <a:lnTo>
                    <a:pt x="90076" y="283098"/>
                  </a:lnTo>
                  <a:lnTo>
                    <a:pt x="77208" y="295967"/>
                  </a:lnTo>
                  <a:lnTo>
                    <a:pt x="64340" y="308835"/>
                  </a:lnTo>
                  <a:lnTo>
                    <a:pt x="51472" y="321703"/>
                  </a:lnTo>
                  <a:lnTo>
                    <a:pt x="38604" y="334571"/>
                  </a:lnTo>
                  <a:lnTo>
                    <a:pt x="25736" y="347439"/>
                  </a:lnTo>
                  <a:lnTo>
                    <a:pt x="12868" y="360307"/>
                  </a:lnTo>
                  <a:lnTo>
                    <a:pt x="0" y="37317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l301"/>
            <p:cNvSpPr/>
            <p:nvPr/>
          </p:nvSpPr>
          <p:spPr>
            <a:xfrm>
              <a:off x="5314853" y="2644846"/>
              <a:ext cx="527750" cy="0"/>
            </a:xfrm>
            <a:custGeom>
              <a:avLst/>
              <a:pathLst>
                <a:path w="527750" h="0">
                  <a:moveTo>
                    <a:pt x="527750" y="0"/>
                  </a:moveTo>
                  <a:lnTo>
                    <a:pt x="509552" y="0"/>
                  </a:lnTo>
                  <a:lnTo>
                    <a:pt x="491353" y="0"/>
                  </a:lnTo>
                  <a:lnTo>
                    <a:pt x="473155" y="0"/>
                  </a:lnTo>
                  <a:lnTo>
                    <a:pt x="454957" y="0"/>
                  </a:lnTo>
                  <a:lnTo>
                    <a:pt x="436758" y="0"/>
                  </a:lnTo>
                  <a:lnTo>
                    <a:pt x="418560" y="0"/>
                  </a:lnTo>
                  <a:lnTo>
                    <a:pt x="400362" y="0"/>
                  </a:lnTo>
                  <a:lnTo>
                    <a:pt x="382164" y="0"/>
                  </a:lnTo>
                  <a:lnTo>
                    <a:pt x="363965" y="0"/>
                  </a:lnTo>
                  <a:lnTo>
                    <a:pt x="345767" y="0"/>
                  </a:lnTo>
                  <a:lnTo>
                    <a:pt x="327569" y="0"/>
                  </a:lnTo>
                  <a:lnTo>
                    <a:pt x="309370" y="0"/>
                  </a:lnTo>
                  <a:lnTo>
                    <a:pt x="291172" y="0"/>
                  </a:lnTo>
                  <a:lnTo>
                    <a:pt x="272974" y="0"/>
                  </a:lnTo>
                  <a:lnTo>
                    <a:pt x="254776" y="0"/>
                  </a:lnTo>
                  <a:lnTo>
                    <a:pt x="236577" y="0"/>
                  </a:lnTo>
                  <a:lnTo>
                    <a:pt x="218379" y="0"/>
                  </a:lnTo>
                  <a:lnTo>
                    <a:pt x="200181" y="0"/>
                  </a:lnTo>
                  <a:lnTo>
                    <a:pt x="181982" y="0"/>
                  </a:lnTo>
                  <a:lnTo>
                    <a:pt x="163784" y="0"/>
                  </a:lnTo>
                  <a:lnTo>
                    <a:pt x="145586" y="0"/>
                  </a:lnTo>
                  <a:lnTo>
                    <a:pt x="127388" y="0"/>
                  </a:lnTo>
                  <a:lnTo>
                    <a:pt x="109189" y="0"/>
                  </a:lnTo>
                  <a:lnTo>
                    <a:pt x="90991" y="0"/>
                  </a:lnTo>
                  <a:lnTo>
                    <a:pt x="72793" y="0"/>
                  </a:lnTo>
                  <a:lnTo>
                    <a:pt x="54594" y="0"/>
                  </a:lnTo>
                  <a:lnTo>
                    <a:pt x="36396" y="0"/>
                  </a:lnTo>
                  <a:lnTo>
                    <a:pt x="18198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l302"/>
            <p:cNvSpPr/>
            <p:nvPr/>
          </p:nvSpPr>
          <p:spPr>
            <a:xfrm>
              <a:off x="5469428" y="2271670"/>
              <a:ext cx="373175" cy="373175"/>
            </a:xfrm>
            <a:custGeom>
              <a:avLst/>
              <a:pathLst>
                <a:path w="373175" h="373175">
                  <a:moveTo>
                    <a:pt x="373175" y="373175"/>
                  </a:moveTo>
                  <a:lnTo>
                    <a:pt x="360307" y="360307"/>
                  </a:lnTo>
                  <a:lnTo>
                    <a:pt x="347439" y="347439"/>
                  </a:lnTo>
                  <a:lnTo>
                    <a:pt x="334571" y="334571"/>
                  </a:lnTo>
                  <a:lnTo>
                    <a:pt x="321703" y="321703"/>
                  </a:lnTo>
                  <a:lnTo>
                    <a:pt x="308835" y="308835"/>
                  </a:lnTo>
                  <a:lnTo>
                    <a:pt x="295967" y="295967"/>
                  </a:lnTo>
                  <a:lnTo>
                    <a:pt x="283098" y="283098"/>
                  </a:lnTo>
                  <a:lnTo>
                    <a:pt x="270230" y="270230"/>
                  </a:lnTo>
                  <a:lnTo>
                    <a:pt x="257362" y="257362"/>
                  </a:lnTo>
                  <a:lnTo>
                    <a:pt x="244494" y="244494"/>
                  </a:lnTo>
                  <a:lnTo>
                    <a:pt x="231626" y="231626"/>
                  </a:lnTo>
                  <a:lnTo>
                    <a:pt x="218758" y="218758"/>
                  </a:lnTo>
                  <a:lnTo>
                    <a:pt x="205890" y="205890"/>
                  </a:lnTo>
                  <a:lnTo>
                    <a:pt x="193022" y="193022"/>
                  </a:lnTo>
                  <a:lnTo>
                    <a:pt x="180153" y="180153"/>
                  </a:lnTo>
                  <a:lnTo>
                    <a:pt x="167285" y="167285"/>
                  </a:lnTo>
                  <a:lnTo>
                    <a:pt x="154417" y="154417"/>
                  </a:lnTo>
                  <a:lnTo>
                    <a:pt x="141549" y="141549"/>
                  </a:lnTo>
                  <a:lnTo>
                    <a:pt x="128681" y="128681"/>
                  </a:lnTo>
                  <a:lnTo>
                    <a:pt x="115813" y="115813"/>
                  </a:lnTo>
                  <a:lnTo>
                    <a:pt x="102945" y="102945"/>
                  </a:lnTo>
                  <a:lnTo>
                    <a:pt x="90076" y="90076"/>
                  </a:lnTo>
                  <a:lnTo>
                    <a:pt x="77208" y="77208"/>
                  </a:lnTo>
                  <a:lnTo>
                    <a:pt x="64340" y="64340"/>
                  </a:lnTo>
                  <a:lnTo>
                    <a:pt x="51472" y="51472"/>
                  </a:lnTo>
                  <a:lnTo>
                    <a:pt x="38604" y="38604"/>
                  </a:lnTo>
                  <a:lnTo>
                    <a:pt x="25736" y="25736"/>
                  </a:lnTo>
                  <a:lnTo>
                    <a:pt x="12868" y="12868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tx303"/>
            <p:cNvSpPr/>
            <p:nvPr/>
          </p:nvSpPr>
          <p:spPr>
            <a:xfrm>
              <a:off x="5710618" y="2010092"/>
              <a:ext cx="263971" cy="79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304" name="tx304"/>
            <p:cNvSpPr/>
            <p:nvPr/>
          </p:nvSpPr>
          <p:spPr>
            <a:xfrm>
              <a:off x="6028420" y="2183883"/>
              <a:ext cx="468011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305" name="tx305"/>
            <p:cNvSpPr/>
            <p:nvPr/>
          </p:nvSpPr>
          <p:spPr>
            <a:xfrm>
              <a:off x="6328320" y="2603970"/>
              <a:ext cx="216005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306" name="tx306"/>
            <p:cNvSpPr/>
            <p:nvPr/>
          </p:nvSpPr>
          <p:spPr>
            <a:xfrm>
              <a:off x="6019354" y="3021579"/>
              <a:ext cx="48614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307" name="tx307"/>
            <p:cNvSpPr/>
            <p:nvPr/>
          </p:nvSpPr>
          <p:spPr>
            <a:xfrm>
              <a:off x="5701552" y="3195475"/>
              <a:ext cx="28210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308" name="tx308"/>
            <p:cNvSpPr/>
            <p:nvPr/>
          </p:nvSpPr>
          <p:spPr>
            <a:xfrm>
              <a:off x="5170748" y="3021579"/>
              <a:ext cx="504065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309" name="tx309"/>
            <p:cNvSpPr/>
            <p:nvPr/>
          </p:nvSpPr>
          <p:spPr>
            <a:xfrm>
              <a:off x="5125938" y="2603970"/>
              <a:ext cx="245891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310" name="tx310"/>
            <p:cNvSpPr/>
            <p:nvPr/>
          </p:nvSpPr>
          <p:spPr>
            <a:xfrm>
              <a:off x="5179814" y="2183883"/>
              <a:ext cx="485933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311" name="tx311"/>
            <p:cNvSpPr/>
            <p:nvPr/>
          </p:nvSpPr>
          <p:spPr>
            <a:xfrm>
              <a:off x="4942355" y="2349001"/>
              <a:ext cx="177930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312" name="tx312"/>
            <p:cNvSpPr/>
            <p:nvPr/>
          </p:nvSpPr>
          <p:spPr>
            <a:xfrm>
              <a:off x="4892913" y="2085126"/>
              <a:ext cx="227372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313" name="rc313"/>
            <p:cNvSpPr/>
            <p:nvPr/>
          </p:nvSpPr>
          <p:spPr>
            <a:xfrm>
              <a:off x="6823205" y="1749294"/>
              <a:ext cx="2251205" cy="19790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314" name="rc314"/>
            <p:cNvSpPr/>
            <p:nvPr/>
          </p:nvSpPr>
          <p:spPr>
            <a:xfrm>
              <a:off x="6823205" y="1947200"/>
              <a:ext cx="2251205" cy="14817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5" name="rc315"/>
            <p:cNvSpPr/>
            <p:nvPr/>
          </p:nvSpPr>
          <p:spPr>
            <a:xfrm>
              <a:off x="7151165" y="1749294"/>
              <a:ext cx="1885287" cy="197906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6" name="tx316"/>
            <p:cNvSpPr/>
            <p:nvPr/>
          </p:nvSpPr>
          <p:spPr>
            <a:xfrm>
              <a:off x="7595672" y="1789941"/>
              <a:ext cx="996274" cy="1116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Coraciiformes</a:t>
              </a:r>
            </a:p>
          </p:txBody>
        </p:sp>
        <p:sp>
          <p:nvSpPr>
            <p:cNvPr id="317" name="rc317"/>
            <p:cNvSpPr/>
            <p:nvPr/>
          </p:nvSpPr>
          <p:spPr>
            <a:xfrm>
              <a:off x="7434121" y="1985158"/>
              <a:ext cx="1319376" cy="13193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8" name="pl318"/>
            <p:cNvSpPr/>
            <p:nvPr/>
          </p:nvSpPr>
          <p:spPr>
            <a:xfrm>
              <a:off x="8093809" y="2051127"/>
              <a:ext cx="0" cy="593719"/>
            </a:xfrm>
            <a:custGeom>
              <a:avLst/>
              <a:pathLst>
                <a:path w="0" h="593719">
                  <a:moveTo>
                    <a:pt x="0" y="593719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19" name="pl319"/>
            <p:cNvSpPr/>
            <p:nvPr/>
          </p:nvSpPr>
          <p:spPr>
            <a:xfrm>
              <a:off x="8093809" y="2225023"/>
              <a:ext cx="419822" cy="419822"/>
            </a:xfrm>
            <a:custGeom>
              <a:avLst/>
              <a:pathLst>
                <a:path w="419822" h="419822">
                  <a:moveTo>
                    <a:pt x="0" y="419822"/>
                  </a:moveTo>
                  <a:lnTo>
                    <a:pt x="419822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0" name="pl320"/>
            <p:cNvSpPr/>
            <p:nvPr/>
          </p:nvSpPr>
          <p:spPr>
            <a:xfrm>
              <a:off x="8093809" y="2644846"/>
              <a:ext cx="593719" cy="0"/>
            </a:xfrm>
            <a:custGeom>
              <a:avLst/>
              <a:pathLst>
                <a:path w="593719" h="0">
                  <a:moveTo>
                    <a:pt x="0" y="0"/>
                  </a:moveTo>
                  <a:lnTo>
                    <a:pt x="59371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1" name="pl321"/>
            <p:cNvSpPr/>
            <p:nvPr/>
          </p:nvSpPr>
          <p:spPr>
            <a:xfrm>
              <a:off x="8093809" y="2644846"/>
              <a:ext cx="419822" cy="419822"/>
            </a:xfrm>
            <a:custGeom>
              <a:avLst/>
              <a:pathLst>
                <a:path w="419822" h="419822">
                  <a:moveTo>
                    <a:pt x="0" y="0"/>
                  </a:moveTo>
                  <a:lnTo>
                    <a:pt x="419822" y="419822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2" name="pl322"/>
            <p:cNvSpPr/>
            <p:nvPr/>
          </p:nvSpPr>
          <p:spPr>
            <a:xfrm>
              <a:off x="8093809" y="2644846"/>
              <a:ext cx="0" cy="593719"/>
            </a:xfrm>
            <a:custGeom>
              <a:avLst/>
              <a:pathLst>
                <a:path w="0" h="593719">
                  <a:moveTo>
                    <a:pt x="0" y="0"/>
                  </a:moveTo>
                  <a:lnTo>
                    <a:pt x="0" y="593719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3" name="pl323"/>
            <p:cNvSpPr/>
            <p:nvPr/>
          </p:nvSpPr>
          <p:spPr>
            <a:xfrm>
              <a:off x="7673986" y="2644846"/>
              <a:ext cx="419822" cy="419822"/>
            </a:xfrm>
            <a:custGeom>
              <a:avLst/>
              <a:pathLst>
                <a:path w="419822" h="419822">
                  <a:moveTo>
                    <a:pt x="419822" y="0"/>
                  </a:moveTo>
                  <a:lnTo>
                    <a:pt x="0" y="419822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4" name="pl324"/>
            <p:cNvSpPr/>
            <p:nvPr/>
          </p:nvSpPr>
          <p:spPr>
            <a:xfrm>
              <a:off x="7500090" y="2644846"/>
              <a:ext cx="593719" cy="0"/>
            </a:xfrm>
            <a:custGeom>
              <a:avLst/>
              <a:pathLst>
                <a:path w="593719" h="0">
                  <a:moveTo>
                    <a:pt x="593719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5" name="pl325"/>
            <p:cNvSpPr/>
            <p:nvPr/>
          </p:nvSpPr>
          <p:spPr>
            <a:xfrm>
              <a:off x="7673986" y="2225023"/>
              <a:ext cx="419822" cy="419822"/>
            </a:xfrm>
            <a:custGeom>
              <a:avLst/>
              <a:pathLst>
                <a:path w="419822" h="419822">
                  <a:moveTo>
                    <a:pt x="419822" y="419822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6" name="pl326"/>
            <p:cNvSpPr/>
            <p:nvPr/>
          </p:nvSpPr>
          <p:spPr>
            <a:xfrm>
              <a:off x="7829967" y="2380971"/>
              <a:ext cx="527683" cy="527617"/>
            </a:xfrm>
            <a:custGeom>
              <a:avLst/>
              <a:pathLst>
                <a:path w="527683" h="527617">
                  <a:moveTo>
                    <a:pt x="263841" y="0"/>
                  </a:moveTo>
                  <a:lnTo>
                    <a:pt x="280577" y="531"/>
                  </a:lnTo>
                  <a:lnTo>
                    <a:pt x="297246" y="2122"/>
                  </a:lnTo>
                  <a:lnTo>
                    <a:pt x="313780" y="4768"/>
                  </a:lnTo>
                  <a:lnTo>
                    <a:pt x="330113" y="8457"/>
                  </a:lnTo>
                  <a:lnTo>
                    <a:pt x="346179" y="13174"/>
                  </a:lnTo>
                  <a:lnTo>
                    <a:pt x="361914" y="18901"/>
                  </a:lnTo>
                  <a:lnTo>
                    <a:pt x="377254" y="25615"/>
                  </a:lnTo>
                  <a:lnTo>
                    <a:pt x="392137" y="33288"/>
                  </a:lnTo>
                  <a:lnTo>
                    <a:pt x="406503" y="41889"/>
                  </a:lnTo>
                  <a:lnTo>
                    <a:pt x="420295" y="51384"/>
                  </a:lnTo>
                  <a:lnTo>
                    <a:pt x="433457" y="61735"/>
                  </a:lnTo>
                  <a:lnTo>
                    <a:pt x="445936" y="72899"/>
                  </a:lnTo>
                  <a:lnTo>
                    <a:pt x="457682" y="84833"/>
                  </a:lnTo>
                  <a:lnTo>
                    <a:pt x="468647" y="97487"/>
                  </a:lnTo>
                  <a:lnTo>
                    <a:pt x="478788" y="110812"/>
                  </a:lnTo>
                  <a:lnTo>
                    <a:pt x="488063" y="124753"/>
                  </a:lnTo>
                  <a:lnTo>
                    <a:pt x="496435" y="139254"/>
                  </a:lnTo>
                  <a:lnTo>
                    <a:pt x="503871" y="154257"/>
                  </a:lnTo>
                  <a:lnTo>
                    <a:pt x="510340" y="169701"/>
                  </a:lnTo>
                  <a:lnTo>
                    <a:pt x="515817" y="185525"/>
                  </a:lnTo>
                  <a:lnTo>
                    <a:pt x="520278" y="201664"/>
                  </a:lnTo>
                  <a:lnTo>
                    <a:pt x="523708" y="218053"/>
                  </a:lnTo>
                  <a:lnTo>
                    <a:pt x="526091" y="234627"/>
                  </a:lnTo>
                  <a:lnTo>
                    <a:pt x="527418" y="251319"/>
                  </a:lnTo>
                  <a:lnTo>
                    <a:pt x="527683" y="268061"/>
                  </a:lnTo>
                  <a:lnTo>
                    <a:pt x="526887" y="284787"/>
                  </a:lnTo>
                  <a:lnTo>
                    <a:pt x="525031" y="301428"/>
                  </a:lnTo>
                  <a:lnTo>
                    <a:pt x="522123" y="317918"/>
                  </a:lnTo>
                  <a:lnTo>
                    <a:pt x="518176" y="334191"/>
                  </a:lnTo>
                  <a:lnTo>
                    <a:pt x="513204" y="350180"/>
                  </a:lnTo>
                  <a:lnTo>
                    <a:pt x="507228" y="365822"/>
                  </a:lnTo>
                  <a:lnTo>
                    <a:pt x="500272" y="381053"/>
                  </a:lnTo>
                  <a:lnTo>
                    <a:pt x="492364" y="395812"/>
                  </a:lnTo>
                  <a:lnTo>
                    <a:pt x="483536" y="410040"/>
                  </a:lnTo>
                  <a:lnTo>
                    <a:pt x="473823" y="423680"/>
                  </a:lnTo>
                  <a:lnTo>
                    <a:pt x="463265" y="436676"/>
                  </a:lnTo>
                  <a:lnTo>
                    <a:pt x="451904" y="448977"/>
                  </a:lnTo>
                  <a:lnTo>
                    <a:pt x="439785" y="460532"/>
                  </a:lnTo>
                  <a:lnTo>
                    <a:pt x="426958" y="471295"/>
                  </a:lnTo>
                  <a:lnTo>
                    <a:pt x="413475" y="481223"/>
                  </a:lnTo>
                  <a:lnTo>
                    <a:pt x="399388" y="490275"/>
                  </a:lnTo>
                  <a:lnTo>
                    <a:pt x="384756" y="498416"/>
                  </a:lnTo>
                  <a:lnTo>
                    <a:pt x="369637" y="505613"/>
                  </a:lnTo>
                  <a:lnTo>
                    <a:pt x="354092" y="511836"/>
                  </a:lnTo>
                  <a:lnTo>
                    <a:pt x="338184" y="517061"/>
                  </a:lnTo>
                  <a:lnTo>
                    <a:pt x="321976" y="521266"/>
                  </a:lnTo>
                  <a:lnTo>
                    <a:pt x="305534" y="524435"/>
                  </a:lnTo>
                  <a:lnTo>
                    <a:pt x="288924" y="526555"/>
                  </a:lnTo>
                  <a:lnTo>
                    <a:pt x="272214" y="527617"/>
                  </a:lnTo>
                  <a:lnTo>
                    <a:pt x="255469" y="527617"/>
                  </a:lnTo>
                  <a:lnTo>
                    <a:pt x="238759" y="526555"/>
                  </a:lnTo>
                  <a:lnTo>
                    <a:pt x="222149" y="524435"/>
                  </a:lnTo>
                  <a:lnTo>
                    <a:pt x="205707" y="521266"/>
                  </a:lnTo>
                  <a:lnTo>
                    <a:pt x="189499" y="517061"/>
                  </a:lnTo>
                  <a:lnTo>
                    <a:pt x="173591" y="511836"/>
                  </a:lnTo>
                  <a:lnTo>
                    <a:pt x="158046" y="505613"/>
                  </a:lnTo>
                  <a:lnTo>
                    <a:pt x="142927" y="498416"/>
                  </a:lnTo>
                  <a:lnTo>
                    <a:pt x="128295" y="490275"/>
                  </a:lnTo>
                  <a:lnTo>
                    <a:pt x="114208" y="481223"/>
                  </a:lnTo>
                  <a:lnTo>
                    <a:pt x="100725" y="471295"/>
                  </a:lnTo>
                  <a:lnTo>
                    <a:pt x="87898" y="460532"/>
                  </a:lnTo>
                  <a:lnTo>
                    <a:pt x="75779" y="448977"/>
                  </a:lnTo>
                  <a:lnTo>
                    <a:pt x="64418" y="436676"/>
                  </a:lnTo>
                  <a:lnTo>
                    <a:pt x="53860" y="423680"/>
                  </a:lnTo>
                  <a:lnTo>
                    <a:pt x="44147" y="410040"/>
                  </a:lnTo>
                  <a:lnTo>
                    <a:pt x="35319" y="395812"/>
                  </a:lnTo>
                  <a:lnTo>
                    <a:pt x="27411" y="381053"/>
                  </a:lnTo>
                  <a:lnTo>
                    <a:pt x="20455" y="365822"/>
                  </a:lnTo>
                  <a:lnTo>
                    <a:pt x="14479" y="350180"/>
                  </a:lnTo>
                  <a:lnTo>
                    <a:pt x="9507" y="334191"/>
                  </a:lnTo>
                  <a:lnTo>
                    <a:pt x="5560" y="317918"/>
                  </a:lnTo>
                  <a:lnTo>
                    <a:pt x="2652" y="301428"/>
                  </a:lnTo>
                  <a:lnTo>
                    <a:pt x="796" y="284787"/>
                  </a:lnTo>
                  <a:lnTo>
                    <a:pt x="0" y="268061"/>
                  </a:lnTo>
                  <a:lnTo>
                    <a:pt x="265" y="251319"/>
                  </a:lnTo>
                  <a:lnTo>
                    <a:pt x="1592" y="234627"/>
                  </a:lnTo>
                  <a:lnTo>
                    <a:pt x="3975" y="218053"/>
                  </a:lnTo>
                  <a:lnTo>
                    <a:pt x="7405" y="201664"/>
                  </a:lnTo>
                  <a:lnTo>
                    <a:pt x="11866" y="185525"/>
                  </a:lnTo>
                  <a:lnTo>
                    <a:pt x="17343" y="169701"/>
                  </a:lnTo>
                  <a:lnTo>
                    <a:pt x="23812" y="154257"/>
                  </a:lnTo>
                  <a:lnTo>
                    <a:pt x="31248" y="139254"/>
                  </a:lnTo>
                  <a:lnTo>
                    <a:pt x="39620" y="124753"/>
                  </a:lnTo>
                  <a:lnTo>
                    <a:pt x="48895" y="110812"/>
                  </a:lnTo>
                  <a:lnTo>
                    <a:pt x="59036" y="97487"/>
                  </a:lnTo>
                  <a:lnTo>
                    <a:pt x="70001" y="84833"/>
                  </a:lnTo>
                  <a:lnTo>
                    <a:pt x="81747" y="72899"/>
                  </a:lnTo>
                  <a:lnTo>
                    <a:pt x="94226" y="61735"/>
                  </a:lnTo>
                  <a:lnTo>
                    <a:pt x="107388" y="51384"/>
                  </a:lnTo>
                  <a:lnTo>
                    <a:pt x="121180" y="41889"/>
                  </a:lnTo>
                  <a:lnTo>
                    <a:pt x="135546" y="33288"/>
                  </a:lnTo>
                  <a:lnTo>
                    <a:pt x="150429" y="25615"/>
                  </a:lnTo>
                  <a:lnTo>
                    <a:pt x="165769" y="18901"/>
                  </a:lnTo>
                  <a:lnTo>
                    <a:pt x="181504" y="13174"/>
                  </a:lnTo>
                  <a:lnTo>
                    <a:pt x="197570" y="8457"/>
                  </a:lnTo>
                  <a:lnTo>
                    <a:pt x="213903" y="4768"/>
                  </a:lnTo>
                  <a:lnTo>
                    <a:pt x="230437" y="2122"/>
                  </a:lnTo>
                  <a:lnTo>
                    <a:pt x="247105" y="531"/>
                  </a:lnTo>
                  <a:lnTo>
                    <a:pt x="2638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7" name="pl327"/>
            <p:cNvSpPr/>
            <p:nvPr/>
          </p:nvSpPr>
          <p:spPr>
            <a:xfrm>
              <a:off x="7566125" y="2117096"/>
              <a:ext cx="1055367" cy="1055235"/>
            </a:xfrm>
            <a:custGeom>
              <a:avLst/>
              <a:pathLst>
                <a:path w="1055367" h="1055235">
                  <a:moveTo>
                    <a:pt x="527683" y="0"/>
                  </a:moveTo>
                  <a:lnTo>
                    <a:pt x="561155" y="1062"/>
                  </a:lnTo>
                  <a:lnTo>
                    <a:pt x="594493" y="4245"/>
                  </a:lnTo>
                  <a:lnTo>
                    <a:pt x="627561" y="9537"/>
                  </a:lnTo>
                  <a:lnTo>
                    <a:pt x="660227" y="16915"/>
                  </a:lnTo>
                  <a:lnTo>
                    <a:pt x="692359" y="26349"/>
                  </a:lnTo>
                  <a:lnTo>
                    <a:pt x="723828" y="37803"/>
                  </a:lnTo>
                  <a:lnTo>
                    <a:pt x="754508" y="51230"/>
                  </a:lnTo>
                  <a:lnTo>
                    <a:pt x="784274" y="66576"/>
                  </a:lnTo>
                  <a:lnTo>
                    <a:pt x="813007" y="83778"/>
                  </a:lnTo>
                  <a:lnTo>
                    <a:pt x="840591" y="102768"/>
                  </a:lnTo>
                  <a:lnTo>
                    <a:pt x="866915" y="123470"/>
                  </a:lnTo>
                  <a:lnTo>
                    <a:pt x="891873" y="145799"/>
                  </a:lnTo>
                  <a:lnTo>
                    <a:pt x="915365" y="169666"/>
                  </a:lnTo>
                  <a:lnTo>
                    <a:pt x="937295" y="194975"/>
                  </a:lnTo>
                  <a:lnTo>
                    <a:pt x="957576" y="221625"/>
                  </a:lnTo>
                  <a:lnTo>
                    <a:pt x="976126" y="249506"/>
                  </a:lnTo>
                  <a:lnTo>
                    <a:pt x="992871" y="278509"/>
                  </a:lnTo>
                  <a:lnTo>
                    <a:pt x="1007742" y="308514"/>
                  </a:lnTo>
                  <a:lnTo>
                    <a:pt x="1020680" y="339403"/>
                  </a:lnTo>
                  <a:lnTo>
                    <a:pt x="1031634" y="371050"/>
                  </a:lnTo>
                  <a:lnTo>
                    <a:pt x="1040557" y="403328"/>
                  </a:lnTo>
                  <a:lnTo>
                    <a:pt x="1047416" y="436107"/>
                  </a:lnTo>
                  <a:lnTo>
                    <a:pt x="1052182" y="469255"/>
                  </a:lnTo>
                  <a:lnTo>
                    <a:pt x="1054836" y="502639"/>
                  </a:lnTo>
                  <a:lnTo>
                    <a:pt x="1055367" y="536123"/>
                  </a:lnTo>
                  <a:lnTo>
                    <a:pt x="1053774" y="569574"/>
                  </a:lnTo>
                  <a:lnTo>
                    <a:pt x="1050062" y="602857"/>
                  </a:lnTo>
                  <a:lnTo>
                    <a:pt x="1044247" y="635837"/>
                  </a:lnTo>
                  <a:lnTo>
                    <a:pt x="1036352" y="668382"/>
                  </a:lnTo>
                  <a:lnTo>
                    <a:pt x="1026408" y="700360"/>
                  </a:lnTo>
                  <a:lnTo>
                    <a:pt x="1014456" y="731644"/>
                  </a:lnTo>
                  <a:lnTo>
                    <a:pt x="1000545" y="762106"/>
                  </a:lnTo>
                  <a:lnTo>
                    <a:pt x="984729" y="791625"/>
                  </a:lnTo>
                  <a:lnTo>
                    <a:pt x="967073" y="820081"/>
                  </a:lnTo>
                  <a:lnTo>
                    <a:pt x="947647" y="847361"/>
                  </a:lnTo>
                  <a:lnTo>
                    <a:pt x="926531" y="873353"/>
                  </a:lnTo>
                  <a:lnTo>
                    <a:pt x="903808" y="897954"/>
                  </a:lnTo>
                  <a:lnTo>
                    <a:pt x="879571" y="921064"/>
                  </a:lnTo>
                  <a:lnTo>
                    <a:pt x="853917" y="942590"/>
                  </a:lnTo>
                  <a:lnTo>
                    <a:pt x="826950" y="962446"/>
                  </a:lnTo>
                  <a:lnTo>
                    <a:pt x="798777" y="980551"/>
                  </a:lnTo>
                  <a:lnTo>
                    <a:pt x="769513" y="996833"/>
                  </a:lnTo>
                  <a:lnTo>
                    <a:pt x="739275" y="1011227"/>
                  </a:lnTo>
                  <a:lnTo>
                    <a:pt x="708185" y="1023673"/>
                  </a:lnTo>
                  <a:lnTo>
                    <a:pt x="676368" y="1034123"/>
                  </a:lnTo>
                  <a:lnTo>
                    <a:pt x="643952" y="1042533"/>
                  </a:lnTo>
                  <a:lnTo>
                    <a:pt x="611069" y="1048871"/>
                  </a:lnTo>
                  <a:lnTo>
                    <a:pt x="577849" y="1053111"/>
                  </a:lnTo>
                  <a:lnTo>
                    <a:pt x="544428" y="1055235"/>
                  </a:lnTo>
                  <a:lnTo>
                    <a:pt x="510939" y="1055235"/>
                  </a:lnTo>
                  <a:lnTo>
                    <a:pt x="477518" y="1053111"/>
                  </a:lnTo>
                  <a:lnTo>
                    <a:pt x="444298" y="1048871"/>
                  </a:lnTo>
                  <a:lnTo>
                    <a:pt x="411415" y="1042533"/>
                  </a:lnTo>
                  <a:lnTo>
                    <a:pt x="378999" y="1034123"/>
                  </a:lnTo>
                  <a:lnTo>
                    <a:pt x="347182" y="1023673"/>
                  </a:lnTo>
                  <a:lnTo>
                    <a:pt x="316092" y="1011227"/>
                  </a:lnTo>
                  <a:lnTo>
                    <a:pt x="285854" y="996833"/>
                  </a:lnTo>
                  <a:lnTo>
                    <a:pt x="256590" y="980551"/>
                  </a:lnTo>
                  <a:lnTo>
                    <a:pt x="228417" y="962446"/>
                  </a:lnTo>
                  <a:lnTo>
                    <a:pt x="201450" y="942590"/>
                  </a:lnTo>
                  <a:lnTo>
                    <a:pt x="175796" y="921064"/>
                  </a:lnTo>
                  <a:lnTo>
                    <a:pt x="151559" y="897954"/>
                  </a:lnTo>
                  <a:lnTo>
                    <a:pt x="128836" y="873353"/>
                  </a:lnTo>
                  <a:lnTo>
                    <a:pt x="107720" y="847361"/>
                  </a:lnTo>
                  <a:lnTo>
                    <a:pt x="88294" y="820081"/>
                  </a:lnTo>
                  <a:lnTo>
                    <a:pt x="70638" y="791625"/>
                  </a:lnTo>
                  <a:lnTo>
                    <a:pt x="54822" y="762106"/>
                  </a:lnTo>
                  <a:lnTo>
                    <a:pt x="40911" y="731644"/>
                  </a:lnTo>
                  <a:lnTo>
                    <a:pt x="28959" y="700360"/>
                  </a:lnTo>
                  <a:lnTo>
                    <a:pt x="19015" y="668382"/>
                  </a:lnTo>
                  <a:lnTo>
                    <a:pt x="11120" y="635837"/>
                  </a:lnTo>
                  <a:lnTo>
                    <a:pt x="5305" y="602857"/>
                  </a:lnTo>
                  <a:lnTo>
                    <a:pt x="1593" y="569574"/>
                  </a:lnTo>
                  <a:lnTo>
                    <a:pt x="0" y="536123"/>
                  </a:lnTo>
                  <a:lnTo>
                    <a:pt x="531" y="502639"/>
                  </a:lnTo>
                  <a:lnTo>
                    <a:pt x="3185" y="469255"/>
                  </a:lnTo>
                  <a:lnTo>
                    <a:pt x="7951" y="436107"/>
                  </a:lnTo>
                  <a:lnTo>
                    <a:pt x="14810" y="403328"/>
                  </a:lnTo>
                  <a:lnTo>
                    <a:pt x="23733" y="371050"/>
                  </a:lnTo>
                  <a:lnTo>
                    <a:pt x="34687" y="339403"/>
                  </a:lnTo>
                  <a:lnTo>
                    <a:pt x="47625" y="308514"/>
                  </a:lnTo>
                  <a:lnTo>
                    <a:pt x="62496" y="278509"/>
                  </a:lnTo>
                  <a:lnTo>
                    <a:pt x="79241" y="249506"/>
                  </a:lnTo>
                  <a:lnTo>
                    <a:pt x="97791" y="221625"/>
                  </a:lnTo>
                  <a:lnTo>
                    <a:pt x="118072" y="194975"/>
                  </a:lnTo>
                  <a:lnTo>
                    <a:pt x="140002" y="169666"/>
                  </a:lnTo>
                  <a:lnTo>
                    <a:pt x="163494" y="145799"/>
                  </a:lnTo>
                  <a:lnTo>
                    <a:pt x="188452" y="123470"/>
                  </a:lnTo>
                  <a:lnTo>
                    <a:pt x="214776" y="102768"/>
                  </a:lnTo>
                  <a:lnTo>
                    <a:pt x="242360" y="83778"/>
                  </a:lnTo>
                  <a:lnTo>
                    <a:pt x="271093" y="66576"/>
                  </a:lnTo>
                  <a:lnTo>
                    <a:pt x="300859" y="51230"/>
                  </a:lnTo>
                  <a:lnTo>
                    <a:pt x="331538" y="37803"/>
                  </a:lnTo>
                  <a:lnTo>
                    <a:pt x="363008" y="26349"/>
                  </a:lnTo>
                  <a:lnTo>
                    <a:pt x="395140" y="16915"/>
                  </a:lnTo>
                  <a:lnTo>
                    <a:pt x="427806" y="9537"/>
                  </a:lnTo>
                  <a:lnTo>
                    <a:pt x="460874" y="4245"/>
                  </a:lnTo>
                  <a:lnTo>
                    <a:pt x="494211" y="1062"/>
                  </a:lnTo>
                  <a:lnTo>
                    <a:pt x="527683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8" name="pl328"/>
            <p:cNvSpPr/>
            <p:nvPr/>
          </p:nvSpPr>
          <p:spPr>
            <a:xfrm>
              <a:off x="7500164" y="2051127"/>
              <a:ext cx="1187288" cy="1187139"/>
            </a:xfrm>
            <a:custGeom>
              <a:avLst/>
              <a:pathLst>
                <a:path w="1187288" h="1187139">
                  <a:moveTo>
                    <a:pt x="593644" y="0"/>
                  </a:moveTo>
                  <a:lnTo>
                    <a:pt x="631300" y="1195"/>
                  </a:lnTo>
                  <a:lnTo>
                    <a:pt x="668804" y="4776"/>
                  </a:lnTo>
                  <a:lnTo>
                    <a:pt x="706006" y="10729"/>
                  </a:lnTo>
                  <a:lnTo>
                    <a:pt x="742755" y="19029"/>
                  </a:lnTo>
                  <a:lnTo>
                    <a:pt x="778904" y="29643"/>
                  </a:lnTo>
                  <a:lnTo>
                    <a:pt x="814307" y="42529"/>
                  </a:lnTo>
                  <a:lnTo>
                    <a:pt x="848821" y="57634"/>
                  </a:lnTo>
                  <a:lnTo>
                    <a:pt x="882308" y="74898"/>
                  </a:lnTo>
                  <a:lnTo>
                    <a:pt x="914633" y="94250"/>
                  </a:lnTo>
                  <a:lnTo>
                    <a:pt x="945665" y="115614"/>
                  </a:lnTo>
                  <a:lnTo>
                    <a:pt x="975279" y="138903"/>
                  </a:lnTo>
                  <a:lnTo>
                    <a:pt x="1003357" y="164024"/>
                  </a:lnTo>
                  <a:lnTo>
                    <a:pt x="1029785" y="190875"/>
                  </a:lnTo>
                  <a:lnTo>
                    <a:pt x="1054457" y="219347"/>
                  </a:lnTo>
                  <a:lnTo>
                    <a:pt x="1077273" y="249328"/>
                  </a:lnTo>
                  <a:lnTo>
                    <a:pt x="1098142" y="280695"/>
                  </a:lnTo>
                  <a:lnTo>
                    <a:pt x="1116980" y="313322"/>
                  </a:lnTo>
                  <a:lnTo>
                    <a:pt x="1133710" y="347079"/>
                  </a:lnTo>
                  <a:lnTo>
                    <a:pt x="1148265" y="381829"/>
                  </a:lnTo>
                  <a:lnTo>
                    <a:pt x="1160588" y="417431"/>
                  </a:lnTo>
                  <a:lnTo>
                    <a:pt x="1170627" y="453744"/>
                  </a:lnTo>
                  <a:lnTo>
                    <a:pt x="1178343" y="490620"/>
                  </a:lnTo>
                  <a:lnTo>
                    <a:pt x="1183705" y="527912"/>
                  </a:lnTo>
                  <a:lnTo>
                    <a:pt x="1186691" y="565468"/>
                  </a:lnTo>
                  <a:lnTo>
                    <a:pt x="1187288" y="603139"/>
                  </a:lnTo>
                  <a:lnTo>
                    <a:pt x="1185496" y="640771"/>
                  </a:lnTo>
                  <a:lnTo>
                    <a:pt x="1181320" y="678214"/>
                  </a:lnTo>
                  <a:lnTo>
                    <a:pt x="1174778" y="715316"/>
                  </a:lnTo>
                  <a:lnTo>
                    <a:pt x="1165896" y="751929"/>
                  </a:lnTo>
                  <a:lnTo>
                    <a:pt x="1154709" y="787905"/>
                  </a:lnTo>
                  <a:lnTo>
                    <a:pt x="1141263" y="823099"/>
                  </a:lnTo>
                  <a:lnTo>
                    <a:pt x="1125613" y="857370"/>
                  </a:lnTo>
                  <a:lnTo>
                    <a:pt x="1107820" y="890578"/>
                  </a:lnTo>
                  <a:lnTo>
                    <a:pt x="1087957" y="922592"/>
                  </a:lnTo>
                  <a:lnTo>
                    <a:pt x="1066103" y="953281"/>
                  </a:lnTo>
                  <a:lnTo>
                    <a:pt x="1042347" y="982522"/>
                  </a:lnTo>
                  <a:lnTo>
                    <a:pt x="1016784" y="1010198"/>
                  </a:lnTo>
                  <a:lnTo>
                    <a:pt x="989518" y="1036197"/>
                  </a:lnTo>
                  <a:lnTo>
                    <a:pt x="960657" y="1060414"/>
                  </a:lnTo>
                  <a:lnTo>
                    <a:pt x="930318" y="1082751"/>
                  </a:lnTo>
                  <a:lnTo>
                    <a:pt x="898624" y="1103120"/>
                  </a:lnTo>
                  <a:lnTo>
                    <a:pt x="865702" y="1121437"/>
                  </a:lnTo>
                  <a:lnTo>
                    <a:pt x="831684" y="1137630"/>
                  </a:lnTo>
                  <a:lnTo>
                    <a:pt x="796708" y="1151632"/>
                  </a:lnTo>
                  <a:lnTo>
                    <a:pt x="760914" y="1163388"/>
                  </a:lnTo>
                  <a:lnTo>
                    <a:pt x="724447" y="1172850"/>
                  </a:lnTo>
                  <a:lnTo>
                    <a:pt x="687452" y="1179980"/>
                  </a:lnTo>
                  <a:lnTo>
                    <a:pt x="650081" y="1184750"/>
                  </a:lnTo>
                  <a:lnTo>
                    <a:pt x="612481" y="1187139"/>
                  </a:lnTo>
                  <a:lnTo>
                    <a:pt x="574806" y="1187139"/>
                  </a:lnTo>
                  <a:lnTo>
                    <a:pt x="537207" y="1184750"/>
                  </a:lnTo>
                  <a:lnTo>
                    <a:pt x="499836" y="1179980"/>
                  </a:lnTo>
                  <a:lnTo>
                    <a:pt x="462841" y="1172850"/>
                  </a:lnTo>
                  <a:lnTo>
                    <a:pt x="426374" y="1163388"/>
                  </a:lnTo>
                  <a:lnTo>
                    <a:pt x="390580" y="1151632"/>
                  </a:lnTo>
                  <a:lnTo>
                    <a:pt x="355604" y="1137630"/>
                  </a:lnTo>
                  <a:lnTo>
                    <a:pt x="321586" y="1121437"/>
                  </a:lnTo>
                  <a:lnTo>
                    <a:pt x="288664" y="1103120"/>
                  </a:lnTo>
                  <a:lnTo>
                    <a:pt x="256970" y="1082751"/>
                  </a:lnTo>
                  <a:lnTo>
                    <a:pt x="226631" y="1060414"/>
                  </a:lnTo>
                  <a:lnTo>
                    <a:pt x="197770" y="1036197"/>
                  </a:lnTo>
                  <a:lnTo>
                    <a:pt x="170504" y="1010198"/>
                  </a:lnTo>
                  <a:lnTo>
                    <a:pt x="144941" y="982522"/>
                  </a:lnTo>
                  <a:lnTo>
                    <a:pt x="121185" y="953281"/>
                  </a:lnTo>
                  <a:lnTo>
                    <a:pt x="99331" y="922592"/>
                  </a:lnTo>
                  <a:lnTo>
                    <a:pt x="79468" y="890578"/>
                  </a:lnTo>
                  <a:lnTo>
                    <a:pt x="61675" y="857370"/>
                  </a:lnTo>
                  <a:lnTo>
                    <a:pt x="46025" y="823099"/>
                  </a:lnTo>
                  <a:lnTo>
                    <a:pt x="32579" y="787905"/>
                  </a:lnTo>
                  <a:lnTo>
                    <a:pt x="21392" y="751929"/>
                  </a:lnTo>
                  <a:lnTo>
                    <a:pt x="12510" y="715316"/>
                  </a:lnTo>
                  <a:lnTo>
                    <a:pt x="5968" y="678214"/>
                  </a:lnTo>
                  <a:lnTo>
                    <a:pt x="1792" y="640771"/>
                  </a:lnTo>
                  <a:lnTo>
                    <a:pt x="0" y="603139"/>
                  </a:lnTo>
                  <a:lnTo>
                    <a:pt x="597" y="565468"/>
                  </a:lnTo>
                  <a:lnTo>
                    <a:pt x="3583" y="527912"/>
                  </a:lnTo>
                  <a:lnTo>
                    <a:pt x="8945" y="490620"/>
                  </a:lnTo>
                  <a:lnTo>
                    <a:pt x="16661" y="453744"/>
                  </a:lnTo>
                  <a:lnTo>
                    <a:pt x="26700" y="417431"/>
                  </a:lnTo>
                  <a:lnTo>
                    <a:pt x="39022" y="381829"/>
                  </a:lnTo>
                  <a:lnTo>
                    <a:pt x="53578" y="347079"/>
                  </a:lnTo>
                  <a:lnTo>
                    <a:pt x="70308" y="313322"/>
                  </a:lnTo>
                  <a:lnTo>
                    <a:pt x="89146" y="280695"/>
                  </a:lnTo>
                  <a:lnTo>
                    <a:pt x="110015" y="249328"/>
                  </a:lnTo>
                  <a:lnTo>
                    <a:pt x="132831" y="219347"/>
                  </a:lnTo>
                  <a:lnTo>
                    <a:pt x="157503" y="190875"/>
                  </a:lnTo>
                  <a:lnTo>
                    <a:pt x="183931" y="164024"/>
                  </a:lnTo>
                  <a:lnTo>
                    <a:pt x="212009" y="138903"/>
                  </a:lnTo>
                  <a:lnTo>
                    <a:pt x="241623" y="115614"/>
                  </a:lnTo>
                  <a:lnTo>
                    <a:pt x="272655" y="94250"/>
                  </a:lnTo>
                  <a:lnTo>
                    <a:pt x="304980" y="74898"/>
                  </a:lnTo>
                  <a:lnTo>
                    <a:pt x="338466" y="57634"/>
                  </a:lnTo>
                  <a:lnTo>
                    <a:pt x="372981" y="42529"/>
                  </a:lnTo>
                  <a:lnTo>
                    <a:pt x="408384" y="29643"/>
                  </a:lnTo>
                  <a:lnTo>
                    <a:pt x="444533" y="19029"/>
                  </a:lnTo>
                  <a:lnTo>
                    <a:pt x="481282" y="10729"/>
                  </a:lnTo>
                  <a:lnTo>
                    <a:pt x="518484" y="4776"/>
                  </a:lnTo>
                  <a:lnTo>
                    <a:pt x="555988" y="1195"/>
                  </a:lnTo>
                  <a:lnTo>
                    <a:pt x="59364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7880297" y="2260603"/>
              <a:ext cx="682595" cy="724199"/>
            </a:xfrm>
            <a:custGeom>
              <a:avLst/>
              <a:pathLst>
                <a:path w="682595" h="724199">
                  <a:moveTo>
                    <a:pt x="609324" y="384243"/>
                  </a:moveTo>
                  <a:lnTo>
                    <a:pt x="604882" y="365599"/>
                  </a:lnTo>
                  <a:lnTo>
                    <a:pt x="599572" y="347378"/>
                  </a:lnTo>
                  <a:lnTo>
                    <a:pt x="593423" y="329620"/>
                  </a:lnTo>
                  <a:lnTo>
                    <a:pt x="586468" y="312361"/>
                  </a:lnTo>
                  <a:lnTo>
                    <a:pt x="578740" y="295639"/>
                  </a:lnTo>
                  <a:lnTo>
                    <a:pt x="570274" y="279488"/>
                  </a:lnTo>
                  <a:lnTo>
                    <a:pt x="561107" y="263939"/>
                  </a:lnTo>
                  <a:lnTo>
                    <a:pt x="551278" y="249022"/>
                  </a:lnTo>
                  <a:lnTo>
                    <a:pt x="540824" y="234764"/>
                  </a:lnTo>
                  <a:lnTo>
                    <a:pt x="529787" y="221191"/>
                  </a:lnTo>
                  <a:lnTo>
                    <a:pt x="518208" y="208326"/>
                  </a:lnTo>
                  <a:lnTo>
                    <a:pt x="506129" y="196189"/>
                  </a:lnTo>
                  <a:lnTo>
                    <a:pt x="493593" y="184797"/>
                  </a:lnTo>
                  <a:lnTo>
                    <a:pt x="480643" y="174168"/>
                  </a:lnTo>
                  <a:lnTo>
                    <a:pt x="467323" y="164314"/>
                  </a:lnTo>
                  <a:lnTo>
                    <a:pt x="453677" y="155245"/>
                  </a:lnTo>
                  <a:lnTo>
                    <a:pt x="439750" y="146970"/>
                  </a:lnTo>
                  <a:lnTo>
                    <a:pt x="425586" y="139496"/>
                  </a:lnTo>
                  <a:lnTo>
                    <a:pt x="411229" y="132825"/>
                  </a:lnTo>
                  <a:lnTo>
                    <a:pt x="396723" y="126958"/>
                  </a:lnTo>
                  <a:lnTo>
                    <a:pt x="382112" y="121896"/>
                  </a:lnTo>
                  <a:lnTo>
                    <a:pt x="367439" y="117633"/>
                  </a:lnTo>
                  <a:lnTo>
                    <a:pt x="352746" y="114164"/>
                  </a:lnTo>
                  <a:lnTo>
                    <a:pt x="338077" y="111482"/>
                  </a:lnTo>
                  <a:lnTo>
                    <a:pt x="323471" y="109576"/>
                  </a:lnTo>
                  <a:lnTo>
                    <a:pt x="308970" y="108433"/>
                  </a:lnTo>
                  <a:lnTo>
                    <a:pt x="294612" y="108039"/>
                  </a:lnTo>
                  <a:lnTo>
                    <a:pt x="280435" y="108379"/>
                  </a:lnTo>
                  <a:lnTo>
                    <a:pt x="266477" y="109433"/>
                  </a:lnTo>
                  <a:lnTo>
                    <a:pt x="252772" y="111181"/>
                  </a:lnTo>
                  <a:lnTo>
                    <a:pt x="239354" y="113602"/>
                  </a:lnTo>
                  <a:lnTo>
                    <a:pt x="226257" y="116673"/>
                  </a:lnTo>
                  <a:lnTo>
                    <a:pt x="213511" y="120367"/>
                  </a:lnTo>
                  <a:lnTo>
                    <a:pt x="223358" y="108549"/>
                  </a:lnTo>
                  <a:lnTo>
                    <a:pt x="234047" y="97112"/>
                  </a:lnTo>
                  <a:lnTo>
                    <a:pt x="245565" y="86103"/>
                  </a:lnTo>
                  <a:lnTo>
                    <a:pt x="257893" y="75564"/>
                  </a:lnTo>
                  <a:lnTo>
                    <a:pt x="271011" y="65541"/>
                  </a:lnTo>
                  <a:lnTo>
                    <a:pt x="284900" y="56077"/>
                  </a:lnTo>
                  <a:lnTo>
                    <a:pt x="299533" y="47212"/>
                  </a:lnTo>
                  <a:lnTo>
                    <a:pt x="314887" y="38989"/>
                  </a:lnTo>
                  <a:lnTo>
                    <a:pt x="330933" y="31446"/>
                  </a:lnTo>
                  <a:lnTo>
                    <a:pt x="347642" y="24624"/>
                  </a:lnTo>
                  <a:lnTo>
                    <a:pt x="364982" y="18559"/>
                  </a:lnTo>
                  <a:lnTo>
                    <a:pt x="382921" y="13288"/>
                  </a:lnTo>
                  <a:lnTo>
                    <a:pt x="401422" y="8846"/>
                  </a:lnTo>
                  <a:lnTo>
                    <a:pt x="420449" y="5265"/>
                  </a:lnTo>
                  <a:lnTo>
                    <a:pt x="439964" y="2577"/>
                  </a:lnTo>
                  <a:lnTo>
                    <a:pt x="459927" y="812"/>
                  </a:lnTo>
                  <a:lnTo>
                    <a:pt x="480296" y="0"/>
                  </a:lnTo>
                  <a:lnTo>
                    <a:pt x="501029" y="165"/>
                  </a:lnTo>
                  <a:lnTo>
                    <a:pt x="522080" y="1332"/>
                  </a:lnTo>
                  <a:lnTo>
                    <a:pt x="543405" y="3525"/>
                  </a:lnTo>
                  <a:lnTo>
                    <a:pt x="564957" y="6764"/>
                  </a:lnTo>
                  <a:lnTo>
                    <a:pt x="586687" y="11067"/>
                  </a:lnTo>
                  <a:lnTo>
                    <a:pt x="601494" y="32596"/>
                  </a:lnTo>
                  <a:lnTo>
                    <a:pt x="615094" y="54673"/>
                  </a:lnTo>
                  <a:lnTo>
                    <a:pt x="627469" y="77230"/>
                  </a:lnTo>
                  <a:lnTo>
                    <a:pt x="638607" y="100203"/>
                  </a:lnTo>
                  <a:lnTo>
                    <a:pt x="648496" y="123523"/>
                  </a:lnTo>
                  <a:lnTo>
                    <a:pt x="657128" y="147124"/>
                  </a:lnTo>
                  <a:lnTo>
                    <a:pt x="664502" y="170940"/>
                  </a:lnTo>
                  <a:lnTo>
                    <a:pt x="670616" y="194904"/>
                  </a:lnTo>
                  <a:lnTo>
                    <a:pt x="675473" y="218950"/>
                  </a:lnTo>
                  <a:lnTo>
                    <a:pt x="679082" y="243013"/>
                  </a:lnTo>
                  <a:lnTo>
                    <a:pt x="681451" y="267030"/>
                  </a:lnTo>
                  <a:lnTo>
                    <a:pt x="682595" y="290936"/>
                  </a:lnTo>
                  <a:lnTo>
                    <a:pt x="682530" y="314670"/>
                  </a:lnTo>
                  <a:lnTo>
                    <a:pt x="681276" y="338172"/>
                  </a:lnTo>
                  <a:lnTo>
                    <a:pt x="678855" y="361382"/>
                  </a:lnTo>
                  <a:lnTo>
                    <a:pt x="675293" y="384243"/>
                  </a:lnTo>
                  <a:lnTo>
                    <a:pt x="670619" y="406699"/>
                  </a:lnTo>
                  <a:lnTo>
                    <a:pt x="664863" y="428697"/>
                  </a:lnTo>
                  <a:lnTo>
                    <a:pt x="658060" y="450185"/>
                  </a:lnTo>
                  <a:lnTo>
                    <a:pt x="650245" y="471114"/>
                  </a:lnTo>
                  <a:lnTo>
                    <a:pt x="641456" y="491437"/>
                  </a:lnTo>
                  <a:lnTo>
                    <a:pt x="631736" y="511110"/>
                  </a:lnTo>
                  <a:lnTo>
                    <a:pt x="621125" y="530089"/>
                  </a:lnTo>
                  <a:lnTo>
                    <a:pt x="609668" y="548336"/>
                  </a:lnTo>
                  <a:lnTo>
                    <a:pt x="597412" y="565814"/>
                  </a:lnTo>
                  <a:lnTo>
                    <a:pt x="584404" y="582489"/>
                  </a:lnTo>
                  <a:lnTo>
                    <a:pt x="570694" y="598330"/>
                  </a:lnTo>
                  <a:lnTo>
                    <a:pt x="556330" y="613307"/>
                  </a:lnTo>
                  <a:lnTo>
                    <a:pt x="541366" y="627396"/>
                  </a:lnTo>
                  <a:lnTo>
                    <a:pt x="525853" y="640575"/>
                  </a:lnTo>
                  <a:lnTo>
                    <a:pt x="509844" y="652823"/>
                  </a:lnTo>
                  <a:lnTo>
                    <a:pt x="493393" y="664125"/>
                  </a:lnTo>
                  <a:lnTo>
                    <a:pt x="476554" y="674466"/>
                  </a:lnTo>
                  <a:lnTo>
                    <a:pt x="459381" y="683836"/>
                  </a:lnTo>
                  <a:lnTo>
                    <a:pt x="441928" y="692228"/>
                  </a:lnTo>
                  <a:lnTo>
                    <a:pt x="424251" y="699636"/>
                  </a:lnTo>
                  <a:lnTo>
                    <a:pt x="406401" y="706060"/>
                  </a:lnTo>
                  <a:lnTo>
                    <a:pt x="388435" y="711501"/>
                  </a:lnTo>
                  <a:lnTo>
                    <a:pt x="370403" y="715963"/>
                  </a:lnTo>
                  <a:lnTo>
                    <a:pt x="352360" y="719452"/>
                  </a:lnTo>
                  <a:lnTo>
                    <a:pt x="334356" y="721980"/>
                  </a:lnTo>
                  <a:lnTo>
                    <a:pt x="316441" y="723557"/>
                  </a:lnTo>
                  <a:lnTo>
                    <a:pt x="298666" y="724199"/>
                  </a:lnTo>
                  <a:lnTo>
                    <a:pt x="281078" y="723924"/>
                  </a:lnTo>
                  <a:lnTo>
                    <a:pt x="263724" y="722752"/>
                  </a:lnTo>
                  <a:lnTo>
                    <a:pt x="246650" y="720705"/>
                  </a:lnTo>
                  <a:lnTo>
                    <a:pt x="229898" y="717807"/>
                  </a:lnTo>
                  <a:lnTo>
                    <a:pt x="213511" y="714087"/>
                  </a:lnTo>
                  <a:lnTo>
                    <a:pt x="197529" y="709571"/>
                  </a:lnTo>
                  <a:lnTo>
                    <a:pt x="181989" y="704292"/>
                  </a:lnTo>
                  <a:lnTo>
                    <a:pt x="166928" y="698281"/>
                  </a:lnTo>
                  <a:lnTo>
                    <a:pt x="152379" y="691574"/>
                  </a:lnTo>
                  <a:lnTo>
                    <a:pt x="138375" y="684204"/>
                  </a:lnTo>
                  <a:lnTo>
                    <a:pt x="124944" y="676211"/>
                  </a:lnTo>
                  <a:lnTo>
                    <a:pt x="112113" y="667631"/>
                  </a:lnTo>
                  <a:lnTo>
                    <a:pt x="99908" y="658505"/>
                  </a:lnTo>
                  <a:lnTo>
                    <a:pt x="88350" y="648873"/>
                  </a:lnTo>
                  <a:lnTo>
                    <a:pt x="77460" y="638777"/>
                  </a:lnTo>
                  <a:lnTo>
                    <a:pt x="67254" y="628258"/>
                  </a:lnTo>
                  <a:lnTo>
                    <a:pt x="57748" y="617360"/>
                  </a:lnTo>
                  <a:lnTo>
                    <a:pt x="48953" y="606124"/>
                  </a:lnTo>
                  <a:lnTo>
                    <a:pt x="40879" y="594595"/>
                  </a:lnTo>
                  <a:lnTo>
                    <a:pt x="33535" y="582816"/>
                  </a:lnTo>
                  <a:lnTo>
                    <a:pt x="26923" y="570831"/>
                  </a:lnTo>
                  <a:lnTo>
                    <a:pt x="21048" y="558682"/>
                  </a:lnTo>
                  <a:lnTo>
                    <a:pt x="15907" y="546412"/>
                  </a:lnTo>
                  <a:lnTo>
                    <a:pt x="11500" y="534065"/>
                  </a:lnTo>
                  <a:lnTo>
                    <a:pt x="7820" y="521681"/>
                  </a:lnTo>
                  <a:lnTo>
                    <a:pt x="4860" y="509303"/>
                  </a:lnTo>
                  <a:lnTo>
                    <a:pt x="2611" y="496971"/>
                  </a:lnTo>
                  <a:lnTo>
                    <a:pt x="1061" y="484724"/>
                  </a:lnTo>
                  <a:lnTo>
                    <a:pt x="196" y="472601"/>
                  </a:lnTo>
                  <a:lnTo>
                    <a:pt x="0" y="460638"/>
                  </a:lnTo>
                  <a:lnTo>
                    <a:pt x="454" y="448873"/>
                  </a:lnTo>
                  <a:lnTo>
                    <a:pt x="1538" y="437339"/>
                  </a:lnTo>
                  <a:lnTo>
                    <a:pt x="3232" y="426070"/>
                  </a:lnTo>
                  <a:lnTo>
                    <a:pt x="5512" y="415097"/>
                  </a:lnTo>
                  <a:lnTo>
                    <a:pt x="8352" y="404449"/>
                  </a:lnTo>
                  <a:lnTo>
                    <a:pt x="11725" y="394156"/>
                  </a:lnTo>
                  <a:lnTo>
                    <a:pt x="15605" y="384243"/>
                  </a:lnTo>
                  <a:lnTo>
                    <a:pt x="19961" y="374734"/>
                  </a:lnTo>
                  <a:lnTo>
                    <a:pt x="24764" y="365653"/>
                  </a:lnTo>
                  <a:lnTo>
                    <a:pt x="29982" y="357019"/>
                  </a:lnTo>
                  <a:lnTo>
                    <a:pt x="35583" y="348851"/>
                  </a:lnTo>
                  <a:lnTo>
                    <a:pt x="41533" y="341164"/>
                  </a:lnTo>
                  <a:lnTo>
                    <a:pt x="47800" y="333975"/>
                  </a:lnTo>
                  <a:lnTo>
                    <a:pt x="54348" y="327293"/>
                  </a:lnTo>
                  <a:lnTo>
                    <a:pt x="61143" y="321130"/>
                  </a:lnTo>
                  <a:lnTo>
                    <a:pt x="68151" y="315492"/>
                  </a:lnTo>
                  <a:lnTo>
                    <a:pt x="75336" y="310386"/>
                  </a:lnTo>
                  <a:lnTo>
                    <a:pt x="82662" y="305815"/>
                  </a:lnTo>
                  <a:lnTo>
                    <a:pt x="90096" y="301780"/>
                  </a:lnTo>
                  <a:lnTo>
                    <a:pt x="97603" y="298279"/>
                  </a:lnTo>
                  <a:lnTo>
                    <a:pt x="105148" y="295311"/>
                  </a:lnTo>
                  <a:lnTo>
                    <a:pt x="112697" y="292870"/>
                  </a:lnTo>
                  <a:lnTo>
                    <a:pt x="120217" y="290949"/>
                  </a:lnTo>
                  <a:lnTo>
                    <a:pt x="114161" y="310560"/>
                  </a:lnTo>
                  <a:lnTo>
                    <a:pt x="111698" y="329822"/>
                  </a:lnTo>
                  <a:lnTo>
                    <a:pt x="112578" y="348128"/>
                  </a:lnTo>
                  <a:lnTo>
                    <a:pt x="116459" y="364938"/>
                  </a:lnTo>
                  <a:lnTo>
                    <a:pt x="122913" y="379792"/>
                  </a:lnTo>
                  <a:lnTo>
                    <a:pt x="131447" y="392325"/>
                  </a:lnTo>
                  <a:lnTo>
                    <a:pt x="141521" y="402275"/>
                  </a:lnTo>
                  <a:lnTo>
                    <a:pt x="152564" y="409488"/>
                  </a:lnTo>
                  <a:lnTo>
                    <a:pt x="164001" y="413918"/>
                  </a:lnTo>
                  <a:lnTo>
                    <a:pt x="175265" y="415630"/>
                  </a:lnTo>
                  <a:lnTo>
                    <a:pt x="185823" y="414792"/>
                  </a:lnTo>
                  <a:lnTo>
                    <a:pt x="195186" y="411668"/>
                  </a:lnTo>
                  <a:lnTo>
                    <a:pt x="202934" y="406606"/>
                  </a:lnTo>
                  <a:lnTo>
                    <a:pt x="208724" y="400025"/>
                  </a:lnTo>
                  <a:lnTo>
                    <a:pt x="212301" y="392400"/>
                  </a:lnTo>
                  <a:lnTo>
                    <a:pt x="213511" y="384243"/>
                  </a:lnTo>
                  <a:lnTo>
                    <a:pt x="204447" y="392097"/>
                  </a:lnTo>
                  <a:lnTo>
                    <a:pt x="194307" y="398619"/>
                  </a:lnTo>
                  <a:lnTo>
                    <a:pt x="183241" y="403697"/>
                  </a:lnTo>
                  <a:lnTo>
                    <a:pt x="171403" y="407236"/>
                  </a:lnTo>
                  <a:lnTo>
                    <a:pt x="158959" y="409156"/>
                  </a:lnTo>
                  <a:lnTo>
                    <a:pt x="146083" y="409392"/>
                  </a:lnTo>
                  <a:lnTo>
                    <a:pt x="132952" y="407897"/>
                  </a:lnTo>
                  <a:lnTo>
                    <a:pt x="119750" y="404639"/>
                  </a:lnTo>
                  <a:lnTo>
                    <a:pt x="106661" y="399605"/>
                  </a:lnTo>
                  <a:lnTo>
                    <a:pt x="93874" y="392799"/>
                  </a:lnTo>
                  <a:lnTo>
                    <a:pt x="81574" y="384243"/>
                  </a:lnTo>
                  <a:lnTo>
                    <a:pt x="76999" y="392049"/>
                  </a:lnTo>
                  <a:lnTo>
                    <a:pt x="72901" y="400376"/>
                  </a:lnTo>
                  <a:lnTo>
                    <a:pt x="69324" y="409195"/>
                  </a:lnTo>
                  <a:lnTo>
                    <a:pt x="66310" y="418473"/>
                  </a:lnTo>
                  <a:lnTo>
                    <a:pt x="63901" y="428172"/>
                  </a:lnTo>
                  <a:lnTo>
                    <a:pt x="62134" y="438254"/>
                  </a:lnTo>
                  <a:lnTo>
                    <a:pt x="61045" y="448675"/>
                  </a:lnTo>
                  <a:lnTo>
                    <a:pt x="60667" y="459391"/>
                  </a:lnTo>
                  <a:lnTo>
                    <a:pt x="61029" y="470354"/>
                  </a:lnTo>
                  <a:lnTo>
                    <a:pt x="62157" y="481512"/>
                  </a:lnTo>
                  <a:lnTo>
                    <a:pt x="64076" y="492814"/>
                  </a:lnTo>
                  <a:lnTo>
                    <a:pt x="66803" y="504205"/>
                  </a:lnTo>
                  <a:lnTo>
                    <a:pt x="70357" y="515629"/>
                  </a:lnTo>
                  <a:lnTo>
                    <a:pt x="74747" y="527028"/>
                  </a:lnTo>
                  <a:lnTo>
                    <a:pt x="79983" y="538343"/>
                  </a:lnTo>
                  <a:lnTo>
                    <a:pt x="86068" y="549514"/>
                  </a:lnTo>
                  <a:lnTo>
                    <a:pt x="93003" y="560480"/>
                  </a:lnTo>
                  <a:lnTo>
                    <a:pt x="100783" y="571181"/>
                  </a:lnTo>
                  <a:lnTo>
                    <a:pt x="109400" y="581555"/>
                  </a:lnTo>
                  <a:lnTo>
                    <a:pt x="118841" y="591541"/>
                  </a:lnTo>
                  <a:lnTo>
                    <a:pt x="129090" y="601078"/>
                  </a:lnTo>
                  <a:lnTo>
                    <a:pt x="140124" y="610107"/>
                  </a:lnTo>
                  <a:lnTo>
                    <a:pt x="151918" y="618568"/>
                  </a:lnTo>
                  <a:lnTo>
                    <a:pt x="164443" y="626405"/>
                  </a:lnTo>
                  <a:lnTo>
                    <a:pt x="177665" y="633560"/>
                  </a:lnTo>
                  <a:lnTo>
                    <a:pt x="191546" y="639980"/>
                  </a:lnTo>
                  <a:lnTo>
                    <a:pt x="206045" y="645612"/>
                  </a:lnTo>
                  <a:lnTo>
                    <a:pt x="221115" y="650408"/>
                  </a:lnTo>
                  <a:lnTo>
                    <a:pt x="236708" y="654320"/>
                  </a:lnTo>
                  <a:lnTo>
                    <a:pt x="252772" y="657304"/>
                  </a:lnTo>
                  <a:lnTo>
                    <a:pt x="269249" y="659320"/>
                  </a:lnTo>
                  <a:lnTo>
                    <a:pt x="286082" y="660329"/>
                  </a:lnTo>
                  <a:lnTo>
                    <a:pt x="303207" y="660299"/>
                  </a:lnTo>
                  <a:lnTo>
                    <a:pt x="320562" y="659199"/>
                  </a:lnTo>
                  <a:lnTo>
                    <a:pt x="338077" y="657003"/>
                  </a:lnTo>
                  <a:lnTo>
                    <a:pt x="355684" y="653690"/>
                  </a:lnTo>
                  <a:lnTo>
                    <a:pt x="373312" y="649243"/>
                  </a:lnTo>
                  <a:lnTo>
                    <a:pt x="390888" y="643648"/>
                  </a:lnTo>
                  <a:lnTo>
                    <a:pt x="408338" y="636898"/>
                  </a:lnTo>
                  <a:lnTo>
                    <a:pt x="425586" y="628990"/>
                  </a:lnTo>
                  <a:lnTo>
                    <a:pt x="442556" y="619924"/>
                  </a:lnTo>
                  <a:lnTo>
                    <a:pt x="459172" y="609708"/>
                  </a:lnTo>
                  <a:lnTo>
                    <a:pt x="475357" y="598353"/>
                  </a:lnTo>
                  <a:lnTo>
                    <a:pt x="491035" y="585875"/>
                  </a:lnTo>
                  <a:lnTo>
                    <a:pt x="506129" y="572297"/>
                  </a:lnTo>
                  <a:lnTo>
                    <a:pt x="520565" y="557644"/>
                  </a:lnTo>
                  <a:lnTo>
                    <a:pt x="534269" y="541949"/>
                  </a:lnTo>
                  <a:lnTo>
                    <a:pt x="547169" y="525247"/>
                  </a:lnTo>
                  <a:lnTo>
                    <a:pt x="559193" y="507582"/>
                  </a:lnTo>
                  <a:lnTo>
                    <a:pt x="570274" y="488998"/>
                  </a:lnTo>
                  <a:lnTo>
                    <a:pt x="580346" y="469546"/>
                  </a:lnTo>
                  <a:lnTo>
                    <a:pt x="589345" y="449283"/>
                  </a:lnTo>
                  <a:lnTo>
                    <a:pt x="597211" y="428268"/>
                  </a:lnTo>
                  <a:lnTo>
                    <a:pt x="603889" y="406565"/>
                  </a:lnTo>
                  <a:close/>
                </a:path>
              </a:pathLst>
            </a:custGeom>
            <a:solidFill>
              <a:srgbClr val="F4B183">
                <a:alpha val="25882"/>
              </a:srgbClr>
            </a:solidFill>
            <a:ln w="24933" cap="flat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l330"/>
            <p:cNvSpPr/>
            <p:nvPr/>
          </p:nvSpPr>
          <p:spPr>
            <a:xfrm>
              <a:off x="7961871" y="2260603"/>
              <a:ext cx="558910" cy="459978"/>
            </a:xfrm>
            <a:custGeom>
              <a:avLst/>
              <a:pathLst>
                <a:path w="558910" h="459978">
                  <a:moveTo>
                    <a:pt x="131937" y="120367"/>
                  </a:moveTo>
                  <a:lnTo>
                    <a:pt x="141784" y="108549"/>
                  </a:lnTo>
                  <a:lnTo>
                    <a:pt x="152473" y="97112"/>
                  </a:lnTo>
                  <a:lnTo>
                    <a:pt x="163990" y="86103"/>
                  </a:lnTo>
                  <a:lnTo>
                    <a:pt x="176318" y="75564"/>
                  </a:lnTo>
                  <a:lnTo>
                    <a:pt x="189437" y="65541"/>
                  </a:lnTo>
                  <a:lnTo>
                    <a:pt x="203325" y="56077"/>
                  </a:lnTo>
                  <a:lnTo>
                    <a:pt x="217959" y="47212"/>
                  </a:lnTo>
                  <a:lnTo>
                    <a:pt x="233313" y="38989"/>
                  </a:lnTo>
                  <a:lnTo>
                    <a:pt x="249359" y="31446"/>
                  </a:lnTo>
                  <a:lnTo>
                    <a:pt x="266068" y="24624"/>
                  </a:lnTo>
                  <a:lnTo>
                    <a:pt x="283408" y="18559"/>
                  </a:lnTo>
                  <a:lnTo>
                    <a:pt x="301346" y="13288"/>
                  </a:lnTo>
                  <a:lnTo>
                    <a:pt x="319847" y="8846"/>
                  </a:lnTo>
                  <a:lnTo>
                    <a:pt x="338875" y="5265"/>
                  </a:lnTo>
                  <a:lnTo>
                    <a:pt x="358390" y="2577"/>
                  </a:lnTo>
                  <a:lnTo>
                    <a:pt x="378353" y="812"/>
                  </a:lnTo>
                  <a:lnTo>
                    <a:pt x="398722" y="0"/>
                  </a:lnTo>
                  <a:lnTo>
                    <a:pt x="419454" y="165"/>
                  </a:lnTo>
                  <a:lnTo>
                    <a:pt x="440506" y="1332"/>
                  </a:lnTo>
                  <a:lnTo>
                    <a:pt x="461831" y="3525"/>
                  </a:lnTo>
                  <a:lnTo>
                    <a:pt x="483383" y="6764"/>
                  </a:lnTo>
                  <a:lnTo>
                    <a:pt x="505113" y="11067"/>
                  </a:lnTo>
                  <a:lnTo>
                    <a:pt x="514200" y="29555"/>
                  </a:lnTo>
                  <a:lnTo>
                    <a:pt x="522433" y="48194"/>
                  </a:lnTo>
                  <a:lnTo>
                    <a:pt x="529813" y="66947"/>
                  </a:lnTo>
                  <a:lnTo>
                    <a:pt x="536344" y="85777"/>
                  </a:lnTo>
                  <a:lnTo>
                    <a:pt x="542030" y="104646"/>
                  </a:lnTo>
                  <a:lnTo>
                    <a:pt x="546878" y="123518"/>
                  </a:lnTo>
                  <a:lnTo>
                    <a:pt x="550895" y="142357"/>
                  </a:lnTo>
                  <a:lnTo>
                    <a:pt x="554092" y="161127"/>
                  </a:lnTo>
                  <a:lnTo>
                    <a:pt x="556479" y="179794"/>
                  </a:lnTo>
                  <a:lnTo>
                    <a:pt x="558068" y="198324"/>
                  </a:lnTo>
                  <a:lnTo>
                    <a:pt x="558873" y="216683"/>
                  </a:lnTo>
                  <a:lnTo>
                    <a:pt x="558910" y="234838"/>
                  </a:lnTo>
                  <a:lnTo>
                    <a:pt x="558194" y="252760"/>
                  </a:lnTo>
                  <a:lnTo>
                    <a:pt x="556744" y="270416"/>
                  </a:lnTo>
                  <a:lnTo>
                    <a:pt x="554577" y="287778"/>
                  </a:lnTo>
                  <a:lnTo>
                    <a:pt x="551716" y="304816"/>
                  </a:lnTo>
                  <a:lnTo>
                    <a:pt x="548179" y="321504"/>
                  </a:lnTo>
                  <a:lnTo>
                    <a:pt x="543991" y="337815"/>
                  </a:lnTo>
                  <a:lnTo>
                    <a:pt x="539173" y="353725"/>
                  </a:lnTo>
                  <a:lnTo>
                    <a:pt x="533751" y="369208"/>
                  </a:lnTo>
                  <a:lnTo>
                    <a:pt x="527750" y="384243"/>
                  </a:lnTo>
                  <a:lnTo>
                    <a:pt x="512353" y="395738"/>
                  </a:lnTo>
                  <a:lnTo>
                    <a:pt x="496636" y="406303"/>
                  </a:lnTo>
                  <a:lnTo>
                    <a:pt x="480642" y="415930"/>
                  </a:lnTo>
                  <a:lnTo>
                    <a:pt x="464414" y="424613"/>
                  </a:lnTo>
                  <a:lnTo>
                    <a:pt x="447992" y="432345"/>
                  </a:lnTo>
                  <a:lnTo>
                    <a:pt x="431421" y="439125"/>
                  </a:lnTo>
                  <a:lnTo>
                    <a:pt x="414742" y="444950"/>
                  </a:lnTo>
                  <a:lnTo>
                    <a:pt x="397999" y="449821"/>
                  </a:lnTo>
                  <a:lnTo>
                    <a:pt x="381232" y="453739"/>
                  </a:lnTo>
                  <a:lnTo>
                    <a:pt x="364485" y="456708"/>
                  </a:lnTo>
                  <a:lnTo>
                    <a:pt x="347800" y="458732"/>
                  </a:lnTo>
                  <a:lnTo>
                    <a:pt x="331217" y="459820"/>
                  </a:lnTo>
                  <a:lnTo>
                    <a:pt x="314779" y="459978"/>
                  </a:lnTo>
                  <a:lnTo>
                    <a:pt x="298526" y="459218"/>
                  </a:lnTo>
                  <a:lnTo>
                    <a:pt x="282498" y="457551"/>
                  </a:lnTo>
                  <a:lnTo>
                    <a:pt x="266735" y="454990"/>
                  </a:lnTo>
                  <a:lnTo>
                    <a:pt x="251277" y="451551"/>
                  </a:lnTo>
                  <a:lnTo>
                    <a:pt x="236161" y="447249"/>
                  </a:lnTo>
                  <a:lnTo>
                    <a:pt x="221427" y="442102"/>
                  </a:lnTo>
                  <a:lnTo>
                    <a:pt x="207110" y="436131"/>
                  </a:lnTo>
                  <a:lnTo>
                    <a:pt x="193246" y="429355"/>
                  </a:lnTo>
                  <a:lnTo>
                    <a:pt x="179872" y="421797"/>
                  </a:lnTo>
                  <a:lnTo>
                    <a:pt x="167021" y="413482"/>
                  </a:lnTo>
                  <a:lnTo>
                    <a:pt x="154727" y="404433"/>
                  </a:lnTo>
                  <a:lnTo>
                    <a:pt x="143022" y="394677"/>
                  </a:lnTo>
                  <a:lnTo>
                    <a:pt x="131937" y="384243"/>
                  </a:lnTo>
                  <a:lnTo>
                    <a:pt x="131937" y="384243"/>
                  </a:lnTo>
                  <a:lnTo>
                    <a:pt x="131937" y="384243"/>
                  </a:lnTo>
                  <a:lnTo>
                    <a:pt x="122872" y="392097"/>
                  </a:lnTo>
                  <a:lnTo>
                    <a:pt x="112733" y="398619"/>
                  </a:lnTo>
                  <a:lnTo>
                    <a:pt x="101666" y="403697"/>
                  </a:lnTo>
                  <a:lnTo>
                    <a:pt x="89828" y="407236"/>
                  </a:lnTo>
                  <a:lnTo>
                    <a:pt x="77385" y="409156"/>
                  </a:lnTo>
                  <a:lnTo>
                    <a:pt x="64509" y="409392"/>
                  </a:lnTo>
                  <a:lnTo>
                    <a:pt x="51378" y="407897"/>
                  </a:lnTo>
                  <a:lnTo>
                    <a:pt x="38175" y="404639"/>
                  </a:lnTo>
                  <a:lnTo>
                    <a:pt x="25087" y="399605"/>
                  </a:lnTo>
                  <a:lnTo>
                    <a:pt x="12299" y="392799"/>
                  </a:lnTo>
                  <a:lnTo>
                    <a:pt x="0" y="384243"/>
                  </a:lnTo>
                  <a:lnTo>
                    <a:pt x="635" y="371311"/>
                  </a:lnTo>
                  <a:lnTo>
                    <a:pt x="2535" y="358503"/>
                  </a:lnTo>
                  <a:lnTo>
                    <a:pt x="5681" y="345943"/>
                  </a:lnTo>
                  <a:lnTo>
                    <a:pt x="10043" y="333752"/>
                  </a:lnTo>
                  <a:lnTo>
                    <a:pt x="15579" y="322048"/>
                  </a:lnTo>
                  <a:lnTo>
                    <a:pt x="22235" y="310942"/>
                  </a:lnTo>
                  <a:lnTo>
                    <a:pt x="29948" y="300542"/>
                  </a:lnTo>
                  <a:lnTo>
                    <a:pt x="38643" y="290949"/>
                  </a:lnTo>
                </a:path>
              </a:pathLst>
            </a:custGeom>
            <a:ln w="24933" cap="flat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8458020" y="2613245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8062208" y="2349370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8435384" y="2240069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7968914" y="2519951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8062208" y="2613245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8062208" y="2613245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8062208" y="2613245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7930270" y="2613245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l339"/>
            <p:cNvSpPr/>
            <p:nvPr/>
          </p:nvSpPr>
          <p:spPr>
            <a:xfrm>
              <a:off x="8093809" y="2117096"/>
              <a:ext cx="0" cy="527750"/>
            </a:xfrm>
            <a:custGeom>
              <a:avLst/>
              <a:pathLst>
                <a:path w="0" h="527750">
                  <a:moveTo>
                    <a:pt x="0" y="527750"/>
                  </a:moveTo>
                  <a:lnTo>
                    <a:pt x="0" y="509552"/>
                  </a:lnTo>
                  <a:lnTo>
                    <a:pt x="0" y="491353"/>
                  </a:lnTo>
                  <a:lnTo>
                    <a:pt x="0" y="473155"/>
                  </a:lnTo>
                  <a:lnTo>
                    <a:pt x="0" y="454957"/>
                  </a:lnTo>
                  <a:lnTo>
                    <a:pt x="0" y="436758"/>
                  </a:lnTo>
                  <a:lnTo>
                    <a:pt x="0" y="418560"/>
                  </a:lnTo>
                  <a:lnTo>
                    <a:pt x="0" y="400362"/>
                  </a:lnTo>
                  <a:lnTo>
                    <a:pt x="0" y="382164"/>
                  </a:lnTo>
                  <a:lnTo>
                    <a:pt x="0" y="363965"/>
                  </a:lnTo>
                  <a:lnTo>
                    <a:pt x="0" y="345767"/>
                  </a:lnTo>
                  <a:lnTo>
                    <a:pt x="0" y="327569"/>
                  </a:lnTo>
                  <a:lnTo>
                    <a:pt x="0" y="309370"/>
                  </a:lnTo>
                  <a:lnTo>
                    <a:pt x="0" y="291172"/>
                  </a:lnTo>
                  <a:lnTo>
                    <a:pt x="0" y="272974"/>
                  </a:lnTo>
                  <a:lnTo>
                    <a:pt x="0" y="254776"/>
                  </a:lnTo>
                  <a:lnTo>
                    <a:pt x="0" y="236577"/>
                  </a:lnTo>
                  <a:lnTo>
                    <a:pt x="0" y="218379"/>
                  </a:lnTo>
                  <a:lnTo>
                    <a:pt x="0" y="200181"/>
                  </a:lnTo>
                  <a:lnTo>
                    <a:pt x="0" y="181982"/>
                  </a:lnTo>
                  <a:lnTo>
                    <a:pt x="0" y="163784"/>
                  </a:lnTo>
                  <a:lnTo>
                    <a:pt x="0" y="145586"/>
                  </a:lnTo>
                  <a:lnTo>
                    <a:pt x="0" y="127388"/>
                  </a:lnTo>
                  <a:lnTo>
                    <a:pt x="0" y="109189"/>
                  </a:lnTo>
                  <a:lnTo>
                    <a:pt x="0" y="90991"/>
                  </a:lnTo>
                  <a:lnTo>
                    <a:pt x="0" y="72793"/>
                  </a:lnTo>
                  <a:lnTo>
                    <a:pt x="0" y="54594"/>
                  </a:lnTo>
                  <a:lnTo>
                    <a:pt x="0" y="36396"/>
                  </a:lnTo>
                  <a:lnTo>
                    <a:pt x="0" y="18198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l340"/>
            <p:cNvSpPr/>
            <p:nvPr/>
          </p:nvSpPr>
          <p:spPr>
            <a:xfrm>
              <a:off x="8093809" y="2271670"/>
              <a:ext cx="373175" cy="373175"/>
            </a:xfrm>
            <a:custGeom>
              <a:avLst/>
              <a:pathLst>
                <a:path w="373175" h="373175">
                  <a:moveTo>
                    <a:pt x="0" y="373175"/>
                  </a:moveTo>
                  <a:lnTo>
                    <a:pt x="12868" y="360307"/>
                  </a:lnTo>
                  <a:lnTo>
                    <a:pt x="25736" y="347439"/>
                  </a:lnTo>
                  <a:lnTo>
                    <a:pt x="38604" y="334571"/>
                  </a:lnTo>
                  <a:lnTo>
                    <a:pt x="51472" y="321703"/>
                  </a:lnTo>
                  <a:lnTo>
                    <a:pt x="64340" y="308835"/>
                  </a:lnTo>
                  <a:lnTo>
                    <a:pt x="77208" y="295967"/>
                  </a:lnTo>
                  <a:lnTo>
                    <a:pt x="90076" y="283098"/>
                  </a:lnTo>
                  <a:lnTo>
                    <a:pt x="102945" y="270230"/>
                  </a:lnTo>
                  <a:lnTo>
                    <a:pt x="115813" y="257362"/>
                  </a:lnTo>
                  <a:lnTo>
                    <a:pt x="128681" y="244494"/>
                  </a:lnTo>
                  <a:lnTo>
                    <a:pt x="141549" y="231626"/>
                  </a:lnTo>
                  <a:lnTo>
                    <a:pt x="154417" y="218758"/>
                  </a:lnTo>
                  <a:lnTo>
                    <a:pt x="167285" y="205890"/>
                  </a:lnTo>
                  <a:lnTo>
                    <a:pt x="180153" y="193022"/>
                  </a:lnTo>
                  <a:lnTo>
                    <a:pt x="193022" y="180153"/>
                  </a:lnTo>
                  <a:lnTo>
                    <a:pt x="205890" y="167285"/>
                  </a:lnTo>
                  <a:lnTo>
                    <a:pt x="218758" y="154417"/>
                  </a:lnTo>
                  <a:lnTo>
                    <a:pt x="231626" y="141549"/>
                  </a:lnTo>
                  <a:lnTo>
                    <a:pt x="244494" y="128681"/>
                  </a:lnTo>
                  <a:lnTo>
                    <a:pt x="257362" y="115813"/>
                  </a:lnTo>
                  <a:lnTo>
                    <a:pt x="270230" y="102945"/>
                  </a:lnTo>
                  <a:lnTo>
                    <a:pt x="283098" y="90076"/>
                  </a:lnTo>
                  <a:lnTo>
                    <a:pt x="295967" y="77208"/>
                  </a:lnTo>
                  <a:lnTo>
                    <a:pt x="308835" y="64340"/>
                  </a:lnTo>
                  <a:lnTo>
                    <a:pt x="321703" y="51472"/>
                  </a:lnTo>
                  <a:lnTo>
                    <a:pt x="334571" y="38604"/>
                  </a:lnTo>
                  <a:lnTo>
                    <a:pt x="347439" y="25736"/>
                  </a:lnTo>
                  <a:lnTo>
                    <a:pt x="360307" y="12868"/>
                  </a:lnTo>
                  <a:lnTo>
                    <a:pt x="37317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l341"/>
            <p:cNvSpPr/>
            <p:nvPr/>
          </p:nvSpPr>
          <p:spPr>
            <a:xfrm>
              <a:off x="8093809" y="2644846"/>
              <a:ext cx="527750" cy="0"/>
            </a:xfrm>
            <a:custGeom>
              <a:avLst/>
              <a:pathLst>
                <a:path w="527750" h="0">
                  <a:moveTo>
                    <a:pt x="0" y="0"/>
                  </a:moveTo>
                  <a:lnTo>
                    <a:pt x="18198" y="0"/>
                  </a:lnTo>
                  <a:lnTo>
                    <a:pt x="36396" y="0"/>
                  </a:lnTo>
                  <a:lnTo>
                    <a:pt x="54594" y="0"/>
                  </a:lnTo>
                  <a:lnTo>
                    <a:pt x="72793" y="0"/>
                  </a:lnTo>
                  <a:lnTo>
                    <a:pt x="90991" y="0"/>
                  </a:lnTo>
                  <a:lnTo>
                    <a:pt x="109189" y="0"/>
                  </a:lnTo>
                  <a:lnTo>
                    <a:pt x="127388" y="0"/>
                  </a:lnTo>
                  <a:lnTo>
                    <a:pt x="145586" y="0"/>
                  </a:lnTo>
                  <a:lnTo>
                    <a:pt x="163784" y="0"/>
                  </a:lnTo>
                  <a:lnTo>
                    <a:pt x="181982" y="0"/>
                  </a:lnTo>
                  <a:lnTo>
                    <a:pt x="200181" y="0"/>
                  </a:lnTo>
                  <a:lnTo>
                    <a:pt x="218379" y="0"/>
                  </a:lnTo>
                  <a:lnTo>
                    <a:pt x="236577" y="0"/>
                  </a:lnTo>
                  <a:lnTo>
                    <a:pt x="254776" y="0"/>
                  </a:lnTo>
                  <a:lnTo>
                    <a:pt x="272974" y="0"/>
                  </a:lnTo>
                  <a:lnTo>
                    <a:pt x="291172" y="0"/>
                  </a:lnTo>
                  <a:lnTo>
                    <a:pt x="309370" y="0"/>
                  </a:lnTo>
                  <a:lnTo>
                    <a:pt x="327569" y="0"/>
                  </a:lnTo>
                  <a:lnTo>
                    <a:pt x="345767" y="0"/>
                  </a:lnTo>
                  <a:lnTo>
                    <a:pt x="363965" y="0"/>
                  </a:lnTo>
                  <a:lnTo>
                    <a:pt x="382164" y="0"/>
                  </a:lnTo>
                  <a:lnTo>
                    <a:pt x="400362" y="0"/>
                  </a:lnTo>
                  <a:lnTo>
                    <a:pt x="418560" y="0"/>
                  </a:lnTo>
                  <a:lnTo>
                    <a:pt x="436758" y="0"/>
                  </a:lnTo>
                  <a:lnTo>
                    <a:pt x="454957" y="0"/>
                  </a:lnTo>
                  <a:lnTo>
                    <a:pt x="473155" y="0"/>
                  </a:lnTo>
                  <a:lnTo>
                    <a:pt x="491353" y="0"/>
                  </a:lnTo>
                  <a:lnTo>
                    <a:pt x="509552" y="0"/>
                  </a:lnTo>
                  <a:lnTo>
                    <a:pt x="52775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l342"/>
            <p:cNvSpPr/>
            <p:nvPr/>
          </p:nvSpPr>
          <p:spPr>
            <a:xfrm>
              <a:off x="8093809" y="2644846"/>
              <a:ext cx="373175" cy="373175"/>
            </a:xfrm>
            <a:custGeom>
              <a:avLst/>
              <a:pathLst>
                <a:path w="373175" h="373175">
                  <a:moveTo>
                    <a:pt x="0" y="0"/>
                  </a:moveTo>
                  <a:lnTo>
                    <a:pt x="12868" y="12868"/>
                  </a:lnTo>
                  <a:lnTo>
                    <a:pt x="25736" y="25736"/>
                  </a:lnTo>
                  <a:lnTo>
                    <a:pt x="38604" y="38604"/>
                  </a:lnTo>
                  <a:lnTo>
                    <a:pt x="51472" y="51472"/>
                  </a:lnTo>
                  <a:lnTo>
                    <a:pt x="64340" y="64340"/>
                  </a:lnTo>
                  <a:lnTo>
                    <a:pt x="77208" y="77208"/>
                  </a:lnTo>
                  <a:lnTo>
                    <a:pt x="90076" y="90076"/>
                  </a:lnTo>
                  <a:lnTo>
                    <a:pt x="102945" y="102945"/>
                  </a:lnTo>
                  <a:lnTo>
                    <a:pt x="115813" y="115813"/>
                  </a:lnTo>
                  <a:lnTo>
                    <a:pt x="128681" y="128681"/>
                  </a:lnTo>
                  <a:lnTo>
                    <a:pt x="141549" y="141549"/>
                  </a:lnTo>
                  <a:lnTo>
                    <a:pt x="154417" y="154417"/>
                  </a:lnTo>
                  <a:lnTo>
                    <a:pt x="167285" y="167285"/>
                  </a:lnTo>
                  <a:lnTo>
                    <a:pt x="180153" y="180153"/>
                  </a:lnTo>
                  <a:lnTo>
                    <a:pt x="193022" y="193022"/>
                  </a:lnTo>
                  <a:lnTo>
                    <a:pt x="205890" y="205890"/>
                  </a:lnTo>
                  <a:lnTo>
                    <a:pt x="218758" y="218758"/>
                  </a:lnTo>
                  <a:lnTo>
                    <a:pt x="231626" y="231626"/>
                  </a:lnTo>
                  <a:lnTo>
                    <a:pt x="244494" y="244494"/>
                  </a:lnTo>
                  <a:lnTo>
                    <a:pt x="257362" y="257362"/>
                  </a:lnTo>
                  <a:lnTo>
                    <a:pt x="270230" y="270230"/>
                  </a:lnTo>
                  <a:lnTo>
                    <a:pt x="283098" y="283098"/>
                  </a:lnTo>
                  <a:lnTo>
                    <a:pt x="295967" y="295967"/>
                  </a:lnTo>
                  <a:lnTo>
                    <a:pt x="308835" y="308835"/>
                  </a:lnTo>
                  <a:lnTo>
                    <a:pt x="321703" y="321703"/>
                  </a:lnTo>
                  <a:lnTo>
                    <a:pt x="334571" y="334571"/>
                  </a:lnTo>
                  <a:lnTo>
                    <a:pt x="347439" y="347439"/>
                  </a:lnTo>
                  <a:lnTo>
                    <a:pt x="360307" y="360307"/>
                  </a:lnTo>
                  <a:lnTo>
                    <a:pt x="373175" y="37317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l343"/>
            <p:cNvSpPr/>
            <p:nvPr/>
          </p:nvSpPr>
          <p:spPr>
            <a:xfrm>
              <a:off x="8093809" y="2644846"/>
              <a:ext cx="0" cy="527750"/>
            </a:xfrm>
            <a:custGeom>
              <a:avLst/>
              <a:pathLst>
                <a:path w="0" h="527750">
                  <a:moveTo>
                    <a:pt x="0" y="0"/>
                  </a:moveTo>
                  <a:lnTo>
                    <a:pt x="0" y="18198"/>
                  </a:lnTo>
                  <a:lnTo>
                    <a:pt x="0" y="36396"/>
                  </a:lnTo>
                  <a:lnTo>
                    <a:pt x="0" y="54594"/>
                  </a:lnTo>
                  <a:lnTo>
                    <a:pt x="0" y="72793"/>
                  </a:lnTo>
                  <a:lnTo>
                    <a:pt x="0" y="90991"/>
                  </a:lnTo>
                  <a:lnTo>
                    <a:pt x="0" y="109189"/>
                  </a:lnTo>
                  <a:lnTo>
                    <a:pt x="0" y="127388"/>
                  </a:lnTo>
                  <a:lnTo>
                    <a:pt x="0" y="145586"/>
                  </a:lnTo>
                  <a:lnTo>
                    <a:pt x="0" y="163784"/>
                  </a:lnTo>
                  <a:lnTo>
                    <a:pt x="0" y="181982"/>
                  </a:lnTo>
                  <a:lnTo>
                    <a:pt x="0" y="200181"/>
                  </a:lnTo>
                  <a:lnTo>
                    <a:pt x="0" y="218379"/>
                  </a:lnTo>
                  <a:lnTo>
                    <a:pt x="0" y="236577"/>
                  </a:lnTo>
                  <a:lnTo>
                    <a:pt x="0" y="254776"/>
                  </a:lnTo>
                  <a:lnTo>
                    <a:pt x="0" y="272974"/>
                  </a:lnTo>
                  <a:lnTo>
                    <a:pt x="0" y="291172"/>
                  </a:lnTo>
                  <a:lnTo>
                    <a:pt x="0" y="309370"/>
                  </a:lnTo>
                  <a:lnTo>
                    <a:pt x="0" y="327569"/>
                  </a:lnTo>
                  <a:lnTo>
                    <a:pt x="0" y="345767"/>
                  </a:lnTo>
                  <a:lnTo>
                    <a:pt x="0" y="363965"/>
                  </a:lnTo>
                  <a:lnTo>
                    <a:pt x="0" y="382164"/>
                  </a:lnTo>
                  <a:lnTo>
                    <a:pt x="0" y="400362"/>
                  </a:lnTo>
                  <a:lnTo>
                    <a:pt x="0" y="418560"/>
                  </a:lnTo>
                  <a:lnTo>
                    <a:pt x="0" y="436758"/>
                  </a:lnTo>
                  <a:lnTo>
                    <a:pt x="0" y="454957"/>
                  </a:lnTo>
                  <a:lnTo>
                    <a:pt x="0" y="473155"/>
                  </a:lnTo>
                  <a:lnTo>
                    <a:pt x="0" y="491353"/>
                  </a:lnTo>
                  <a:lnTo>
                    <a:pt x="0" y="509552"/>
                  </a:lnTo>
                  <a:lnTo>
                    <a:pt x="0" y="52775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l344"/>
            <p:cNvSpPr/>
            <p:nvPr/>
          </p:nvSpPr>
          <p:spPr>
            <a:xfrm>
              <a:off x="7720633" y="2644846"/>
              <a:ext cx="373175" cy="373175"/>
            </a:xfrm>
            <a:custGeom>
              <a:avLst/>
              <a:pathLst>
                <a:path w="373175" h="373175">
                  <a:moveTo>
                    <a:pt x="373175" y="0"/>
                  </a:moveTo>
                  <a:lnTo>
                    <a:pt x="360307" y="12868"/>
                  </a:lnTo>
                  <a:lnTo>
                    <a:pt x="347439" y="25736"/>
                  </a:lnTo>
                  <a:lnTo>
                    <a:pt x="334571" y="38604"/>
                  </a:lnTo>
                  <a:lnTo>
                    <a:pt x="321703" y="51472"/>
                  </a:lnTo>
                  <a:lnTo>
                    <a:pt x="308835" y="64340"/>
                  </a:lnTo>
                  <a:lnTo>
                    <a:pt x="295967" y="77208"/>
                  </a:lnTo>
                  <a:lnTo>
                    <a:pt x="283098" y="90076"/>
                  </a:lnTo>
                  <a:lnTo>
                    <a:pt x="270230" y="102945"/>
                  </a:lnTo>
                  <a:lnTo>
                    <a:pt x="257362" y="115813"/>
                  </a:lnTo>
                  <a:lnTo>
                    <a:pt x="244494" y="128681"/>
                  </a:lnTo>
                  <a:lnTo>
                    <a:pt x="231626" y="141549"/>
                  </a:lnTo>
                  <a:lnTo>
                    <a:pt x="218758" y="154417"/>
                  </a:lnTo>
                  <a:lnTo>
                    <a:pt x="205890" y="167285"/>
                  </a:lnTo>
                  <a:lnTo>
                    <a:pt x="193022" y="180153"/>
                  </a:lnTo>
                  <a:lnTo>
                    <a:pt x="180153" y="193022"/>
                  </a:lnTo>
                  <a:lnTo>
                    <a:pt x="167285" y="205890"/>
                  </a:lnTo>
                  <a:lnTo>
                    <a:pt x="154417" y="218758"/>
                  </a:lnTo>
                  <a:lnTo>
                    <a:pt x="141549" y="231626"/>
                  </a:lnTo>
                  <a:lnTo>
                    <a:pt x="128681" y="244494"/>
                  </a:lnTo>
                  <a:lnTo>
                    <a:pt x="115813" y="257362"/>
                  </a:lnTo>
                  <a:lnTo>
                    <a:pt x="102945" y="270230"/>
                  </a:lnTo>
                  <a:lnTo>
                    <a:pt x="90076" y="283098"/>
                  </a:lnTo>
                  <a:lnTo>
                    <a:pt x="77208" y="295967"/>
                  </a:lnTo>
                  <a:lnTo>
                    <a:pt x="64340" y="308835"/>
                  </a:lnTo>
                  <a:lnTo>
                    <a:pt x="51472" y="321703"/>
                  </a:lnTo>
                  <a:lnTo>
                    <a:pt x="38604" y="334571"/>
                  </a:lnTo>
                  <a:lnTo>
                    <a:pt x="25736" y="347439"/>
                  </a:lnTo>
                  <a:lnTo>
                    <a:pt x="12868" y="360307"/>
                  </a:lnTo>
                  <a:lnTo>
                    <a:pt x="0" y="37317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l345"/>
            <p:cNvSpPr/>
            <p:nvPr/>
          </p:nvSpPr>
          <p:spPr>
            <a:xfrm>
              <a:off x="7566058" y="2644846"/>
              <a:ext cx="527750" cy="0"/>
            </a:xfrm>
            <a:custGeom>
              <a:avLst/>
              <a:pathLst>
                <a:path w="527750" h="0">
                  <a:moveTo>
                    <a:pt x="527750" y="0"/>
                  </a:moveTo>
                  <a:lnTo>
                    <a:pt x="509552" y="0"/>
                  </a:lnTo>
                  <a:lnTo>
                    <a:pt x="491353" y="0"/>
                  </a:lnTo>
                  <a:lnTo>
                    <a:pt x="473155" y="0"/>
                  </a:lnTo>
                  <a:lnTo>
                    <a:pt x="454957" y="0"/>
                  </a:lnTo>
                  <a:lnTo>
                    <a:pt x="436758" y="0"/>
                  </a:lnTo>
                  <a:lnTo>
                    <a:pt x="418560" y="0"/>
                  </a:lnTo>
                  <a:lnTo>
                    <a:pt x="400362" y="0"/>
                  </a:lnTo>
                  <a:lnTo>
                    <a:pt x="382164" y="0"/>
                  </a:lnTo>
                  <a:lnTo>
                    <a:pt x="363965" y="0"/>
                  </a:lnTo>
                  <a:lnTo>
                    <a:pt x="345767" y="0"/>
                  </a:lnTo>
                  <a:lnTo>
                    <a:pt x="327569" y="0"/>
                  </a:lnTo>
                  <a:lnTo>
                    <a:pt x="309370" y="0"/>
                  </a:lnTo>
                  <a:lnTo>
                    <a:pt x="291172" y="0"/>
                  </a:lnTo>
                  <a:lnTo>
                    <a:pt x="272974" y="0"/>
                  </a:lnTo>
                  <a:lnTo>
                    <a:pt x="254776" y="0"/>
                  </a:lnTo>
                  <a:lnTo>
                    <a:pt x="236577" y="0"/>
                  </a:lnTo>
                  <a:lnTo>
                    <a:pt x="218379" y="0"/>
                  </a:lnTo>
                  <a:lnTo>
                    <a:pt x="200181" y="0"/>
                  </a:lnTo>
                  <a:lnTo>
                    <a:pt x="181982" y="0"/>
                  </a:lnTo>
                  <a:lnTo>
                    <a:pt x="163784" y="0"/>
                  </a:lnTo>
                  <a:lnTo>
                    <a:pt x="145586" y="0"/>
                  </a:lnTo>
                  <a:lnTo>
                    <a:pt x="127388" y="0"/>
                  </a:lnTo>
                  <a:lnTo>
                    <a:pt x="109189" y="0"/>
                  </a:lnTo>
                  <a:lnTo>
                    <a:pt x="90991" y="0"/>
                  </a:lnTo>
                  <a:lnTo>
                    <a:pt x="72793" y="0"/>
                  </a:lnTo>
                  <a:lnTo>
                    <a:pt x="54594" y="0"/>
                  </a:lnTo>
                  <a:lnTo>
                    <a:pt x="36396" y="0"/>
                  </a:lnTo>
                  <a:lnTo>
                    <a:pt x="18198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l346"/>
            <p:cNvSpPr/>
            <p:nvPr/>
          </p:nvSpPr>
          <p:spPr>
            <a:xfrm>
              <a:off x="7720633" y="2271670"/>
              <a:ext cx="373175" cy="373175"/>
            </a:xfrm>
            <a:custGeom>
              <a:avLst/>
              <a:pathLst>
                <a:path w="373175" h="373175">
                  <a:moveTo>
                    <a:pt x="373175" y="373175"/>
                  </a:moveTo>
                  <a:lnTo>
                    <a:pt x="360307" y="360307"/>
                  </a:lnTo>
                  <a:lnTo>
                    <a:pt x="347439" y="347439"/>
                  </a:lnTo>
                  <a:lnTo>
                    <a:pt x="334571" y="334571"/>
                  </a:lnTo>
                  <a:lnTo>
                    <a:pt x="321703" y="321703"/>
                  </a:lnTo>
                  <a:lnTo>
                    <a:pt x="308835" y="308835"/>
                  </a:lnTo>
                  <a:lnTo>
                    <a:pt x="295967" y="295967"/>
                  </a:lnTo>
                  <a:lnTo>
                    <a:pt x="283098" y="283098"/>
                  </a:lnTo>
                  <a:lnTo>
                    <a:pt x="270230" y="270230"/>
                  </a:lnTo>
                  <a:lnTo>
                    <a:pt x="257362" y="257362"/>
                  </a:lnTo>
                  <a:lnTo>
                    <a:pt x="244494" y="244494"/>
                  </a:lnTo>
                  <a:lnTo>
                    <a:pt x="231626" y="231626"/>
                  </a:lnTo>
                  <a:lnTo>
                    <a:pt x="218758" y="218758"/>
                  </a:lnTo>
                  <a:lnTo>
                    <a:pt x="205890" y="205890"/>
                  </a:lnTo>
                  <a:lnTo>
                    <a:pt x="193022" y="193022"/>
                  </a:lnTo>
                  <a:lnTo>
                    <a:pt x="180153" y="180153"/>
                  </a:lnTo>
                  <a:lnTo>
                    <a:pt x="167285" y="167285"/>
                  </a:lnTo>
                  <a:lnTo>
                    <a:pt x="154417" y="154417"/>
                  </a:lnTo>
                  <a:lnTo>
                    <a:pt x="141549" y="141549"/>
                  </a:lnTo>
                  <a:lnTo>
                    <a:pt x="128681" y="128681"/>
                  </a:lnTo>
                  <a:lnTo>
                    <a:pt x="115813" y="115813"/>
                  </a:lnTo>
                  <a:lnTo>
                    <a:pt x="102945" y="102945"/>
                  </a:lnTo>
                  <a:lnTo>
                    <a:pt x="90076" y="90076"/>
                  </a:lnTo>
                  <a:lnTo>
                    <a:pt x="77208" y="77208"/>
                  </a:lnTo>
                  <a:lnTo>
                    <a:pt x="64340" y="64340"/>
                  </a:lnTo>
                  <a:lnTo>
                    <a:pt x="51472" y="51472"/>
                  </a:lnTo>
                  <a:lnTo>
                    <a:pt x="38604" y="38604"/>
                  </a:lnTo>
                  <a:lnTo>
                    <a:pt x="25736" y="25736"/>
                  </a:lnTo>
                  <a:lnTo>
                    <a:pt x="12868" y="12868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tx347"/>
            <p:cNvSpPr/>
            <p:nvPr/>
          </p:nvSpPr>
          <p:spPr>
            <a:xfrm>
              <a:off x="7961823" y="2010092"/>
              <a:ext cx="263971" cy="79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348" name="tx348"/>
            <p:cNvSpPr/>
            <p:nvPr/>
          </p:nvSpPr>
          <p:spPr>
            <a:xfrm>
              <a:off x="8279626" y="2183883"/>
              <a:ext cx="468011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349" name="tx349"/>
            <p:cNvSpPr/>
            <p:nvPr/>
          </p:nvSpPr>
          <p:spPr>
            <a:xfrm>
              <a:off x="8579525" y="2603970"/>
              <a:ext cx="216005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350" name="tx350"/>
            <p:cNvSpPr/>
            <p:nvPr/>
          </p:nvSpPr>
          <p:spPr>
            <a:xfrm>
              <a:off x="8270560" y="3021579"/>
              <a:ext cx="48614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351" name="tx351"/>
            <p:cNvSpPr/>
            <p:nvPr/>
          </p:nvSpPr>
          <p:spPr>
            <a:xfrm>
              <a:off x="7952757" y="3195475"/>
              <a:ext cx="28210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352" name="tx352"/>
            <p:cNvSpPr/>
            <p:nvPr/>
          </p:nvSpPr>
          <p:spPr>
            <a:xfrm>
              <a:off x="7421953" y="3021579"/>
              <a:ext cx="504065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353" name="tx353"/>
            <p:cNvSpPr/>
            <p:nvPr/>
          </p:nvSpPr>
          <p:spPr>
            <a:xfrm>
              <a:off x="7377144" y="2603970"/>
              <a:ext cx="245891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354" name="tx354"/>
            <p:cNvSpPr/>
            <p:nvPr/>
          </p:nvSpPr>
          <p:spPr>
            <a:xfrm>
              <a:off x="7431019" y="2183883"/>
              <a:ext cx="485933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355" name="tx355"/>
            <p:cNvSpPr/>
            <p:nvPr/>
          </p:nvSpPr>
          <p:spPr>
            <a:xfrm>
              <a:off x="7193561" y="2349001"/>
              <a:ext cx="177930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356" name="tx356"/>
            <p:cNvSpPr/>
            <p:nvPr/>
          </p:nvSpPr>
          <p:spPr>
            <a:xfrm>
              <a:off x="7144119" y="2085126"/>
              <a:ext cx="227372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357" name="rc357"/>
            <p:cNvSpPr/>
            <p:nvPr/>
          </p:nvSpPr>
          <p:spPr>
            <a:xfrm>
              <a:off x="69589" y="3429000"/>
              <a:ext cx="2251205" cy="19790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358" name="rc358"/>
            <p:cNvSpPr/>
            <p:nvPr/>
          </p:nvSpPr>
          <p:spPr>
            <a:xfrm>
              <a:off x="69589" y="3626906"/>
              <a:ext cx="2251205" cy="14817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9" name="rc359"/>
            <p:cNvSpPr/>
            <p:nvPr/>
          </p:nvSpPr>
          <p:spPr>
            <a:xfrm>
              <a:off x="397549" y="3429000"/>
              <a:ext cx="1885287" cy="197906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0" name="tx360"/>
            <p:cNvSpPr/>
            <p:nvPr/>
          </p:nvSpPr>
          <p:spPr>
            <a:xfrm>
              <a:off x="961417" y="3470804"/>
              <a:ext cx="757550" cy="1104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Piciformes</a:t>
              </a:r>
            </a:p>
          </p:txBody>
        </p:sp>
        <p:sp>
          <p:nvSpPr>
            <p:cNvPr id="361" name="rc361"/>
            <p:cNvSpPr/>
            <p:nvPr/>
          </p:nvSpPr>
          <p:spPr>
            <a:xfrm>
              <a:off x="680504" y="3664864"/>
              <a:ext cx="1319376" cy="13193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2" name="pl362"/>
            <p:cNvSpPr/>
            <p:nvPr/>
          </p:nvSpPr>
          <p:spPr>
            <a:xfrm>
              <a:off x="1340192" y="3730832"/>
              <a:ext cx="0" cy="593719"/>
            </a:xfrm>
            <a:custGeom>
              <a:avLst/>
              <a:pathLst>
                <a:path w="0" h="593719">
                  <a:moveTo>
                    <a:pt x="0" y="593719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63" name="pl363"/>
            <p:cNvSpPr/>
            <p:nvPr/>
          </p:nvSpPr>
          <p:spPr>
            <a:xfrm>
              <a:off x="1340192" y="3904729"/>
              <a:ext cx="419822" cy="419822"/>
            </a:xfrm>
            <a:custGeom>
              <a:avLst/>
              <a:pathLst>
                <a:path w="419822" h="419822">
                  <a:moveTo>
                    <a:pt x="0" y="419822"/>
                  </a:moveTo>
                  <a:lnTo>
                    <a:pt x="419822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64" name="pl364"/>
            <p:cNvSpPr/>
            <p:nvPr/>
          </p:nvSpPr>
          <p:spPr>
            <a:xfrm>
              <a:off x="1340192" y="4324552"/>
              <a:ext cx="593719" cy="0"/>
            </a:xfrm>
            <a:custGeom>
              <a:avLst/>
              <a:pathLst>
                <a:path w="593719" h="0">
                  <a:moveTo>
                    <a:pt x="0" y="0"/>
                  </a:moveTo>
                  <a:lnTo>
                    <a:pt x="59371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65" name="pl365"/>
            <p:cNvSpPr/>
            <p:nvPr/>
          </p:nvSpPr>
          <p:spPr>
            <a:xfrm>
              <a:off x="1340192" y="4324552"/>
              <a:ext cx="419822" cy="419822"/>
            </a:xfrm>
            <a:custGeom>
              <a:avLst/>
              <a:pathLst>
                <a:path w="419822" h="419822">
                  <a:moveTo>
                    <a:pt x="0" y="0"/>
                  </a:moveTo>
                  <a:lnTo>
                    <a:pt x="419822" y="419822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66" name="pl366"/>
            <p:cNvSpPr/>
            <p:nvPr/>
          </p:nvSpPr>
          <p:spPr>
            <a:xfrm>
              <a:off x="1340192" y="4324552"/>
              <a:ext cx="0" cy="593719"/>
            </a:xfrm>
            <a:custGeom>
              <a:avLst/>
              <a:pathLst>
                <a:path w="0" h="593719">
                  <a:moveTo>
                    <a:pt x="0" y="0"/>
                  </a:moveTo>
                  <a:lnTo>
                    <a:pt x="0" y="593719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67" name="pl367"/>
            <p:cNvSpPr/>
            <p:nvPr/>
          </p:nvSpPr>
          <p:spPr>
            <a:xfrm>
              <a:off x="920370" y="4324552"/>
              <a:ext cx="419822" cy="419822"/>
            </a:xfrm>
            <a:custGeom>
              <a:avLst/>
              <a:pathLst>
                <a:path w="419822" h="419822">
                  <a:moveTo>
                    <a:pt x="419822" y="0"/>
                  </a:moveTo>
                  <a:lnTo>
                    <a:pt x="0" y="419822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68" name="pl368"/>
            <p:cNvSpPr/>
            <p:nvPr/>
          </p:nvSpPr>
          <p:spPr>
            <a:xfrm>
              <a:off x="746473" y="4324552"/>
              <a:ext cx="593719" cy="0"/>
            </a:xfrm>
            <a:custGeom>
              <a:avLst/>
              <a:pathLst>
                <a:path w="593719" h="0">
                  <a:moveTo>
                    <a:pt x="593719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69" name="pl369"/>
            <p:cNvSpPr/>
            <p:nvPr/>
          </p:nvSpPr>
          <p:spPr>
            <a:xfrm>
              <a:off x="920370" y="3904729"/>
              <a:ext cx="419822" cy="419822"/>
            </a:xfrm>
            <a:custGeom>
              <a:avLst/>
              <a:pathLst>
                <a:path w="419822" h="419822">
                  <a:moveTo>
                    <a:pt x="419822" y="419822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70" name="pl370"/>
            <p:cNvSpPr/>
            <p:nvPr/>
          </p:nvSpPr>
          <p:spPr>
            <a:xfrm>
              <a:off x="1076350" y="4060676"/>
              <a:ext cx="527683" cy="527617"/>
            </a:xfrm>
            <a:custGeom>
              <a:avLst/>
              <a:pathLst>
                <a:path w="527683" h="527617">
                  <a:moveTo>
                    <a:pt x="263841" y="0"/>
                  </a:moveTo>
                  <a:lnTo>
                    <a:pt x="280577" y="531"/>
                  </a:lnTo>
                  <a:lnTo>
                    <a:pt x="297246" y="2122"/>
                  </a:lnTo>
                  <a:lnTo>
                    <a:pt x="313780" y="4768"/>
                  </a:lnTo>
                  <a:lnTo>
                    <a:pt x="330113" y="8457"/>
                  </a:lnTo>
                  <a:lnTo>
                    <a:pt x="346179" y="13174"/>
                  </a:lnTo>
                  <a:lnTo>
                    <a:pt x="361914" y="18901"/>
                  </a:lnTo>
                  <a:lnTo>
                    <a:pt x="377254" y="25615"/>
                  </a:lnTo>
                  <a:lnTo>
                    <a:pt x="392137" y="33288"/>
                  </a:lnTo>
                  <a:lnTo>
                    <a:pt x="406503" y="41889"/>
                  </a:lnTo>
                  <a:lnTo>
                    <a:pt x="420295" y="51384"/>
                  </a:lnTo>
                  <a:lnTo>
                    <a:pt x="433457" y="61735"/>
                  </a:lnTo>
                  <a:lnTo>
                    <a:pt x="445936" y="72899"/>
                  </a:lnTo>
                  <a:lnTo>
                    <a:pt x="457682" y="84833"/>
                  </a:lnTo>
                  <a:lnTo>
                    <a:pt x="468647" y="97487"/>
                  </a:lnTo>
                  <a:lnTo>
                    <a:pt x="478788" y="110812"/>
                  </a:lnTo>
                  <a:lnTo>
                    <a:pt x="488063" y="124753"/>
                  </a:lnTo>
                  <a:lnTo>
                    <a:pt x="496435" y="139254"/>
                  </a:lnTo>
                  <a:lnTo>
                    <a:pt x="503871" y="154257"/>
                  </a:lnTo>
                  <a:lnTo>
                    <a:pt x="510340" y="169701"/>
                  </a:lnTo>
                  <a:lnTo>
                    <a:pt x="515817" y="185525"/>
                  </a:lnTo>
                  <a:lnTo>
                    <a:pt x="520278" y="201664"/>
                  </a:lnTo>
                  <a:lnTo>
                    <a:pt x="523708" y="218053"/>
                  </a:lnTo>
                  <a:lnTo>
                    <a:pt x="526091" y="234627"/>
                  </a:lnTo>
                  <a:lnTo>
                    <a:pt x="527418" y="251319"/>
                  </a:lnTo>
                  <a:lnTo>
                    <a:pt x="527683" y="268061"/>
                  </a:lnTo>
                  <a:lnTo>
                    <a:pt x="526887" y="284787"/>
                  </a:lnTo>
                  <a:lnTo>
                    <a:pt x="525031" y="301428"/>
                  </a:lnTo>
                  <a:lnTo>
                    <a:pt x="522123" y="317918"/>
                  </a:lnTo>
                  <a:lnTo>
                    <a:pt x="518176" y="334191"/>
                  </a:lnTo>
                  <a:lnTo>
                    <a:pt x="513204" y="350180"/>
                  </a:lnTo>
                  <a:lnTo>
                    <a:pt x="507228" y="365822"/>
                  </a:lnTo>
                  <a:lnTo>
                    <a:pt x="500272" y="381053"/>
                  </a:lnTo>
                  <a:lnTo>
                    <a:pt x="492364" y="395812"/>
                  </a:lnTo>
                  <a:lnTo>
                    <a:pt x="483536" y="410040"/>
                  </a:lnTo>
                  <a:lnTo>
                    <a:pt x="473823" y="423680"/>
                  </a:lnTo>
                  <a:lnTo>
                    <a:pt x="463265" y="436676"/>
                  </a:lnTo>
                  <a:lnTo>
                    <a:pt x="451904" y="448977"/>
                  </a:lnTo>
                  <a:lnTo>
                    <a:pt x="439785" y="460532"/>
                  </a:lnTo>
                  <a:lnTo>
                    <a:pt x="426958" y="471295"/>
                  </a:lnTo>
                  <a:lnTo>
                    <a:pt x="413475" y="481223"/>
                  </a:lnTo>
                  <a:lnTo>
                    <a:pt x="399388" y="490275"/>
                  </a:lnTo>
                  <a:lnTo>
                    <a:pt x="384756" y="498416"/>
                  </a:lnTo>
                  <a:lnTo>
                    <a:pt x="369637" y="505613"/>
                  </a:lnTo>
                  <a:lnTo>
                    <a:pt x="354092" y="511836"/>
                  </a:lnTo>
                  <a:lnTo>
                    <a:pt x="338184" y="517061"/>
                  </a:lnTo>
                  <a:lnTo>
                    <a:pt x="321976" y="521266"/>
                  </a:lnTo>
                  <a:lnTo>
                    <a:pt x="305534" y="524435"/>
                  </a:lnTo>
                  <a:lnTo>
                    <a:pt x="288924" y="526555"/>
                  </a:lnTo>
                  <a:lnTo>
                    <a:pt x="272214" y="527617"/>
                  </a:lnTo>
                  <a:lnTo>
                    <a:pt x="255469" y="527617"/>
                  </a:lnTo>
                  <a:lnTo>
                    <a:pt x="238759" y="526555"/>
                  </a:lnTo>
                  <a:lnTo>
                    <a:pt x="222149" y="524435"/>
                  </a:lnTo>
                  <a:lnTo>
                    <a:pt x="205707" y="521266"/>
                  </a:lnTo>
                  <a:lnTo>
                    <a:pt x="189499" y="517061"/>
                  </a:lnTo>
                  <a:lnTo>
                    <a:pt x="173591" y="511836"/>
                  </a:lnTo>
                  <a:lnTo>
                    <a:pt x="158046" y="505613"/>
                  </a:lnTo>
                  <a:lnTo>
                    <a:pt x="142927" y="498416"/>
                  </a:lnTo>
                  <a:lnTo>
                    <a:pt x="128295" y="490275"/>
                  </a:lnTo>
                  <a:lnTo>
                    <a:pt x="114208" y="481223"/>
                  </a:lnTo>
                  <a:lnTo>
                    <a:pt x="100725" y="471295"/>
                  </a:lnTo>
                  <a:lnTo>
                    <a:pt x="87898" y="460532"/>
                  </a:lnTo>
                  <a:lnTo>
                    <a:pt x="75779" y="448977"/>
                  </a:lnTo>
                  <a:lnTo>
                    <a:pt x="64418" y="436676"/>
                  </a:lnTo>
                  <a:lnTo>
                    <a:pt x="53860" y="423680"/>
                  </a:lnTo>
                  <a:lnTo>
                    <a:pt x="44147" y="410040"/>
                  </a:lnTo>
                  <a:lnTo>
                    <a:pt x="35319" y="395812"/>
                  </a:lnTo>
                  <a:lnTo>
                    <a:pt x="27411" y="381053"/>
                  </a:lnTo>
                  <a:lnTo>
                    <a:pt x="20455" y="365822"/>
                  </a:lnTo>
                  <a:lnTo>
                    <a:pt x="14479" y="350180"/>
                  </a:lnTo>
                  <a:lnTo>
                    <a:pt x="9507" y="334191"/>
                  </a:lnTo>
                  <a:lnTo>
                    <a:pt x="5560" y="317918"/>
                  </a:lnTo>
                  <a:lnTo>
                    <a:pt x="2652" y="301428"/>
                  </a:lnTo>
                  <a:lnTo>
                    <a:pt x="796" y="284787"/>
                  </a:lnTo>
                  <a:lnTo>
                    <a:pt x="0" y="268061"/>
                  </a:lnTo>
                  <a:lnTo>
                    <a:pt x="265" y="251319"/>
                  </a:lnTo>
                  <a:lnTo>
                    <a:pt x="1592" y="234627"/>
                  </a:lnTo>
                  <a:lnTo>
                    <a:pt x="3975" y="218053"/>
                  </a:lnTo>
                  <a:lnTo>
                    <a:pt x="7405" y="201664"/>
                  </a:lnTo>
                  <a:lnTo>
                    <a:pt x="11866" y="185525"/>
                  </a:lnTo>
                  <a:lnTo>
                    <a:pt x="17343" y="169701"/>
                  </a:lnTo>
                  <a:lnTo>
                    <a:pt x="23812" y="154257"/>
                  </a:lnTo>
                  <a:lnTo>
                    <a:pt x="31248" y="139254"/>
                  </a:lnTo>
                  <a:lnTo>
                    <a:pt x="39620" y="124753"/>
                  </a:lnTo>
                  <a:lnTo>
                    <a:pt x="48895" y="110812"/>
                  </a:lnTo>
                  <a:lnTo>
                    <a:pt x="59036" y="97487"/>
                  </a:lnTo>
                  <a:lnTo>
                    <a:pt x="70001" y="84833"/>
                  </a:lnTo>
                  <a:lnTo>
                    <a:pt x="81747" y="72899"/>
                  </a:lnTo>
                  <a:lnTo>
                    <a:pt x="94226" y="61735"/>
                  </a:lnTo>
                  <a:lnTo>
                    <a:pt x="107388" y="51384"/>
                  </a:lnTo>
                  <a:lnTo>
                    <a:pt x="121180" y="41889"/>
                  </a:lnTo>
                  <a:lnTo>
                    <a:pt x="135546" y="33288"/>
                  </a:lnTo>
                  <a:lnTo>
                    <a:pt x="150429" y="25615"/>
                  </a:lnTo>
                  <a:lnTo>
                    <a:pt x="165769" y="18901"/>
                  </a:lnTo>
                  <a:lnTo>
                    <a:pt x="181504" y="13174"/>
                  </a:lnTo>
                  <a:lnTo>
                    <a:pt x="197570" y="8457"/>
                  </a:lnTo>
                  <a:lnTo>
                    <a:pt x="213903" y="4768"/>
                  </a:lnTo>
                  <a:lnTo>
                    <a:pt x="230437" y="2122"/>
                  </a:lnTo>
                  <a:lnTo>
                    <a:pt x="247105" y="531"/>
                  </a:lnTo>
                  <a:lnTo>
                    <a:pt x="2638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71" name="pl371"/>
            <p:cNvSpPr/>
            <p:nvPr/>
          </p:nvSpPr>
          <p:spPr>
            <a:xfrm>
              <a:off x="812508" y="3796801"/>
              <a:ext cx="1055367" cy="1055235"/>
            </a:xfrm>
            <a:custGeom>
              <a:avLst/>
              <a:pathLst>
                <a:path w="1055367" h="1055235">
                  <a:moveTo>
                    <a:pt x="527683" y="0"/>
                  </a:moveTo>
                  <a:lnTo>
                    <a:pt x="561155" y="1062"/>
                  </a:lnTo>
                  <a:lnTo>
                    <a:pt x="594493" y="4245"/>
                  </a:lnTo>
                  <a:lnTo>
                    <a:pt x="627561" y="9537"/>
                  </a:lnTo>
                  <a:lnTo>
                    <a:pt x="660227" y="16915"/>
                  </a:lnTo>
                  <a:lnTo>
                    <a:pt x="692359" y="26349"/>
                  </a:lnTo>
                  <a:lnTo>
                    <a:pt x="723828" y="37803"/>
                  </a:lnTo>
                  <a:lnTo>
                    <a:pt x="754508" y="51230"/>
                  </a:lnTo>
                  <a:lnTo>
                    <a:pt x="784274" y="66576"/>
                  </a:lnTo>
                  <a:lnTo>
                    <a:pt x="813007" y="83778"/>
                  </a:lnTo>
                  <a:lnTo>
                    <a:pt x="840591" y="102768"/>
                  </a:lnTo>
                  <a:lnTo>
                    <a:pt x="866915" y="123470"/>
                  </a:lnTo>
                  <a:lnTo>
                    <a:pt x="891873" y="145799"/>
                  </a:lnTo>
                  <a:lnTo>
                    <a:pt x="915365" y="169666"/>
                  </a:lnTo>
                  <a:lnTo>
                    <a:pt x="937295" y="194975"/>
                  </a:lnTo>
                  <a:lnTo>
                    <a:pt x="957576" y="221625"/>
                  </a:lnTo>
                  <a:lnTo>
                    <a:pt x="976126" y="249506"/>
                  </a:lnTo>
                  <a:lnTo>
                    <a:pt x="992871" y="278509"/>
                  </a:lnTo>
                  <a:lnTo>
                    <a:pt x="1007742" y="308514"/>
                  </a:lnTo>
                  <a:lnTo>
                    <a:pt x="1020680" y="339403"/>
                  </a:lnTo>
                  <a:lnTo>
                    <a:pt x="1031634" y="371050"/>
                  </a:lnTo>
                  <a:lnTo>
                    <a:pt x="1040557" y="403328"/>
                  </a:lnTo>
                  <a:lnTo>
                    <a:pt x="1047416" y="436107"/>
                  </a:lnTo>
                  <a:lnTo>
                    <a:pt x="1052182" y="469255"/>
                  </a:lnTo>
                  <a:lnTo>
                    <a:pt x="1054836" y="502639"/>
                  </a:lnTo>
                  <a:lnTo>
                    <a:pt x="1055367" y="536123"/>
                  </a:lnTo>
                  <a:lnTo>
                    <a:pt x="1053774" y="569574"/>
                  </a:lnTo>
                  <a:lnTo>
                    <a:pt x="1050062" y="602857"/>
                  </a:lnTo>
                  <a:lnTo>
                    <a:pt x="1044247" y="635837"/>
                  </a:lnTo>
                  <a:lnTo>
                    <a:pt x="1036352" y="668382"/>
                  </a:lnTo>
                  <a:lnTo>
                    <a:pt x="1026408" y="700360"/>
                  </a:lnTo>
                  <a:lnTo>
                    <a:pt x="1014456" y="731644"/>
                  </a:lnTo>
                  <a:lnTo>
                    <a:pt x="1000545" y="762106"/>
                  </a:lnTo>
                  <a:lnTo>
                    <a:pt x="984729" y="791625"/>
                  </a:lnTo>
                  <a:lnTo>
                    <a:pt x="967073" y="820081"/>
                  </a:lnTo>
                  <a:lnTo>
                    <a:pt x="947647" y="847361"/>
                  </a:lnTo>
                  <a:lnTo>
                    <a:pt x="926531" y="873353"/>
                  </a:lnTo>
                  <a:lnTo>
                    <a:pt x="903808" y="897954"/>
                  </a:lnTo>
                  <a:lnTo>
                    <a:pt x="879571" y="921064"/>
                  </a:lnTo>
                  <a:lnTo>
                    <a:pt x="853917" y="942590"/>
                  </a:lnTo>
                  <a:lnTo>
                    <a:pt x="826950" y="962446"/>
                  </a:lnTo>
                  <a:lnTo>
                    <a:pt x="798777" y="980551"/>
                  </a:lnTo>
                  <a:lnTo>
                    <a:pt x="769513" y="996833"/>
                  </a:lnTo>
                  <a:lnTo>
                    <a:pt x="739275" y="1011227"/>
                  </a:lnTo>
                  <a:lnTo>
                    <a:pt x="708185" y="1023673"/>
                  </a:lnTo>
                  <a:lnTo>
                    <a:pt x="676368" y="1034123"/>
                  </a:lnTo>
                  <a:lnTo>
                    <a:pt x="643952" y="1042533"/>
                  </a:lnTo>
                  <a:lnTo>
                    <a:pt x="611069" y="1048871"/>
                  </a:lnTo>
                  <a:lnTo>
                    <a:pt x="577849" y="1053111"/>
                  </a:lnTo>
                  <a:lnTo>
                    <a:pt x="544428" y="1055235"/>
                  </a:lnTo>
                  <a:lnTo>
                    <a:pt x="510939" y="1055235"/>
                  </a:lnTo>
                  <a:lnTo>
                    <a:pt x="477518" y="1053111"/>
                  </a:lnTo>
                  <a:lnTo>
                    <a:pt x="444298" y="1048871"/>
                  </a:lnTo>
                  <a:lnTo>
                    <a:pt x="411415" y="1042533"/>
                  </a:lnTo>
                  <a:lnTo>
                    <a:pt x="378999" y="1034123"/>
                  </a:lnTo>
                  <a:lnTo>
                    <a:pt x="347182" y="1023673"/>
                  </a:lnTo>
                  <a:lnTo>
                    <a:pt x="316092" y="1011227"/>
                  </a:lnTo>
                  <a:lnTo>
                    <a:pt x="285854" y="996833"/>
                  </a:lnTo>
                  <a:lnTo>
                    <a:pt x="256590" y="980551"/>
                  </a:lnTo>
                  <a:lnTo>
                    <a:pt x="228417" y="962446"/>
                  </a:lnTo>
                  <a:lnTo>
                    <a:pt x="201450" y="942590"/>
                  </a:lnTo>
                  <a:lnTo>
                    <a:pt x="175796" y="921064"/>
                  </a:lnTo>
                  <a:lnTo>
                    <a:pt x="151559" y="897954"/>
                  </a:lnTo>
                  <a:lnTo>
                    <a:pt x="128836" y="873353"/>
                  </a:lnTo>
                  <a:lnTo>
                    <a:pt x="107720" y="847361"/>
                  </a:lnTo>
                  <a:lnTo>
                    <a:pt x="88294" y="820081"/>
                  </a:lnTo>
                  <a:lnTo>
                    <a:pt x="70638" y="791625"/>
                  </a:lnTo>
                  <a:lnTo>
                    <a:pt x="54822" y="762106"/>
                  </a:lnTo>
                  <a:lnTo>
                    <a:pt x="40911" y="731644"/>
                  </a:lnTo>
                  <a:lnTo>
                    <a:pt x="28959" y="700360"/>
                  </a:lnTo>
                  <a:lnTo>
                    <a:pt x="19015" y="668382"/>
                  </a:lnTo>
                  <a:lnTo>
                    <a:pt x="11120" y="635837"/>
                  </a:lnTo>
                  <a:lnTo>
                    <a:pt x="5305" y="602857"/>
                  </a:lnTo>
                  <a:lnTo>
                    <a:pt x="1593" y="569574"/>
                  </a:lnTo>
                  <a:lnTo>
                    <a:pt x="0" y="536123"/>
                  </a:lnTo>
                  <a:lnTo>
                    <a:pt x="531" y="502639"/>
                  </a:lnTo>
                  <a:lnTo>
                    <a:pt x="3185" y="469255"/>
                  </a:lnTo>
                  <a:lnTo>
                    <a:pt x="7951" y="436107"/>
                  </a:lnTo>
                  <a:lnTo>
                    <a:pt x="14810" y="403328"/>
                  </a:lnTo>
                  <a:lnTo>
                    <a:pt x="23733" y="371050"/>
                  </a:lnTo>
                  <a:lnTo>
                    <a:pt x="34687" y="339403"/>
                  </a:lnTo>
                  <a:lnTo>
                    <a:pt x="47625" y="308514"/>
                  </a:lnTo>
                  <a:lnTo>
                    <a:pt x="62496" y="278509"/>
                  </a:lnTo>
                  <a:lnTo>
                    <a:pt x="79241" y="249506"/>
                  </a:lnTo>
                  <a:lnTo>
                    <a:pt x="97791" y="221625"/>
                  </a:lnTo>
                  <a:lnTo>
                    <a:pt x="118072" y="194975"/>
                  </a:lnTo>
                  <a:lnTo>
                    <a:pt x="140002" y="169666"/>
                  </a:lnTo>
                  <a:lnTo>
                    <a:pt x="163494" y="145799"/>
                  </a:lnTo>
                  <a:lnTo>
                    <a:pt x="188452" y="123470"/>
                  </a:lnTo>
                  <a:lnTo>
                    <a:pt x="214776" y="102768"/>
                  </a:lnTo>
                  <a:lnTo>
                    <a:pt x="242360" y="83778"/>
                  </a:lnTo>
                  <a:lnTo>
                    <a:pt x="271093" y="66576"/>
                  </a:lnTo>
                  <a:lnTo>
                    <a:pt x="300859" y="51230"/>
                  </a:lnTo>
                  <a:lnTo>
                    <a:pt x="331538" y="37803"/>
                  </a:lnTo>
                  <a:lnTo>
                    <a:pt x="363008" y="26349"/>
                  </a:lnTo>
                  <a:lnTo>
                    <a:pt x="395140" y="16915"/>
                  </a:lnTo>
                  <a:lnTo>
                    <a:pt x="427806" y="9537"/>
                  </a:lnTo>
                  <a:lnTo>
                    <a:pt x="460874" y="4245"/>
                  </a:lnTo>
                  <a:lnTo>
                    <a:pt x="494211" y="1062"/>
                  </a:lnTo>
                  <a:lnTo>
                    <a:pt x="527683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72" name="pl372"/>
            <p:cNvSpPr/>
            <p:nvPr/>
          </p:nvSpPr>
          <p:spPr>
            <a:xfrm>
              <a:off x="746548" y="3730832"/>
              <a:ext cx="1187288" cy="1187139"/>
            </a:xfrm>
            <a:custGeom>
              <a:avLst/>
              <a:pathLst>
                <a:path w="1187288" h="1187139">
                  <a:moveTo>
                    <a:pt x="593644" y="0"/>
                  </a:moveTo>
                  <a:lnTo>
                    <a:pt x="631300" y="1195"/>
                  </a:lnTo>
                  <a:lnTo>
                    <a:pt x="668804" y="4776"/>
                  </a:lnTo>
                  <a:lnTo>
                    <a:pt x="706006" y="10729"/>
                  </a:lnTo>
                  <a:lnTo>
                    <a:pt x="742755" y="19029"/>
                  </a:lnTo>
                  <a:lnTo>
                    <a:pt x="778904" y="29643"/>
                  </a:lnTo>
                  <a:lnTo>
                    <a:pt x="814307" y="42529"/>
                  </a:lnTo>
                  <a:lnTo>
                    <a:pt x="848821" y="57634"/>
                  </a:lnTo>
                  <a:lnTo>
                    <a:pt x="882308" y="74898"/>
                  </a:lnTo>
                  <a:lnTo>
                    <a:pt x="914633" y="94250"/>
                  </a:lnTo>
                  <a:lnTo>
                    <a:pt x="945665" y="115614"/>
                  </a:lnTo>
                  <a:lnTo>
                    <a:pt x="975279" y="138903"/>
                  </a:lnTo>
                  <a:lnTo>
                    <a:pt x="1003357" y="164024"/>
                  </a:lnTo>
                  <a:lnTo>
                    <a:pt x="1029785" y="190875"/>
                  </a:lnTo>
                  <a:lnTo>
                    <a:pt x="1054457" y="219347"/>
                  </a:lnTo>
                  <a:lnTo>
                    <a:pt x="1077273" y="249328"/>
                  </a:lnTo>
                  <a:lnTo>
                    <a:pt x="1098142" y="280695"/>
                  </a:lnTo>
                  <a:lnTo>
                    <a:pt x="1116980" y="313322"/>
                  </a:lnTo>
                  <a:lnTo>
                    <a:pt x="1133710" y="347079"/>
                  </a:lnTo>
                  <a:lnTo>
                    <a:pt x="1148265" y="381829"/>
                  </a:lnTo>
                  <a:lnTo>
                    <a:pt x="1160588" y="417431"/>
                  </a:lnTo>
                  <a:lnTo>
                    <a:pt x="1170627" y="453744"/>
                  </a:lnTo>
                  <a:lnTo>
                    <a:pt x="1178343" y="490620"/>
                  </a:lnTo>
                  <a:lnTo>
                    <a:pt x="1183705" y="527912"/>
                  </a:lnTo>
                  <a:lnTo>
                    <a:pt x="1186691" y="565468"/>
                  </a:lnTo>
                  <a:lnTo>
                    <a:pt x="1187288" y="603139"/>
                  </a:lnTo>
                  <a:lnTo>
                    <a:pt x="1185496" y="640771"/>
                  </a:lnTo>
                  <a:lnTo>
                    <a:pt x="1181320" y="678214"/>
                  </a:lnTo>
                  <a:lnTo>
                    <a:pt x="1174778" y="715316"/>
                  </a:lnTo>
                  <a:lnTo>
                    <a:pt x="1165896" y="751929"/>
                  </a:lnTo>
                  <a:lnTo>
                    <a:pt x="1154709" y="787905"/>
                  </a:lnTo>
                  <a:lnTo>
                    <a:pt x="1141263" y="823099"/>
                  </a:lnTo>
                  <a:lnTo>
                    <a:pt x="1125613" y="857370"/>
                  </a:lnTo>
                  <a:lnTo>
                    <a:pt x="1107820" y="890578"/>
                  </a:lnTo>
                  <a:lnTo>
                    <a:pt x="1087957" y="922592"/>
                  </a:lnTo>
                  <a:lnTo>
                    <a:pt x="1066103" y="953281"/>
                  </a:lnTo>
                  <a:lnTo>
                    <a:pt x="1042347" y="982522"/>
                  </a:lnTo>
                  <a:lnTo>
                    <a:pt x="1016784" y="1010198"/>
                  </a:lnTo>
                  <a:lnTo>
                    <a:pt x="989518" y="1036197"/>
                  </a:lnTo>
                  <a:lnTo>
                    <a:pt x="960657" y="1060414"/>
                  </a:lnTo>
                  <a:lnTo>
                    <a:pt x="930318" y="1082751"/>
                  </a:lnTo>
                  <a:lnTo>
                    <a:pt x="898624" y="1103120"/>
                  </a:lnTo>
                  <a:lnTo>
                    <a:pt x="865702" y="1121437"/>
                  </a:lnTo>
                  <a:lnTo>
                    <a:pt x="831684" y="1137630"/>
                  </a:lnTo>
                  <a:lnTo>
                    <a:pt x="796708" y="1151632"/>
                  </a:lnTo>
                  <a:lnTo>
                    <a:pt x="760914" y="1163388"/>
                  </a:lnTo>
                  <a:lnTo>
                    <a:pt x="724447" y="1172850"/>
                  </a:lnTo>
                  <a:lnTo>
                    <a:pt x="687452" y="1179980"/>
                  </a:lnTo>
                  <a:lnTo>
                    <a:pt x="650081" y="1184750"/>
                  </a:lnTo>
                  <a:lnTo>
                    <a:pt x="612481" y="1187139"/>
                  </a:lnTo>
                  <a:lnTo>
                    <a:pt x="574806" y="1187139"/>
                  </a:lnTo>
                  <a:lnTo>
                    <a:pt x="537207" y="1184750"/>
                  </a:lnTo>
                  <a:lnTo>
                    <a:pt x="499836" y="1179980"/>
                  </a:lnTo>
                  <a:lnTo>
                    <a:pt x="462841" y="1172850"/>
                  </a:lnTo>
                  <a:lnTo>
                    <a:pt x="426374" y="1163388"/>
                  </a:lnTo>
                  <a:lnTo>
                    <a:pt x="390580" y="1151632"/>
                  </a:lnTo>
                  <a:lnTo>
                    <a:pt x="355604" y="1137630"/>
                  </a:lnTo>
                  <a:lnTo>
                    <a:pt x="321586" y="1121437"/>
                  </a:lnTo>
                  <a:lnTo>
                    <a:pt x="288664" y="1103120"/>
                  </a:lnTo>
                  <a:lnTo>
                    <a:pt x="256970" y="1082751"/>
                  </a:lnTo>
                  <a:lnTo>
                    <a:pt x="226631" y="1060414"/>
                  </a:lnTo>
                  <a:lnTo>
                    <a:pt x="197770" y="1036197"/>
                  </a:lnTo>
                  <a:lnTo>
                    <a:pt x="170504" y="1010198"/>
                  </a:lnTo>
                  <a:lnTo>
                    <a:pt x="144941" y="982522"/>
                  </a:lnTo>
                  <a:lnTo>
                    <a:pt x="121185" y="953281"/>
                  </a:lnTo>
                  <a:lnTo>
                    <a:pt x="99331" y="922592"/>
                  </a:lnTo>
                  <a:lnTo>
                    <a:pt x="79468" y="890578"/>
                  </a:lnTo>
                  <a:lnTo>
                    <a:pt x="61675" y="857370"/>
                  </a:lnTo>
                  <a:lnTo>
                    <a:pt x="46025" y="823099"/>
                  </a:lnTo>
                  <a:lnTo>
                    <a:pt x="32579" y="787905"/>
                  </a:lnTo>
                  <a:lnTo>
                    <a:pt x="21392" y="751929"/>
                  </a:lnTo>
                  <a:lnTo>
                    <a:pt x="12510" y="715316"/>
                  </a:lnTo>
                  <a:lnTo>
                    <a:pt x="5968" y="678214"/>
                  </a:lnTo>
                  <a:lnTo>
                    <a:pt x="1792" y="640771"/>
                  </a:lnTo>
                  <a:lnTo>
                    <a:pt x="0" y="603139"/>
                  </a:lnTo>
                  <a:lnTo>
                    <a:pt x="597" y="565468"/>
                  </a:lnTo>
                  <a:lnTo>
                    <a:pt x="3583" y="527912"/>
                  </a:lnTo>
                  <a:lnTo>
                    <a:pt x="8945" y="490620"/>
                  </a:lnTo>
                  <a:lnTo>
                    <a:pt x="16661" y="453744"/>
                  </a:lnTo>
                  <a:lnTo>
                    <a:pt x="26700" y="417431"/>
                  </a:lnTo>
                  <a:lnTo>
                    <a:pt x="39022" y="381829"/>
                  </a:lnTo>
                  <a:lnTo>
                    <a:pt x="53578" y="347079"/>
                  </a:lnTo>
                  <a:lnTo>
                    <a:pt x="70308" y="313322"/>
                  </a:lnTo>
                  <a:lnTo>
                    <a:pt x="89146" y="280695"/>
                  </a:lnTo>
                  <a:lnTo>
                    <a:pt x="110015" y="249328"/>
                  </a:lnTo>
                  <a:lnTo>
                    <a:pt x="132831" y="219347"/>
                  </a:lnTo>
                  <a:lnTo>
                    <a:pt x="157503" y="190875"/>
                  </a:lnTo>
                  <a:lnTo>
                    <a:pt x="183931" y="164024"/>
                  </a:lnTo>
                  <a:lnTo>
                    <a:pt x="212009" y="138903"/>
                  </a:lnTo>
                  <a:lnTo>
                    <a:pt x="241623" y="115614"/>
                  </a:lnTo>
                  <a:lnTo>
                    <a:pt x="272655" y="94250"/>
                  </a:lnTo>
                  <a:lnTo>
                    <a:pt x="304980" y="74898"/>
                  </a:lnTo>
                  <a:lnTo>
                    <a:pt x="338466" y="57634"/>
                  </a:lnTo>
                  <a:lnTo>
                    <a:pt x="372981" y="42529"/>
                  </a:lnTo>
                  <a:lnTo>
                    <a:pt x="408384" y="29643"/>
                  </a:lnTo>
                  <a:lnTo>
                    <a:pt x="444533" y="19029"/>
                  </a:lnTo>
                  <a:lnTo>
                    <a:pt x="481282" y="10729"/>
                  </a:lnTo>
                  <a:lnTo>
                    <a:pt x="518484" y="4776"/>
                  </a:lnTo>
                  <a:lnTo>
                    <a:pt x="555988" y="1195"/>
                  </a:lnTo>
                  <a:lnTo>
                    <a:pt x="59364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1156110" y="4018865"/>
              <a:ext cx="711833" cy="611350"/>
            </a:xfrm>
            <a:custGeom>
              <a:avLst/>
              <a:pathLst>
                <a:path w="711833" h="611350">
                  <a:moveTo>
                    <a:pt x="711833" y="305686"/>
                  </a:moveTo>
                  <a:lnTo>
                    <a:pt x="704444" y="284164"/>
                  </a:lnTo>
                  <a:lnTo>
                    <a:pt x="696189" y="263252"/>
                  </a:lnTo>
                  <a:lnTo>
                    <a:pt x="687108" y="242984"/>
                  </a:lnTo>
                  <a:lnTo>
                    <a:pt x="677237" y="223393"/>
                  </a:lnTo>
                  <a:lnTo>
                    <a:pt x="666619" y="204509"/>
                  </a:lnTo>
                  <a:lnTo>
                    <a:pt x="655294" y="186359"/>
                  </a:lnTo>
                  <a:lnTo>
                    <a:pt x="643305" y="168970"/>
                  </a:lnTo>
                  <a:lnTo>
                    <a:pt x="630695" y="152364"/>
                  </a:lnTo>
                  <a:lnTo>
                    <a:pt x="617508" y="136563"/>
                  </a:lnTo>
                  <a:lnTo>
                    <a:pt x="603790" y="121585"/>
                  </a:lnTo>
                  <a:lnTo>
                    <a:pt x="589585" y="107448"/>
                  </a:lnTo>
                  <a:lnTo>
                    <a:pt x="574939" y="94165"/>
                  </a:lnTo>
                  <a:lnTo>
                    <a:pt x="559899" y="81748"/>
                  </a:lnTo>
                  <a:lnTo>
                    <a:pt x="544510" y="70207"/>
                  </a:lnTo>
                  <a:lnTo>
                    <a:pt x="528820" y="59548"/>
                  </a:lnTo>
                  <a:lnTo>
                    <a:pt x="512874" y="49777"/>
                  </a:lnTo>
                  <a:lnTo>
                    <a:pt x="496719" y="40897"/>
                  </a:lnTo>
                  <a:lnTo>
                    <a:pt x="480400" y="32906"/>
                  </a:lnTo>
                  <a:lnTo>
                    <a:pt x="463964" y="25804"/>
                  </a:lnTo>
                  <a:lnTo>
                    <a:pt x="447456" y="19586"/>
                  </a:lnTo>
                  <a:lnTo>
                    <a:pt x="430920" y="14246"/>
                  </a:lnTo>
                  <a:lnTo>
                    <a:pt x="414400" y="9774"/>
                  </a:lnTo>
                  <a:lnTo>
                    <a:pt x="397940" y="6160"/>
                  </a:lnTo>
                  <a:lnTo>
                    <a:pt x="381581" y="3392"/>
                  </a:lnTo>
                  <a:lnTo>
                    <a:pt x="365366" y="1454"/>
                  </a:lnTo>
                  <a:lnTo>
                    <a:pt x="349333" y="329"/>
                  </a:lnTo>
                  <a:lnTo>
                    <a:pt x="333523" y="0"/>
                  </a:lnTo>
                  <a:lnTo>
                    <a:pt x="317974" y="444"/>
                  </a:lnTo>
                  <a:lnTo>
                    <a:pt x="302721" y="1641"/>
                  </a:lnTo>
                  <a:lnTo>
                    <a:pt x="287800" y="3566"/>
                  </a:lnTo>
                  <a:lnTo>
                    <a:pt x="273245" y="6193"/>
                  </a:lnTo>
                  <a:lnTo>
                    <a:pt x="259088" y="9496"/>
                  </a:lnTo>
                  <a:lnTo>
                    <a:pt x="245359" y="13446"/>
                  </a:lnTo>
                  <a:lnTo>
                    <a:pt x="232087" y="18012"/>
                  </a:lnTo>
                  <a:lnTo>
                    <a:pt x="219299" y="23165"/>
                  </a:lnTo>
                  <a:lnTo>
                    <a:pt x="207020" y="28871"/>
                  </a:lnTo>
                  <a:lnTo>
                    <a:pt x="195274" y="35098"/>
                  </a:lnTo>
                  <a:lnTo>
                    <a:pt x="184082" y="41811"/>
                  </a:lnTo>
                  <a:lnTo>
                    <a:pt x="196627" y="34340"/>
                  </a:lnTo>
                  <a:lnTo>
                    <a:pt x="209862" y="27481"/>
                  </a:lnTo>
                  <a:lnTo>
                    <a:pt x="223755" y="21282"/>
                  </a:lnTo>
                  <a:lnTo>
                    <a:pt x="238274" y="15788"/>
                  </a:lnTo>
                  <a:lnTo>
                    <a:pt x="253381" y="11046"/>
                  </a:lnTo>
                  <a:lnTo>
                    <a:pt x="269039" y="7096"/>
                  </a:lnTo>
                  <a:lnTo>
                    <a:pt x="285204" y="3979"/>
                  </a:lnTo>
                  <a:lnTo>
                    <a:pt x="301834" y="1734"/>
                  </a:lnTo>
                  <a:lnTo>
                    <a:pt x="318881" y="397"/>
                  </a:lnTo>
                  <a:lnTo>
                    <a:pt x="336296" y="1"/>
                  </a:lnTo>
                  <a:lnTo>
                    <a:pt x="354027" y="576"/>
                  </a:lnTo>
                  <a:lnTo>
                    <a:pt x="372023" y="2152"/>
                  </a:lnTo>
                  <a:lnTo>
                    <a:pt x="390226" y="4753"/>
                  </a:lnTo>
                  <a:lnTo>
                    <a:pt x="408582" y="8401"/>
                  </a:lnTo>
                  <a:lnTo>
                    <a:pt x="427030" y="13116"/>
                  </a:lnTo>
                  <a:lnTo>
                    <a:pt x="445511" y="18912"/>
                  </a:lnTo>
                  <a:lnTo>
                    <a:pt x="463964" y="25804"/>
                  </a:lnTo>
                  <a:lnTo>
                    <a:pt x="477331" y="44717"/>
                  </a:lnTo>
                  <a:lnTo>
                    <a:pt x="489453" y="64230"/>
                  </a:lnTo>
                  <a:lnTo>
                    <a:pt x="500307" y="84263"/>
                  </a:lnTo>
                  <a:lnTo>
                    <a:pt x="509874" y="104735"/>
                  </a:lnTo>
                  <a:lnTo>
                    <a:pt x="518140" y="125564"/>
                  </a:lnTo>
                  <a:lnTo>
                    <a:pt x="525096" y="146669"/>
                  </a:lnTo>
                  <a:lnTo>
                    <a:pt x="530737" y="167969"/>
                  </a:lnTo>
                  <a:lnTo>
                    <a:pt x="535066" y="189383"/>
                  </a:lnTo>
                  <a:lnTo>
                    <a:pt x="538088" y="210831"/>
                  </a:lnTo>
                  <a:lnTo>
                    <a:pt x="539814" y="232234"/>
                  </a:lnTo>
                  <a:lnTo>
                    <a:pt x="540259" y="253514"/>
                  </a:lnTo>
                  <a:lnTo>
                    <a:pt x="539445" y="274596"/>
                  </a:lnTo>
                  <a:lnTo>
                    <a:pt x="537395" y="295406"/>
                  </a:lnTo>
                  <a:lnTo>
                    <a:pt x="534139" y="315872"/>
                  </a:lnTo>
                  <a:lnTo>
                    <a:pt x="529709" y="335925"/>
                  </a:lnTo>
                  <a:lnTo>
                    <a:pt x="524143" y="355498"/>
                  </a:lnTo>
                  <a:lnTo>
                    <a:pt x="517481" y="374527"/>
                  </a:lnTo>
                  <a:lnTo>
                    <a:pt x="509767" y="392953"/>
                  </a:lnTo>
                  <a:lnTo>
                    <a:pt x="501050" y="410718"/>
                  </a:lnTo>
                  <a:lnTo>
                    <a:pt x="491379" y="427767"/>
                  </a:lnTo>
                  <a:lnTo>
                    <a:pt x="480808" y="444052"/>
                  </a:lnTo>
                  <a:lnTo>
                    <a:pt x="469393" y="459525"/>
                  </a:lnTo>
                  <a:lnTo>
                    <a:pt x="457193" y="474143"/>
                  </a:lnTo>
                  <a:lnTo>
                    <a:pt x="444268" y="487870"/>
                  </a:lnTo>
                  <a:lnTo>
                    <a:pt x="430679" y="500669"/>
                  </a:lnTo>
                  <a:lnTo>
                    <a:pt x="416491" y="512512"/>
                  </a:lnTo>
                  <a:lnTo>
                    <a:pt x="401768" y="523372"/>
                  </a:lnTo>
                  <a:lnTo>
                    <a:pt x="386577" y="533227"/>
                  </a:lnTo>
                  <a:lnTo>
                    <a:pt x="370983" y="542061"/>
                  </a:lnTo>
                  <a:lnTo>
                    <a:pt x="355055" y="549860"/>
                  </a:lnTo>
                  <a:lnTo>
                    <a:pt x="338858" y="556615"/>
                  </a:lnTo>
                  <a:lnTo>
                    <a:pt x="322460" y="562323"/>
                  </a:lnTo>
                  <a:lnTo>
                    <a:pt x="305927" y="566982"/>
                  </a:lnTo>
                  <a:lnTo>
                    <a:pt x="289325" y="570597"/>
                  </a:lnTo>
                  <a:lnTo>
                    <a:pt x="272719" y="573176"/>
                  </a:lnTo>
                  <a:lnTo>
                    <a:pt x="256172" y="574730"/>
                  </a:lnTo>
                  <a:lnTo>
                    <a:pt x="239748" y="575276"/>
                  </a:lnTo>
                  <a:lnTo>
                    <a:pt x="223507" y="574834"/>
                  </a:lnTo>
                  <a:lnTo>
                    <a:pt x="207506" y="573425"/>
                  </a:lnTo>
                  <a:lnTo>
                    <a:pt x="191804" y="571078"/>
                  </a:lnTo>
                  <a:lnTo>
                    <a:pt x="176455" y="567822"/>
                  </a:lnTo>
                  <a:lnTo>
                    <a:pt x="161510" y="563689"/>
                  </a:lnTo>
                  <a:lnTo>
                    <a:pt x="147019" y="558717"/>
                  </a:lnTo>
                  <a:lnTo>
                    <a:pt x="133028" y="552943"/>
                  </a:lnTo>
                  <a:lnTo>
                    <a:pt x="119581" y="546410"/>
                  </a:lnTo>
                  <a:lnTo>
                    <a:pt x="106718" y="539160"/>
                  </a:lnTo>
                  <a:lnTo>
                    <a:pt x="94476" y="531239"/>
                  </a:lnTo>
                  <a:lnTo>
                    <a:pt x="82890" y="522695"/>
                  </a:lnTo>
                  <a:lnTo>
                    <a:pt x="71989" y="513576"/>
                  </a:lnTo>
                  <a:lnTo>
                    <a:pt x="61801" y="503934"/>
                  </a:lnTo>
                  <a:lnTo>
                    <a:pt x="52349" y="493820"/>
                  </a:lnTo>
                  <a:lnTo>
                    <a:pt x="43654" y="483287"/>
                  </a:lnTo>
                  <a:lnTo>
                    <a:pt x="35731" y="472388"/>
                  </a:lnTo>
                  <a:lnTo>
                    <a:pt x="28592" y="461176"/>
                  </a:lnTo>
                  <a:lnTo>
                    <a:pt x="22248" y="449706"/>
                  </a:lnTo>
                  <a:lnTo>
                    <a:pt x="16703" y="438032"/>
                  </a:lnTo>
                  <a:lnTo>
                    <a:pt x="11960" y="426208"/>
                  </a:lnTo>
                  <a:lnTo>
                    <a:pt x="8016" y="414285"/>
                  </a:lnTo>
                  <a:lnTo>
                    <a:pt x="4867" y="402318"/>
                  </a:lnTo>
                  <a:lnTo>
                    <a:pt x="2504" y="390358"/>
                  </a:lnTo>
                  <a:lnTo>
                    <a:pt x="915" y="378454"/>
                  </a:lnTo>
                  <a:lnTo>
                    <a:pt x="87" y="366656"/>
                  </a:lnTo>
                  <a:lnTo>
                    <a:pt x="0" y="355011"/>
                  </a:lnTo>
                  <a:lnTo>
                    <a:pt x="633" y="343565"/>
                  </a:lnTo>
                  <a:lnTo>
                    <a:pt x="1965" y="332362"/>
                  </a:lnTo>
                  <a:lnTo>
                    <a:pt x="3967" y="321444"/>
                  </a:lnTo>
                  <a:lnTo>
                    <a:pt x="6612" y="310850"/>
                  </a:lnTo>
                  <a:lnTo>
                    <a:pt x="9868" y="300617"/>
                  </a:lnTo>
                  <a:lnTo>
                    <a:pt x="13703" y="290780"/>
                  </a:lnTo>
                  <a:lnTo>
                    <a:pt x="18081" y="281371"/>
                  </a:lnTo>
                  <a:lnTo>
                    <a:pt x="22966" y="272418"/>
                  </a:lnTo>
                  <a:lnTo>
                    <a:pt x="28320" y="263950"/>
                  </a:lnTo>
                  <a:lnTo>
                    <a:pt x="34103" y="255988"/>
                  </a:lnTo>
                  <a:lnTo>
                    <a:pt x="40274" y="248555"/>
                  </a:lnTo>
                  <a:lnTo>
                    <a:pt x="46791" y="241666"/>
                  </a:lnTo>
                  <a:lnTo>
                    <a:pt x="53613" y="235338"/>
                  </a:lnTo>
                  <a:lnTo>
                    <a:pt x="60697" y="229581"/>
                  </a:lnTo>
                  <a:lnTo>
                    <a:pt x="68000" y="224404"/>
                  </a:lnTo>
                  <a:lnTo>
                    <a:pt x="75478" y="219813"/>
                  </a:lnTo>
                  <a:lnTo>
                    <a:pt x="83088" y="215809"/>
                  </a:lnTo>
                  <a:lnTo>
                    <a:pt x="90788" y="212392"/>
                  </a:lnTo>
                  <a:lnTo>
                    <a:pt x="84732" y="232003"/>
                  </a:lnTo>
                  <a:lnTo>
                    <a:pt x="82269" y="251266"/>
                  </a:lnTo>
                  <a:lnTo>
                    <a:pt x="83149" y="269572"/>
                  </a:lnTo>
                  <a:lnTo>
                    <a:pt x="87030" y="286381"/>
                  </a:lnTo>
                  <a:lnTo>
                    <a:pt x="93484" y="301235"/>
                  </a:lnTo>
                  <a:lnTo>
                    <a:pt x="102018" y="313769"/>
                  </a:lnTo>
                  <a:lnTo>
                    <a:pt x="112092" y="323719"/>
                  </a:lnTo>
                  <a:lnTo>
                    <a:pt x="123135" y="330931"/>
                  </a:lnTo>
                  <a:lnTo>
                    <a:pt x="134572" y="335362"/>
                  </a:lnTo>
                  <a:lnTo>
                    <a:pt x="145836" y="337074"/>
                  </a:lnTo>
                  <a:lnTo>
                    <a:pt x="156394" y="336236"/>
                  </a:lnTo>
                  <a:lnTo>
                    <a:pt x="165757" y="333112"/>
                  </a:lnTo>
                  <a:lnTo>
                    <a:pt x="173505" y="328049"/>
                  </a:lnTo>
                  <a:lnTo>
                    <a:pt x="179295" y="321468"/>
                  </a:lnTo>
                  <a:lnTo>
                    <a:pt x="182872" y="313843"/>
                  </a:lnTo>
                  <a:lnTo>
                    <a:pt x="184082" y="305686"/>
                  </a:lnTo>
                  <a:lnTo>
                    <a:pt x="174838" y="306196"/>
                  </a:lnTo>
                  <a:lnTo>
                    <a:pt x="165677" y="307723"/>
                  </a:lnTo>
                  <a:lnTo>
                    <a:pt x="156685" y="310258"/>
                  </a:lnTo>
                  <a:lnTo>
                    <a:pt x="147944" y="313785"/>
                  </a:lnTo>
                  <a:lnTo>
                    <a:pt x="139535" y="318283"/>
                  </a:lnTo>
                  <a:lnTo>
                    <a:pt x="131540" y="323724"/>
                  </a:lnTo>
                  <a:lnTo>
                    <a:pt x="124035" y="330075"/>
                  </a:lnTo>
                  <a:lnTo>
                    <a:pt x="117096" y="337298"/>
                  </a:lnTo>
                  <a:lnTo>
                    <a:pt x="110797" y="345346"/>
                  </a:lnTo>
                  <a:lnTo>
                    <a:pt x="105205" y="354172"/>
                  </a:lnTo>
                  <a:lnTo>
                    <a:pt x="100387" y="363719"/>
                  </a:lnTo>
                  <a:lnTo>
                    <a:pt x="96405" y="373928"/>
                  </a:lnTo>
                  <a:lnTo>
                    <a:pt x="93315" y="384736"/>
                  </a:lnTo>
                  <a:lnTo>
                    <a:pt x="91171" y="396072"/>
                  </a:lnTo>
                  <a:lnTo>
                    <a:pt x="90020" y="407865"/>
                  </a:lnTo>
                  <a:lnTo>
                    <a:pt x="89906" y="420038"/>
                  </a:lnTo>
                  <a:lnTo>
                    <a:pt x="90865" y="432513"/>
                  </a:lnTo>
                  <a:lnTo>
                    <a:pt x="92929" y="445207"/>
                  </a:lnTo>
                  <a:lnTo>
                    <a:pt x="96124" y="458035"/>
                  </a:lnTo>
                  <a:lnTo>
                    <a:pt x="100469" y="470910"/>
                  </a:lnTo>
                  <a:lnTo>
                    <a:pt x="105979" y="483744"/>
                  </a:lnTo>
                  <a:lnTo>
                    <a:pt x="112660" y="496447"/>
                  </a:lnTo>
                  <a:lnTo>
                    <a:pt x="120513" y="508929"/>
                  </a:lnTo>
                  <a:lnTo>
                    <a:pt x="129533" y="521097"/>
                  </a:lnTo>
                  <a:lnTo>
                    <a:pt x="139707" y="532862"/>
                  </a:lnTo>
                  <a:lnTo>
                    <a:pt x="151017" y="544133"/>
                  </a:lnTo>
                  <a:lnTo>
                    <a:pt x="163439" y="554819"/>
                  </a:lnTo>
                  <a:lnTo>
                    <a:pt x="176939" y="564834"/>
                  </a:lnTo>
                  <a:lnTo>
                    <a:pt x="191481" y="574089"/>
                  </a:lnTo>
                  <a:lnTo>
                    <a:pt x="207020" y="582501"/>
                  </a:lnTo>
                  <a:lnTo>
                    <a:pt x="223506" y="589988"/>
                  </a:lnTo>
                  <a:lnTo>
                    <a:pt x="240883" y="596471"/>
                  </a:lnTo>
                  <a:lnTo>
                    <a:pt x="259088" y="601876"/>
                  </a:lnTo>
                  <a:lnTo>
                    <a:pt x="278054" y="606131"/>
                  </a:lnTo>
                  <a:lnTo>
                    <a:pt x="297709" y="609169"/>
                  </a:lnTo>
                  <a:lnTo>
                    <a:pt x="317974" y="610928"/>
                  </a:lnTo>
                  <a:lnTo>
                    <a:pt x="338766" y="611350"/>
                  </a:lnTo>
                  <a:lnTo>
                    <a:pt x="359999" y="610383"/>
                  </a:lnTo>
                  <a:lnTo>
                    <a:pt x="381581" y="607981"/>
                  </a:lnTo>
                  <a:lnTo>
                    <a:pt x="403417" y="604102"/>
                  </a:lnTo>
                  <a:lnTo>
                    <a:pt x="425409" y="598713"/>
                  </a:lnTo>
                  <a:lnTo>
                    <a:pt x="447456" y="591786"/>
                  </a:lnTo>
                  <a:lnTo>
                    <a:pt x="469453" y="583299"/>
                  </a:lnTo>
                  <a:lnTo>
                    <a:pt x="491295" y="573238"/>
                  </a:lnTo>
                  <a:lnTo>
                    <a:pt x="512874" y="561595"/>
                  </a:lnTo>
                  <a:lnTo>
                    <a:pt x="534081" y="548370"/>
                  </a:lnTo>
                  <a:lnTo>
                    <a:pt x="554806" y="533569"/>
                  </a:lnTo>
                  <a:lnTo>
                    <a:pt x="574939" y="517207"/>
                  </a:lnTo>
                  <a:lnTo>
                    <a:pt x="594371" y="499306"/>
                  </a:lnTo>
                  <a:lnTo>
                    <a:pt x="612992" y="479894"/>
                  </a:lnTo>
                  <a:lnTo>
                    <a:pt x="630695" y="459008"/>
                  </a:lnTo>
                  <a:lnTo>
                    <a:pt x="647372" y="436692"/>
                  </a:lnTo>
                  <a:lnTo>
                    <a:pt x="662921" y="412996"/>
                  </a:lnTo>
                  <a:lnTo>
                    <a:pt x="677237" y="387979"/>
                  </a:lnTo>
                  <a:lnTo>
                    <a:pt x="690224" y="361706"/>
                  </a:lnTo>
                  <a:lnTo>
                    <a:pt x="701787" y="334249"/>
                  </a:lnTo>
                  <a:close/>
                </a:path>
              </a:pathLst>
            </a:custGeom>
            <a:solidFill>
              <a:srgbClr val="C4A46B">
                <a:alpha val="25882"/>
              </a:srgbClr>
            </a:solidFill>
            <a:ln w="24933" cap="flat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l374"/>
            <p:cNvSpPr/>
            <p:nvPr/>
          </p:nvSpPr>
          <p:spPr>
            <a:xfrm>
              <a:off x="1246898" y="4018866"/>
              <a:ext cx="621044" cy="406666"/>
            </a:xfrm>
            <a:custGeom>
              <a:avLst/>
              <a:pathLst>
                <a:path w="621044" h="406666">
                  <a:moveTo>
                    <a:pt x="93293" y="41810"/>
                  </a:moveTo>
                  <a:lnTo>
                    <a:pt x="105839" y="34338"/>
                  </a:lnTo>
                  <a:lnTo>
                    <a:pt x="119073" y="27479"/>
                  </a:lnTo>
                  <a:lnTo>
                    <a:pt x="132966" y="21280"/>
                  </a:lnTo>
                  <a:lnTo>
                    <a:pt x="147485" y="15787"/>
                  </a:lnTo>
                  <a:lnTo>
                    <a:pt x="162592" y="11044"/>
                  </a:lnTo>
                  <a:lnTo>
                    <a:pt x="178250" y="7094"/>
                  </a:lnTo>
                  <a:lnTo>
                    <a:pt x="194415" y="3978"/>
                  </a:lnTo>
                  <a:lnTo>
                    <a:pt x="211045" y="1733"/>
                  </a:lnTo>
                  <a:lnTo>
                    <a:pt x="228092" y="396"/>
                  </a:lnTo>
                  <a:lnTo>
                    <a:pt x="245507" y="0"/>
                  </a:lnTo>
                  <a:lnTo>
                    <a:pt x="263238" y="575"/>
                  </a:lnTo>
                  <a:lnTo>
                    <a:pt x="281234" y="2151"/>
                  </a:lnTo>
                  <a:lnTo>
                    <a:pt x="299438" y="4752"/>
                  </a:lnTo>
                  <a:lnTo>
                    <a:pt x="317793" y="8400"/>
                  </a:lnTo>
                  <a:lnTo>
                    <a:pt x="336241" y="13114"/>
                  </a:lnTo>
                  <a:lnTo>
                    <a:pt x="354722" y="18911"/>
                  </a:lnTo>
                  <a:lnTo>
                    <a:pt x="373175" y="25803"/>
                  </a:lnTo>
                  <a:lnTo>
                    <a:pt x="388050" y="32190"/>
                  </a:lnTo>
                  <a:lnTo>
                    <a:pt x="402833" y="39305"/>
                  </a:lnTo>
                  <a:lnTo>
                    <a:pt x="417489" y="47148"/>
                  </a:lnTo>
                  <a:lnTo>
                    <a:pt x="431984" y="55720"/>
                  </a:lnTo>
                  <a:lnTo>
                    <a:pt x="446285" y="65020"/>
                  </a:lnTo>
                  <a:lnTo>
                    <a:pt x="460356" y="75044"/>
                  </a:lnTo>
                  <a:lnTo>
                    <a:pt x="474165" y="85789"/>
                  </a:lnTo>
                  <a:lnTo>
                    <a:pt x="487675" y="97248"/>
                  </a:lnTo>
                  <a:lnTo>
                    <a:pt x="500853" y="109414"/>
                  </a:lnTo>
                  <a:lnTo>
                    <a:pt x="513666" y="122278"/>
                  </a:lnTo>
                  <a:lnTo>
                    <a:pt x="526078" y="135829"/>
                  </a:lnTo>
                  <a:lnTo>
                    <a:pt x="538057" y="150055"/>
                  </a:lnTo>
                  <a:lnTo>
                    <a:pt x="549568" y="164943"/>
                  </a:lnTo>
                  <a:lnTo>
                    <a:pt x="560581" y="180476"/>
                  </a:lnTo>
                  <a:lnTo>
                    <a:pt x="571061" y="196638"/>
                  </a:lnTo>
                  <a:lnTo>
                    <a:pt x="580977" y="213410"/>
                  </a:lnTo>
                  <a:lnTo>
                    <a:pt x="590299" y="230773"/>
                  </a:lnTo>
                  <a:lnTo>
                    <a:pt x="598996" y="248706"/>
                  </a:lnTo>
                  <a:lnTo>
                    <a:pt x="607038" y="267185"/>
                  </a:lnTo>
                  <a:lnTo>
                    <a:pt x="614396" y="286187"/>
                  </a:lnTo>
                  <a:lnTo>
                    <a:pt x="621044" y="305685"/>
                  </a:lnTo>
                  <a:lnTo>
                    <a:pt x="604398" y="318232"/>
                  </a:lnTo>
                  <a:lnTo>
                    <a:pt x="587464" y="329962"/>
                  </a:lnTo>
                  <a:lnTo>
                    <a:pt x="570271" y="340869"/>
                  </a:lnTo>
                  <a:lnTo>
                    <a:pt x="552851" y="350947"/>
                  </a:lnTo>
                  <a:lnTo>
                    <a:pt x="535234" y="360193"/>
                  </a:lnTo>
                  <a:lnTo>
                    <a:pt x="517450" y="368602"/>
                  </a:lnTo>
                  <a:lnTo>
                    <a:pt x="499528" y="376173"/>
                  </a:lnTo>
                  <a:lnTo>
                    <a:pt x="481501" y="382904"/>
                  </a:lnTo>
                  <a:lnTo>
                    <a:pt x="463397" y="388794"/>
                  </a:lnTo>
                  <a:lnTo>
                    <a:pt x="445248" y="393845"/>
                  </a:lnTo>
                  <a:lnTo>
                    <a:pt x="427084" y="398057"/>
                  </a:lnTo>
                  <a:lnTo>
                    <a:pt x="408935" y="401433"/>
                  </a:lnTo>
                  <a:lnTo>
                    <a:pt x="390830" y="403978"/>
                  </a:lnTo>
                  <a:lnTo>
                    <a:pt x="372800" y="405694"/>
                  </a:lnTo>
                  <a:lnTo>
                    <a:pt x="354874" y="406588"/>
                  </a:lnTo>
                  <a:lnTo>
                    <a:pt x="337082" y="406666"/>
                  </a:lnTo>
                  <a:lnTo>
                    <a:pt x="319453" y="405935"/>
                  </a:lnTo>
                  <a:lnTo>
                    <a:pt x="302016" y="404403"/>
                  </a:lnTo>
                  <a:lnTo>
                    <a:pt x="284800" y="402081"/>
                  </a:lnTo>
                  <a:lnTo>
                    <a:pt x="267831" y="398977"/>
                  </a:lnTo>
                  <a:lnTo>
                    <a:pt x="251140" y="395104"/>
                  </a:lnTo>
                  <a:lnTo>
                    <a:pt x="234752" y="390472"/>
                  </a:lnTo>
                  <a:lnTo>
                    <a:pt x="218695" y="385094"/>
                  </a:lnTo>
                  <a:lnTo>
                    <a:pt x="202996" y="378985"/>
                  </a:lnTo>
                  <a:lnTo>
                    <a:pt x="187680" y="372159"/>
                  </a:lnTo>
                  <a:lnTo>
                    <a:pt x="172773" y="364631"/>
                  </a:lnTo>
                  <a:lnTo>
                    <a:pt x="158301" y="356417"/>
                  </a:lnTo>
                  <a:lnTo>
                    <a:pt x="144288" y="347535"/>
                  </a:lnTo>
                  <a:lnTo>
                    <a:pt x="130758" y="338002"/>
                  </a:lnTo>
                  <a:lnTo>
                    <a:pt x="117733" y="327836"/>
                  </a:lnTo>
                  <a:lnTo>
                    <a:pt x="105238" y="317057"/>
                  </a:lnTo>
                  <a:lnTo>
                    <a:pt x="93293" y="305685"/>
                  </a:lnTo>
                  <a:lnTo>
                    <a:pt x="93293" y="305685"/>
                  </a:lnTo>
                  <a:lnTo>
                    <a:pt x="93293" y="305685"/>
                  </a:lnTo>
                  <a:lnTo>
                    <a:pt x="93293" y="305685"/>
                  </a:lnTo>
                  <a:lnTo>
                    <a:pt x="81330" y="304829"/>
                  </a:lnTo>
                  <a:lnTo>
                    <a:pt x="69549" y="302271"/>
                  </a:lnTo>
                  <a:lnTo>
                    <a:pt x="58133" y="298036"/>
                  </a:lnTo>
                  <a:lnTo>
                    <a:pt x="47260" y="292168"/>
                  </a:lnTo>
                  <a:lnTo>
                    <a:pt x="37103" y="284727"/>
                  </a:lnTo>
                  <a:lnTo>
                    <a:pt x="27831" y="275789"/>
                  </a:lnTo>
                  <a:lnTo>
                    <a:pt x="19603" y="265447"/>
                  </a:lnTo>
                  <a:lnTo>
                    <a:pt x="12571" y="253808"/>
                  </a:lnTo>
                  <a:lnTo>
                    <a:pt x="6876" y="240993"/>
                  </a:lnTo>
                  <a:lnTo>
                    <a:pt x="2646" y="227139"/>
                  </a:lnTo>
                  <a:lnTo>
                    <a:pt x="0" y="212391"/>
                  </a:lnTo>
                </a:path>
              </a:pathLst>
            </a:custGeom>
            <a:ln w="24933" cap="flat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t375"/>
            <p:cNvSpPr/>
            <p:nvPr/>
          </p:nvSpPr>
          <p:spPr>
            <a:xfrm>
              <a:off x="1836342" y="4292950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t376"/>
            <p:cNvSpPr/>
            <p:nvPr/>
          </p:nvSpPr>
          <p:spPr>
            <a:xfrm>
              <a:off x="1308591" y="4029075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t377"/>
            <p:cNvSpPr/>
            <p:nvPr/>
          </p:nvSpPr>
          <p:spPr>
            <a:xfrm>
              <a:off x="1588473" y="4013068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t378"/>
            <p:cNvSpPr/>
            <p:nvPr/>
          </p:nvSpPr>
          <p:spPr>
            <a:xfrm>
              <a:off x="1215297" y="4199656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t379"/>
            <p:cNvSpPr/>
            <p:nvPr/>
          </p:nvSpPr>
          <p:spPr>
            <a:xfrm>
              <a:off x="1308591" y="4292950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t380"/>
            <p:cNvSpPr/>
            <p:nvPr/>
          </p:nvSpPr>
          <p:spPr>
            <a:xfrm>
              <a:off x="1308591" y="4292950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t381"/>
            <p:cNvSpPr/>
            <p:nvPr/>
          </p:nvSpPr>
          <p:spPr>
            <a:xfrm>
              <a:off x="1308591" y="4292950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t382"/>
            <p:cNvSpPr/>
            <p:nvPr/>
          </p:nvSpPr>
          <p:spPr>
            <a:xfrm>
              <a:off x="1308591" y="4292950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l383"/>
            <p:cNvSpPr/>
            <p:nvPr/>
          </p:nvSpPr>
          <p:spPr>
            <a:xfrm>
              <a:off x="1340192" y="3796801"/>
              <a:ext cx="0" cy="527750"/>
            </a:xfrm>
            <a:custGeom>
              <a:avLst/>
              <a:pathLst>
                <a:path w="0" h="527750">
                  <a:moveTo>
                    <a:pt x="0" y="527750"/>
                  </a:moveTo>
                  <a:lnTo>
                    <a:pt x="0" y="509552"/>
                  </a:lnTo>
                  <a:lnTo>
                    <a:pt x="0" y="491353"/>
                  </a:lnTo>
                  <a:lnTo>
                    <a:pt x="0" y="473155"/>
                  </a:lnTo>
                  <a:lnTo>
                    <a:pt x="0" y="454957"/>
                  </a:lnTo>
                  <a:lnTo>
                    <a:pt x="0" y="436758"/>
                  </a:lnTo>
                  <a:lnTo>
                    <a:pt x="0" y="418560"/>
                  </a:lnTo>
                  <a:lnTo>
                    <a:pt x="0" y="400362"/>
                  </a:lnTo>
                  <a:lnTo>
                    <a:pt x="0" y="382164"/>
                  </a:lnTo>
                  <a:lnTo>
                    <a:pt x="0" y="363965"/>
                  </a:lnTo>
                  <a:lnTo>
                    <a:pt x="0" y="345767"/>
                  </a:lnTo>
                  <a:lnTo>
                    <a:pt x="0" y="327569"/>
                  </a:lnTo>
                  <a:lnTo>
                    <a:pt x="0" y="309370"/>
                  </a:lnTo>
                  <a:lnTo>
                    <a:pt x="0" y="291172"/>
                  </a:lnTo>
                  <a:lnTo>
                    <a:pt x="0" y="272974"/>
                  </a:lnTo>
                  <a:lnTo>
                    <a:pt x="0" y="254776"/>
                  </a:lnTo>
                  <a:lnTo>
                    <a:pt x="0" y="236577"/>
                  </a:lnTo>
                  <a:lnTo>
                    <a:pt x="0" y="218379"/>
                  </a:lnTo>
                  <a:lnTo>
                    <a:pt x="0" y="200181"/>
                  </a:lnTo>
                  <a:lnTo>
                    <a:pt x="0" y="181982"/>
                  </a:lnTo>
                  <a:lnTo>
                    <a:pt x="0" y="163784"/>
                  </a:lnTo>
                  <a:lnTo>
                    <a:pt x="0" y="145586"/>
                  </a:lnTo>
                  <a:lnTo>
                    <a:pt x="0" y="127388"/>
                  </a:lnTo>
                  <a:lnTo>
                    <a:pt x="0" y="109189"/>
                  </a:lnTo>
                  <a:lnTo>
                    <a:pt x="0" y="90991"/>
                  </a:lnTo>
                  <a:lnTo>
                    <a:pt x="0" y="72793"/>
                  </a:lnTo>
                  <a:lnTo>
                    <a:pt x="0" y="54594"/>
                  </a:lnTo>
                  <a:lnTo>
                    <a:pt x="0" y="36396"/>
                  </a:lnTo>
                  <a:lnTo>
                    <a:pt x="0" y="18198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l384"/>
            <p:cNvSpPr/>
            <p:nvPr/>
          </p:nvSpPr>
          <p:spPr>
            <a:xfrm>
              <a:off x="1340192" y="3951376"/>
              <a:ext cx="373175" cy="373175"/>
            </a:xfrm>
            <a:custGeom>
              <a:avLst/>
              <a:pathLst>
                <a:path w="373175" h="373175">
                  <a:moveTo>
                    <a:pt x="0" y="373175"/>
                  </a:moveTo>
                  <a:lnTo>
                    <a:pt x="12868" y="360307"/>
                  </a:lnTo>
                  <a:lnTo>
                    <a:pt x="25736" y="347439"/>
                  </a:lnTo>
                  <a:lnTo>
                    <a:pt x="38604" y="334571"/>
                  </a:lnTo>
                  <a:lnTo>
                    <a:pt x="51472" y="321703"/>
                  </a:lnTo>
                  <a:lnTo>
                    <a:pt x="64340" y="308835"/>
                  </a:lnTo>
                  <a:lnTo>
                    <a:pt x="77208" y="295967"/>
                  </a:lnTo>
                  <a:lnTo>
                    <a:pt x="90076" y="283098"/>
                  </a:lnTo>
                  <a:lnTo>
                    <a:pt x="102945" y="270230"/>
                  </a:lnTo>
                  <a:lnTo>
                    <a:pt x="115813" y="257362"/>
                  </a:lnTo>
                  <a:lnTo>
                    <a:pt x="128681" y="244494"/>
                  </a:lnTo>
                  <a:lnTo>
                    <a:pt x="141549" y="231626"/>
                  </a:lnTo>
                  <a:lnTo>
                    <a:pt x="154417" y="218758"/>
                  </a:lnTo>
                  <a:lnTo>
                    <a:pt x="167285" y="205890"/>
                  </a:lnTo>
                  <a:lnTo>
                    <a:pt x="180153" y="193022"/>
                  </a:lnTo>
                  <a:lnTo>
                    <a:pt x="193022" y="180153"/>
                  </a:lnTo>
                  <a:lnTo>
                    <a:pt x="205890" y="167285"/>
                  </a:lnTo>
                  <a:lnTo>
                    <a:pt x="218758" y="154417"/>
                  </a:lnTo>
                  <a:lnTo>
                    <a:pt x="231626" y="141549"/>
                  </a:lnTo>
                  <a:lnTo>
                    <a:pt x="244494" y="128681"/>
                  </a:lnTo>
                  <a:lnTo>
                    <a:pt x="257362" y="115813"/>
                  </a:lnTo>
                  <a:lnTo>
                    <a:pt x="270230" y="102945"/>
                  </a:lnTo>
                  <a:lnTo>
                    <a:pt x="283098" y="90076"/>
                  </a:lnTo>
                  <a:lnTo>
                    <a:pt x="295967" y="77208"/>
                  </a:lnTo>
                  <a:lnTo>
                    <a:pt x="308835" y="64340"/>
                  </a:lnTo>
                  <a:lnTo>
                    <a:pt x="321703" y="51472"/>
                  </a:lnTo>
                  <a:lnTo>
                    <a:pt x="334571" y="38604"/>
                  </a:lnTo>
                  <a:lnTo>
                    <a:pt x="347439" y="25736"/>
                  </a:lnTo>
                  <a:lnTo>
                    <a:pt x="360307" y="12868"/>
                  </a:lnTo>
                  <a:lnTo>
                    <a:pt x="37317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l385"/>
            <p:cNvSpPr/>
            <p:nvPr/>
          </p:nvSpPr>
          <p:spPr>
            <a:xfrm>
              <a:off x="1340192" y="4324552"/>
              <a:ext cx="527750" cy="0"/>
            </a:xfrm>
            <a:custGeom>
              <a:avLst/>
              <a:pathLst>
                <a:path w="527750" h="0">
                  <a:moveTo>
                    <a:pt x="0" y="0"/>
                  </a:moveTo>
                  <a:lnTo>
                    <a:pt x="18198" y="0"/>
                  </a:lnTo>
                  <a:lnTo>
                    <a:pt x="36396" y="0"/>
                  </a:lnTo>
                  <a:lnTo>
                    <a:pt x="54594" y="0"/>
                  </a:lnTo>
                  <a:lnTo>
                    <a:pt x="72793" y="0"/>
                  </a:lnTo>
                  <a:lnTo>
                    <a:pt x="90991" y="0"/>
                  </a:lnTo>
                  <a:lnTo>
                    <a:pt x="109189" y="0"/>
                  </a:lnTo>
                  <a:lnTo>
                    <a:pt x="127388" y="0"/>
                  </a:lnTo>
                  <a:lnTo>
                    <a:pt x="145586" y="0"/>
                  </a:lnTo>
                  <a:lnTo>
                    <a:pt x="163784" y="0"/>
                  </a:lnTo>
                  <a:lnTo>
                    <a:pt x="181982" y="0"/>
                  </a:lnTo>
                  <a:lnTo>
                    <a:pt x="200181" y="0"/>
                  </a:lnTo>
                  <a:lnTo>
                    <a:pt x="218379" y="0"/>
                  </a:lnTo>
                  <a:lnTo>
                    <a:pt x="236577" y="0"/>
                  </a:lnTo>
                  <a:lnTo>
                    <a:pt x="254776" y="0"/>
                  </a:lnTo>
                  <a:lnTo>
                    <a:pt x="272974" y="0"/>
                  </a:lnTo>
                  <a:lnTo>
                    <a:pt x="291172" y="0"/>
                  </a:lnTo>
                  <a:lnTo>
                    <a:pt x="309370" y="0"/>
                  </a:lnTo>
                  <a:lnTo>
                    <a:pt x="327569" y="0"/>
                  </a:lnTo>
                  <a:lnTo>
                    <a:pt x="345767" y="0"/>
                  </a:lnTo>
                  <a:lnTo>
                    <a:pt x="363965" y="0"/>
                  </a:lnTo>
                  <a:lnTo>
                    <a:pt x="382164" y="0"/>
                  </a:lnTo>
                  <a:lnTo>
                    <a:pt x="400362" y="0"/>
                  </a:lnTo>
                  <a:lnTo>
                    <a:pt x="418560" y="0"/>
                  </a:lnTo>
                  <a:lnTo>
                    <a:pt x="436758" y="0"/>
                  </a:lnTo>
                  <a:lnTo>
                    <a:pt x="454957" y="0"/>
                  </a:lnTo>
                  <a:lnTo>
                    <a:pt x="473155" y="0"/>
                  </a:lnTo>
                  <a:lnTo>
                    <a:pt x="491353" y="0"/>
                  </a:lnTo>
                  <a:lnTo>
                    <a:pt x="509552" y="0"/>
                  </a:lnTo>
                  <a:lnTo>
                    <a:pt x="52775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l386"/>
            <p:cNvSpPr/>
            <p:nvPr/>
          </p:nvSpPr>
          <p:spPr>
            <a:xfrm>
              <a:off x="1340192" y="4324552"/>
              <a:ext cx="373175" cy="373175"/>
            </a:xfrm>
            <a:custGeom>
              <a:avLst/>
              <a:pathLst>
                <a:path w="373175" h="373175">
                  <a:moveTo>
                    <a:pt x="0" y="0"/>
                  </a:moveTo>
                  <a:lnTo>
                    <a:pt x="12868" y="12868"/>
                  </a:lnTo>
                  <a:lnTo>
                    <a:pt x="25736" y="25736"/>
                  </a:lnTo>
                  <a:lnTo>
                    <a:pt x="38604" y="38604"/>
                  </a:lnTo>
                  <a:lnTo>
                    <a:pt x="51472" y="51472"/>
                  </a:lnTo>
                  <a:lnTo>
                    <a:pt x="64340" y="64340"/>
                  </a:lnTo>
                  <a:lnTo>
                    <a:pt x="77208" y="77208"/>
                  </a:lnTo>
                  <a:lnTo>
                    <a:pt x="90076" y="90076"/>
                  </a:lnTo>
                  <a:lnTo>
                    <a:pt x="102945" y="102945"/>
                  </a:lnTo>
                  <a:lnTo>
                    <a:pt x="115813" y="115813"/>
                  </a:lnTo>
                  <a:lnTo>
                    <a:pt x="128681" y="128681"/>
                  </a:lnTo>
                  <a:lnTo>
                    <a:pt x="141549" y="141549"/>
                  </a:lnTo>
                  <a:lnTo>
                    <a:pt x="154417" y="154417"/>
                  </a:lnTo>
                  <a:lnTo>
                    <a:pt x="167285" y="167285"/>
                  </a:lnTo>
                  <a:lnTo>
                    <a:pt x="180153" y="180153"/>
                  </a:lnTo>
                  <a:lnTo>
                    <a:pt x="193022" y="193022"/>
                  </a:lnTo>
                  <a:lnTo>
                    <a:pt x="205890" y="205890"/>
                  </a:lnTo>
                  <a:lnTo>
                    <a:pt x="218758" y="218758"/>
                  </a:lnTo>
                  <a:lnTo>
                    <a:pt x="231626" y="231626"/>
                  </a:lnTo>
                  <a:lnTo>
                    <a:pt x="244494" y="244494"/>
                  </a:lnTo>
                  <a:lnTo>
                    <a:pt x="257362" y="257362"/>
                  </a:lnTo>
                  <a:lnTo>
                    <a:pt x="270230" y="270230"/>
                  </a:lnTo>
                  <a:lnTo>
                    <a:pt x="283098" y="283098"/>
                  </a:lnTo>
                  <a:lnTo>
                    <a:pt x="295967" y="295967"/>
                  </a:lnTo>
                  <a:lnTo>
                    <a:pt x="308835" y="308835"/>
                  </a:lnTo>
                  <a:lnTo>
                    <a:pt x="321703" y="321703"/>
                  </a:lnTo>
                  <a:lnTo>
                    <a:pt x="334571" y="334571"/>
                  </a:lnTo>
                  <a:lnTo>
                    <a:pt x="347439" y="347439"/>
                  </a:lnTo>
                  <a:lnTo>
                    <a:pt x="360307" y="360307"/>
                  </a:lnTo>
                  <a:lnTo>
                    <a:pt x="373175" y="37317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l387"/>
            <p:cNvSpPr/>
            <p:nvPr/>
          </p:nvSpPr>
          <p:spPr>
            <a:xfrm>
              <a:off x="1340192" y="4324552"/>
              <a:ext cx="0" cy="527750"/>
            </a:xfrm>
            <a:custGeom>
              <a:avLst/>
              <a:pathLst>
                <a:path w="0" h="527750">
                  <a:moveTo>
                    <a:pt x="0" y="0"/>
                  </a:moveTo>
                  <a:lnTo>
                    <a:pt x="0" y="18198"/>
                  </a:lnTo>
                  <a:lnTo>
                    <a:pt x="0" y="36396"/>
                  </a:lnTo>
                  <a:lnTo>
                    <a:pt x="0" y="54594"/>
                  </a:lnTo>
                  <a:lnTo>
                    <a:pt x="0" y="72793"/>
                  </a:lnTo>
                  <a:lnTo>
                    <a:pt x="0" y="90991"/>
                  </a:lnTo>
                  <a:lnTo>
                    <a:pt x="0" y="109189"/>
                  </a:lnTo>
                  <a:lnTo>
                    <a:pt x="0" y="127388"/>
                  </a:lnTo>
                  <a:lnTo>
                    <a:pt x="0" y="145586"/>
                  </a:lnTo>
                  <a:lnTo>
                    <a:pt x="0" y="163784"/>
                  </a:lnTo>
                  <a:lnTo>
                    <a:pt x="0" y="181982"/>
                  </a:lnTo>
                  <a:lnTo>
                    <a:pt x="0" y="200181"/>
                  </a:lnTo>
                  <a:lnTo>
                    <a:pt x="0" y="218379"/>
                  </a:lnTo>
                  <a:lnTo>
                    <a:pt x="0" y="236577"/>
                  </a:lnTo>
                  <a:lnTo>
                    <a:pt x="0" y="254776"/>
                  </a:lnTo>
                  <a:lnTo>
                    <a:pt x="0" y="272974"/>
                  </a:lnTo>
                  <a:lnTo>
                    <a:pt x="0" y="291172"/>
                  </a:lnTo>
                  <a:lnTo>
                    <a:pt x="0" y="309370"/>
                  </a:lnTo>
                  <a:lnTo>
                    <a:pt x="0" y="327569"/>
                  </a:lnTo>
                  <a:lnTo>
                    <a:pt x="0" y="345767"/>
                  </a:lnTo>
                  <a:lnTo>
                    <a:pt x="0" y="363965"/>
                  </a:lnTo>
                  <a:lnTo>
                    <a:pt x="0" y="382164"/>
                  </a:lnTo>
                  <a:lnTo>
                    <a:pt x="0" y="400362"/>
                  </a:lnTo>
                  <a:lnTo>
                    <a:pt x="0" y="418560"/>
                  </a:lnTo>
                  <a:lnTo>
                    <a:pt x="0" y="436758"/>
                  </a:lnTo>
                  <a:lnTo>
                    <a:pt x="0" y="454957"/>
                  </a:lnTo>
                  <a:lnTo>
                    <a:pt x="0" y="473155"/>
                  </a:lnTo>
                  <a:lnTo>
                    <a:pt x="0" y="491353"/>
                  </a:lnTo>
                  <a:lnTo>
                    <a:pt x="0" y="509552"/>
                  </a:lnTo>
                  <a:lnTo>
                    <a:pt x="0" y="52775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l388"/>
            <p:cNvSpPr/>
            <p:nvPr/>
          </p:nvSpPr>
          <p:spPr>
            <a:xfrm>
              <a:off x="967017" y="4324552"/>
              <a:ext cx="373175" cy="373175"/>
            </a:xfrm>
            <a:custGeom>
              <a:avLst/>
              <a:pathLst>
                <a:path w="373175" h="373175">
                  <a:moveTo>
                    <a:pt x="373175" y="0"/>
                  </a:moveTo>
                  <a:lnTo>
                    <a:pt x="360307" y="12868"/>
                  </a:lnTo>
                  <a:lnTo>
                    <a:pt x="347439" y="25736"/>
                  </a:lnTo>
                  <a:lnTo>
                    <a:pt x="334571" y="38604"/>
                  </a:lnTo>
                  <a:lnTo>
                    <a:pt x="321703" y="51472"/>
                  </a:lnTo>
                  <a:lnTo>
                    <a:pt x="308835" y="64340"/>
                  </a:lnTo>
                  <a:lnTo>
                    <a:pt x="295967" y="77208"/>
                  </a:lnTo>
                  <a:lnTo>
                    <a:pt x="283098" y="90076"/>
                  </a:lnTo>
                  <a:lnTo>
                    <a:pt x="270230" y="102945"/>
                  </a:lnTo>
                  <a:lnTo>
                    <a:pt x="257362" y="115813"/>
                  </a:lnTo>
                  <a:lnTo>
                    <a:pt x="244494" y="128681"/>
                  </a:lnTo>
                  <a:lnTo>
                    <a:pt x="231626" y="141549"/>
                  </a:lnTo>
                  <a:lnTo>
                    <a:pt x="218758" y="154417"/>
                  </a:lnTo>
                  <a:lnTo>
                    <a:pt x="205890" y="167285"/>
                  </a:lnTo>
                  <a:lnTo>
                    <a:pt x="193022" y="180153"/>
                  </a:lnTo>
                  <a:lnTo>
                    <a:pt x="180153" y="193022"/>
                  </a:lnTo>
                  <a:lnTo>
                    <a:pt x="167285" y="205890"/>
                  </a:lnTo>
                  <a:lnTo>
                    <a:pt x="154417" y="218758"/>
                  </a:lnTo>
                  <a:lnTo>
                    <a:pt x="141549" y="231626"/>
                  </a:lnTo>
                  <a:lnTo>
                    <a:pt x="128681" y="244494"/>
                  </a:lnTo>
                  <a:lnTo>
                    <a:pt x="115813" y="257362"/>
                  </a:lnTo>
                  <a:lnTo>
                    <a:pt x="102945" y="270230"/>
                  </a:lnTo>
                  <a:lnTo>
                    <a:pt x="90076" y="283098"/>
                  </a:lnTo>
                  <a:lnTo>
                    <a:pt x="77208" y="295967"/>
                  </a:lnTo>
                  <a:lnTo>
                    <a:pt x="64340" y="308835"/>
                  </a:lnTo>
                  <a:lnTo>
                    <a:pt x="51472" y="321703"/>
                  </a:lnTo>
                  <a:lnTo>
                    <a:pt x="38604" y="334571"/>
                  </a:lnTo>
                  <a:lnTo>
                    <a:pt x="25736" y="347439"/>
                  </a:lnTo>
                  <a:lnTo>
                    <a:pt x="12868" y="360307"/>
                  </a:lnTo>
                  <a:lnTo>
                    <a:pt x="0" y="37317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l389"/>
            <p:cNvSpPr/>
            <p:nvPr/>
          </p:nvSpPr>
          <p:spPr>
            <a:xfrm>
              <a:off x="812442" y="4324552"/>
              <a:ext cx="527750" cy="0"/>
            </a:xfrm>
            <a:custGeom>
              <a:avLst/>
              <a:pathLst>
                <a:path w="527750" h="0">
                  <a:moveTo>
                    <a:pt x="527750" y="0"/>
                  </a:moveTo>
                  <a:lnTo>
                    <a:pt x="509552" y="0"/>
                  </a:lnTo>
                  <a:lnTo>
                    <a:pt x="491353" y="0"/>
                  </a:lnTo>
                  <a:lnTo>
                    <a:pt x="473155" y="0"/>
                  </a:lnTo>
                  <a:lnTo>
                    <a:pt x="454957" y="0"/>
                  </a:lnTo>
                  <a:lnTo>
                    <a:pt x="436758" y="0"/>
                  </a:lnTo>
                  <a:lnTo>
                    <a:pt x="418560" y="0"/>
                  </a:lnTo>
                  <a:lnTo>
                    <a:pt x="400362" y="0"/>
                  </a:lnTo>
                  <a:lnTo>
                    <a:pt x="382164" y="0"/>
                  </a:lnTo>
                  <a:lnTo>
                    <a:pt x="363965" y="0"/>
                  </a:lnTo>
                  <a:lnTo>
                    <a:pt x="345767" y="0"/>
                  </a:lnTo>
                  <a:lnTo>
                    <a:pt x="327569" y="0"/>
                  </a:lnTo>
                  <a:lnTo>
                    <a:pt x="309370" y="0"/>
                  </a:lnTo>
                  <a:lnTo>
                    <a:pt x="291172" y="0"/>
                  </a:lnTo>
                  <a:lnTo>
                    <a:pt x="272974" y="0"/>
                  </a:lnTo>
                  <a:lnTo>
                    <a:pt x="254776" y="0"/>
                  </a:lnTo>
                  <a:lnTo>
                    <a:pt x="236577" y="0"/>
                  </a:lnTo>
                  <a:lnTo>
                    <a:pt x="218379" y="0"/>
                  </a:lnTo>
                  <a:lnTo>
                    <a:pt x="200181" y="0"/>
                  </a:lnTo>
                  <a:lnTo>
                    <a:pt x="181982" y="0"/>
                  </a:lnTo>
                  <a:lnTo>
                    <a:pt x="163784" y="0"/>
                  </a:lnTo>
                  <a:lnTo>
                    <a:pt x="145586" y="0"/>
                  </a:lnTo>
                  <a:lnTo>
                    <a:pt x="127388" y="0"/>
                  </a:lnTo>
                  <a:lnTo>
                    <a:pt x="109189" y="0"/>
                  </a:lnTo>
                  <a:lnTo>
                    <a:pt x="90991" y="0"/>
                  </a:lnTo>
                  <a:lnTo>
                    <a:pt x="72793" y="0"/>
                  </a:lnTo>
                  <a:lnTo>
                    <a:pt x="54594" y="0"/>
                  </a:lnTo>
                  <a:lnTo>
                    <a:pt x="36396" y="0"/>
                  </a:lnTo>
                  <a:lnTo>
                    <a:pt x="18198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l390"/>
            <p:cNvSpPr/>
            <p:nvPr/>
          </p:nvSpPr>
          <p:spPr>
            <a:xfrm>
              <a:off x="967017" y="3951376"/>
              <a:ext cx="373175" cy="373175"/>
            </a:xfrm>
            <a:custGeom>
              <a:avLst/>
              <a:pathLst>
                <a:path w="373175" h="373175">
                  <a:moveTo>
                    <a:pt x="373175" y="373175"/>
                  </a:moveTo>
                  <a:lnTo>
                    <a:pt x="360307" y="360307"/>
                  </a:lnTo>
                  <a:lnTo>
                    <a:pt x="347439" y="347439"/>
                  </a:lnTo>
                  <a:lnTo>
                    <a:pt x="334571" y="334571"/>
                  </a:lnTo>
                  <a:lnTo>
                    <a:pt x="321703" y="321703"/>
                  </a:lnTo>
                  <a:lnTo>
                    <a:pt x="308835" y="308835"/>
                  </a:lnTo>
                  <a:lnTo>
                    <a:pt x="295967" y="295967"/>
                  </a:lnTo>
                  <a:lnTo>
                    <a:pt x="283098" y="283098"/>
                  </a:lnTo>
                  <a:lnTo>
                    <a:pt x="270230" y="270230"/>
                  </a:lnTo>
                  <a:lnTo>
                    <a:pt x="257362" y="257362"/>
                  </a:lnTo>
                  <a:lnTo>
                    <a:pt x="244494" y="244494"/>
                  </a:lnTo>
                  <a:lnTo>
                    <a:pt x="231626" y="231626"/>
                  </a:lnTo>
                  <a:lnTo>
                    <a:pt x="218758" y="218758"/>
                  </a:lnTo>
                  <a:lnTo>
                    <a:pt x="205890" y="205890"/>
                  </a:lnTo>
                  <a:lnTo>
                    <a:pt x="193022" y="193022"/>
                  </a:lnTo>
                  <a:lnTo>
                    <a:pt x="180153" y="180153"/>
                  </a:lnTo>
                  <a:lnTo>
                    <a:pt x="167285" y="167285"/>
                  </a:lnTo>
                  <a:lnTo>
                    <a:pt x="154417" y="154417"/>
                  </a:lnTo>
                  <a:lnTo>
                    <a:pt x="141549" y="141549"/>
                  </a:lnTo>
                  <a:lnTo>
                    <a:pt x="128681" y="128681"/>
                  </a:lnTo>
                  <a:lnTo>
                    <a:pt x="115813" y="115813"/>
                  </a:lnTo>
                  <a:lnTo>
                    <a:pt x="102945" y="102945"/>
                  </a:lnTo>
                  <a:lnTo>
                    <a:pt x="90076" y="90076"/>
                  </a:lnTo>
                  <a:lnTo>
                    <a:pt x="77208" y="77208"/>
                  </a:lnTo>
                  <a:lnTo>
                    <a:pt x="64340" y="64340"/>
                  </a:lnTo>
                  <a:lnTo>
                    <a:pt x="51472" y="51472"/>
                  </a:lnTo>
                  <a:lnTo>
                    <a:pt x="38604" y="38604"/>
                  </a:lnTo>
                  <a:lnTo>
                    <a:pt x="25736" y="25736"/>
                  </a:lnTo>
                  <a:lnTo>
                    <a:pt x="12868" y="12868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tx391"/>
            <p:cNvSpPr/>
            <p:nvPr/>
          </p:nvSpPr>
          <p:spPr>
            <a:xfrm>
              <a:off x="1208207" y="3689798"/>
              <a:ext cx="263971" cy="79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392" name="tx392"/>
            <p:cNvSpPr/>
            <p:nvPr/>
          </p:nvSpPr>
          <p:spPr>
            <a:xfrm>
              <a:off x="1526009" y="3863589"/>
              <a:ext cx="468011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393" name="tx393"/>
            <p:cNvSpPr/>
            <p:nvPr/>
          </p:nvSpPr>
          <p:spPr>
            <a:xfrm>
              <a:off x="1825909" y="4283675"/>
              <a:ext cx="216005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394" name="tx394"/>
            <p:cNvSpPr/>
            <p:nvPr/>
          </p:nvSpPr>
          <p:spPr>
            <a:xfrm>
              <a:off x="1516943" y="4701284"/>
              <a:ext cx="48614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395" name="tx395"/>
            <p:cNvSpPr/>
            <p:nvPr/>
          </p:nvSpPr>
          <p:spPr>
            <a:xfrm>
              <a:off x="1199141" y="4875180"/>
              <a:ext cx="28210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396" name="tx396"/>
            <p:cNvSpPr/>
            <p:nvPr/>
          </p:nvSpPr>
          <p:spPr>
            <a:xfrm>
              <a:off x="668337" y="4701284"/>
              <a:ext cx="504065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397" name="tx397"/>
            <p:cNvSpPr/>
            <p:nvPr/>
          </p:nvSpPr>
          <p:spPr>
            <a:xfrm>
              <a:off x="623527" y="4283675"/>
              <a:ext cx="245891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398" name="tx398"/>
            <p:cNvSpPr/>
            <p:nvPr/>
          </p:nvSpPr>
          <p:spPr>
            <a:xfrm>
              <a:off x="677403" y="3863589"/>
              <a:ext cx="485933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399" name="tx399"/>
            <p:cNvSpPr/>
            <p:nvPr/>
          </p:nvSpPr>
          <p:spPr>
            <a:xfrm>
              <a:off x="439944" y="4028706"/>
              <a:ext cx="177930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00" name="tx400"/>
            <p:cNvSpPr/>
            <p:nvPr/>
          </p:nvSpPr>
          <p:spPr>
            <a:xfrm>
              <a:off x="390502" y="3764831"/>
              <a:ext cx="227372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401" name="rc401"/>
            <p:cNvSpPr/>
            <p:nvPr/>
          </p:nvSpPr>
          <p:spPr>
            <a:xfrm>
              <a:off x="2320794" y="3429000"/>
              <a:ext cx="2251205" cy="19790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402" name="rc402"/>
            <p:cNvSpPr/>
            <p:nvPr/>
          </p:nvSpPr>
          <p:spPr>
            <a:xfrm>
              <a:off x="2320794" y="3626906"/>
              <a:ext cx="2251205" cy="14817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3" name="rc403"/>
            <p:cNvSpPr/>
            <p:nvPr/>
          </p:nvSpPr>
          <p:spPr>
            <a:xfrm>
              <a:off x="2648754" y="3429000"/>
              <a:ext cx="1885287" cy="197906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4" name="tx404"/>
            <p:cNvSpPr/>
            <p:nvPr/>
          </p:nvSpPr>
          <p:spPr>
            <a:xfrm>
              <a:off x="3155076" y="3439263"/>
              <a:ext cx="872644" cy="1420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Strigiformes</a:t>
              </a:r>
            </a:p>
          </p:txBody>
        </p:sp>
        <p:sp>
          <p:nvSpPr>
            <p:cNvPr id="405" name="rc405"/>
            <p:cNvSpPr/>
            <p:nvPr/>
          </p:nvSpPr>
          <p:spPr>
            <a:xfrm>
              <a:off x="2931710" y="3664864"/>
              <a:ext cx="1319376" cy="13193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6" name="pl406"/>
            <p:cNvSpPr/>
            <p:nvPr/>
          </p:nvSpPr>
          <p:spPr>
            <a:xfrm>
              <a:off x="3591398" y="3730832"/>
              <a:ext cx="0" cy="593719"/>
            </a:xfrm>
            <a:custGeom>
              <a:avLst/>
              <a:pathLst>
                <a:path w="0" h="593719">
                  <a:moveTo>
                    <a:pt x="0" y="593719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07" name="pl407"/>
            <p:cNvSpPr/>
            <p:nvPr/>
          </p:nvSpPr>
          <p:spPr>
            <a:xfrm>
              <a:off x="3591398" y="3904729"/>
              <a:ext cx="419822" cy="419822"/>
            </a:xfrm>
            <a:custGeom>
              <a:avLst/>
              <a:pathLst>
                <a:path w="419822" h="419822">
                  <a:moveTo>
                    <a:pt x="0" y="419822"/>
                  </a:moveTo>
                  <a:lnTo>
                    <a:pt x="419822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08" name="pl408"/>
            <p:cNvSpPr/>
            <p:nvPr/>
          </p:nvSpPr>
          <p:spPr>
            <a:xfrm>
              <a:off x="3591398" y="4324552"/>
              <a:ext cx="593719" cy="0"/>
            </a:xfrm>
            <a:custGeom>
              <a:avLst/>
              <a:pathLst>
                <a:path w="593719" h="0">
                  <a:moveTo>
                    <a:pt x="0" y="0"/>
                  </a:moveTo>
                  <a:lnTo>
                    <a:pt x="59371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09" name="pl409"/>
            <p:cNvSpPr/>
            <p:nvPr/>
          </p:nvSpPr>
          <p:spPr>
            <a:xfrm>
              <a:off x="3591398" y="4324552"/>
              <a:ext cx="419822" cy="419822"/>
            </a:xfrm>
            <a:custGeom>
              <a:avLst/>
              <a:pathLst>
                <a:path w="419822" h="419822">
                  <a:moveTo>
                    <a:pt x="0" y="0"/>
                  </a:moveTo>
                  <a:lnTo>
                    <a:pt x="419822" y="419822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10" name="pl410"/>
            <p:cNvSpPr/>
            <p:nvPr/>
          </p:nvSpPr>
          <p:spPr>
            <a:xfrm>
              <a:off x="3591398" y="4324552"/>
              <a:ext cx="0" cy="593719"/>
            </a:xfrm>
            <a:custGeom>
              <a:avLst/>
              <a:pathLst>
                <a:path w="0" h="593719">
                  <a:moveTo>
                    <a:pt x="0" y="0"/>
                  </a:moveTo>
                  <a:lnTo>
                    <a:pt x="0" y="593719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11" name="pl411"/>
            <p:cNvSpPr/>
            <p:nvPr/>
          </p:nvSpPr>
          <p:spPr>
            <a:xfrm>
              <a:off x="3171575" y="4324552"/>
              <a:ext cx="419822" cy="419822"/>
            </a:xfrm>
            <a:custGeom>
              <a:avLst/>
              <a:pathLst>
                <a:path w="419822" h="419822">
                  <a:moveTo>
                    <a:pt x="419822" y="0"/>
                  </a:moveTo>
                  <a:lnTo>
                    <a:pt x="0" y="419822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12" name="pl412"/>
            <p:cNvSpPr/>
            <p:nvPr/>
          </p:nvSpPr>
          <p:spPr>
            <a:xfrm>
              <a:off x="2997679" y="4324552"/>
              <a:ext cx="593719" cy="0"/>
            </a:xfrm>
            <a:custGeom>
              <a:avLst/>
              <a:pathLst>
                <a:path w="593719" h="0">
                  <a:moveTo>
                    <a:pt x="593719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13" name="pl413"/>
            <p:cNvSpPr/>
            <p:nvPr/>
          </p:nvSpPr>
          <p:spPr>
            <a:xfrm>
              <a:off x="3171575" y="3904729"/>
              <a:ext cx="419822" cy="419822"/>
            </a:xfrm>
            <a:custGeom>
              <a:avLst/>
              <a:pathLst>
                <a:path w="419822" h="419822">
                  <a:moveTo>
                    <a:pt x="419822" y="419822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14" name="pl414"/>
            <p:cNvSpPr/>
            <p:nvPr/>
          </p:nvSpPr>
          <p:spPr>
            <a:xfrm>
              <a:off x="3327556" y="4060676"/>
              <a:ext cx="527683" cy="527617"/>
            </a:xfrm>
            <a:custGeom>
              <a:avLst/>
              <a:pathLst>
                <a:path w="527683" h="527617">
                  <a:moveTo>
                    <a:pt x="263841" y="0"/>
                  </a:moveTo>
                  <a:lnTo>
                    <a:pt x="280577" y="531"/>
                  </a:lnTo>
                  <a:lnTo>
                    <a:pt x="297246" y="2122"/>
                  </a:lnTo>
                  <a:lnTo>
                    <a:pt x="313780" y="4768"/>
                  </a:lnTo>
                  <a:lnTo>
                    <a:pt x="330113" y="8457"/>
                  </a:lnTo>
                  <a:lnTo>
                    <a:pt x="346179" y="13174"/>
                  </a:lnTo>
                  <a:lnTo>
                    <a:pt x="361914" y="18901"/>
                  </a:lnTo>
                  <a:lnTo>
                    <a:pt x="377254" y="25615"/>
                  </a:lnTo>
                  <a:lnTo>
                    <a:pt x="392137" y="33288"/>
                  </a:lnTo>
                  <a:lnTo>
                    <a:pt x="406503" y="41889"/>
                  </a:lnTo>
                  <a:lnTo>
                    <a:pt x="420295" y="51384"/>
                  </a:lnTo>
                  <a:lnTo>
                    <a:pt x="433457" y="61735"/>
                  </a:lnTo>
                  <a:lnTo>
                    <a:pt x="445936" y="72899"/>
                  </a:lnTo>
                  <a:lnTo>
                    <a:pt x="457682" y="84833"/>
                  </a:lnTo>
                  <a:lnTo>
                    <a:pt x="468647" y="97487"/>
                  </a:lnTo>
                  <a:lnTo>
                    <a:pt x="478788" y="110812"/>
                  </a:lnTo>
                  <a:lnTo>
                    <a:pt x="488063" y="124753"/>
                  </a:lnTo>
                  <a:lnTo>
                    <a:pt x="496435" y="139254"/>
                  </a:lnTo>
                  <a:lnTo>
                    <a:pt x="503871" y="154257"/>
                  </a:lnTo>
                  <a:lnTo>
                    <a:pt x="510340" y="169701"/>
                  </a:lnTo>
                  <a:lnTo>
                    <a:pt x="515817" y="185525"/>
                  </a:lnTo>
                  <a:lnTo>
                    <a:pt x="520278" y="201664"/>
                  </a:lnTo>
                  <a:lnTo>
                    <a:pt x="523708" y="218053"/>
                  </a:lnTo>
                  <a:lnTo>
                    <a:pt x="526091" y="234627"/>
                  </a:lnTo>
                  <a:lnTo>
                    <a:pt x="527418" y="251319"/>
                  </a:lnTo>
                  <a:lnTo>
                    <a:pt x="527683" y="268061"/>
                  </a:lnTo>
                  <a:lnTo>
                    <a:pt x="526887" y="284787"/>
                  </a:lnTo>
                  <a:lnTo>
                    <a:pt x="525031" y="301428"/>
                  </a:lnTo>
                  <a:lnTo>
                    <a:pt x="522123" y="317918"/>
                  </a:lnTo>
                  <a:lnTo>
                    <a:pt x="518176" y="334191"/>
                  </a:lnTo>
                  <a:lnTo>
                    <a:pt x="513204" y="350180"/>
                  </a:lnTo>
                  <a:lnTo>
                    <a:pt x="507228" y="365822"/>
                  </a:lnTo>
                  <a:lnTo>
                    <a:pt x="500272" y="381053"/>
                  </a:lnTo>
                  <a:lnTo>
                    <a:pt x="492364" y="395812"/>
                  </a:lnTo>
                  <a:lnTo>
                    <a:pt x="483536" y="410040"/>
                  </a:lnTo>
                  <a:lnTo>
                    <a:pt x="473823" y="423680"/>
                  </a:lnTo>
                  <a:lnTo>
                    <a:pt x="463265" y="436676"/>
                  </a:lnTo>
                  <a:lnTo>
                    <a:pt x="451904" y="448977"/>
                  </a:lnTo>
                  <a:lnTo>
                    <a:pt x="439785" y="460532"/>
                  </a:lnTo>
                  <a:lnTo>
                    <a:pt x="426958" y="471295"/>
                  </a:lnTo>
                  <a:lnTo>
                    <a:pt x="413475" y="481223"/>
                  </a:lnTo>
                  <a:lnTo>
                    <a:pt x="399388" y="490275"/>
                  </a:lnTo>
                  <a:lnTo>
                    <a:pt x="384756" y="498416"/>
                  </a:lnTo>
                  <a:lnTo>
                    <a:pt x="369637" y="505613"/>
                  </a:lnTo>
                  <a:lnTo>
                    <a:pt x="354092" y="511836"/>
                  </a:lnTo>
                  <a:lnTo>
                    <a:pt x="338184" y="517061"/>
                  </a:lnTo>
                  <a:lnTo>
                    <a:pt x="321976" y="521266"/>
                  </a:lnTo>
                  <a:lnTo>
                    <a:pt x="305534" y="524435"/>
                  </a:lnTo>
                  <a:lnTo>
                    <a:pt x="288924" y="526555"/>
                  </a:lnTo>
                  <a:lnTo>
                    <a:pt x="272214" y="527617"/>
                  </a:lnTo>
                  <a:lnTo>
                    <a:pt x="255469" y="527617"/>
                  </a:lnTo>
                  <a:lnTo>
                    <a:pt x="238759" y="526555"/>
                  </a:lnTo>
                  <a:lnTo>
                    <a:pt x="222149" y="524435"/>
                  </a:lnTo>
                  <a:lnTo>
                    <a:pt x="205707" y="521266"/>
                  </a:lnTo>
                  <a:lnTo>
                    <a:pt x="189499" y="517061"/>
                  </a:lnTo>
                  <a:lnTo>
                    <a:pt x="173591" y="511836"/>
                  </a:lnTo>
                  <a:lnTo>
                    <a:pt x="158046" y="505613"/>
                  </a:lnTo>
                  <a:lnTo>
                    <a:pt x="142927" y="498416"/>
                  </a:lnTo>
                  <a:lnTo>
                    <a:pt x="128295" y="490275"/>
                  </a:lnTo>
                  <a:lnTo>
                    <a:pt x="114208" y="481223"/>
                  </a:lnTo>
                  <a:lnTo>
                    <a:pt x="100725" y="471295"/>
                  </a:lnTo>
                  <a:lnTo>
                    <a:pt x="87898" y="460532"/>
                  </a:lnTo>
                  <a:lnTo>
                    <a:pt x="75779" y="448977"/>
                  </a:lnTo>
                  <a:lnTo>
                    <a:pt x="64418" y="436676"/>
                  </a:lnTo>
                  <a:lnTo>
                    <a:pt x="53860" y="423680"/>
                  </a:lnTo>
                  <a:lnTo>
                    <a:pt x="44147" y="410040"/>
                  </a:lnTo>
                  <a:lnTo>
                    <a:pt x="35319" y="395812"/>
                  </a:lnTo>
                  <a:lnTo>
                    <a:pt x="27411" y="381053"/>
                  </a:lnTo>
                  <a:lnTo>
                    <a:pt x="20455" y="365822"/>
                  </a:lnTo>
                  <a:lnTo>
                    <a:pt x="14479" y="350180"/>
                  </a:lnTo>
                  <a:lnTo>
                    <a:pt x="9507" y="334191"/>
                  </a:lnTo>
                  <a:lnTo>
                    <a:pt x="5560" y="317918"/>
                  </a:lnTo>
                  <a:lnTo>
                    <a:pt x="2652" y="301428"/>
                  </a:lnTo>
                  <a:lnTo>
                    <a:pt x="796" y="284787"/>
                  </a:lnTo>
                  <a:lnTo>
                    <a:pt x="0" y="268061"/>
                  </a:lnTo>
                  <a:lnTo>
                    <a:pt x="265" y="251319"/>
                  </a:lnTo>
                  <a:lnTo>
                    <a:pt x="1592" y="234627"/>
                  </a:lnTo>
                  <a:lnTo>
                    <a:pt x="3975" y="218053"/>
                  </a:lnTo>
                  <a:lnTo>
                    <a:pt x="7405" y="201664"/>
                  </a:lnTo>
                  <a:lnTo>
                    <a:pt x="11866" y="185525"/>
                  </a:lnTo>
                  <a:lnTo>
                    <a:pt x="17343" y="169701"/>
                  </a:lnTo>
                  <a:lnTo>
                    <a:pt x="23812" y="154257"/>
                  </a:lnTo>
                  <a:lnTo>
                    <a:pt x="31248" y="139254"/>
                  </a:lnTo>
                  <a:lnTo>
                    <a:pt x="39620" y="124753"/>
                  </a:lnTo>
                  <a:lnTo>
                    <a:pt x="48895" y="110812"/>
                  </a:lnTo>
                  <a:lnTo>
                    <a:pt x="59036" y="97487"/>
                  </a:lnTo>
                  <a:lnTo>
                    <a:pt x="70001" y="84833"/>
                  </a:lnTo>
                  <a:lnTo>
                    <a:pt x="81747" y="72899"/>
                  </a:lnTo>
                  <a:lnTo>
                    <a:pt x="94226" y="61735"/>
                  </a:lnTo>
                  <a:lnTo>
                    <a:pt x="107388" y="51384"/>
                  </a:lnTo>
                  <a:lnTo>
                    <a:pt x="121180" y="41889"/>
                  </a:lnTo>
                  <a:lnTo>
                    <a:pt x="135546" y="33288"/>
                  </a:lnTo>
                  <a:lnTo>
                    <a:pt x="150429" y="25615"/>
                  </a:lnTo>
                  <a:lnTo>
                    <a:pt x="165769" y="18901"/>
                  </a:lnTo>
                  <a:lnTo>
                    <a:pt x="181504" y="13174"/>
                  </a:lnTo>
                  <a:lnTo>
                    <a:pt x="197570" y="8457"/>
                  </a:lnTo>
                  <a:lnTo>
                    <a:pt x="213903" y="4768"/>
                  </a:lnTo>
                  <a:lnTo>
                    <a:pt x="230437" y="2122"/>
                  </a:lnTo>
                  <a:lnTo>
                    <a:pt x="247105" y="531"/>
                  </a:lnTo>
                  <a:lnTo>
                    <a:pt x="2638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15" name="pl415"/>
            <p:cNvSpPr/>
            <p:nvPr/>
          </p:nvSpPr>
          <p:spPr>
            <a:xfrm>
              <a:off x="3063714" y="3796801"/>
              <a:ext cx="1055367" cy="1055235"/>
            </a:xfrm>
            <a:custGeom>
              <a:avLst/>
              <a:pathLst>
                <a:path w="1055367" h="1055235">
                  <a:moveTo>
                    <a:pt x="527683" y="0"/>
                  </a:moveTo>
                  <a:lnTo>
                    <a:pt x="561155" y="1062"/>
                  </a:lnTo>
                  <a:lnTo>
                    <a:pt x="594493" y="4245"/>
                  </a:lnTo>
                  <a:lnTo>
                    <a:pt x="627561" y="9537"/>
                  </a:lnTo>
                  <a:lnTo>
                    <a:pt x="660227" y="16915"/>
                  </a:lnTo>
                  <a:lnTo>
                    <a:pt x="692359" y="26349"/>
                  </a:lnTo>
                  <a:lnTo>
                    <a:pt x="723828" y="37803"/>
                  </a:lnTo>
                  <a:lnTo>
                    <a:pt x="754508" y="51230"/>
                  </a:lnTo>
                  <a:lnTo>
                    <a:pt x="784274" y="66576"/>
                  </a:lnTo>
                  <a:lnTo>
                    <a:pt x="813007" y="83778"/>
                  </a:lnTo>
                  <a:lnTo>
                    <a:pt x="840591" y="102768"/>
                  </a:lnTo>
                  <a:lnTo>
                    <a:pt x="866915" y="123470"/>
                  </a:lnTo>
                  <a:lnTo>
                    <a:pt x="891873" y="145799"/>
                  </a:lnTo>
                  <a:lnTo>
                    <a:pt x="915365" y="169666"/>
                  </a:lnTo>
                  <a:lnTo>
                    <a:pt x="937295" y="194975"/>
                  </a:lnTo>
                  <a:lnTo>
                    <a:pt x="957576" y="221625"/>
                  </a:lnTo>
                  <a:lnTo>
                    <a:pt x="976126" y="249506"/>
                  </a:lnTo>
                  <a:lnTo>
                    <a:pt x="992871" y="278509"/>
                  </a:lnTo>
                  <a:lnTo>
                    <a:pt x="1007742" y="308514"/>
                  </a:lnTo>
                  <a:lnTo>
                    <a:pt x="1020680" y="339403"/>
                  </a:lnTo>
                  <a:lnTo>
                    <a:pt x="1031634" y="371050"/>
                  </a:lnTo>
                  <a:lnTo>
                    <a:pt x="1040557" y="403328"/>
                  </a:lnTo>
                  <a:lnTo>
                    <a:pt x="1047416" y="436107"/>
                  </a:lnTo>
                  <a:lnTo>
                    <a:pt x="1052182" y="469255"/>
                  </a:lnTo>
                  <a:lnTo>
                    <a:pt x="1054836" y="502639"/>
                  </a:lnTo>
                  <a:lnTo>
                    <a:pt x="1055367" y="536123"/>
                  </a:lnTo>
                  <a:lnTo>
                    <a:pt x="1053774" y="569574"/>
                  </a:lnTo>
                  <a:lnTo>
                    <a:pt x="1050062" y="602857"/>
                  </a:lnTo>
                  <a:lnTo>
                    <a:pt x="1044247" y="635837"/>
                  </a:lnTo>
                  <a:lnTo>
                    <a:pt x="1036352" y="668382"/>
                  </a:lnTo>
                  <a:lnTo>
                    <a:pt x="1026408" y="700360"/>
                  </a:lnTo>
                  <a:lnTo>
                    <a:pt x="1014456" y="731644"/>
                  </a:lnTo>
                  <a:lnTo>
                    <a:pt x="1000545" y="762106"/>
                  </a:lnTo>
                  <a:lnTo>
                    <a:pt x="984729" y="791625"/>
                  </a:lnTo>
                  <a:lnTo>
                    <a:pt x="967073" y="820081"/>
                  </a:lnTo>
                  <a:lnTo>
                    <a:pt x="947647" y="847361"/>
                  </a:lnTo>
                  <a:lnTo>
                    <a:pt x="926531" y="873353"/>
                  </a:lnTo>
                  <a:lnTo>
                    <a:pt x="903808" y="897954"/>
                  </a:lnTo>
                  <a:lnTo>
                    <a:pt x="879571" y="921064"/>
                  </a:lnTo>
                  <a:lnTo>
                    <a:pt x="853917" y="942590"/>
                  </a:lnTo>
                  <a:lnTo>
                    <a:pt x="826950" y="962446"/>
                  </a:lnTo>
                  <a:lnTo>
                    <a:pt x="798777" y="980551"/>
                  </a:lnTo>
                  <a:lnTo>
                    <a:pt x="769513" y="996833"/>
                  </a:lnTo>
                  <a:lnTo>
                    <a:pt x="739275" y="1011227"/>
                  </a:lnTo>
                  <a:lnTo>
                    <a:pt x="708185" y="1023673"/>
                  </a:lnTo>
                  <a:lnTo>
                    <a:pt x="676368" y="1034123"/>
                  </a:lnTo>
                  <a:lnTo>
                    <a:pt x="643952" y="1042533"/>
                  </a:lnTo>
                  <a:lnTo>
                    <a:pt x="611069" y="1048871"/>
                  </a:lnTo>
                  <a:lnTo>
                    <a:pt x="577849" y="1053111"/>
                  </a:lnTo>
                  <a:lnTo>
                    <a:pt x="544428" y="1055235"/>
                  </a:lnTo>
                  <a:lnTo>
                    <a:pt x="510939" y="1055235"/>
                  </a:lnTo>
                  <a:lnTo>
                    <a:pt x="477518" y="1053111"/>
                  </a:lnTo>
                  <a:lnTo>
                    <a:pt x="444298" y="1048871"/>
                  </a:lnTo>
                  <a:lnTo>
                    <a:pt x="411415" y="1042533"/>
                  </a:lnTo>
                  <a:lnTo>
                    <a:pt x="378999" y="1034123"/>
                  </a:lnTo>
                  <a:lnTo>
                    <a:pt x="347182" y="1023673"/>
                  </a:lnTo>
                  <a:lnTo>
                    <a:pt x="316092" y="1011227"/>
                  </a:lnTo>
                  <a:lnTo>
                    <a:pt x="285854" y="996833"/>
                  </a:lnTo>
                  <a:lnTo>
                    <a:pt x="256590" y="980551"/>
                  </a:lnTo>
                  <a:lnTo>
                    <a:pt x="228417" y="962446"/>
                  </a:lnTo>
                  <a:lnTo>
                    <a:pt x="201450" y="942590"/>
                  </a:lnTo>
                  <a:lnTo>
                    <a:pt x="175796" y="921064"/>
                  </a:lnTo>
                  <a:lnTo>
                    <a:pt x="151559" y="897954"/>
                  </a:lnTo>
                  <a:lnTo>
                    <a:pt x="128836" y="873353"/>
                  </a:lnTo>
                  <a:lnTo>
                    <a:pt x="107720" y="847361"/>
                  </a:lnTo>
                  <a:lnTo>
                    <a:pt x="88294" y="820081"/>
                  </a:lnTo>
                  <a:lnTo>
                    <a:pt x="70638" y="791625"/>
                  </a:lnTo>
                  <a:lnTo>
                    <a:pt x="54822" y="762106"/>
                  </a:lnTo>
                  <a:lnTo>
                    <a:pt x="40911" y="731644"/>
                  </a:lnTo>
                  <a:lnTo>
                    <a:pt x="28959" y="700360"/>
                  </a:lnTo>
                  <a:lnTo>
                    <a:pt x="19015" y="668382"/>
                  </a:lnTo>
                  <a:lnTo>
                    <a:pt x="11120" y="635837"/>
                  </a:lnTo>
                  <a:lnTo>
                    <a:pt x="5305" y="602857"/>
                  </a:lnTo>
                  <a:lnTo>
                    <a:pt x="1593" y="569574"/>
                  </a:lnTo>
                  <a:lnTo>
                    <a:pt x="0" y="536123"/>
                  </a:lnTo>
                  <a:lnTo>
                    <a:pt x="531" y="502639"/>
                  </a:lnTo>
                  <a:lnTo>
                    <a:pt x="3185" y="469255"/>
                  </a:lnTo>
                  <a:lnTo>
                    <a:pt x="7951" y="436107"/>
                  </a:lnTo>
                  <a:lnTo>
                    <a:pt x="14810" y="403328"/>
                  </a:lnTo>
                  <a:lnTo>
                    <a:pt x="23733" y="371050"/>
                  </a:lnTo>
                  <a:lnTo>
                    <a:pt x="34687" y="339403"/>
                  </a:lnTo>
                  <a:lnTo>
                    <a:pt x="47625" y="308514"/>
                  </a:lnTo>
                  <a:lnTo>
                    <a:pt x="62496" y="278509"/>
                  </a:lnTo>
                  <a:lnTo>
                    <a:pt x="79241" y="249506"/>
                  </a:lnTo>
                  <a:lnTo>
                    <a:pt x="97791" y="221625"/>
                  </a:lnTo>
                  <a:lnTo>
                    <a:pt x="118072" y="194975"/>
                  </a:lnTo>
                  <a:lnTo>
                    <a:pt x="140002" y="169666"/>
                  </a:lnTo>
                  <a:lnTo>
                    <a:pt x="163494" y="145799"/>
                  </a:lnTo>
                  <a:lnTo>
                    <a:pt x="188452" y="123470"/>
                  </a:lnTo>
                  <a:lnTo>
                    <a:pt x="214776" y="102768"/>
                  </a:lnTo>
                  <a:lnTo>
                    <a:pt x="242360" y="83778"/>
                  </a:lnTo>
                  <a:lnTo>
                    <a:pt x="271093" y="66576"/>
                  </a:lnTo>
                  <a:lnTo>
                    <a:pt x="300859" y="51230"/>
                  </a:lnTo>
                  <a:lnTo>
                    <a:pt x="331538" y="37803"/>
                  </a:lnTo>
                  <a:lnTo>
                    <a:pt x="363008" y="26349"/>
                  </a:lnTo>
                  <a:lnTo>
                    <a:pt x="395140" y="16915"/>
                  </a:lnTo>
                  <a:lnTo>
                    <a:pt x="427806" y="9537"/>
                  </a:lnTo>
                  <a:lnTo>
                    <a:pt x="460874" y="4245"/>
                  </a:lnTo>
                  <a:lnTo>
                    <a:pt x="494211" y="1062"/>
                  </a:lnTo>
                  <a:lnTo>
                    <a:pt x="527683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16" name="pl416"/>
            <p:cNvSpPr/>
            <p:nvPr/>
          </p:nvSpPr>
          <p:spPr>
            <a:xfrm>
              <a:off x="2997753" y="3730832"/>
              <a:ext cx="1187288" cy="1187139"/>
            </a:xfrm>
            <a:custGeom>
              <a:avLst/>
              <a:pathLst>
                <a:path w="1187288" h="1187139">
                  <a:moveTo>
                    <a:pt x="593644" y="0"/>
                  </a:moveTo>
                  <a:lnTo>
                    <a:pt x="631300" y="1195"/>
                  </a:lnTo>
                  <a:lnTo>
                    <a:pt x="668804" y="4776"/>
                  </a:lnTo>
                  <a:lnTo>
                    <a:pt x="706006" y="10729"/>
                  </a:lnTo>
                  <a:lnTo>
                    <a:pt x="742755" y="19029"/>
                  </a:lnTo>
                  <a:lnTo>
                    <a:pt x="778904" y="29643"/>
                  </a:lnTo>
                  <a:lnTo>
                    <a:pt x="814307" y="42529"/>
                  </a:lnTo>
                  <a:lnTo>
                    <a:pt x="848821" y="57634"/>
                  </a:lnTo>
                  <a:lnTo>
                    <a:pt x="882308" y="74898"/>
                  </a:lnTo>
                  <a:lnTo>
                    <a:pt x="914633" y="94250"/>
                  </a:lnTo>
                  <a:lnTo>
                    <a:pt x="945665" y="115614"/>
                  </a:lnTo>
                  <a:lnTo>
                    <a:pt x="975279" y="138903"/>
                  </a:lnTo>
                  <a:lnTo>
                    <a:pt x="1003357" y="164024"/>
                  </a:lnTo>
                  <a:lnTo>
                    <a:pt x="1029785" y="190875"/>
                  </a:lnTo>
                  <a:lnTo>
                    <a:pt x="1054457" y="219347"/>
                  </a:lnTo>
                  <a:lnTo>
                    <a:pt x="1077273" y="249328"/>
                  </a:lnTo>
                  <a:lnTo>
                    <a:pt x="1098142" y="280695"/>
                  </a:lnTo>
                  <a:lnTo>
                    <a:pt x="1116980" y="313322"/>
                  </a:lnTo>
                  <a:lnTo>
                    <a:pt x="1133710" y="347079"/>
                  </a:lnTo>
                  <a:lnTo>
                    <a:pt x="1148265" y="381829"/>
                  </a:lnTo>
                  <a:lnTo>
                    <a:pt x="1160588" y="417431"/>
                  </a:lnTo>
                  <a:lnTo>
                    <a:pt x="1170627" y="453744"/>
                  </a:lnTo>
                  <a:lnTo>
                    <a:pt x="1178343" y="490620"/>
                  </a:lnTo>
                  <a:lnTo>
                    <a:pt x="1183705" y="527912"/>
                  </a:lnTo>
                  <a:lnTo>
                    <a:pt x="1186691" y="565468"/>
                  </a:lnTo>
                  <a:lnTo>
                    <a:pt x="1187288" y="603139"/>
                  </a:lnTo>
                  <a:lnTo>
                    <a:pt x="1185496" y="640771"/>
                  </a:lnTo>
                  <a:lnTo>
                    <a:pt x="1181320" y="678214"/>
                  </a:lnTo>
                  <a:lnTo>
                    <a:pt x="1174778" y="715316"/>
                  </a:lnTo>
                  <a:lnTo>
                    <a:pt x="1165896" y="751929"/>
                  </a:lnTo>
                  <a:lnTo>
                    <a:pt x="1154709" y="787905"/>
                  </a:lnTo>
                  <a:lnTo>
                    <a:pt x="1141263" y="823099"/>
                  </a:lnTo>
                  <a:lnTo>
                    <a:pt x="1125613" y="857370"/>
                  </a:lnTo>
                  <a:lnTo>
                    <a:pt x="1107820" y="890578"/>
                  </a:lnTo>
                  <a:lnTo>
                    <a:pt x="1087957" y="922592"/>
                  </a:lnTo>
                  <a:lnTo>
                    <a:pt x="1066103" y="953281"/>
                  </a:lnTo>
                  <a:lnTo>
                    <a:pt x="1042347" y="982522"/>
                  </a:lnTo>
                  <a:lnTo>
                    <a:pt x="1016784" y="1010198"/>
                  </a:lnTo>
                  <a:lnTo>
                    <a:pt x="989518" y="1036197"/>
                  </a:lnTo>
                  <a:lnTo>
                    <a:pt x="960657" y="1060414"/>
                  </a:lnTo>
                  <a:lnTo>
                    <a:pt x="930318" y="1082751"/>
                  </a:lnTo>
                  <a:lnTo>
                    <a:pt x="898624" y="1103120"/>
                  </a:lnTo>
                  <a:lnTo>
                    <a:pt x="865702" y="1121437"/>
                  </a:lnTo>
                  <a:lnTo>
                    <a:pt x="831684" y="1137630"/>
                  </a:lnTo>
                  <a:lnTo>
                    <a:pt x="796708" y="1151632"/>
                  </a:lnTo>
                  <a:lnTo>
                    <a:pt x="760914" y="1163388"/>
                  </a:lnTo>
                  <a:lnTo>
                    <a:pt x="724447" y="1172850"/>
                  </a:lnTo>
                  <a:lnTo>
                    <a:pt x="687452" y="1179980"/>
                  </a:lnTo>
                  <a:lnTo>
                    <a:pt x="650081" y="1184750"/>
                  </a:lnTo>
                  <a:lnTo>
                    <a:pt x="612481" y="1187139"/>
                  </a:lnTo>
                  <a:lnTo>
                    <a:pt x="574806" y="1187139"/>
                  </a:lnTo>
                  <a:lnTo>
                    <a:pt x="537207" y="1184750"/>
                  </a:lnTo>
                  <a:lnTo>
                    <a:pt x="499836" y="1179980"/>
                  </a:lnTo>
                  <a:lnTo>
                    <a:pt x="462841" y="1172850"/>
                  </a:lnTo>
                  <a:lnTo>
                    <a:pt x="426374" y="1163388"/>
                  </a:lnTo>
                  <a:lnTo>
                    <a:pt x="390580" y="1151632"/>
                  </a:lnTo>
                  <a:lnTo>
                    <a:pt x="355604" y="1137630"/>
                  </a:lnTo>
                  <a:lnTo>
                    <a:pt x="321586" y="1121437"/>
                  </a:lnTo>
                  <a:lnTo>
                    <a:pt x="288664" y="1103120"/>
                  </a:lnTo>
                  <a:lnTo>
                    <a:pt x="256970" y="1082751"/>
                  </a:lnTo>
                  <a:lnTo>
                    <a:pt x="226631" y="1060414"/>
                  </a:lnTo>
                  <a:lnTo>
                    <a:pt x="197770" y="1036197"/>
                  </a:lnTo>
                  <a:lnTo>
                    <a:pt x="170504" y="1010198"/>
                  </a:lnTo>
                  <a:lnTo>
                    <a:pt x="144941" y="982522"/>
                  </a:lnTo>
                  <a:lnTo>
                    <a:pt x="121185" y="953281"/>
                  </a:lnTo>
                  <a:lnTo>
                    <a:pt x="99331" y="922592"/>
                  </a:lnTo>
                  <a:lnTo>
                    <a:pt x="79468" y="890578"/>
                  </a:lnTo>
                  <a:lnTo>
                    <a:pt x="61675" y="857370"/>
                  </a:lnTo>
                  <a:lnTo>
                    <a:pt x="46025" y="823099"/>
                  </a:lnTo>
                  <a:lnTo>
                    <a:pt x="32579" y="787905"/>
                  </a:lnTo>
                  <a:lnTo>
                    <a:pt x="21392" y="751929"/>
                  </a:lnTo>
                  <a:lnTo>
                    <a:pt x="12510" y="715316"/>
                  </a:lnTo>
                  <a:lnTo>
                    <a:pt x="5968" y="678214"/>
                  </a:lnTo>
                  <a:lnTo>
                    <a:pt x="1792" y="640771"/>
                  </a:lnTo>
                  <a:lnTo>
                    <a:pt x="0" y="603139"/>
                  </a:lnTo>
                  <a:lnTo>
                    <a:pt x="597" y="565468"/>
                  </a:lnTo>
                  <a:lnTo>
                    <a:pt x="3583" y="527912"/>
                  </a:lnTo>
                  <a:lnTo>
                    <a:pt x="8945" y="490620"/>
                  </a:lnTo>
                  <a:lnTo>
                    <a:pt x="16661" y="453744"/>
                  </a:lnTo>
                  <a:lnTo>
                    <a:pt x="26700" y="417431"/>
                  </a:lnTo>
                  <a:lnTo>
                    <a:pt x="39022" y="381829"/>
                  </a:lnTo>
                  <a:lnTo>
                    <a:pt x="53578" y="347079"/>
                  </a:lnTo>
                  <a:lnTo>
                    <a:pt x="70308" y="313322"/>
                  </a:lnTo>
                  <a:lnTo>
                    <a:pt x="89146" y="280695"/>
                  </a:lnTo>
                  <a:lnTo>
                    <a:pt x="110015" y="249328"/>
                  </a:lnTo>
                  <a:lnTo>
                    <a:pt x="132831" y="219347"/>
                  </a:lnTo>
                  <a:lnTo>
                    <a:pt x="157503" y="190875"/>
                  </a:lnTo>
                  <a:lnTo>
                    <a:pt x="183931" y="164024"/>
                  </a:lnTo>
                  <a:lnTo>
                    <a:pt x="212009" y="138903"/>
                  </a:lnTo>
                  <a:lnTo>
                    <a:pt x="241623" y="115614"/>
                  </a:lnTo>
                  <a:lnTo>
                    <a:pt x="272655" y="94250"/>
                  </a:lnTo>
                  <a:lnTo>
                    <a:pt x="304980" y="74898"/>
                  </a:lnTo>
                  <a:lnTo>
                    <a:pt x="338466" y="57634"/>
                  </a:lnTo>
                  <a:lnTo>
                    <a:pt x="372981" y="42529"/>
                  </a:lnTo>
                  <a:lnTo>
                    <a:pt x="408384" y="29643"/>
                  </a:lnTo>
                  <a:lnTo>
                    <a:pt x="444533" y="19029"/>
                  </a:lnTo>
                  <a:lnTo>
                    <a:pt x="481282" y="10729"/>
                  </a:lnTo>
                  <a:lnTo>
                    <a:pt x="518484" y="4776"/>
                  </a:lnTo>
                  <a:lnTo>
                    <a:pt x="555988" y="1195"/>
                  </a:lnTo>
                  <a:lnTo>
                    <a:pt x="59364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3497222" y="3920206"/>
              <a:ext cx="621926" cy="710009"/>
            </a:xfrm>
            <a:custGeom>
              <a:avLst/>
              <a:pathLst>
                <a:path w="621926" h="710009">
                  <a:moveTo>
                    <a:pt x="621926" y="404345"/>
                  </a:moveTo>
                  <a:lnTo>
                    <a:pt x="618418" y="384729"/>
                  </a:lnTo>
                  <a:lnTo>
                    <a:pt x="614185" y="365376"/>
                  </a:lnTo>
                  <a:lnTo>
                    <a:pt x="609243" y="346311"/>
                  </a:lnTo>
                  <a:lnTo>
                    <a:pt x="603607" y="327561"/>
                  </a:lnTo>
                  <a:lnTo>
                    <a:pt x="597293" y="309150"/>
                  </a:lnTo>
                  <a:lnTo>
                    <a:pt x="590319" y="291104"/>
                  </a:lnTo>
                  <a:lnTo>
                    <a:pt x="582703" y="273444"/>
                  </a:lnTo>
                  <a:lnTo>
                    <a:pt x="574465" y="256195"/>
                  </a:lnTo>
                  <a:lnTo>
                    <a:pt x="565625" y="239378"/>
                  </a:lnTo>
                  <a:lnTo>
                    <a:pt x="556203" y="223013"/>
                  </a:lnTo>
                  <a:lnTo>
                    <a:pt x="546220" y="207120"/>
                  </a:lnTo>
                  <a:lnTo>
                    <a:pt x="535699" y="191718"/>
                  </a:lnTo>
                  <a:lnTo>
                    <a:pt x="524663" y="176826"/>
                  </a:lnTo>
                  <a:lnTo>
                    <a:pt x="513134" y="162459"/>
                  </a:lnTo>
                  <a:lnTo>
                    <a:pt x="501137" y="148634"/>
                  </a:lnTo>
                  <a:lnTo>
                    <a:pt x="488695" y="135366"/>
                  </a:lnTo>
                  <a:lnTo>
                    <a:pt x="475835" y="122668"/>
                  </a:lnTo>
                  <a:lnTo>
                    <a:pt x="462579" y="110553"/>
                  </a:lnTo>
                  <a:lnTo>
                    <a:pt x="448955" y="99032"/>
                  </a:lnTo>
                  <a:lnTo>
                    <a:pt x="434989" y="88117"/>
                  </a:lnTo>
                  <a:lnTo>
                    <a:pt x="420705" y="77816"/>
                  </a:lnTo>
                  <a:lnTo>
                    <a:pt x="406130" y="68138"/>
                  </a:lnTo>
                  <a:lnTo>
                    <a:pt x="391292" y="59090"/>
                  </a:lnTo>
                  <a:lnTo>
                    <a:pt x="376216" y="50678"/>
                  </a:lnTo>
                  <a:lnTo>
                    <a:pt x="360930" y="42907"/>
                  </a:lnTo>
                  <a:lnTo>
                    <a:pt x="345459" y="35781"/>
                  </a:lnTo>
                  <a:lnTo>
                    <a:pt x="329831" y="29303"/>
                  </a:lnTo>
                  <a:lnTo>
                    <a:pt x="314072" y="23474"/>
                  </a:lnTo>
                  <a:lnTo>
                    <a:pt x="298209" y="18295"/>
                  </a:lnTo>
                  <a:lnTo>
                    <a:pt x="282269" y="13767"/>
                  </a:lnTo>
                  <a:lnTo>
                    <a:pt x="266277" y="9886"/>
                  </a:lnTo>
                  <a:lnTo>
                    <a:pt x="250259" y="6651"/>
                  </a:lnTo>
                  <a:lnTo>
                    <a:pt x="234242" y="4058"/>
                  </a:lnTo>
                  <a:lnTo>
                    <a:pt x="218251" y="2102"/>
                  </a:lnTo>
                  <a:lnTo>
                    <a:pt x="202311" y="779"/>
                  </a:lnTo>
                  <a:lnTo>
                    <a:pt x="186447" y="80"/>
                  </a:lnTo>
                  <a:lnTo>
                    <a:pt x="170682" y="0"/>
                  </a:lnTo>
                  <a:lnTo>
                    <a:pt x="155042" y="528"/>
                  </a:lnTo>
                  <a:lnTo>
                    <a:pt x="139548" y="1656"/>
                  </a:lnTo>
                  <a:lnTo>
                    <a:pt x="124225" y="3374"/>
                  </a:lnTo>
                  <a:lnTo>
                    <a:pt x="109093" y="5670"/>
                  </a:lnTo>
                  <a:lnTo>
                    <a:pt x="94176" y="8532"/>
                  </a:lnTo>
                  <a:lnTo>
                    <a:pt x="112097" y="16707"/>
                  </a:lnTo>
                  <a:lnTo>
                    <a:pt x="129265" y="25676"/>
                  </a:lnTo>
                  <a:lnTo>
                    <a:pt x="145643" y="35388"/>
                  </a:lnTo>
                  <a:lnTo>
                    <a:pt x="161202" y="45787"/>
                  </a:lnTo>
                  <a:lnTo>
                    <a:pt x="175913" y="56820"/>
                  </a:lnTo>
                  <a:lnTo>
                    <a:pt x="189752" y="68431"/>
                  </a:lnTo>
                  <a:lnTo>
                    <a:pt x="202697" y="80562"/>
                  </a:lnTo>
                  <a:lnTo>
                    <a:pt x="214731" y="93156"/>
                  </a:lnTo>
                  <a:lnTo>
                    <a:pt x="225839" y="106156"/>
                  </a:lnTo>
                  <a:lnTo>
                    <a:pt x="236011" y="119502"/>
                  </a:lnTo>
                  <a:lnTo>
                    <a:pt x="245238" y="133136"/>
                  </a:lnTo>
                  <a:lnTo>
                    <a:pt x="253517" y="147001"/>
                  </a:lnTo>
                  <a:lnTo>
                    <a:pt x="260846" y="161037"/>
                  </a:lnTo>
                  <a:lnTo>
                    <a:pt x="267227" y="175188"/>
                  </a:lnTo>
                  <a:lnTo>
                    <a:pt x="272668" y="189395"/>
                  </a:lnTo>
                  <a:lnTo>
                    <a:pt x="277176" y="203603"/>
                  </a:lnTo>
                  <a:lnTo>
                    <a:pt x="280764" y="217757"/>
                  </a:lnTo>
                  <a:lnTo>
                    <a:pt x="294417" y="241437"/>
                  </a:lnTo>
                  <a:lnTo>
                    <a:pt x="305230" y="265914"/>
                  </a:lnTo>
                  <a:lnTo>
                    <a:pt x="313187" y="290863"/>
                  </a:lnTo>
                  <a:lnTo>
                    <a:pt x="318307" y="315959"/>
                  </a:lnTo>
                  <a:lnTo>
                    <a:pt x="320647" y="340891"/>
                  </a:lnTo>
                  <a:lnTo>
                    <a:pt x="320296" y="365358"/>
                  </a:lnTo>
                  <a:lnTo>
                    <a:pt x="317375" y="389078"/>
                  </a:lnTo>
                  <a:lnTo>
                    <a:pt x="312033" y="411787"/>
                  </a:lnTo>
                  <a:lnTo>
                    <a:pt x="304446" y="433246"/>
                  </a:lnTo>
                  <a:lnTo>
                    <a:pt x="294815" y="453239"/>
                  </a:lnTo>
                  <a:lnTo>
                    <a:pt x="283358" y="471580"/>
                  </a:lnTo>
                  <a:lnTo>
                    <a:pt x="270310" y="488111"/>
                  </a:lnTo>
                  <a:lnTo>
                    <a:pt x="255919" y="502703"/>
                  </a:lnTo>
                  <a:lnTo>
                    <a:pt x="240442" y="515262"/>
                  </a:lnTo>
                  <a:lnTo>
                    <a:pt x="224140" y="525723"/>
                  </a:lnTo>
                  <a:lnTo>
                    <a:pt x="207276" y="534053"/>
                  </a:lnTo>
                  <a:lnTo>
                    <a:pt x="190110" y="540253"/>
                  </a:lnTo>
                  <a:lnTo>
                    <a:pt x="172897" y="544351"/>
                  </a:lnTo>
                  <a:lnTo>
                    <a:pt x="155882" y="546406"/>
                  </a:lnTo>
                  <a:lnTo>
                    <a:pt x="139295" y="546503"/>
                  </a:lnTo>
                  <a:lnTo>
                    <a:pt x="123354" y="544756"/>
                  </a:lnTo>
                  <a:lnTo>
                    <a:pt x="108255" y="541297"/>
                  </a:lnTo>
                  <a:lnTo>
                    <a:pt x="94176" y="536283"/>
                  </a:lnTo>
                  <a:lnTo>
                    <a:pt x="81270" y="529884"/>
                  </a:lnTo>
                  <a:lnTo>
                    <a:pt x="69667" y="522290"/>
                  </a:lnTo>
                  <a:lnTo>
                    <a:pt x="59469" y="513698"/>
                  </a:lnTo>
                  <a:lnTo>
                    <a:pt x="50753" y="504314"/>
                  </a:lnTo>
                  <a:lnTo>
                    <a:pt x="43569" y="494349"/>
                  </a:lnTo>
                  <a:lnTo>
                    <a:pt x="37939" y="484015"/>
                  </a:lnTo>
                  <a:lnTo>
                    <a:pt x="33856" y="473523"/>
                  </a:lnTo>
                  <a:lnTo>
                    <a:pt x="31290" y="463076"/>
                  </a:lnTo>
                  <a:lnTo>
                    <a:pt x="30185" y="452871"/>
                  </a:lnTo>
                  <a:lnTo>
                    <a:pt x="30459" y="443092"/>
                  </a:lnTo>
                  <a:lnTo>
                    <a:pt x="32011" y="433909"/>
                  </a:lnTo>
                  <a:lnTo>
                    <a:pt x="34719" y="425476"/>
                  </a:lnTo>
                  <a:lnTo>
                    <a:pt x="38443" y="417927"/>
                  </a:lnTo>
                  <a:lnTo>
                    <a:pt x="43029" y="411375"/>
                  </a:lnTo>
                  <a:lnTo>
                    <a:pt x="48311" y="405912"/>
                  </a:lnTo>
                  <a:lnTo>
                    <a:pt x="54115" y="401605"/>
                  </a:lnTo>
                  <a:lnTo>
                    <a:pt x="60258" y="398497"/>
                  </a:lnTo>
                  <a:lnTo>
                    <a:pt x="66557" y="396607"/>
                  </a:lnTo>
                  <a:lnTo>
                    <a:pt x="72830" y="395927"/>
                  </a:lnTo>
                  <a:lnTo>
                    <a:pt x="78896" y="396428"/>
                  </a:lnTo>
                  <a:lnTo>
                    <a:pt x="84583" y="398053"/>
                  </a:lnTo>
                  <a:lnTo>
                    <a:pt x="89726" y="400725"/>
                  </a:lnTo>
                  <a:lnTo>
                    <a:pt x="94176" y="404345"/>
                  </a:lnTo>
                  <a:lnTo>
                    <a:pt x="100435" y="412334"/>
                  </a:lnTo>
                  <a:lnTo>
                    <a:pt x="104677" y="421716"/>
                  </a:lnTo>
                  <a:lnTo>
                    <a:pt x="106672" y="432110"/>
                  </a:lnTo>
                  <a:lnTo>
                    <a:pt x="106253" y="443103"/>
                  </a:lnTo>
                  <a:lnTo>
                    <a:pt x="103323" y="454259"/>
                  </a:lnTo>
                  <a:lnTo>
                    <a:pt x="97853" y="465128"/>
                  </a:lnTo>
                  <a:lnTo>
                    <a:pt x="89886" y="475259"/>
                  </a:lnTo>
                  <a:lnTo>
                    <a:pt x="79541" y="484207"/>
                  </a:lnTo>
                  <a:lnTo>
                    <a:pt x="67002" y="491550"/>
                  </a:lnTo>
                  <a:lnTo>
                    <a:pt x="52523" y="496894"/>
                  </a:lnTo>
                  <a:lnTo>
                    <a:pt x="36421" y="499884"/>
                  </a:lnTo>
                  <a:lnTo>
                    <a:pt x="19067" y="500215"/>
                  </a:lnTo>
                  <a:lnTo>
                    <a:pt x="882" y="497639"/>
                  </a:lnTo>
                  <a:lnTo>
                    <a:pt x="3529" y="482891"/>
                  </a:lnTo>
                  <a:lnTo>
                    <a:pt x="7758" y="469036"/>
                  </a:lnTo>
                  <a:lnTo>
                    <a:pt x="13454" y="456222"/>
                  </a:lnTo>
                  <a:lnTo>
                    <a:pt x="20486" y="444583"/>
                  </a:lnTo>
                  <a:lnTo>
                    <a:pt x="28713" y="434241"/>
                  </a:lnTo>
                  <a:lnTo>
                    <a:pt x="37986" y="425303"/>
                  </a:lnTo>
                  <a:lnTo>
                    <a:pt x="48142" y="417862"/>
                  </a:lnTo>
                  <a:lnTo>
                    <a:pt x="59015" y="411994"/>
                  </a:lnTo>
                  <a:lnTo>
                    <a:pt x="70431" y="407759"/>
                  </a:lnTo>
                  <a:lnTo>
                    <a:pt x="82212" y="405201"/>
                  </a:lnTo>
                  <a:lnTo>
                    <a:pt x="94176" y="404345"/>
                  </a:lnTo>
                  <a:lnTo>
                    <a:pt x="84931" y="404855"/>
                  </a:lnTo>
                  <a:lnTo>
                    <a:pt x="75771" y="406382"/>
                  </a:lnTo>
                  <a:lnTo>
                    <a:pt x="66778" y="408917"/>
                  </a:lnTo>
                  <a:lnTo>
                    <a:pt x="58037" y="412444"/>
                  </a:lnTo>
                  <a:lnTo>
                    <a:pt x="49629" y="416942"/>
                  </a:lnTo>
                  <a:lnTo>
                    <a:pt x="41633" y="422383"/>
                  </a:lnTo>
                  <a:lnTo>
                    <a:pt x="34128" y="428734"/>
                  </a:lnTo>
                  <a:lnTo>
                    <a:pt x="27190" y="435956"/>
                  </a:lnTo>
                  <a:lnTo>
                    <a:pt x="20890" y="444005"/>
                  </a:lnTo>
                  <a:lnTo>
                    <a:pt x="15299" y="452831"/>
                  </a:lnTo>
                  <a:lnTo>
                    <a:pt x="10481" y="462378"/>
                  </a:lnTo>
                  <a:lnTo>
                    <a:pt x="6498" y="472587"/>
                  </a:lnTo>
                  <a:lnTo>
                    <a:pt x="3409" y="483394"/>
                  </a:lnTo>
                  <a:lnTo>
                    <a:pt x="1264" y="494731"/>
                  </a:lnTo>
                  <a:lnTo>
                    <a:pt x="114" y="506523"/>
                  </a:lnTo>
                  <a:lnTo>
                    <a:pt x="0" y="518697"/>
                  </a:lnTo>
                  <a:lnTo>
                    <a:pt x="959" y="531172"/>
                  </a:lnTo>
                  <a:lnTo>
                    <a:pt x="3023" y="543865"/>
                  </a:lnTo>
                  <a:lnTo>
                    <a:pt x="6218" y="556693"/>
                  </a:lnTo>
                  <a:lnTo>
                    <a:pt x="10563" y="569569"/>
                  </a:lnTo>
                  <a:lnTo>
                    <a:pt x="16073" y="582403"/>
                  </a:lnTo>
                  <a:lnTo>
                    <a:pt x="22753" y="595106"/>
                  </a:lnTo>
                  <a:lnTo>
                    <a:pt x="30607" y="607587"/>
                  </a:lnTo>
                  <a:lnTo>
                    <a:pt x="39626" y="619756"/>
                  </a:lnTo>
                  <a:lnTo>
                    <a:pt x="49801" y="631521"/>
                  </a:lnTo>
                  <a:lnTo>
                    <a:pt x="61111" y="642792"/>
                  </a:lnTo>
                  <a:lnTo>
                    <a:pt x="73532" y="653478"/>
                  </a:lnTo>
                  <a:lnTo>
                    <a:pt x="87033" y="663492"/>
                  </a:lnTo>
                  <a:lnTo>
                    <a:pt x="101574" y="672748"/>
                  </a:lnTo>
                  <a:lnTo>
                    <a:pt x="117113" y="681160"/>
                  </a:lnTo>
                  <a:lnTo>
                    <a:pt x="133599" y="688647"/>
                  </a:lnTo>
                  <a:lnTo>
                    <a:pt x="150976" y="695130"/>
                  </a:lnTo>
                  <a:lnTo>
                    <a:pt x="169181" y="700535"/>
                  </a:lnTo>
                  <a:lnTo>
                    <a:pt x="188148" y="704790"/>
                  </a:lnTo>
                  <a:lnTo>
                    <a:pt x="207803" y="707828"/>
                  </a:lnTo>
                  <a:lnTo>
                    <a:pt x="228067" y="709587"/>
                  </a:lnTo>
                  <a:lnTo>
                    <a:pt x="248860" y="710009"/>
                  </a:lnTo>
                  <a:lnTo>
                    <a:pt x="270093" y="709042"/>
                  </a:lnTo>
                  <a:lnTo>
                    <a:pt x="291675" y="706639"/>
                  </a:lnTo>
                  <a:lnTo>
                    <a:pt x="313511" y="702761"/>
                  </a:lnTo>
                  <a:lnTo>
                    <a:pt x="335503" y="697372"/>
                  </a:lnTo>
                  <a:lnTo>
                    <a:pt x="357550" y="690445"/>
                  </a:lnTo>
                  <a:lnTo>
                    <a:pt x="379547" y="681958"/>
                  </a:lnTo>
                  <a:lnTo>
                    <a:pt x="401389" y="671897"/>
                  </a:lnTo>
                  <a:lnTo>
                    <a:pt x="422967" y="660254"/>
                  </a:lnTo>
                  <a:lnTo>
                    <a:pt x="444174" y="647028"/>
                  </a:lnTo>
                  <a:lnTo>
                    <a:pt x="464899" y="632228"/>
                  </a:lnTo>
                  <a:lnTo>
                    <a:pt x="485033" y="615866"/>
                  </a:lnTo>
                  <a:lnTo>
                    <a:pt x="504465" y="597965"/>
                  </a:lnTo>
                  <a:lnTo>
                    <a:pt x="523086" y="578553"/>
                  </a:lnTo>
                  <a:lnTo>
                    <a:pt x="540789" y="557667"/>
                  </a:lnTo>
                  <a:lnTo>
                    <a:pt x="557466" y="535351"/>
                  </a:lnTo>
                  <a:lnTo>
                    <a:pt x="573014" y="511655"/>
                  </a:lnTo>
                  <a:lnTo>
                    <a:pt x="587331" y="486638"/>
                  </a:lnTo>
                  <a:lnTo>
                    <a:pt x="600318" y="460365"/>
                  </a:lnTo>
                  <a:lnTo>
                    <a:pt x="611880" y="432907"/>
                  </a:lnTo>
                  <a:close/>
                </a:path>
              </a:pathLst>
            </a:custGeom>
            <a:solidFill>
              <a:srgbClr val="B7C36B">
                <a:alpha val="25882"/>
              </a:srgbClr>
            </a:solidFill>
            <a:ln w="24933" cap="flat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l418"/>
            <p:cNvSpPr/>
            <p:nvPr/>
          </p:nvSpPr>
          <p:spPr>
            <a:xfrm>
              <a:off x="3498104" y="3928739"/>
              <a:ext cx="621044" cy="496793"/>
            </a:xfrm>
            <a:custGeom>
              <a:avLst/>
              <a:pathLst>
                <a:path w="621044" h="496793">
                  <a:moveTo>
                    <a:pt x="93293" y="0"/>
                  </a:moveTo>
                  <a:lnTo>
                    <a:pt x="111215" y="8175"/>
                  </a:lnTo>
                  <a:lnTo>
                    <a:pt x="128382" y="17144"/>
                  </a:lnTo>
                  <a:lnTo>
                    <a:pt x="144761" y="26855"/>
                  </a:lnTo>
                  <a:lnTo>
                    <a:pt x="160320" y="37255"/>
                  </a:lnTo>
                  <a:lnTo>
                    <a:pt x="175031" y="48287"/>
                  </a:lnTo>
                  <a:lnTo>
                    <a:pt x="188869" y="59898"/>
                  </a:lnTo>
                  <a:lnTo>
                    <a:pt x="201815" y="72029"/>
                  </a:lnTo>
                  <a:lnTo>
                    <a:pt x="213849" y="84623"/>
                  </a:lnTo>
                  <a:lnTo>
                    <a:pt x="224957" y="97623"/>
                  </a:lnTo>
                  <a:lnTo>
                    <a:pt x="235129" y="110969"/>
                  </a:lnTo>
                  <a:lnTo>
                    <a:pt x="244356" y="124604"/>
                  </a:lnTo>
                  <a:lnTo>
                    <a:pt x="252634" y="138468"/>
                  </a:lnTo>
                  <a:lnTo>
                    <a:pt x="259963" y="152505"/>
                  </a:lnTo>
                  <a:lnTo>
                    <a:pt x="266345" y="166655"/>
                  </a:lnTo>
                  <a:lnTo>
                    <a:pt x="271786" y="180862"/>
                  </a:lnTo>
                  <a:lnTo>
                    <a:pt x="276294" y="195071"/>
                  </a:lnTo>
                  <a:lnTo>
                    <a:pt x="279881" y="209224"/>
                  </a:lnTo>
                  <a:lnTo>
                    <a:pt x="295201" y="207830"/>
                  </a:lnTo>
                  <a:lnTo>
                    <a:pt x="310846" y="207302"/>
                  </a:lnTo>
                  <a:lnTo>
                    <a:pt x="326776" y="207661"/>
                  </a:lnTo>
                  <a:lnTo>
                    <a:pt x="342944" y="208926"/>
                  </a:lnTo>
                  <a:lnTo>
                    <a:pt x="359308" y="211115"/>
                  </a:lnTo>
                  <a:lnTo>
                    <a:pt x="375821" y="214243"/>
                  </a:lnTo>
                  <a:lnTo>
                    <a:pt x="392437" y="218322"/>
                  </a:lnTo>
                  <a:lnTo>
                    <a:pt x="409109" y="223364"/>
                  </a:lnTo>
                  <a:lnTo>
                    <a:pt x="425788" y="229377"/>
                  </a:lnTo>
                  <a:lnTo>
                    <a:pt x="442427" y="236368"/>
                  </a:lnTo>
                  <a:lnTo>
                    <a:pt x="458977" y="244341"/>
                  </a:lnTo>
                  <a:lnTo>
                    <a:pt x="475388" y="253298"/>
                  </a:lnTo>
                  <a:lnTo>
                    <a:pt x="491612" y="263239"/>
                  </a:lnTo>
                  <a:lnTo>
                    <a:pt x="507598" y="274161"/>
                  </a:lnTo>
                  <a:lnTo>
                    <a:pt x="523298" y="286060"/>
                  </a:lnTo>
                  <a:lnTo>
                    <a:pt x="538662" y="298928"/>
                  </a:lnTo>
                  <a:lnTo>
                    <a:pt x="553640" y="312757"/>
                  </a:lnTo>
                  <a:lnTo>
                    <a:pt x="568183" y="327533"/>
                  </a:lnTo>
                  <a:lnTo>
                    <a:pt x="582243" y="343245"/>
                  </a:lnTo>
                  <a:lnTo>
                    <a:pt x="595772" y="359874"/>
                  </a:lnTo>
                  <a:lnTo>
                    <a:pt x="608721" y="377404"/>
                  </a:lnTo>
                  <a:lnTo>
                    <a:pt x="621044" y="395812"/>
                  </a:lnTo>
                  <a:lnTo>
                    <a:pt x="604398" y="408359"/>
                  </a:lnTo>
                  <a:lnTo>
                    <a:pt x="587464" y="420089"/>
                  </a:lnTo>
                  <a:lnTo>
                    <a:pt x="570271" y="430996"/>
                  </a:lnTo>
                  <a:lnTo>
                    <a:pt x="552851" y="441075"/>
                  </a:lnTo>
                  <a:lnTo>
                    <a:pt x="535234" y="450320"/>
                  </a:lnTo>
                  <a:lnTo>
                    <a:pt x="517450" y="458730"/>
                  </a:lnTo>
                  <a:lnTo>
                    <a:pt x="499528" y="466301"/>
                  </a:lnTo>
                  <a:lnTo>
                    <a:pt x="481501" y="473032"/>
                  </a:lnTo>
                  <a:lnTo>
                    <a:pt x="463397" y="478922"/>
                  </a:lnTo>
                  <a:lnTo>
                    <a:pt x="445248" y="483972"/>
                  </a:lnTo>
                  <a:lnTo>
                    <a:pt x="427084" y="488185"/>
                  </a:lnTo>
                  <a:lnTo>
                    <a:pt x="408935" y="491561"/>
                  </a:lnTo>
                  <a:lnTo>
                    <a:pt x="390830" y="494105"/>
                  </a:lnTo>
                  <a:lnTo>
                    <a:pt x="372800" y="495821"/>
                  </a:lnTo>
                  <a:lnTo>
                    <a:pt x="354874" y="496715"/>
                  </a:lnTo>
                  <a:lnTo>
                    <a:pt x="337082" y="496793"/>
                  </a:lnTo>
                  <a:lnTo>
                    <a:pt x="319453" y="496062"/>
                  </a:lnTo>
                  <a:lnTo>
                    <a:pt x="302016" y="494531"/>
                  </a:lnTo>
                  <a:lnTo>
                    <a:pt x="284800" y="492208"/>
                  </a:lnTo>
                  <a:lnTo>
                    <a:pt x="267831" y="489105"/>
                  </a:lnTo>
                  <a:lnTo>
                    <a:pt x="251140" y="485231"/>
                  </a:lnTo>
                  <a:lnTo>
                    <a:pt x="234752" y="480599"/>
                  </a:lnTo>
                  <a:lnTo>
                    <a:pt x="218695" y="475222"/>
                  </a:lnTo>
                  <a:lnTo>
                    <a:pt x="202996" y="469113"/>
                  </a:lnTo>
                  <a:lnTo>
                    <a:pt x="187680" y="462287"/>
                  </a:lnTo>
                  <a:lnTo>
                    <a:pt x="172773" y="454759"/>
                  </a:lnTo>
                  <a:lnTo>
                    <a:pt x="158301" y="446545"/>
                  </a:lnTo>
                  <a:lnTo>
                    <a:pt x="144288" y="437662"/>
                  </a:lnTo>
                  <a:lnTo>
                    <a:pt x="130758" y="428129"/>
                  </a:lnTo>
                  <a:lnTo>
                    <a:pt x="117733" y="417963"/>
                  </a:lnTo>
                  <a:lnTo>
                    <a:pt x="105238" y="407184"/>
                  </a:lnTo>
                  <a:lnTo>
                    <a:pt x="93293" y="395812"/>
                  </a:lnTo>
                  <a:lnTo>
                    <a:pt x="93293" y="395812"/>
                  </a:lnTo>
                  <a:lnTo>
                    <a:pt x="92438" y="407776"/>
                  </a:lnTo>
                  <a:lnTo>
                    <a:pt x="89880" y="419557"/>
                  </a:lnTo>
                  <a:lnTo>
                    <a:pt x="85645" y="430973"/>
                  </a:lnTo>
                  <a:lnTo>
                    <a:pt x="79777" y="441846"/>
                  </a:lnTo>
                  <a:lnTo>
                    <a:pt x="72336" y="452003"/>
                  </a:lnTo>
                  <a:lnTo>
                    <a:pt x="63398" y="461275"/>
                  </a:lnTo>
                  <a:lnTo>
                    <a:pt x="53056" y="469502"/>
                  </a:lnTo>
                  <a:lnTo>
                    <a:pt x="41416" y="476534"/>
                  </a:lnTo>
                  <a:lnTo>
                    <a:pt x="28602" y="482230"/>
                  </a:lnTo>
                  <a:lnTo>
                    <a:pt x="14747" y="486459"/>
                  </a:lnTo>
                  <a:lnTo>
                    <a:pt x="0" y="489106"/>
                  </a:lnTo>
                  <a:lnTo>
                    <a:pt x="2646" y="474358"/>
                  </a:lnTo>
                  <a:lnTo>
                    <a:pt x="6876" y="460504"/>
                  </a:lnTo>
                  <a:lnTo>
                    <a:pt x="12571" y="447689"/>
                  </a:lnTo>
                  <a:lnTo>
                    <a:pt x="19603" y="436050"/>
                  </a:lnTo>
                  <a:lnTo>
                    <a:pt x="27831" y="425708"/>
                  </a:lnTo>
                  <a:lnTo>
                    <a:pt x="37103" y="416770"/>
                  </a:lnTo>
                  <a:lnTo>
                    <a:pt x="47260" y="409329"/>
                  </a:lnTo>
                  <a:lnTo>
                    <a:pt x="58133" y="403461"/>
                  </a:lnTo>
                  <a:lnTo>
                    <a:pt x="69549" y="399226"/>
                  </a:lnTo>
                  <a:lnTo>
                    <a:pt x="81330" y="396668"/>
                  </a:lnTo>
                  <a:lnTo>
                    <a:pt x="93293" y="395812"/>
                  </a:lnTo>
                  <a:lnTo>
                    <a:pt x="93293" y="395812"/>
                  </a:lnTo>
                </a:path>
              </a:pathLst>
            </a:custGeom>
            <a:ln w="24933" cap="flat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t419"/>
            <p:cNvSpPr/>
            <p:nvPr/>
          </p:nvSpPr>
          <p:spPr>
            <a:xfrm>
              <a:off x="4087547" y="4292950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t420"/>
            <p:cNvSpPr/>
            <p:nvPr/>
          </p:nvSpPr>
          <p:spPr>
            <a:xfrm>
              <a:off x="3559797" y="3897138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t421"/>
            <p:cNvSpPr/>
            <p:nvPr/>
          </p:nvSpPr>
          <p:spPr>
            <a:xfrm>
              <a:off x="3746385" y="4106362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t422"/>
            <p:cNvSpPr/>
            <p:nvPr/>
          </p:nvSpPr>
          <p:spPr>
            <a:xfrm>
              <a:off x="3559797" y="4292950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t423"/>
            <p:cNvSpPr/>
            <p:nvPr/>
          </p:nvSpPr>
          <p:spPr>
            <a:xfrm>
              <a:off x="3559797" y="4292950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t424"/>
            <p:cNvSpPr/>
            <p:nvPr/>
          </p:nvSpPr>
          <p:spPr>
            <a:xfrm>
              <a:off x="3559797" y="4292950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t425"/>
            <p:cNvSpPr/>
            <p:nvPr/>
          </p:nvSpPr>
          <p:spPr>
            <a:xfrm>
              <a:off x="3466503" y="4386244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t426"/>
            <p:cNvSpPr/>
            <p:nvPr/>
          </p:nvSpPr>
          <p:spPr>
            <a:xfrm>
              <a:off x="3559797" y="4292950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l427"/>
            <p:cNvSpPr/>
            <p:nvPr/>
          </p:nvSpPr>
          <p:spPr>
            <a:xfrm>
              <a:off x="3591398" y="3796801"/>
              <a:ext cx="0" cy="527750"/>
            </a:xfrm>
            <a:custGeom>
              <a:avLst/>
              <a:pathLst>
                <a:path w="0" h="527750">
                  <a:moveTo>
                    <a:pt x="0" y="527750"/>
                  </a:moveTo>
                  <a:lnTo>
                    <a:pt x="0" y="509552"/>
                  </a:lnTo>
                  <a:lnTo>
                    <a:pt x="0" y="491353"/>
                  </a:lnTo>
                  <a:lnTo>
                    <a:pt x="0" y="473155"/>
                  </a:lnTo>
                  <a:lnTo>
                    <a:pt x="0" y="454957"/>
                  </a:lnTo>
                  <a:lnTo>
                    <a:pt x="0" y="436758"/>
                  </a:lnTo>
                  <a:lnTo>
                    <a:pt x="0" y="418560"/>
                  </a:lnTo>
                  <a:lnTo>
                    <a:pt x="0" y="400362"/>
                  </a:lnTo>
                  <a:lnTo>
                    <a:pt x="0" y="382164"/>
                  </a:lnTo>
                  <a:lnTo>
                    <a:pt x="0" y="363965"/>
                  </a:lnTo>
                  <a:lnTo>
                    <a:pt x="0" y="345767"/>
                  </a:lnTo>
                  <a:lnTo>
                    <a:pt x="0" y="327569"/>
                  </a:lnTo>
                  <a:lnTo>
                    <a:pt x="0" y="309370"/>
                  </a:lnTo>
                  <a:lnTo>
                    <a:pt x="0" y="291172"/>
                  </a:lnTo>
                  <a:lnTo>
                    <a:pt x="0" y="272974"/>
                  </a:lnTo>
                  <a:lnTo>
                    <a:pt x="0" y="254776"/>
                  </a:lnTo>
                  <a:lnTo>
                    <a:pt x="0" y="236577"/>
                  </a:lnTo>
                  <a:lnTo>
                    <a:pt x="0" y="218379"/>
                  </a:lnTo>
                  <a:lnTo>
                    <a:pt x="0" y="200181"/>
                  </a:lnTo>
                  <a:lnTo>
                    <a:pt x="0" y="181982"/>
                  </a:lnTo>
                  <a:lnTo>
                    <a:pt x="0" y="163784"/>
                  </a:lnTo>
                  <a:lnTo>
                    <a:pt x="0" y="145586"/>
                  </a:lnTo>
                  <a:lnTo>
                    <a:pt x="0" y="127388"/>
                  </a:lnTo>
                  <a:lnTo>
                    <a:pt x="0" y="109189"/>
                  </a:lnTo>
                  <a:lnTo>
                    <a:pt x="0" y="90991"/>
                  </a:lnTo>
                  <a:lnTo>
                    <a:pt x="0" y="72793"/>
                  </a:lnTo>
                  <a:lnTo>
                    <a:pt x="0" y="54594"/>
                  </a:lnTo>
                  <a:lnTo>
                    <a:pt x="0" y="36396"/>
                  </a:lnTo>
                  <a:lnTo>
                    <a:pt x="0" y="18198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l428"/>
            <p:cNvSpPr/>
            <p:nvPr/>
          </p:nvSpPr>
          <p:spPr>
            <a:xfrm>
              <a:off x="3591398" y="3951376"/>
              <a:ext cx="373175" cy="373175"/>
            </a:xfrm>
            <a:custGeom>
              <a:avLst/>
              <a:pathLst>
                <a:path w="373175" h="373175">
                  <a:moveTo>
                    <a:pt x="0" y="373175"/>
                  </a:moveTo>
                  <a:lnTo>
                    <a:pt x="12868" y="360307"/>
                  </a:lnTo>
                  <a:lnTo>
                    <a:pt x="25736" y="347439"/>
                  </a:lnTo>
                  <a:lnTo>
                    <a:pt x="38604" y="334571"/>
                  </a:lnTo>
                  <a:lnTo>
                    <a:pt x="51472" y="321703"/>
                  </a:lnTo>
                  <a:lnTo>
                    <a:pt x="64340" y="308835"/>
                  </a:lnTo>
                  <a:lnTo>
                    <a:pt x="77208" y="295967"/>
                  </a:lnTo>
                  <a:lnTo>
                    <a:pt x="90076" y="283098"/>
                  </a:lnTo>
                  <a:lnTo>
                    <a:pt x="102945" y="270230"/>
                  </a:lnTo>
                  <a:lnTo>
                    <a:pt x="115813" y="257362"/>
                  </a:lnTo>
                  <a:lnTo>
                    <a:pt x="128681" y="244494"/>
                  </a:lnTo>
                  <a:lnTo>
                    <a:pt x="141549" y="231626"/>
                  </a:lnTo>
                  <a:lnTo>
                    <a:pt x="154417" y="218758"/>
                  </a:lnTo>
                  <a:lnTo>
                    <a:pt x="167285" y="205890"/>
                  </a:lnTo>
                  <a:lnTo>
                    <a:pt x="180153" y="193022"/>
                  </a:lnTo>
                  <a:lnTo>
                    <a:pt x="193022" y="180153"/>
                  </a:lnTo>
                  <a:lnTo>
                    <a:pt x="205890" y="167285"/>
                  </a:lnTo>
                  <a:lnTo>
                    <a:pt x="218758" y="154417"/>
                  </a:lnTo>
                  <a:lnTo>
                    <a:pt x="231626" y="141549"/>
                  </a:lnTo>
                  <a:lnTo>
                    <a:pt x="244494" y="128681"/>
                  </a:lnTo>
                  <a:lnTo>
                    <a:pt x="257362" y="115813"/>
                  </a:lnTo>
                  <a:lnTo>
                    <a:pt x="270230" y="102945"/>
                  </a:lnTo>
                  <a:lnTo>
                    <a:pt x="283098" y="90076"/>
                  </a:lnTo>
                  <a:lnTo>
                    <a:pt x="295967" y="77208"/>
                  </a:lnTo>
                  <a:lnTo>
                    <a:pt x="308835" y="64340"/>
                  </a:lnTo>
                  <a:lnTo>
                    <a:pt x="321703" y="51472"/>
                  </a:lnTo>
                  <a:lnTo>
                    <a:pt x="334571" y="38604"/>
                  </a:lnTo>
                  <a:lnTo>
                    <a:pt x="347439" y="25736"/>
                  </a:lnTo>
                  <a:lnTo>
                    <a:pt x="360307" y="12868"/>
                  </a:lnTo>
                  <a:lnTo>
                    <a:pt x="37317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l429"/>
            <p:cNvSpPr/>
            <p:nvPr/>
          </p:nvSpPr>
          <p:spPr>
            <a:xfrm>
              <a:off x="3591398" y="4324552"/>
              <a:ext cx="527750" cy="0"/>
            </a:xfrm>
            <a:custGeom>
              <a:avLst/>
              <a:pathLst>
                <a:path w="527750" h="0">
                  <a:moveTo>
                    <a:pt x="0" y="0"/>
                  </a:moveTo>
                  <a:lnTo>
                    <a:pt x="18198" y="0"/>
                  </a:lnTo>
                  <a:lnTo>
                    <a:pt x="36396" y="0"/>
                  </a:lnTo>
                  <a:lnTo>
                    <a:pt x="54594" y="0"/>
                  </a:lnTo>
                  <a:lnTo>
                    <a:pt x="72793" y="0"/>
                  </a:lnTo>
                  <a:lnTo>
                    <a:pt x="90991" y="0"/>
                  </a:lnTo>
                  <a:lnTo>
                    <a:pt x="109189" y="0"/>
                  </a:lnTo>
                  <a:lnTo>
                    <a:pt x="127388" y="0"/>
                  </a:lnTo>
                  <a:lnTo>
                    <a:pt x="145586" y="0"/>
                  </a:lnTo>
                  <a:lnTo>
                    <a:pt x="163784" y="0"/>
                  </a:lnTo>
                  <a:lnTo>
                    <a:pt x="181982" y="0"/>
                  </a:lnTo>
                  <a:lnTo>
                    <a:pt x="200181" y="0"/>
                  </a:lnTo>
                  <a:lnTo>
                    <a:pt x="218379" y="0"/>
                  </a:lnTo>
                  <a:lnTo>
                    <a:pt x="236577" y="0"/>
                  </a:lnTo>
                  <a:lnTo>
                    <a:pt x="254776" y="0"/>
                  </a:lnTo>
                  <a:lnTo>
                    <a:pt x="272974" y="0"/>
                  </a:lnTo>
                  <a:lnTo>
                    <a:pt x="291172" y="0"/>
                  </a:lnTo>
                  <a:lnTo>
                    <a:pt x="309370" y="0"/>
                  </a:lnTo>
                  <a:lnTo>
                    <a:pt x="327569" y="0"/>
                  </a:lnTo>
                  <a:lnTo>
                    <a:pt x="345767" y="0"/>
                  </a:lnTo>
                  <a:lnTo>
                    <a:pt x="363965" y="0"/>
                  </a:lnTo>
                  <a:lnTo>
                    <a:pt x="382164" y="0"/>
                  </a:lnTo>
                  <a:lnTo>
                    <a:pt x="400362" y="0"/>
                  </a:lnTo>
                  <a:lnTo>
                    <a:pt x="418560" y="0"/>
                  </a:lnTo>
                  <a:lnTo>
                    <a:pt x="436758" y="0"/>
                  </a:lnTo>
                  <a:lnTo>
                    <a:pt x="454957" y="0"/>
                  </a:lnTo>
                  <a:lnTo>
                    <a:pt x="473155" y="0"/>
                  </a:lnTo>
                  <a:lnTo>
                    <a:pt x="491353" y="0"/>
                  </a:lnTo>
                  <a:lnTo>
                    <a:pt x="509552" y="0"/>
                  </a:lnTo>
                  <a:lnTo>
                    <a:pt x="52775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l430"/>
            <p:cNvSpPr/>
            <p:nvPr/>
          </p:nvSpPr>
          <p:spPr>
            <a:xfrm>
              <a:off x="3591398" y="4324552"/>
              <a:ext cx="373175" cy="373175"/>
            </a:xfrm>
            <a:custGeom>
              <a:avLst/>
              <a:pathLst>
                <a:path w="373175" h="373175">
                  <a:moveTo>
                    <a:pt x="0" y="0"/>
                  </a:moveTo>
                  <a:lnTo>
                    <a:pt x="12868" y="12868"/>
                  </a:lnTo>
                  <a:lnTo>
                    <a:pt x="25736" y="25736"/>
                  </a:lnTo>
                  <a:lnTo>
                    <a:pt x="38604" y="38604"/>
                  </a:lnTo>
                  <a:lnTo>
                    <a:pt x="51472" y="51472"/>
                  </a:lnTo>
                  <a:lnTo>
                    <a:pt x="64340" y="64340"/>
                  </a:lnTo>
                  <a:lnTo>
                    <a:pt x="77208" y="77208"/>
                  </a:lnTo>
                  <a:lnTo>
                    <a:pt x="90076" y="90076"/>
                  </a:lnTo>
                  <a:lnTo>
                    <a:pt x="102945" y="102945"/>
                  </a:lnTo>
                  <a:lnTo>
                    <a:pt x="115813" y="115813"/>
                  </a:lnTo>
                  <a:lnTo>
                    <a:pt x="128681" y="128681"/>
                  </a:lnTo>
                  <a:lnTo>
                    <a:pt x="141549" y="141549"/>
                  </a:lnTo>
                  <a:lnTo>
                    <a:pt x="154417" y="154417"/>
                  </a:lnTo>
                  <a:lnTo>
                    <a:pt x="167285" y="167285"/>
                  </a:lnTo>
                  <a:lnTo>
                    <a:pt x="180153" y="180153"/>
                  </a:lnTo>
                  <a:lnTo>
                    <a:pt x="193022" y="193022"/>
                  </a:lnTo>
                  <a:lnTo>
                    <a:pt x="205890" y="205890"/>
                  </a:lnTo>
                  <a:lnTo>
                    <a:pt x="218758" y="218758"/>
                  </a:lnTo>
                  <a:lnTo>
                    <a:pt x="231626" y="231626"/>
                  </a:lnTo>
                  <a:lnTo>
                    <a:pt x="244494" y="244494"/>
                  </a:lnTo>
                  <a:lnTo>
                    <a:pt x="257362" y="257362"/>
                  </a:lnTo>
                  <a:lnTo>
                    <a:pt x="270230" y="270230"/>
                  </a:lnTo>
                  <a:lnTo>
                    <a:pt x="283098" y="283098"/>
                  </a:lnTo>
                  <a:lnTo>
                    <a:pt x="295967" y="295967"/>
                  </a:lnTo>
                  <a:lnTo>
                    <a:pt x="308835" y="308835"/>
                  </a:lnTo>
                  <a:lnTo>
                    <a:pt x="321703" y="321703"/>
                  </a:lnTo>
                  <a:lnTo>
                    <a:pt x="334571" y="334571"/>
                  </a:lnTo>
                  <a:lnTo>
                    <a:pt x="347439" y="347439"/>
                  </a:lnTo>
                  <a:lnTo>
                    <a:pt x="360307" y="360307"/>
                  </a:lnTo>
                  <a:lnTo>
                    <a:pt x="373175" y="37317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l431"/>
            <p:cNvSpPr/>
            <p:nvPr/>
          </p:nvSpPr>
          <p:spPr>
            <a:xfrm>
              <a:off x="3591398" y="4324552"/>
              <a:ext cx="0" cy="527750"/>
            </a:xfrm>
            <a:custGeom>
              <a:avLst/>
              <a:pathLst>
                <a:path w="0" h="527750">
                  <a:moveTo>
                    <a:pt x="0" y="0"/>
                  </a:moveTo>
                  <a:lnTo>
                    <a:pt x="0" y="18198"/>
                  </a:lnTo>
                  <a:lnTo>
                    <a:pt x="0" y="36396"/>
                  </a:lnTo>
                  <a:lnTo>
                    <a:pt x="0" y="54594"/>
                  </a:lnTo>
                  <a:lnTo>
                    <a:pt x="0" y="72793"/>
                  </a:lnTo>
                  <a:lnTo>
                    <a:pt x="0" y="90991"/>
                  </a:lnTo>
                  <a:lnTo>
                    <a:pt x="0" y="109189"/>
                  </a:lnTo>
                  <a:lnTo>
                    <a:pt x="0" y="127388"/>
                  </a:lnTo>
                  <a:lnTo>
                    <a:pt x="0" y="145586"/>
                  </a:lnTo>
                  <a:lnTo>
                    <a:pt x="0" y="163784"/>
                  </a:lnTo>
                  <a:lnTo>
                    <a:pt x="0" y="181982"/>
                  </a:lnTo>
                  <a:lnTo>
                    <a:pt x="0" y="200181"/>
                  </a:lnTo>
                  <a:lnTo>
                    <a:pt x="0" y="218379"/>
                  </a:lnTo>
                  <a:lnTo>
                    <a:pt x="0" y="236577"/>
                  </a:lnTo>
                  <a:lnTo>
                    <a:pt x="0" y="254776"/>
                  </a:lnTo>
                  <a:lnTo>
                    <a:pt x="0" y="272974"/>
                  </a:lnTo>
                  <a:lnTo>
                    <a:pt x="0" y="291172"/>
                  </a:lnTo>
                  <a:lnTo>
                    <a:pt x="0" y="309370"/>
                  </a:lnTo>
                  <a:lnTo>
                    <a:pt x="0" y="327569"/>
                  </a:lnTo>
                  <a:lnTo>
                    <a:pt x="0" y="345767"/>
                  </a:lnTo>
                  <a:lnTo>
                    <a:pt x="0" y="363965"/>
                  </a:lnTo>
                  <a:lnTo>
                    <a:pt x="0" y="382164"/>
                  </a:lnTo>
                  <a:lnTo>
                    <a:pt x="0" y="400362"/>
                  </a:lnTo>
                  <a:lnTo>
                    <a:pt x="0" y="418560"/>
                  </a:lnTo>
                  <a:lnTo>
                    <a:pt x="0" y="436758"/>
                  </a:lnTo>
                  <a:lnTo>
                    <a:pt x="0" y="454957"/>
                  </a:lnTo>
                  <a:lnTo>
                    <a:pt x="0" y="473155"/>
                  </a:lnTo>
                  <a:lnTo>
                    <a:pt x="0" y="491353"/>
                  </a:lnTo>
                  <a:lnTo>
                    <a:pt x="0" y="509552"/>
                  </a:lnTo>
                  <a:lnTo>
                    <a:pt x="0" y="52775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l432"/>
            <p:cNvSpPr/>
            <p:nvPr/>
          </p:nvSpPr>
          <p:spPr>
            <a:xfrm>
              <a:off x="3218222" y="4324552"/>
              <a:ext cx="373175" cy="373175"/>
            </a:xfrm>
            <a:custGeom>
              <a:avLst/>
              <a:pathLst>
                <a:path w="373175" h="373175">
                  <a:moveTo>
                    <a:pt x="373175" y="0"/>
                  </a:moveTo>
                  <a:lnTo>
                    <a:pt x="360307" y="12868"/>
                  </a:lnTo>
                  <a:lnTo>
                    <a:pt x="347439" y="25736"/>
                  </a:lnTo>
                  <a:lnTo>
                    <a:pt x="334571" y="38604"/>
                  </a:lnTo>
                  <a:lnTo>
                    <a:pt x="321703" y="51472"/>
                  </a:lnTo>
                  <a:lnTo>
                    <a:pt x="308835" y="64340"/>
                  </a:lnTo>
                  <a:lnTo>
                    <a:pt x="295967" y="77208"/>
                  </a:lnTo>
                  <a:lnTo>
                    <a:pt x="283098" y="90076"/>
                  </a:lnTo>
                  <a:lnTo>
                    <a:pt x="270230" y="102945"/>
                  </a:lnTo>
                  <a:lnTo>
                    <a:pt x="257362" y="115813"/>
                  </a:lnTo>
                  <a:lnTo>
                    <a:pt x="244494" y="128681"/>
                  </a:lnTo>
                  <a:lnTo>
                    <a:pt x="231626" y="141549"/>
                  </a:lnTo>
                  <a:lnTo>
                    <a:pt x="218758" y="154417"/>
                  </a:lnTo>
                  <a:lnTo>
                    <a:pt x="205890" y="167285"/>
                  </a:lnTo>
                  <a:lnTo>
                    <a:pt x="193022" y="180153"/>
                  </a:lnTo>
                  <a:lnTo>
                    <a:pt x="180153" y="193022"/>
                  </a:lnTo>
                  <a:lnTo>
                    <a:pt x="167285" y="205890"/>
                  </a:lnTo>
                  <a:lnTo>
                    <a:pt x="154417" y="218758"/>
                  </a:lnTo>
                  <a:lnTo>
                    <a:pt x="141549" y="231626"/>
                  </a:lnTo>
                  <a:lnTo>
                    <a:pt x="128681" y="244494"/>
                  </a:lnTo>
                  <a:lnTo>
                    <a:pt x="115813" y="257362"/>
                  </a:lnTo>
                  <a:lnTo>
                    <a:pt x="102945" y="270230"/>
                  </a:lnTo>
                  <a:lnTo>
                    <a:pt x="90076" y="283098"/>
                  </a:lnTo>
                  <a:lnTo>
                    <a:pt x="77208" y="295967"/>
                  </a:lnTo>
                  <a:lnTo>
                    <a:pt x="64340" y="308835"/>
                  </a:lnTo>
                  <a:lnTo>
                    <a:pt x="51472" y="321703"/>
                  </a:lnTo>
                  <a:lnTo>
                    <a:pt x="38604" y="334571"/>
                  </a:lnTo>
                  <a:lnTo>
                    <a:pt x="25736" y="347439"/>
                  </a:lnTo>
                  <a:lnTo>
                    <a:pt x="12868" y="360307"/>
                  </a:lnTo>
                  <a:lnTo>
                    <a:pt x="0" y="37317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l433"/>
            <p:cNvSpPr/>
            <p:nvPr/>
          </p:nvSpPr>
          <p:spPr>
            <a:xfrm>
              <a:off x="3063648" y="4324552"/>
              <a:ext cx="527750" cy="0"/>
            </a:xfrm>
            <a:custGeom>
              <a:avLst/>
              <a:pathLst>
                <a:path w="527750" h="0">
                  <a:moveTo>
                    <a:pt x="527750" y="0"/>
                  </a:moveTo>
                  <a:lnTo>
                    <a:pt x="509552" y="0"/>
                  </a:lnTo>
                  <a:lnTo>
                    <a:pt x="491353" y="0"/>
                  </a:lnTo>
                  <a:lnTo>
                    <a:pt x="473155" y="0"/>
                  </a:lnTo>
                  <a:lnTo>
                    <a:pt x="454957" y="0"/>
                  </a:lnTo>
                  <a:lnTo>
                    <a:pt x="436758" y="0"/>
                  </a:lnTo>
                  <a:lnTo>
                    <a:pt x="418560" y="0"/>
                  </a:lnTo>
                  <a:lnTo>
                    <a:pt x="400362" y="0"/>
                  </a:lnTo>
                  <a:lnTo>
                    <a:pt x="382164" y="0"/>
                  </a:lnTo>
                  <a:lnTo>
                    <a:pt x="363965" y="0"/>
                  </a:lnTo>
                  <a:lnTo>
                    <a:pt x="345767" y="0"/>
                  </a:lnTo>
                  <a:lnTo>
                    <a:pt x="327569" y="0"/>
                  </a:lnTo>
                  <a:lnTo>
                    <a:pt x="309370" y="0"/>
                  </a:lnTo>
                  <a:lnTo>
                    <a:pt x="291172" y="0"/>
                  </a:lnTo>
                  <a:lnTo>
                    <a:pt x="272974" y="0"/>
                  </a:lnTo>
                  <a:lnTo>
                    <a:pt x="254776" y="0"/>
                  </a:lnTo>
                  <a:lnTo>
                    <a:pt x="236577" y="0"/>
                  </a:lnTo>
                  <a:lnTo>
                    <a:pt x="218379" y="0"/>
                  </a:lnTo>
                  <a:lnTo>
                    <a:pt x="200181" y="0"/>
                  </a:lnTo>
                  <a:lnTo>
                    <a:pt x="181982" y="0"/>
                  </a:lnTo>
                  <a:lnTo>
                    <a:pt x="163784" y="0"/>
                  </a:lnTo>
                  <a:lnTo>
                    <a:pt x="145586" y="0"/>
                  </a:lnTo>
                  <a:lnTo>
                    <a:pt x="127388" y="0"/>
                  </a:lnTo>
                  <a:lnTo>
                    <a:pt x="109189" y="0"/>
                  </a:lnTo>
                  <a:lnTo>
                    <a:pt x="90991" y="0"/>
                  </a:lnTo>
                  <a:lnTo>
                    <a:pt x="72793" y="0"/>
                  </a:lnTo>
                  <a:lnTo>
                    <a:pt x="54594" y="0"/>
                  </a:lnTo>
                  <a:lnTo>
                    <a:pt x="36396" y="0"/>
                  </a:lnTo>
                  <a:lnTo>
                    <a:pt x="18198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l434"/>
            <p:cNvSpPr/>
            <p:nvPr/>
          </p:nvSpPr>
          <p:spPr>
            <a:xfrm>
              <a:off x="3218222" y="3951376"/>
              <a:ext cx="373175" cy="373175"/>
            </a:xfrm>
            <a:custGeom>
              <a:avLst/>
              <a:pathLst>
                <a:path w="373175" h="373175">
                  <a:moveTo>
                    <a:pt x="373175" y="373175"/>
                  </a:moveTo>
                  <a:lnTo>
                    <a:pt x="360307" y="360307"/>
                  </a:lnTo>
                  <a:lnTo>
                    <a:pt x="347439" y="347439"/>
                  </a:lnTo>
                  <a:lnTo>
                    <a:pt x="334571" y="334571"/>
                  </a:lnTo>
                  <a:lnTo>
                    <a:pt x="321703" y="321703"/>
                  </a:lnTo>
                  <a:lnTo>
                    <a:pt x="308835" y="308835"/>
                  </a:lnTo>
                  <a:lnTo>
                    <a:pt x="295967" y="295967"/>
                  </a:lnTo>
                  <a:lnTo>
                    <a:pt x="283098" y="283098"/>
                  </a:lnTo>
                  <a:lnTo>
                    <a:pt x="270230" y="270230"/>
                  </a:lnTo>
                  <a:lnTo>
                    <a:pt x="257362" y="257362"/>
                  </a:lnTo>
                  <a:lnTo>
                    <a:pt x="244494" y="244494"/>
                  </a:lnTo>
                  <a:lnTo>
                    <a:pt x="231626" y="231626"/>
                  </a:lnTo>
                  <a:lnTo>
                    <a:pt x="218758" y="218758"/>
                  </a:lnTo>
                  <a:lnTo>
                    <a:pt x="205890" y="205890"/>
                  </a:lnTo>
                  <a:lnTo>
                    <a:pt x="193022" y="193022"/>
                  </a:lnTo>
                  <a:lnTo>
                    <a:pt x="180153" y="180153"/>
                  </a:lnTo>
                  <a:lnTo>
                    <a:pt x="167285" y="167285"/>
                  </a:lnTo>
                  <a:lnTo>
                    <a:pt x="154417" y="154417"/>
                  </a:lnTo>
                  <a:lnTo>
                    <a:pt x="141549" y="141549"/>
                  </a:lnTo>
                  <a:lnTo>
                    <a:pt x="128681" y="128681"/>
                  </a:lnTo>
                  <a:lnTo>
                    <a:pt x="115813" y="115813"/>
                  </a:lnTo>
                  <a:lnTo>
                    <a:pt x="102945" y="102945"/>
                  </a:lnTo>
                  <a:lnTo>
                    <a:pt x="90076" y="90076"/>
                  </a:lnTo>
                  <a:lnTo>
                    <a:pt x="77208" y="77208"/>
                  </a:lnTo>
                  <a:lnTo>
                    <a:pt x="64340" y="64340"/>
                  </a:lnTo>
                  <a:lnTo>
                    <a:pt x="51472" y="51472"/>
                  </a:lnTo>
                  <a:lnTo>
                    <a:pt x="38604" y="38604"/>
                  </a:lnTo>
                  <a:lnTo>
                    <a:pt x="25736" y="25736"/>
                  </a:lnTo>
                  <a:lnTo>
                    <a:pt x="12868" y="12868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tx435"/>
            <p:cNvSpPr/>
            <p:nvPr/>
          </p:nvSpPr>
          <p:spPr>
            <a:xfrm>
              <a:off x="3459412" y="3689798"/>
              <a:ext cx="263971" cy="79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436" name="tx436"/>
            <p:cNvSpPr/>
            <p:nvPr/>
          </p:nvSpPr>
          <p:spPr>
            <a:xfrm>
              <a:off x="3777215" y="3863589"/>
              <a:ext cx="468011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437" name="tx437"/>
            <p:cNvSpPr/>
            <p:nvPr/>
          </p:nvSpPr>
          <p:spPr>
            <a:xfrm>
              <a:off x="4077114" y="4283675"/>
              <a:ext cx="216005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438" name="tx438"/>
            <p:cNvSpPr/>
            <p:nvPr/>
          </p:nvSpPr>
          <p:spPr>
            <a:xfrm>
              <a:off x="3768149" y="4701284"/>
              <a:ext cx="48614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439" name="tx439"/>
            <p:cNvSpPr/>
            <p:nvPr/>
          </p:nvSpPr>
          <p:spPr>
            <a:xfrm>
              <a:off x="3450346" y="4875180"/>
              <a:ext cx="28210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440" name="tx440"/>
            <p:cNvSpPr/>
            <p:nvPr/>
          </p:nvSpPr>
          <p:spPr>
            <a:xfrm>
              <a:off x="2919542" y="4701284"/>
              <a:ext cx="504065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441" name="tx441"/>
            <p:cNvSpPr/>
            <p:nvPr/>
          </p:nvSpPr>
          <p:spPr>
            <a:xfrm>
              <a:off x="2874733" y="4283675"/>
              <a:ext cx="245891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442" name="tx442"/>
            <p:cNvSpPr/>
            <p:nvPr/>
          </p:nvSpPr>
          <p:spPr>
            <a:xfrm>
              <a:off x="2928608" y="3863589"/>
              <a:ext cx="485933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443" name="tx443"/>
            <p:cNvSpPr/>
            <p:nvPr/>
          </p:nvSpPr>
          <p:spPr>
            <a:xfrm>
              <a:off x="2691150" y="4028706"/>
              <a:ext cx="177930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44" name="tx444"/>
            <p:cNvSpPr/>
            <p:nvPr/>
          </p:nvSpPr>
          <p:spPr>
            <a:xfrm>
              <a:off x="2641708" y="3764831"/>
              <a:ext cx="227372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445" name="rc445"/>
            <p:cNvSpPr/>
            <p:nvPr/>
          </p:nvSpPr>
          <p:spPr>
            <a:xfrm>
              <a:off x="4571999" y="3429000"/>
              <a:ext cx="2251205" cy="19790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446" name="rc446"/>
            <p:cNvSpPr/>
            <p:nvPr/>
          </p:nvSpPr>
          <p:spPr>
            <a:xfrm>
              <a:off x="4571999" y="3626906"/>
              <a:ext cx="2251205" cy="14817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7" name="rc447"/>
            <p:cNvSpPr/>
            <p:nvPr/>
          </p:nvSpPr>
          <p:spPr>
            <a:xfrm>
              <a:off x="4899959" y="3429000"/>
              <a:ext cx="1885287" cy="197906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8" name="tx448"/>
            <p:cNvSpPr/>
            <p:nvPr/>
          </p:nvSpPr>
          <p:spPr>
            <a:xfrm>
              <a:off x="5369243" y="3469646"/>
              <a:ext cx="946721" cy="1116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Cuculiformes</a:t>
              </a:r>
            </a:p>
          </p:txBody>
        </p:sp>
        <p:sp>
          <p:nvSpPr>
            <p:cNvPr id="449" name="rc449"/>
            <p:cNvSpPr/>
            <p:nvPr/>
          </p:nvSpPr>
          <p:spPr>
            <a:xfrm>
              <a:off x="5182915" y="3664864"/>
              <a:ext cx="1319376" cy="13193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0" name="pl450"/>
            <p:cNvSpPr/>
            <p:nvPr/>
          </p:nvSpPr>
          <p:spPr>
            <a:xfrm>
              <a:off x="5842603" y="3730832"/>
              <a:ext cx="0" cy="593719"/>
            </a:xfrm>
            <a:custGeom>
              <a:avLst/>
              <a:pathLst>
                <a:path w="0" h="593719">
                  <a:moveTo>
                    <a:pt x="0" y="593719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51" name="pl451"/>
            <p:cNvSpPr/>
            <p:nvPr/>
          </p:nvSpPr>
          <p:spPr>
            <a:xfrm>
              <a:off x="5842603" y="3904729"/>
              <a:ext cx="419822" cy="419822"/>
            </a:xfrm>
            <a:custGeom>
              <a:avLst/>
              <a:pathLst>
                <a:path w="419822" h="419822">
                  <a:moveTo>
                    <a:pt x="0" y="419822"/>
                  </a:moveTo>
                  <a:lnTo>
                    <a:pt x="419822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52" name="pl452"/>
            <p:cNvSpPr/>
            <p:nvPr/>
          </p:nvSpPr>
          <p:spPr>
            <a:xfrm>
              <a:off x="5842603" y="4324552"/>
              <a:ext cx="593719" cy="0"/>
            </a:xfrm>
            <a:custGeom>
              <a:avLst/>
              <a:pathLst>
                <a:path w="593719" h="0">
                  <a:moveTo>
                    <a:pt x="0" y="0"/>
                  </a:moveTo>
                  <a:lnTo>
                    <a:pt x="59371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53" name="pl453"/>
            <p:cNvSpPr/>
            <p:nvPr/>
          </p:nvSpPr>
          <p:spPr>
            <a:xfrm>
              <a:off x="5842603" y="4324552"/>
              <a:ext cx="419822" cy="419822"/>
            </a:xfrm>
            <a:custGeom>
              <a:avLst/>
              <a:pathLst>
                <a:path w="419822" h="419822">
                  <a:moveTo>
                    <a:pt x="0" y="0"/>
                  </a:moveTo>
                  <a:lnTo>
                    <a:pt x="419822" y="419822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54" name="pl454"/>
            <p:cNvSpPr/>
            <p:nvPr/>
          </p:nvSpPr>
          <p:spPr>
            <a:xfrm>
              <a:off x="5842603" y="4324552"/>
              <a:ext cx="0" cy="593719"/>
            </a:xfrm>
            <a:custGeom>
              <a:avLst/>
              <a:pathLst>
                <a:path w="0" h="593719">
                  <a:moveTo>
                    <a:pt x="0" y="0"/>
                  </a:moveTo>
                  <a:lnTo>
                    <a:pt x="0" y="593719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55" name="pl455"/>
            <p:cNvSpPr/>
            <p:nvPr/>
          </p:nvSpPr>
          <p:spPr>
            <a:xfrm>
              <a:off x="5422781" y="4324552"/>
              <a:ext cx="419822" cy="419822"/>
            </a:xfrm>
            <a:custGeom>
              <a:avLst/>
              <a:pathLst>
                <a:path w="419822" h="419822">
                  <a:moveTo>
                    <a:pt x="419822" y="0"/>
                  </a:moveTo>
                  <a:lnTo>
                    <a:pt x="0" y="419822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56" name="pl456"/>
            <p:cNvSpPr/>
            <p:nvPr/>
          </p:nvSpPr>
          <p:spPr>
            <a:xfrm>
              <a:off x="5248884" y="4324552"/>
              <a:ext cx="593719" cy="0"/>
            </a:xfrm>
            <a:custGeom>
              <a:avLst/>
              <a:pathLst>
                <a:path w="593719" h="0">
                  <a:moveTo>
                    <a:pt x="593719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57" name="pl457"/>
            <p:cNvSpPr/>
            <p:nvPr/>
          </p:nvSpPr>
          <p:spPr>
            <a:xfrm>
              <a:off x="5422781" y="3904729"/>
              <a:ext cx="419822" cy="419822"/>
            </a:xfrm>
            <a:custGeom>
              <a:avLst/>
              <a:pathLst>
                <a:path w="419822" h="419822">
                  <a:moveTo>
                    <a:pt x="419822" y="419822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58" name="pl458"/>
            <p:cNvSpPr/>
            <p:nvPr/>
          </p:nvSpPr>
          <p:spPr>
            <a:xfrm>
              <a:off x="5578761" y="4060676"/>
              <a:ext cx="527683" cy="527617"/>
            </a:xfrm>
            <a:custGeom>
              <a:avLst/>
              <a:pathLst>
                <a:path w="527683" h="527617">
                  <a:moveTo>
                    <a:pt x="263841" y="0"/>
                  </a:moveTo>
                  <a:lnTo>
                    <a:pt x="280577" y="531"/>
                  </a:lnTo>
                  <a:lnTo>
                    <a:pt x="297246" y="2122"/>
                  </a:lnTo>
                  <a:lnTo>
                    <a:pt x="313780" y="4768"/>
                  </a:lnTo>
                  <a:lnTo>
                    <a:pt x="330113" y="8457"/>
                  </a:lnTo>
                  <a:lnTo>
                    <a:pt x="346179" y="13174"/>
                  </a:lnTo>
                  <a:lnTo>
                    <a:pt x="361914" y="18901"/>
                  </a:lnTo>
                  <a:lnTo>
                    <a:pt x="377254" y="25615"/>
                  </a:lnTo>
                  <a:lnTo>
                    <a:pt x="392137" y="33288"/>
                  </a:lnTo>
                  <a:lnTo>
                    <a:pt x="406503" y="41889"/>
                  </a:lnTo>
                  <a:lnTo>
                    <a:pt x="420295" y="51384"/>
                  </a:lnTo>
                  <a:lnTo>
                    <a:pt x="433457" y="61735"/>
                  </a:lnTo>
                  <a:lnTo>
                    <a:pt x="445936" y="72899"/>
                  </a:lnTo>
                  <a:lnTo>
                    <a:pt x="457682" y="84833"/>
                  </a:lnTo>
                  <a:lnTo>
                    <a:pt x="468647" y="97487"/>
                  </a:lnTo>
                  <a:lnTo>
                    <a:pt x="478788" y="110812"/>
                  </a:lnTo>
                  <a:lnTo>
                    <a:pt x="488063" y="124753"/>
                  </a:lnTo>
                  <a:lnTo>
                    <a:pt x="496435" y="139254"/>
                  </a:lnTo>
                  <a:lnTo>
                    <a:pt x="503871" y="154257"/>
                  </a:lnTo>
                  <a:lnTo>
                    <a:pt x="510340" y="169701"/>
                  </a:lnTo>
                  <a:lnTo>
                    <a:pt x="515817" y="185525"/>
                  </a:lnTo>
                  <a:lnTo>
                    <a:pt x="520278" y="201664"/>
                  </a:lnTo>
                  <a:lnTo>
                    <a:pt x="523708" y="218053"/>
                  </a:lnTo>
                  <a:lnTo>
                    <a:pt x="526091" y="234627"/>
                  </a:lnTo>
                  <a:lnTo>
                    <a:pt x="527418" y="251319"/>
                  </a:lnTo>
                  <a:lnTo>
                    <a:pt x="527683" y="268061"/>
                  </a:lnTo>
                  <a:lnTo>
                    <a:pt x="526887" y="284787"/>
                  </a:lnTo>
                  <a:lnTo>
                    <a:pt x="525031" y="301428"/>
                  </a:lnTo>
                  <a:lnTo>
                    <a:pt x="522123" y="317918"/>
                  </a:lnTo>
                  <a:lnTo>
                    <a:pt x="518176" y="334191"/>
                  </a:lnTo>
                  <a:lnTo>
                    <a:pt x="513204" y="350180"/>
                  </a:lnTo>
                  <a:lnTo>
                    <a:pt x="507228" y="365822"/>
                  </a:lnTo>
                  <a:lnTo>
                    <a:pt x="500272" y="381053"/>
                  </a:lnTo>
                  <a:lnTo>
                    <a:pt x="492364" y="395812"/>
                  </a:lnTo>
                  <a:lnTo>
                    <a:pt x="483536" y="410040"/>
                  </a:lnTo>
                  <a:lnTo>
                    <a:pt x="473823" y="423680"/>
                  </a:lnTo>
                  <a:lnTo>
                    <a:pt x="463265" y="436676"/>
                  </a:lnTo>
                  <a:lnTo>
                    <a:pt x="451904" y="448977"/>
                  </a:lnTo>
                  <a:lnTo>
                    <a:pt x="439785" y="460532"/>
                  </a:lnTo>
                  <a:lnTo>
                    <a:pt x="426958" y="471295"/>
                  </a:lnTo>
                  <a:lnTo>
                    <a:pt x="413475" y="481223"/>
                  </a:lnTo>
                  <a:lnTo>
                    <a:pt x="399388" y="490275"/>
                  </a:lnTo>
                  <a:lnTo>
                    <a:pt x="384756" y="498416"/>
                  </a:lnTo>
                  <a:lnTo>
                    <a:pt x="369637" y="505613"/>
                  </a:lnTo>
                  <a:lnTo>
                    <a:pt x="354092" y="511836"/>
                  </a:lnTo>
                  <a:lnTo>
                    <a:pt x="338184" y="517061"/>
                  </a:lnTo>
                  <a:lnTo>
                    <a:pt x="321976" y="521266"/>
                  </a:lnTo>
                  <a:lnTo>
                    <a:pt x="305534" y="524435"/>
                  </a:lnTo>
                  <a:lnTo>
                    <a:pt x="288924" y="526555"/>
                  </a:lnTo>
                  <a:lnTo>
                    <a:pt x="272214" y="527617"/>
                  </a:lnTo>
                  <a:lnTo>
                    <a:pt x="255469" y="527617"/>
                  </a:lnTo>
                  <a:lnTo>
                    <a:pt x="238759" y="526555"/>
                  </a:lnTo>
                  <a:lnTo>
                    <a:pt x="222149" y="524435"/>
                  </a:lnTo>
                  <a:lnTo>
                    <a:pt x="205707" y="521266"/>
                  </a:lnTo>
                  <a:lnTo>
                    <a:pt x="189499" y="517061"/>
                  </a:lnTo>
                  <a:lnTo>
                    <a:pt x="173591" y="511836"/>
                  </a:lnTo>
                  <a:lnTo>
                    <a:pt x="158046" y="505613"/>
                  </a:lnTo>
                  <a:lnTo>
                    <a:pt x="142927" y="498416"/>
                  </a:lnTo>
                  <a:lnTo>
                    <a:pt x="128295" y="490275"/>
                  </a:lnTo>
                  <a:lnTo>
                    <a:pt x="114208" y="481223"/>
                  </a:lnTo>
                  <a:lnTo>
                    <a:pt x="100725" y="471295"/>
                  </a:lnTo>
                  <a:lnTo>
                    <a:pt x="87898" y="460532"/>
                  </a:lnTo>
                  <a:lnTo>
                    <a:pt x="75779" y="448977"/>
                  </a:lnTo>
                  <a:lnTo>
                    <a:pt x="64418" y="436676"/>
                  </a:lnTo>
                  <a:lnTo>
                    <a:pt x="53860" y="423680"/>
                  </a:lnTo>
                  <a:lnTo>
                    <a:pt x="44147" y="410040"/>
                  </a:lnTo>
                  <a:lnTo>
                    <a:pt x="35319" y="395812"/>
                  </a:lnTo>
                  <a:lnTo>
                    <a:pt x="27411" y="381053"/>
                  </a:lnTo>
                  <a:lnTo>
                    <a:pt x="20455" y="365822"/>
                  </a:lnTo>
                  <a:lnTo>
                    <a:pt x="14479" y="350180"/>
                  </a:lnTo>
                  <a:lnTo>
                    <a:pt x="9507" y="334191"/>
                  </a:lnTo>
                  <a:lnTo>
                    <a:pt x="5560" y="317918"/>
                  </a:lnTo>
                  <a:lnTo>
                    <a:pt x="2652" y="301428"/>
                  </a:lnTo>
                  <a:lnTo>
                    <a:pt x="796" y="284787"/>
                  </a:lnTo>
                  <a:lnTo>
                    <a:pt x="0" y="268061"/>
                  </a:lnTo>
                  <a:lnTo>
                    <a:pt x="265" y="251319"/>
                  </a:lnTo>
                  <a:lnTo>
                    <a:pt x="1592" y="234627"/>
                  </a:lnTo>
                  <a:lnTo>
                    <a:pt x="3975" y="218053"/>
                  </a:lnTo>
                  <a:lnTo>
                    <a:pt x="7405" y="201664"/>
                  </a:lnTo>
                  <a:lnTo>
                    <a:pt x="11866" y="185525"/>
                  </a:lnTo>
                  <a:lnTo>
                    <a:pt x="17343" y="169701"/>
                  </a:lnTo>
                  <a:lnTo>
                    <a:pt x="23812" y="154257"/>
                  </a:lnTo>
                  <a:lnTo>
                    <a:pt x="31248" y="139254"/>
                  </a:lnTo>
                  <a:lnTo>
                    <a:pt x="39620" y="124753"/>
                  </a:lnTo>
                  <a:lnTo>
                    <a:pt x="48895" y="110812"/>
                  </a:lnTo>
                  <a:lnTo>
                    <a:pt x="59036" y="97487"/>
                  </a:lnTo>
                  <a:lnTo>
                    <a:pt x="70001" y="84833"/>
                  </a:lnTo>
                  <a:lnTo>
                    <a:pt x="81747" y="72899"/>
                  </a:lnTo>
                  <a:lnTo>
                    <a:pt x="94226" y="61735"/>
                  </a:lnTo>
                  <a:lnTo>
                    <a:pt x="107388" y="51384"/>
                  </a:lnTo>
                  <a:lnTo>
                    <a:pt x="121180" y="41889"/>
                  </a:lnTo>
                  <a:lnTo>
                    <a:pt x="135546" y="33288"/>
                  </a:lnTo>
                  <a:lnTo>
                    <a:pt x="150429" y="25615"/>
                  </a:lnTo>
                  <a:lnTo>
                    <a:pt x="165769" y="18901"/>
                  </a:lnTo>
                  <a:lnTo>
                    <a:pt x="181504" y="13174"/>
                  </a:lnTo>
                  <a:lnTo>
                    <a:pt x="197570" y="8457"/>
                  </a:lnTo>
                  <a:lnTo>
                    <a:pt x="213903" y="4768"/>
                  </a:lnTo>
                  <a:lnTo>
                    <a:pt x="230437" y="2122"/>
                  </a:lnTo>
                  <a:lnTo>
                    <a:pt x="247105" y="531"/>
                  </a:lnTo>
                  <a:lnTo>
                    <a:pt x="2638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59" name="pl459"/>
            <p:cNvSpPr/>
            <p:nvPr/>
          </p:nvSpPr>
          <p:spPr>
            <a:xfrm>
              <a:off x="5314919" y="3796801"/>
              <a:ext cx="1055367" cy="1055235"/>
            </a:xfrm>
            <a:custGeom>
              <a:avLst/>
              <a:pathLst>
                <a:path w="1055367" h="1055235">
                  <a:moveTo>
                    <a:pt x="527683" y="0"/>
                  </a:moveTo>
                  <a:lnTo>
                    <a:pt x="561155" y="1062"/>
                  </a:lnTo>
                  <a:lnTo>
                    <a:pt x="594493" y="4245"/>
                  </a:lnTo>
                  <a:lnTo>
                    <a:pt x="627561" y="9537"/>
                  </a:lnTo>
                  <a:lnTo>
                    <a:pt x="660227" y="16915"/>
                  </a:lnTo>
                  <a:lnTo>
                    <a:pt x="692359" y="26349"/>
                  </a:lnTo>
                  <a:lnTo>
                    <a:pt x="723828" y="37803"/>
                  </a:lnTo>
                  <a:lnTo>
                    <a:pt x="754508" y="51230"/>
                  </a:lnTo>
                  <a:lnTo>
                    <a:pt x="784274" y="66576"/>
                  </a:lnTo>
                  <a:lnTo>
                    <a:pt x="813007" y="83778"/>
                  </a:lnTo>
                  <a:lnTo>
                    <a:pt x="840591" y="102768"/>
                  </a:lnTo>
                  <a:lnTo>
                    <a:pt x="866915" y="123470"/>
                  </a:lnTo>
                  <a:lnTo>
                    <a:pt x="891873" y="145799"/>
                  </a:lnTo>
                  <a:lnTo>
                    <a:pt x="915365" y="169666"/>
                  </a:lnTo>
                  <a:lnTo>
                    <a:pt x="937295" y="194975"/>
                  </a:lnTo>
                  <a:lnTo>
                    <a:pt x="957576" y="221625"/>
                  </a:lnTo>
                  <a:lnTo>
                    <a:pt x="976126" y="249506"/>
                  </a:lnTo>
                  <a:lnTo>
                    <a:pt x="992871" y="278509"/>
                  </a:lnTo>
                  <a:lnTo>
                    <a:pt x="1007742" y="308514"/>
                  </a:lnTo>
                  <a:lnTo>
                    <a:pt x="1020680" y="339403"/>
                  </a:lnTo>
                  <a:lnTo>
                    <a:pt x="1031634" y="371050"/>
                  </a:lnTo>
                  <a:lnTo>
                    <a:pt x="1040557" y="403328"/>
                  </a:lnTo>
                  <a:lnTo>
                    <a:pt x="1047416" y="436107"/>
                  </a:lnTo>
                  <a:lnTo>
                    <a:pt x="1052182" y="469255"/>
                  </a:lnTo>
                  <a:lnTo>
                    <a:pt x="1054836" y="502639"/>
                  </a:lnTo>
                  <a:lnTo>
                    <a:pt x="1055367" y="536123"/>
                  </a:lnTo>
                  <a:lnTo>
                    <a:pt x="1053774" y="569574"/>
                  </a:lnTo>
                  <a:lnTo>
                    <a:pt x="1050062" y="602857"/>
                  </a:lnTo>
                  <a:lnTo>
                    <a:pt x="1044247" y="635837"/>
                  </a:lnTo>
                  <a:lnTo>
                    <a:pt x="1036352" y="668382"/>
                  </a:lnTo>
                  <a:lnTo>
                    <a:pt x="1026408" y="700360"/>
                  </a:lnTo>
                  <a:lnTo>
                    <a:pt x="1014456" y="731644"/>
                  </a:lnTo>
                  <a:lnTo>
                    <a:pt x="1000545" y="762106"/>
                  </a:lnTo>
                  <a:lnTo>
                    <a:pt x="984729" y="791625"/>
                  </a:lnTo>
                  <a:lnTo>
                    <a:pt x="967073" y="820081"/>
                  </a:lnTo>
                  <a:lnTo>
                    <a:pt x="947647" y="847361"/>
                  </a:lnTo>
                  <a:lnTo>
                    <a:pt x="926531" y="873353"/>
                  </a:lnTo>
                  <a:lnTo>
                    <a:pt x="903808" y="897954"/>
                  </a:lnTo>
                  <a:lnTo>
                    <a:pt x="879571" y="921064"/>
                  </a:lnTo>
                  <a:lnTo>
                    <a:pt x="853917" y="942590"/>
                  </a:lnTo>
                  <a:lnTo>
                    <a:pt x="826950" y="962446"/>
                  </a:lnTo>
                  <a:lnTo>
                    <a:pt x="798777" y="980551"/>
                  </a:lnTo>
                  <a:lnTo>
                    <a:pt x="769513" y="996833"/>
                  </a:lnTo>
                  <a:lnTo>
                    <a:pt x="739275" y="1011227"/>
                  </a:lnTo>
                  <a:lnTo>
                    <a:pt x="708185" y="1023673"/>
                  </a:lnTo>
                  <a:lnTo>
                    <a:pt x="676368" y="1034123"/>
                  </a:lnTo>
                  <a:lnTo>
                    <a:pt x="643952" y="1042533"/>
                  </a:lnTo>
                  <a:lnTo>
                    <a:pt x="611069" y="1048871"/>
                  </a:lnTo>
                  <a:lnTo>
                    <a:pt x="577849" y="1053111"/>
                  </a:lnTo>
                  <a:lnTo>
                    <a:pt x="544428" y="1055235"/>
                  </a:lnTo>
                  <a:lnTo>
                    <a:pt x="510939" y="1055235"/>
                  </a:lnTo>
                  <a:lnTo>
                    <a:pt x="477518" y="1053111"/>
                  </a:lnTo>
                  <a:lnTo>
                    <a:pt x="444298" y="1048871"/>
                  </a:lnTo>
                  <a:lnTo>
                    <a:pt x="411415" y="1042533"/>
                  </a:lnTo>
                  <a:lnTo>
                    <a:pt x="378999" y="1034123"/>
                  </a:lnTo>
                  <a:lnTo>
                    <a:pt x="347182" y="1023673"/>
                  </a:lnTo>
                  <a:lnTo>
                    <a:pt x="316092" y="1011227"/>
                  </a:lnTo>
                  <a:lnTo>
                    <a:pt x="285854" y="996833"/>
                  </a:lnTo>
                  <a:lnTo>
                    <a:pt x="256590" y="980551"/>
                  </a:lnTo>
                  <a:lnTo>
                    <a:pt x="228417" y="962446"/>
                  </a:lnTo>
                  <a:lnTo>
                    <a:pt x="201450" y="942590"/>
                  </a:lnTo>
                  <a:lnTo>
                    <a:pt x="175796" y="921064"/>
                  </a:lnTo>
                  <a:lnTo>
                    <a:pt x="151559" y="897954"/>
                  </a:lnTo>
                  <a:lnTo>
                    <a:pt x="128836" y="873353"/>
                  </a:lnTo>
                  <a:lnTo>
                    <a:pt x="107720" y="847361"/>
                  </a:lnTo>
                  <a:lnTo>
                    <a:pt x="88294" y="820081"/>
                  </a:lnTo>
                  <a:lnTo>
                    <a:pt x="70638" y="791625"/>
                  </a:lnTo>
                  <a:lnTo>
                    <a:pt x="54822" y="762106"/>
                  </a:lnTo>
                  <a:lnTo>
                    <a:pt x="40911" y="731644"/>
                  </a:lnTo>
                  <a:lnTo>
                    <a:pt x="28959" y="700360"/>
                  </a:lnTo>
                  <a:lnTo>
                    <a:pt x="19015" y="668382"/>
                  </a:lnTo>
                  <a:lnTo>
                    <a:pt x="11120" y="635837"/>
                  </a:lnTo>
                  <a:lnTo>
                    <a:pt x="5305" y="602857"/>
                  </a:lnTo>
                  <a:lnTo>
                    <a:pt x="1593" y="569574"/>
                  </a:lnTo>
                  <a:lnTo>
                    <a:pt x="0" y="536123"/>
                  </a:lnTo>
                  <a:lnTo>
                    <a:pt x="531" y="502639"/>
                  </a:lnTo>
                  <a:lnTo>
                    <a:pt x="3185" y="469255"/>
                  </a:lnTo>
                  <a:lnTo>
                    <a:pt x="7951" y="436107"/>
                  </a:lnTo>
                  <a:lnTo>
                    <a:pt x="14810" y="403328"/>
                  </a:lnTo>
                  <a:lnTo>
                    <a:pt x="23733" y="371050"/>
                  </a:lnTo>
                  <a:lnTo>
                    <a:pt x="34687" y="339403"/>
                  </a:lnTo>
                  <a:lnTo>
                    <a:pt x="47625" y="308514"/>
                  </a:lnTo>
                  <a:lnTo>
                    <a:pt x="62496" y="278509"/>
                  </a:lnTo>
                  <a:lnTo>
                    <a:pt x="79241" y="249506"/>
                  </a:lnTo>
                  <a:lnTo>
                    <a:pt x="97791" y="221625"/>
                  </a:lnTo>
                  <a:lnTo>
                    <a:pt x="118072" y="194975"/>
                  </a:lnTo>
                  <a:lnTo>
                    <a:pt x="140002" y="169666"/>
                  </a:lnTo>
                  <a:lnTo>
                    <a:pt x="163494" y="145799"/>
                  </a:lnTo>
                  <a:lnTo>
                    <a:pt x="188452" y="123470"/>
                  </a:lnTo>
                  <a:lnTo>
                    <a:pt x="214776" y="102768"/>
                  </a:lnTo>
                  <a:lnTo>
                    <a:pt x="242360" y="83778"/>
                  </a:lnTo>
                  <a:lnTo>
                    <a:pt x="271093" y="66576"/>
                  </a:lnTo>
                  <a:lnTo>
                    <a:pt x="300859" y="51230"/>
                  </a:lnTo>
                  <a:lnTo>
                    <a:pt x="331538" y="37803"/>
                  </a:lnTo>
                  <a:lnTo>
                    <a:pt x="363008" y="26349"/>
                  </a:lnTo>
                  <a:lnTo>
                    <a:pt x="395140" y="16915"/>
                  </a:lnTo>
                  <a:lnTo>
                    <a:pt x="427806" y="9537"/>
                  </a:lnTo>
                  <a:lnTo>
                    <a:pt x="460874" y="4245"/>
                  </a:lnTo>
                  <a:lnTo>
                    <a:pt x="494211" y="1062"/>
                  </a:lnTo>
                  <a:lnTo>
                    <a:pt x="527683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60" name="pl460"/>
            <p:cNvSpPr/>
            <p:nvPr/>
          </p:nvSpPr>
          <p:spPr>
            <a:xfrm>
              <a:off x="5248959" y="3730832"/>
              <a:ext cx="1187288" cy="1187139"/>
            </a:xfrm>
            <a:custGeom>
              <a:avLst/>
              <a:pathLst>
                <a:path w="1187288" h="1187139">
                  <a:moveTo>
                    <a:pt x="593644" y="0"/>
                  </a:moveTo>
                  <a:lnTo>
                    <a:pt x="631300" y="1195"/>
                  </a:lnTo>
                  <a:lnTo>
                    <a:pt x="668804" y="4776"/>
                  </a:lnTo>
                  <a:lnTo>
                    <a:pt x="706006" y="10729"/>
                  </a:lnTo>
                  <a:lnTo>
                    <a:pt x="742755" y="19029"/>
                  </a:lnTo>
                  <a:lnTo>
                    <a:pt x="778904" y="29643"/>
                  </a:lnTo>
                  <a:lnTo>
                    <a:pt x="814307" y="42529"/>
                  </a:lnTo>
                  <a:lnTo>
                    <a:pt x="848821" y="57634"/>
                  </a:lnTo>
                  <a:lnTo>
                    <a:pt x="882308" y="74898"/>
                  </a:lnTo>
                  <a:lnTo>
                    <a:pt x="914633" y="94250"/>
                  </a:lnTo>
                  <a:lnTo>
                    <a:pt x="945665" y="115614"/>
                  </a:lnTo>
                  <a:lnTo>
                    <a:pt x="975279" y="138903"/>
                  </a:lnTo>
                  <a:lnTo>
                    <a:pt x="1003357" y="164024"/>
                  </a:lnTo>
                  <a:lnTo>
                    <a:pt x="1029785" y="190875"/>
                  </a:lnTo>
                  <a:lnTo>
                    <a:pt x="1054457" y="219347"/>
                  </a:lnTo>
                  <a:lnTo>
                    <a:pt x="1077273" y="249328"/>
                  </a:lnTo>
                  <a:lnTo>
                    <a:pt x="1098142" y="280695"/>
                  </a:lnTo>
                  <a:lnTo>
                    <a:pt x="1116980" y="313322"/>
                  </a:lnTo>
                  <a:lnTo>
                    <a:pt x="1133710" y="347079"/>
                  </a:lnTo>
                  <a:lnTo>
                    <a:pt x="1148265" y="381829"/>
                  </a:lnTo>
                  <a:lnTo>
                    <a:pt x="1160588" y="417431"/>
                  </a:lnTo>
                  <a:lnTo>
                    <a:pt x="1170627" y="453744"/>
                  </a:lnTo>
                  <a:lnTo>
                    <a:pt x="1178343" y="490620"/>
                  </a:lnTo>
                  <a:lnTo>
                    <a:pt x="1183705" y="527912"/>
                  </a:lnTo>
                  <a:lnTo>
                    <a:pt x="1186691" y="565468"/>
                  </a:lnTo>
                  <a:lnTo>
                    <a:pt x="1187288" y="603139"/>
                  </a:lnTo>
                  <a:lnTo>
                    <a:pt x="1185496" y="640771"/>
                  </a:lnTo>
                  <a:lnTo>
                    <a:pt x="1181320" y="678214"/>
                  </a:lnTo>
                  <a:lnTo>
                    <a:pt x="1174778" y="715316"/>
                  </a:lnTo>
                  <a:lnTo>
                    <a:pt x="1165896" y="751929"/>
                  </a:lnTo>
                  <a:lnTo>
                    <a:pt x="1154709" y="787905"/>
                  </a:lnTo>
                  <a:lnTo>
                    <a:pt x="1141263" y="823099"/>
                  </a:lnTo>
                  <a:lnTo>
                    <a:pt x="1125613" y="857370"/>
                  </a:lnTo>
                  <a:lnTo>
                    <a:pt x="1107820" y="890578"/>
                  </a:lnTo>
                  <a:lnTo>
                    <a:pt x="1087957" y="922592"/>
                  </a:lnTo>
                  <a:lnTo>
                    <a:pt x="1066103" y="953281"/>
                  </a:lnTo>
                  <a:lnTo>
                    <a:pt x="1042347" y="982522"/>
                  </a:lnTo>
                  <a:lnTo>
                    <a:pt x="1016784" y="1010198"/>
                  </a:lnTo>
                  <a:lnTo>
                    <a:pt x="989518" y="1036197"/>
                  </a:lnTo>
                  <a:lnTo>
                    <a:pt x="960657" y="1060414"/>
                  </a:lnTo>
                  <a:lnTo>
                    <a:pt x="930318" y="1082751"/>
                  </a:lnTo>
                  <a:lnTo>
                    <a:pt x="898624" y="1103120"/>
                  </a:lnTo>
                  <a:lnTo>
                    <a:pt x="865702" y="1121437"/>
                  </a:lnTo>
                  <a:lnTo>
                    <a:pt x="831684" y="1137630"/>
                  </a:lnTo>
                  <a:lnTo>
                    <a:pt x="796708" y="1151632"/>
                  </a:lnTo>
                  <a:lnTo>
                    <a:pt x="760914" y="1163388"/>
                  </a:lnTo>
                  <a:lnTo>
                    <a:pt x="724447" y="1172850"/>
                  </a:lnTo>
                  <a:lnTo>
                    <a:pt x="687452" y="1179980"/>
                  </a:lnTo>
                  <a:lnTo>
                    <a:pt x="650081" y="1184750"/>
                  </a:lnTo>
                  <a:lnTo>
                    <a:pt x="612481" y="1187139"/>
                  </a:lnTo>
                  <a:lnTo>
                    <a:pt x="574806" y="1187139"/>
                  </a:lnTo>
                  <a:lnTo>
                    <a:pt x="537207" y="1184750"/>
                  </a:lnTo>
                  <a:lnTo>
                    <a:pt x="499836" y="1179980"/>
                  </a:lnTo>
                  <a:lnTo>
                    <a:pt x="462841" y="1172850"/>
                  </a:lnTo>
                  <a:lnTo>
                    <a:pt x="426374" y="1163388"/>
                  </a:lnTo>
                  <a:lnTo>
                    <a:pt x="390580" y="1151632"/>
                  </a:lnTo>
                  <a:lnTo>
                    <a:pt x="355604" y="1137630"/>
                  </a:lnTo>
                  <a:lnTo>
                    <a:pt x="321586" y="1121437"/>
                  </a:lnTo>
                  <a:lnTo>
                    <a:pt x="288664" y="1103120"/>
                  </a:lnTo>
                  <a:lnTo>
                    <a:pt x="256970" y="1082751"/>
                  </a:lnTo>
                  <a:lnTo>
                    <a:pt x="226631" y="1060414"/>
                  </a:lnTo>
                  <a:lnTo>
                    <a:pt x="197770" y="1036197"/>
                  </a:lnTo>
                  <a:lnTo>
                    <a:pt x="170504" y="1010198"/>
                  </a:lnTo>
                  <a:lnTo>
                    <a:pt x="144941" y="982522"/>
                  </a:lnTo>
                  <a:lnTo>
                    <a:pt x="121185" y="953281"/>
                  </a:lnTo>
                  <a:lnTo>
                    <a:pt x="99331" y="922592"/>
                  </a:lnTo>
                  <a:lnTo>
                    <a:pt x="79468" y="890578"/>
                  </a:lnTo>
                  <a:lnTo>
                    <a:pt x="61675" y="857370"/>
                  </a:lnTo>
                  <a:lnTo>
                    <a:pt x="46025" y="823099"/>
                  </a:lnTo>
                  <a:lnTo>
                    <a:pt x="32579" y="787905"/>
                  </a:lnTo>
                  <a:lnTo>
                    <a:pt x="21392" y="751929"/>
                  </a:lnTo>
                  <a:lnTo>
                    <a:pt x="12510" y="715316"/>
                  </a:lnTo>
                  <a:lnTo>
                    <a:pt x="5968" y="678214"/>
                  </a:lnTo>
                  <a:lnTo>
                    <a:pt x="1792" y="640771"/>
                  </a:lnTo>
                  <a:lnTo>
                    <a:pt x="0" y="603139"/>
                  </a:lnTo>
                  <a:lnTo>
                    <a:pt x="597" y="565468"/>
                  </a:lnTo>
                  <a:lnTo>
                    <a:pt x="3583" y="527912"/>
                  </a:lnTo>
                  <a:lnTo>
                    <a:pt x="8945" y="490620"/>
                  </a:lnTo>
                  <a:lnTo>
                    <a:pt x="16661" y="453744"/>
                  </a:lnTo>
                  <a:lnTo>
                    <a:pt x="26700" y="417431"/>
                  </a:lnTo>
                  <a:lnTo>
                    <a:pt x="39022" y="381829"/>
                  </a:lnTo>
                  <a:lnTo>
                    <a:pt x="53578" y="347079"/>
                  </a:lnTo>
                  <a:lnTo>
                    <a:pt x="70308" y="313322"/>
                  </a:lnTo>
                  <a:lnTo>
                    <a:pt x="89146" y="280695"/>
                  </a:lnTo>
                  <a:lnTo>
                    <a:pt x="110015" y="249328"/>
                  </a:lnTo>
                  <a:lnTo>
                    <a:pt x="132831" y="219347"/>
                  </a:lnTo>
                  <a:lnTo>
                    <a:pt x="157503" y="190875"/>
                  </a:lnTo>
                  <a:lnTo>
                    <a:pt x="183931" y="164024"/>
                  </a:lnTo>
                  <a:lnTo>
                    <a:pt x="212009" y="138903"/>
                  </a:lnTo>
                  <a:lnTo>
                    <a:pt x="241623" y="115614"/>
                  </a:lnTo>
                  <a:lnTo>
                    <a:pt x="272655" y="94250"/>
                  </a:lnTo>
                  <a:lnTo>
                    <a:pt x="304980" y="74898"/>
                  </a:lnTo>
                  <a:lnTo>
                    <a:pt x="338466" y="57634"/>
                  </a:lnTo>
                  <a:lnTo>
                    <a:pt x="372981" y="42529"/>
                  </a:lnTo>
                  <a:lnTo>
                    <a:pt x="408384" y="29643"/>
                  </a:lnTo>
                  <a:lnTo>
                    <a:pt x="444533" y="19029"/>
                  </a:lnTo>
                  <a:lnTo>
                    <a:pt x="481282" y="10729"/>
                  </a:lnTo>
                  <a:lnTo>
                    <a:pt x="518484" y="4776"/>
                  </a:lnTo>
                  <a:lnTo>
                    <a:pt x="555988" y="1195"/>
                  </a:lnTo>
                  <a:lnTo>
                    <a:pt x="59364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5459674" y="3916992"/>
              <a:ext cx="882725" cy="848886"/>
            </a:xfrm>
            <a:custGeom>
              <a:avLst/>
              <a:pathLst>
                <a:path w="882725" h="848886">
                  <a:moveTo>
                    <a:pt x="558845" y="407560"/>
                  </a:moveTo>
                  <a:lnTo>
                    <a:pt x="564842" y="397344"/>
                  </a:lnTo>
                  <a:lnTo>
                    <a:pt x="570226" y="386456"/>
                  </a:lnTo>
                  <a:lnTo>
                    <a:pt x="574942" y="374935"/>
                  </a:lnTo>
                  <a:lnTo>
                    <a:pt x="578936" y="362822"/>
                  </a:lnTo>
                  <a:lnTo>
                    <a:pt x="582156" y="350163"/>
                  </a:lnTo>
                  <a:lnTo>
                    <a:pt x="584555" y="337008"/>
                  </a:lnTo>
                  <a:lnTo>
                    <a:pt x="586086" y="323409"/>
                  </a:lnTo>
                  <a:lnTo>
                    <a:pt x="586709" y="309424"/>
                  </a:lnTo>
                  <a:lnTo>
                    <a:pt x="586384" y="295114"/>
                  </a:lnTo>
                  <a:lnTo>
                    <a:pt x="585079" y="280540"/>
                  </a:lnTo>
                  <a:lnTo>
                    <a:pt x="582763" y="265769"/>
                  </a:lnTo>
                  <a:lnTo>
                    <a:pt x="579411" y="250870"/>
                  </a:lnTo>
                  <a:lnTo>
                    <a:pt x="575000" y="235914"/>
                  </a:lnTo>
                  <a:lnTo>
                    <a:pt x="569517" y="220972"/>
                  </a:lnTo>
                  <a:lnTo>
                    <a:pt x="562947" y="206118"/>
                  </a:lnTo>
                  <a:lnTo>
                    <a:pt x="555287" y="191429"/>
                  </a:lnTo>
                  <a:lnTo>
                    <a:pt x="546533" y="176981"/>
                  </a:lnTo>
                  <a:lnTo>
                    <a:pt x="536689" y="162851"/>
                  </a:lnTo>
                  <a:lnTo>
                    <a:pt x="525765" y="149116"/>
                  </a:lnTo>
                  <a:lnTo>
                    <a:pt x="513776" y="135853"/>
                  </a:lnTo>
                  <a:lnTo>
                    <a:pt x="500739" y="123139"/>
                  </a:lnTo>
                  <a:lnTo>
                    <a:pt x="486682" y="111051"/>
                  </a:lnTo>
                  <a:lnTo>
                    <a:pt x="471632" y="99662"/>
                  </a:lnTo>
                  <a:lnTo>
                    <a:pt x="455627" y="89048"/>
                  </a:lnTo>
                  <a:lnTo>
                    <a:pt x="438706" y="79279"/>
                  </a:lnTo>
                  <a:lnTo>
                    <a:pt x="420915" y="70425"/>
                  </a:lnTo>
                  <a:lnTo>
                    <a:pt x="402304" y="62552"/>
                  </a:lnTo>
                  <a:lnTo>
                    <a:pt x="382929" y="55726"/>
                  </a:lnTo>
                  <a:lnTo>
                    <a:pt x="396397" y="47601"/>
                  </a:lnTo>
                  <a:lnTo>
                    <a:pt x="410473" y="40003"/>
                  </a:lnTo>
                  <a:lnTo>
                    <a:pt x="425135" y="32965"/>
                  </a:lnTo>
                  <a:lnTo>
                    <a:pt x="440361" y="26522"/>
                  </a:lnTo>
                  <a:lnTo>
                    <a:pt x="456126" y="20705"/>
                  </a:lnTo>
                  <a:lnTo>
                    <a:pt x="472403" y="15545"/>
                  </a:lnTo>
                  <a:lnTo>
                    <a:pt x="489167" y="11073"/>
                  </a:lnTo>
                  <a:lnTo>
                    <a:pt x="506387" y="7318"/>
                  </a:lnTo>
                  <a:lnTo>
                    <a:pt x="524033" y="4308"/>
                  </a:lnTo>
                  <a:lnTo>
                    <a:pt x="542072" y="2068"/>
                  </a:lnTo>
                  <a:lnTo>
                    <a:pt x="560473" y="624"/>
                  </a:lnTo>
                  <a:lnTo>
                    <a:pt x="579199" y="0"/>
                  </a:lnTo>
                  <a:lnTo>
                    <a:pt x="598215" y="217"/>
                  </a:lnTo>
                  <a:lnTo>
                    <a:pt x="617484" y="1297"/>
                  </a:lnTo>
                  <a:lnTo>
                    <a:pt x="636968" y="3258"/>
                  </a:lnTo>
                  <a:lnTo>
                    <a:pt x="656626" y="6119"/>
                  </a:lnTo>
                  <a:lnTo>
                    <a:pt x="676420" y="9893"/>
                  </a:lnTo>
                  <a:lnTo>
                    <a:pt x="696307" y="14596"/>
                  </a:lnTo>
                  <a:lnTo>
                    <a:pt x="716245" y="20239"/>
                  </a:lnTo>
                  <a:lnTo>
                    <a:pt x="736192" y="26832"/>
                  </a:lnTo>
                  <a:lnTo>
                    <a:pt x="756105" y="34384"/>
                  </a:lnTo>
                  <a:lnTo>
                    <a:pt x="769284" y="50184"/>
                  </a:lnTo>
                  <a:lnTo>
                    <a:pt x="781801" y="66442"/>
                  </a:lnTo>
                  <a:lnTo>
                    <a:pt x="793639" y="83133"/>
                  </a:lnTo>
                  <a:lnTo>
                    <a:pt x="804784" y="100226"/>
                  </a:lnTo>
                  <a:lnTo>
                    <a:pt x="815223" y="117694"/>
                  </a:lnTo>
                  <a:lnTo>
                    <a:pt x="824943" y="135507"/>
                  </a:lnTo>
                  <a:lnTo>
                    <a:pt x="833934" y="153637"/>
                  </a:lnTo>
                  <a:lnTo>
                    <a:pt x="842185" y="172053"/>
                  </a:lnTo>
                  <a:lnTo>
                    <a:pt x="849687" y="190725"/>
                  </a:lnTo>
                  <a:lnTo>
                    <a:pt x="856435" y="209624"/>
                  </a:lnTo>
                  <a:lnTo>
                    <a:pt x="862420" y="228718"/>
                  </a:lnTo>
                  <a:lnTo>
                    <a:pt x="867639" y="247978"/>
                  </a:lnTo>
                  <a:lnTo>
                    <a:pt x="872087" y="267372"/>
                  </a:lnTo>
                  <a:lnTo>
                    <a:pt x="875762" y="286870"/>
                  </a:lnTo>
                  <a:lnTo>
                    <a:pt x="878663" y="306441"/>
                  </a:lnTo>
                  <a:lnTo>
                    <a:pt x="880790" y="326054"/>
                  </a:lnTo>
                  <a:lnTo>
                    <a:pt x="882143" y="345679"/>
                  </a:lnTo>
                  <a:lnTo>
                    <a:pt x="882725" y="365286"/>
                  </a:lnTo>
                  <a:lnTo>
                    <a:pt x="882540" y="384843"/>
                  </a:lnTo>
                  <a:lnTo>
                    <a:pt x="881591" y="404323"/>
                  </a:lnTo>
                  <a:lnTo>
                    <a:pt x="879886" y="423694"/>
                  </a:lnTo>
                  <a:lnTo>
                    <a:pt x="877431" y="442927"/>
                  </a:lnTo>
                  <a:lnTo>
                    <a:pt x="874234" y="461994"/>
                  </a:lnTo>
                  <a:lnTo>
                    <a:pt x="870304" y="480866"/>
                  </a:lnTo>
                  <a:lnTo>
                    <a:pt x="865652" y="499514"/>
                  </a:lnTo>
                  <a:lnTo>
                    <a:pt x="860290" y="517912"/>
                  </a:lnTo>
                  <a:lnTo>
                    <a:pt x="854228" y="536032"/>
                  </a:lnTo>
                  <a:lnTo>
                    <a:pt x="847482" y="553848"/>
                  </a:lnTo>
                  <a:lnTo>
                    <a:pt x="840065" y="571335"/>
                  </a:lnTo>
                  <a:lnTo>
                    <a:pt x="831993" y="588466"/>
                  </a:lnTo>
                  <a:lnTo>
                    <a:pt x="823283" y="605218"/>
                  </a:lnTo>
                  <a:lnTo>
                    <a:pt x="813951" y="621567"/>
                  </a:lnTo>
                  <a:lnTo>
                    <a:pt x="804015" y="637490"/>
                  </a:lnTo>
                  <a:lnTo>
                    <a:pt x="793496" y="652965"/>
                  </a:lnTo>
                  <a:lnTo>
                    <a:pt x="782411" y="667971"/>
                  </a:lnTo>
                  <a:lnTo>
                    <a:pt x="770783" y="682487"/>
                  </a:lnTo>
                  <a:lnTo>
                    <a:pt x="758632" y="696493"/>
                  </a:lnTo>
                  <a:lnTo>
                    <a:pt x="745980" y="709972"/>
                  </a:lnTo>
                  <a:lnTo>
                    <a:pt x="732851" y="722905"/>
                  </a:lnTo>
                  <a:lnTo>
                    <a:pt x="719266" y="735276"/>
                  </a:lnTo>
                  <a:lnTo>
                    <a:pt x="705250" y="747068"/>
                  </a:lnTo>
                  <a:lnTo>
                    <a:pt x="690827" y="758268"/>
                  </a:lnTo>
                  <a:lnTo>
                    <a:pt x="676023" y="768861"/>
                  </a:lnTo>
                  <a:lnTo>
                    <a:pt x="660862" y="778835"/>
                  </a:lnTo>
                  <a:lnTo>
                    <a:pt x="645370" y="788178"/>
                  </a:lnTo>
                  <a:lnTo>
                    <a:pt x="629574" y="796880"/>
                  </a:lnTo>
                  <a:lnTo>
                    <a:pt x="613499" y="804930"/>
                  </a:lnTo>
                  <a:lnTo>
                    <a:pt x="597172" y="812321"/>
                  </a:lnTo>
                  <a:lnTo>
                    <a:pt x="580620" y="819046"/>
                  </a:lnTo>
                  <a:lnTo>
                    <a:pt x="563871" y="825097"/>
                  </a:lnTo>
                  <a:lnTo>
                    <a:pt x="546951" y="830470"/>
                  </a:lnTo>
                  <a:lnTo>
                    <a:pt x="529888" y="835160"/>
                  </a:lnTo>
                  <a:lnTo>
                    <a:pt x="512709" y="839166"/>
                  </a:lnTo>
                  <a:lnTo>
                    <a:pt x="495441" y="842484"/>
                  </a:lnTo>
                  <a:lnTo>
                    <a:pt x="478113" y="845114"/>
                  </a:lnTo>
                  <a:lnTo>
                    <a:pt x="460751" y="847057"/>
                  </a:lnTo>
                  <a:lnTo>
                    <a:pt x="443382" y="848313"/>
                  </a:lnTo>
                  <a:lnTo>
                    <a:pt x="426034" y="848886"/>
                  </a:lnTo>
                  <a:lnTo>
                    <a:pt x="408733" y="848778"/>
                  </a:lnTo>
                  <a:lnTo>
                    <a:pt x="391506" y="847995"/>
                  </a:lnTo>
                  <a:lnTo>
                    <a:pt x="374379" y="846541"/>
                  </a:lnTo>
                  <a:lnTo>
                    <a:pt x="357379" y="844424"/>
                  </a:lnTo>
                  <a:lnTo>
                    <a:pt x="340530" y="841651"/>
                  </a:lnTo>
                  <a:lnTo>
                    <a:pt x="323858" y="838231"/>
                  </a:lnTo>
                  <a:lnTo>
                    <a:pt x="307388" y="834173"/>
                  </a:lnTo>
                  <a:lnTo>
                    <a:pt x="291144" y="829487"/>
                  </a:lnTo>
                  <a:lnTo>
                    <a:pt x="275150" y="824186"/>
                  </a:lnTo>
                  <a:lnTo>
                    <a:pt x="259428" y="818282"/>
                  </a:lnTo>
                  <a:lnTo>
                    <a:pt x="244003" y="811787"/>
                  </a:lnTo>
                  <a:lnTo>
                    <a:pt x="228895" y="804716"/>
                  </a:lnTo>
                  <a:lnTo>
                    <a:pt x="214127" y="797083"/>
                  </a:lnTo>
                  <a:lnTo>
                    <a:pt x="199718" y="788905"/>
                  </a:lnTo>
                  <a:lnTo>
                    <a:pt x="185689" y="780197"/>
                  </a:lnTo>
                  <a:lnTo>
                    <a:pt x="172059" y="770978"/>
                  </a:lnTo>
                  <a:lnTo>
                    <a:pt x="158847" y="761264"/>
                  </a:lnTo>
                  <a:lnTo>
                    <a:pt x="146071" y="751074"/>
                  </a:lnTo>
                  <a:lnTo>
                    <a:pt x="133747" y="740427"/>
                  </a:lnTo>
                  <a:lnTo>
                    <a:pt x="121891" y="729344"/>
                  </a:lnTo>
                  <a:lnTo>
                    <a:pt x="110520" y="717844"/>
                  </a:lnTo>
                  <a:lnTo>
                    <a:pt x="99646" y="705948"/>
                  </a:lnTo>
                  <a:lnTo>
                    <a:pt x="89284" y="693677"/>
                  </a:lnTo>
                  <a:lnTo>
                    <a:pt x="79447" y="681054"/>
                  </a:lnTo>
                  <a:lnTo>
                    <a:pt x="70146" y="668099"/>
                  </a:lnTo>
                  <a:lnTo>
                    <a:pt x="61391" y="654837"/>
                  </a:lnTo>
                  <a:lnTo>
                    <a:pt x="53193" y="641290"/>
                  </a:lnTo>
                  <a:lnTo>
                    <a:pt x="45561" y="627480"/>
                  </a:lnTo>
                  <a:lnTo>
                    <a:pt x="38502" y="613432"/>
                  </a:lnTo>
                  <a:lnTo>
                    <a:pt x="32023" y="599168"/>
                  </a:lnTo>
                  <a:lnTo>
                    <a:pt x="26131" y="584714"/>
                  </a:lnTo>
                  <a:lnTo>
                    <a:pt x="20830" y="570092"/>
                  </a:lnTo>
                  <a:lnTo>
                    <a:pt x="16125" y="555327"/>
                  </a:lnTo>
                  <a:lnTo>
                    <a:pt x="12018" y="540443"/>
                  </a:lnTo>
                  <a:lnTo>
                    <a:pt x="8513" y="525464"/>
                  </a:lnTo>
                  <a:lnTo>
                    <a:pt x="5608" y="510414"/>
                  </a:lnTo>
                  <a:lnTo>
                    <a:pt x="3306" y="495318"/>
                  </a:lnTo>
                  <a:lnTo>
                    <a:pt x="1605" y="480198"/>
                  </a:lnTo>
                  <a:lnTo>
                    <a:pt x="504" y="465080"/>
                  </a:lnTo>
                  <a:lnTo>
                    <a:pt x="0" y="449986"/>
                  </a:lnTo>
                  <a:lnTo>
                    <a:pt x="88" y="434941"/>
                  </a:lnTo>
                  <a:lnTo>
                    <a:pt x="765" y="419967"/>
                  </a:lnTo>
                  <a:lnTo>
                    <a:pt x="2026" y="405087"/>
                  </a:lnTo>
                  <a:lnTo>
                    <a:pt x="3863" y="390324"/>
                  </a:lnTo>
                  <a:lnTo>
                    <a:pt x="6271" y="375701"/>
                  </a:lnTo>
                  <a:lnTo>
                    <a:pt x="9239" y="361238"/>
                  </a:lnTo>
                  <a:lnTo>
                    <a:pt x="12761" y="346959"/>
                  </a:lnTo>
                  <a:lnTo>
                    <a:pt x="16826" y="332883"/>
                  </a:lnTo>
                  <a:lnTo>
                    <a:pt x="21423" y="319031"/>
                  </a:lnTo>
                  <a:lnTo>
                    <a:pt x="26542" y="305423"/>
                  </a:lnTo>
                  <a:lnTo>
                    <a:pt x="32170" y="292079"/>
                  </a:lnTo>
                  <a:lnTo>
                    <a:pt x="38294" y="279017"/>
                  </a:lnTo>
                  <a:lnTo>
                    <a:pt x="44902" y="266257"/>
                  </a:lnTo>
                  <a:lnTo>
                    <a:pt x="51978" y="253816"/>
                  </a:lnTo>
                  <a:lnTo>
                    <a:pt x="59509" y="241710"/>
                  </a:lnTo>
                  <a:lnTo>
                    <a:pt x="67479" y="229956"/>
                  </a:lnTo>
                  <a:lnTo>
                    <a:pt x="75871" y="218571"/>
                  </a:lnTo>
                  <a:lnTo>
                    <a:pt x="84670" y="207568"/>
                  </a:lnTo>
                  <a:lnTo>
                    <a:pt x="93858" y="196963"/>
                  </a:lnTo>
                  <a:lnTo>
                    <a:pt x="103417" y="186769"/>
                  </a:lnTo>
                  <a:lnTo>
                    <a:pt x="113331" y="176998"/>
                  </a:lnTo>
                  <a:lnTo>
                    <a:pt x="123580" y="167664"/>
                  </a:lnTo>
                  <a:lnTo>
                    <a:pt x="134145" y="158776"/>
                  </a:lnTo>
                  <a:lnTo>
                    <a:pt x="125543" y="182688"/>
                  </a:lnTo>
                  <a:lnTo>
                    <a:pt x="118997" y="206601"/>
                  </a:lnTo>
                  <a:lnTo>
                    <a:pt x="114466" y="230349"/>
                  </a:lnTo>
                  <a:lnTo>
                    <a:pt x="111896" y="253770"/>
                  </a:lnTo>
                  <a:lnTo>
                    <a:pt x="111222" y="276712"/>
                  </a:lnTo>
                  <a:lnTo>
                    <a:pt x="112365" y="299029"/>
                  </a:lnTo>
                  <a:lnTo>
                    <a:pt x="115238" y="320581"/>
                  </a:lnTo>
                  <a:lnTo>
                    <a:pt x="119741" y="341242"/>
                  </a:lnTo>
                  <a:lnTo>
                    <a:pt x="125767" y="360892"/>
                  </a:lnTo>
                  <a:lnTo>
                    <a:pt x="133199" y="379422"/>
                  </a:lnTo>
                  <a:lnTo>
                    <a:pt x="141914" y="396736"/>
                  </a:lnTo>
                  <a:lnTo>
                    <a:pt x="151782" y="412747"/>
                  </a:lnTo>
                  <a:lnTo>
                    <a:pt x="162666" y="427383"/>
                  </a:lnTo>
                  <a:lnTo>
                    <a:pt x="174427" y="440583"/>
                  </a:lnTo>
                  <a:lnTo>
                    <a:pt x="186922" y="452297"/>
                  </a:lnTo>
                  <a:lnTo>
                    <a:pt x="200003" y="462490"/>
                  </a:lnTo>
                  <a:lnTo>
                    <a:pt x="213524" y="471138"/>
                  </a:lnTo>
                  <a:lnTo>
                    <a:pt x="227337" y="478233"/>
                  </a:lnTo>
                  <a:lnTo>
                    <a:pt x="241295" y="483776"/>
                  </a:lnTo>
                  <a:lnTo>
                    <a:pt x="255255" y="487782"/>
                  </a:lnTo>
                  <a:lnTo>
                    <a:pt x="269073" y="490281"/>
                  </a:lnTo>
                  <a:lnTo>
                    <a:pt x="282612" y="491310"/>
                  </a:lnTo>
                  <a:lnTo>
                    <a:pt x="295739" y="490921"/>
                  </a:lnTo>
                  <a:lnTo>
                    <a:pt x="308326" y="489178"/>
                  </a:lnTo>
                  <a:lnTo>
                    <a:pt x="320253" y="486152"/>
                  </a:lnTo>
                  <a:lnTo>
                    <a:pt x="331407" y="481927"/>
                  </a:lnTo>
                  <a:lnTo>
                    <a:pt x="341682" y="476595"/>
                  </a:lnTo>
                  <a:lnTo>
                    <a:pt x="350983" y="470257"/>
                  </a:lnTo>
                  <a:lnTo>
                    <a:pt x="359224" y="463020"/>
                  </a:lnTo>
                  <a:lnTo>
                    <a:pt x="366328" y="455001"/>
                  </a:lnTo>
                  <a:lnTo>
                    <a:pt x="372231" y="446320"/>
                  </a:lnTo>
                  <a:lnTo>
                    <a:pt x="376879" y="437104"/>
                  </a:lnTo>
                  <a:lnTo>
                    <a:pt x="380230" y="427482"/>
                  </a:lnTo>
                  <a:lnTo>
                    <a:pt x="382252" y="417589"/>
                  </a:lnTo>
                  <a:lnTo>
                    <a:pt x="382929" y="407560"/>
                  </a:lnTo>
                  <a:lnTo>
                    <a:pt x="375947" y="408441"/>
                  </a:lnTo>
                  <a:lnTo>
                    <a:pt x="369297" y="411059"/>
                  </a:lnTo>
                  <a:lnTo>
                    <a:pt x="363301" y="415331"/>
                  </a:lnTo>
                  <a:lnTo>
                    <a:pt x="358264" y="421119"/>
                  </a:lnTo>
                  <a:lnTo>
                    <a:pt x="354465" y="428240"/>
                  </a:lnTo>
                  <a:lnTo>
                    <a:pt x="352152" y="436461"/>
                  </a:lnTo>
                  <a:lnTo>
                    <a:pt x="351531" y="445512"/>
                  </a:lnTo>
                  <a:lnTo>
                    <a:pt x="352765" y="455090"/>
                  </a:lnTo>
                  <a:lnTo>
                    <a:pt x="355964" y="464862"/>
                  </a:lnTo>
                  <a:lnTo>
                    <a:pt x="361184" y="474482"/>
                  </a:lnTo>
                  <a:lnTo>
                    <a:pt x="368425" y="483592"/>
                  </a:lnTo>
                  <a:lnTo>
                    <a:pt x="377627" y="491833"/>
                  </a:lnTo>
                  <a:lnTo>
                    <a:pt x="388673" y="498856"/>
                  </a:lnTo>
                  <a:lnTo>
                    <a:pt x="401388" y="504328"/>
                  </a:lnTo>
                  <a:lnTo>
                    <a:pt x="415545" y="507944"/>
                  </a:lnTo>
                  <a:lnTo>
                    <a:pt x="430866" y="509431"/>
                  </a:lnTo>
                  <a:lnTo>
                    <a:pt x="447026" y="508561"/>
                  </a:lnTo>
                  <a:lnTo>
                    <a:pt x="463665" y="505153"/>
                  </a:lnTo>
                  <a:lnTo>
                    <a:pt x="480389" y="499081"/>
                  </a:lnTo>
                  <a:lnTo>
                    <a:pt x="496784" y="490281"/>
                  </a:lnTo>
                  <a:lnTo>
                    <a:pt x="512421" y="478748"/>
                  </a:lnTo>
                  <a:lnTo>
                    <a:pt x="526864" y="464548"/>
                  </a:lnTo>
                  <a:lnTo>
                    <a:pt x="539688" y="447808"/>
                  </a:lnTo>
                  <a:lnTo>
                    <a:pt x="550477" y="428726"/>
                  </a:lnTo>
                  <a:close/>
                </a:path>
              </a:pathLst>
            </a:custGeom>
            <a:solidFill>
              <a:srgbClr val="9DCC8A">
                <a:alpha val="25882"/>
              </a:srgbClr>
            </a:solidFill>
            <a:ln w="24933" cap="flat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l462"/>
            <p:cNvSpPr/>
            <p:nvPr/>
          </p:nvSpPr>
          <p:spPr>
            <a:xfrm>
              <a:off x="5593819" y="3916992"/>
              <a:ext cx="623497" cy="441220"/>
            </a:xfrm>
            <a:custGeom>
              <a:avLst/>
              <a:pathLst>
                <a:path w="623497" h="441220">
                  <a:moveTo>
                    <a:pt x="248783" y="55726"/>
                  </a:moveTo>
                  <a:lnTo>
                    <a:pt x="262252" y="47601"/>
                  </a:lnTo>
                  <a:lnTo>
                    <a:pt x="276328" y="40003"/>
                  </a:lnTo>
                  <a:lnTo>
                    <a:pt x="290990" y="32965"/>
                  </a:lnTo>
                  <a:lnTo>
                    <a:pt x="306216" y="26522"/>
                  </a:lnTo>
                  <a:lnTo>
                    <a:pt x="321980" y="20705"/>
                  </a:lnTo>
                  <a:lnTo>
                    <a:pt x="338258" y="15545"/>
                  </a:lnTo>
                  <a:lnTo>
                    <a:pt x="355022" y="11073"/>
                  </a:lnTo>
                  <a:lnTo>
                    <a:pt x="372241" y="7318"/>
                  </a:lnTo>
                  <a:lnTo>
                    <a:pt x="389887" y="4308"/>
                  </a:lnTo>
                  <a:lnTo>
                    <a:pt x="407927" y="2068"/>
                  </a:lnTo>
                  <a:lnTo>
                    <a:pt x="426328" y="624"/>
                  </a:lnTo>
                  <a:lnTo>
                    <a:pt x="445054" y="0"/>
                  </a:lnTo>
                  <a:lnTo>
                    <a:pt x="464070" y="217"/>
                  </a:lnTo>
                  <a:lnTo>
                    <a:pt x="483339" y="1297"/>
                  </a:lnTo>
                  <a:lnTo>
                    <a:pt x="502823" y="3258"/>
                  </a:lnTo>
                  <a:lnTo>
                    <a:pt x="522481" y="6119"/>
                  </a:lnTo>
                  <a:lnTo>
                    <a:pt x="542275" y="9893"/>
                  </a:lnTo>
                  <a:lnTo>
                    <a:pt x="562162" y="14596"/>
                  </a:lnTo>
                  <a:lnTo>
                    <a:pt x="582100" y="20239"/>
                  </a:lnTo>
                  <a:lnTo>
                    <a:pt x="602047" y="26832"/>
                  </a:lnTo>
                  <a:lnTo>
                    <a:pt x="621959" y="34384"/>
                  </a:lnTo>
                  <a:lnTo>
                    <a:pt x="623303" y="57783"/>
                  </a:lnTo>
                  <a:lnTo>
                    <a:pt x="623497" y="80827"/>
                  </a:lnTo>
                  <a:lnTo>
                    <a:pt x="622567" y="103464"/>
                  </a:lnTo>
                  <a:lnTo>
                    <a:pt x="620542" y="125646"/>
                  </a:lnTo>
                  <a:lnTo>
                    <a:pt x="617453" y="147324"/>
                  </a:lnTo>
                  <a:lnTo>
                    <a:pt x="613332" y="168452"/>
                  </a:lnTo>
                  <a:lnTo>
                    <a:pt x="608213" y="188986"/>
                  </a:lnTo>
                  <a:lnTo>
                    <a:pt x="602131" y="208882"/>
                  </a:lnTo>
                  <a:lnTo>
                    <a:pt x="595126" y="228099"/>
                  </a:lnTo>
                  <a:lnTo>
                    <a:pt x="587237" y="246598"/>
                  </a:lnTo>
                  <a:lnTo>
                    <a:pt x="578505" y="264341"/>
                  </a:lnTo>
                  <a:lnTo>
                    <a:pt x="568971" y="281294"/>
                  </a:lnTo>
                  <a:lnTo>
                    <a:pt x="558682" y="297422"/>
                  </a:lnTo>
                  <a:lnTo>
                    <a:pt x="547681" y="312694"/>
                  </a:lnTo>
                  <a:lnTo>
                    <a:pt x="536016" y="327081"/>
                  </a:lnTo>
                  <a:lnTo>
                    <a:pt x="523734" y="340556"/>
                  </a:lnTo>
                  <a:lnTo>
                    <a:pt x="510884" y="353094"/>
                  </a:lnTo>
                  <a:lnTo>
                    <a:pt x="497516" y="364674"/>
                  </a:lnTo>
                  <a:lnTo>
                    <a:pt x="483680" y="375274"/>
                  </a:lnTo>
                  <a:lnTo>
                    <a:pt x="469429" y="384876"/>
                  </a:lnTo>
                  <a:lnTo>
                    <a:pt x="454813" y="393467"/>
                  </a:lnTo>
                  <a:lnTo>
                    <a:pt x="439886" y="401031"/>
                  </a:lnTo>
                  <a:lnTo>
                    <a:pt x="424700" y="407560"/>
                  </a:lnTo>
                  <a:lnTo>
                    <a:pt x="411878" y="416719"/>
                  </a:lnTo>
                  <a:lnTo>
                    <a:pt x="398621" y="424442"/>
                  </a:lnTo>
                  <a:lnTo>
                    <a:pt x="385051" y="430712"/>
                  </a:lnTo>
                  <a:lnTo>
                    <a:pt x="371288" y="435520"/>
                  </a:lnTo>
                  <a:lnTo>
                    <a:pt x="357453" y="438867"/>
                  </a:lnTo>
                  <a:lnTo>
                    <a:pt x="343666" y="440760"/>
                  </a:lnTo>
                  <a:lnTo>
                    <a:pt x="330046" y="441220"/>
                  </a:lnTo>
                  <a:lnTo>
                    <a:pt x="316710" y="440271"/>
                  </a:lnTo>
                  <a:lnTo>
                    <a:pt x="303771" y="437950"/>
                  </a:lnTo>
                  <a:lnTo>
                    <a:pt x="291341" y="434300"/>
                  </a:lnTo>
                  <a:lnTo>
                    <a:pt x="279527" y="429373"/>
                  </a:lnTo>
                  <a:lnTo>
                    <a:pt x="268432" y="423228"/>
                  </a:lnTo>
                  <a:lnTo>
                    <a:pt x="258153" y="415932"/>
                  </a:lnTo>
                  <a:lnTo>
                    <a:pt x="248783" y="407560"/>
                  </a:lnTo>
                  <a:lnTo>
                    <a:pt x="248783" y="407560"/>
                  </a:lnTo>
                  <a:lnTo>
                    <a:pt x="248783" y="407560"/>
                  </a:lnTo>
                  <a:lnTo>
                    <a:pt x="248783" y="407560"/>
                  </a:lnTo>
                  <a:lnTo>
                    <a:pt x="233495" y="407037"/>
                  </a:lnTo>
                  <a:lnTo>
                    <a:pt x="218261" y="405472"/>
                  </a:lnTo>
                  <a:lnTo>
                    <a:pt x="203133" y="402866"/>
                  </a:lnTo>
                  <a:lnTo>
                    <a:pt x="188165" y="399228"/>
                  </a:lnTo>
                  <a:lnTo>
                    <a:pt x="173410" y="394564"/>
                  </a:lnTo>
                  <a:lnTo>
                    <a:pt x="158920" y="388886"/>
                  </a:lnTo>
                  <a:lnTo>
                    <a:pt x="144748" y="382207"/>
                  </a:lnTo>
                  <a:lnTo>
                    <a:pt x="130945" y="374543"/>
                  </a:lnTo>
                  <a:lnTo>
                    <a:pt x="117560" y="365911"/>
                  </a:lnTo>
                  <a:lnTo>
                    <a:pt x="104645" y="356333"/>
                  </a:lnTo>
                  <a:lnTo>
                    <a:pt x="92247" y="345830"/>
                  </a:lnTo>
                  <a:lnTo>
                    <a:pt x="80415" y="334427"/>
                  </a:lnTo>
                  <a:lnTo>
                    <a:pt x="69196" y="322151"/>
                  </a:lnTo>
                  <a:lnTo>
                    <a:pt x="58634" y="309032"/>
                  </a:lnTo>
                  <a:lnTo>
                    <a:pt x="48775" y="295100"/>
                  </a:lnTo>
                  <a:lnTo>
                    <a:pt x="39661" y="280389"/>
                  </a:lnTo>
                  <a:lnTo>
                    <a:pt x="31333" y="264934"/>
                  </a:lnTo>
                  <a:lnTo>
                    <a:pt x="23832" y="248772"/>
                  </a:lnTo>
                  <a:lnTo>
                    <a:pt x="17196" y="231941"/>
                  </a:lnTo>
                  <a:lnTo>
                    <a:pt x="11461" y="214483"/>
                  </a:lnTo>
                  <a:lnTo>
                    <a:pt x="6661" y="196440"/>
                  </a:lnTo>
                  <a:lnTo>
                    <a:pt x="2830" y="177855"/>
                  </a:lnTo>
                  <a:lnTo>
                    <a:pt x="0" y="158776"/>
                  </a:lnTo>
                </a:path>
              </a:pathLst>
            </a:custGeom>
            <a:ln w="24933" cap="flat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t463"/>
            <p:cNvSpPr/>
            <p:nvPr/>
          </p:nvSpPr>
          <p:spPr>
            <a:xfrm>
              <a:off x="5986919" y="4292950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t464"/>
            <p:cNvSpPr/>
            <p:nvPr/>
          </p:nvSpPr>
          <p:spPr>
            <a:xfrm>
              <a:off x="5811002" y="3941117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t465"/>
            <p:cNvSpPr/>
            <p:nvPr/>
          </p:nvSpPr>
          <p:spPr>
            <a:xfrm>
              <a:off x="6184178" y="3919774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t466"/>
            <p:cNvSpPr/>
            <p:nvPr/>
          </p:nvSpPr>
          <p:spPr>
            <a:xfrm>
              <a:off x="5562218" y="4044166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t467"/>
            <p:cNvSpPr/>
            <p:nvPr/>
          </p:nvSpPr>
          <p:spPr>
            <a:xfrm>
              <a:off x="5811002" y="4292950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t468"/>
            <p:cNvSpPr/>
            <p:nvPr/>
          </p:nvSpPr>
          <p:spPr>
            <a:xfrm>
              <a:off x="5811002" y="4292950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t469"/>
            <p:cNvSpPr/>
            <p:nvPr/>
          </p:nvSpPr>
          <p:spPr>
            <a:xfrm>
              <a:off x="5811002" y="4292950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t470"/>
            <p:cNvSpPr/>
            <p:nvPr/>
          </p:nvSpPr>
          <p:spPr>
            <a:xfrm>
              <a:off x="5811002" y="4292950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l471"/>
            <p:cNvSpPr/>
            <p:nvPr/>
          </p:nvSpPr>
          <p:spPr>
            <a:xfrm>
              <a:off x="5842603" y="3796801"/>
              <a:ext cx="0" cy="527750"/>
            </a:xfrm>
            <a:custGeom>
              <a:avLst/>
              <a:pathLst>
                <a:path w="0" h="527750">
                  <a:moveTo>
                    <a:pt x="0" y="527750"/>
                  </a:moveTo>
                  <a:lnTo>
                    <a:pt x="0" y="509552"/>
                  </a:lnTo>
                  <a:lnTo>
                    <a:pt x="0" y="491353"/>
                  </a:lnTo>
                  <a:lnTo>
                    <a:pt x="0" y="473155"/>
                  </a:lnTo>
                  <a:lnTo>
                    <a:pt x="0" y="454957"/>
                  </a:lnTo>
                  <a:lnTo>
                    <a:pt x="0" y="436758"/>
                  </a:lnTo>
                  <a:lnTo>
                    <a:pt x="0" y="418560"/>
                  </a:lnTo>
                  <a:lnTo>
                    <a:pt x="0" y="400362"/>
                  </a:lnTo>
                  <a:lnTo>
                    <a:pt x="0" y="382164"/>
                  </a:lnTo>
                  <a:lnTo>
                    <a:pt x="0" y="363965"/>
                  </a:lnTo>
                  <a:lnTo>
                    <a:pt x="0" y="345767"/>
                  </a:lnTo>
                  <a:lnTo>
                    <a:pt x="0" y="327569"/>
                  </a:lnTo>
                  <a:lnTo>
                    <a:pt x="0" y="309370"/>
                  </a:lnTo>
                  <a:lnTo>
                    <a:pt x="0" y="291172"/>
                  </a:lnTo>
                  <a:lnTo>
                    <a:pt x="0" y="272974"/>
                  </a:lnTo>
                  <a:lnTo>
                    <a:pt x="0" y="254776"/>
                  </a:lnTo>
                  <a:lnTo>
                    <a:pt x="0" y="236577"/>
                  </a:lnTo>
                  <a:lnTo>
                    <a:pt x="0" y="218379"/>
                  </a:lnTo>
                  <a:lnTo>
                    <a:pt x="0" y="200181"/>
                  </a:lnTo>
                  <a:lnTo>
                    <a:pt x="0" y="181982"/>
                  </a:lnTo>
                  <a:lnTo>
                    <a:pt x="0" y="163784"/>
                  </a:lnTo>
                  <a:lnTo>
                    <a:pt x="0" y="145586"/>
                  </a:lnTo>
                  <a:lnTo>
                    <a:pt x="0" y="127388"/>
                  </a:lnTo>
                  <a:lnTo>
                    <a:pt x="0" y="109189"/>
                  </a:lnTo>
                  <a:lnTo>
                    <a:pt x="0" y="90991"/>
                  </a:lnTo>
                  <a:lnTo>
                    <a:pt x="0" y="72793"/>
                  </a:lnTo>
                  <a:lnTo>
                    <a:pt x="0" y="54594"/>
                  </a:lnTo>
                  <a:lnTo>
                    <a:pt x="0" y="36396"/>
                  </a:lnTo>
                  <a:lnTo>
                    <a:pt x="0" y="18198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l472"/>
            <p:cNvSpPr/>
            <p:nvPr/>
          </p:nvSpPr>
          <p:spPr>
            <a:xfrm>
              <a:off x="5842603" y="3951376"/>
              <a:ext cx="373175" cy="373175"/>
            </a:xfrm>
            <a:custGeom>
              <a:avLst/>
              <a:pathLst>
                <a:path w="373175" h="373175">
                  <a:moveTo>
                    <a:pt x="0" y="373175"/>
                  </a:moveTo>
                  <a:lnTo>
                    <a:pt x="12868" y="360307"/>
                  </a:lnTo>
                  <a:lnTo>
                    <a:pt x="25736" y="347439"/>
                  </a:lnTo>
                  <a:lnTo>
                    <a:pt x="38604" y="334571"/>
                  </a:lnTo>
                  <a:lnTo>
                    <a:pt x="51472" y="321703"/>
                  </a:lnTo>
                  <a:lnTo>
                    <a:pt x="64340" y="308835"/>
                  </a:lnTo>
                  <a:lnTo>
                    <a:pt x="77208" y="295967"/>
                  </a:lnTo>
                  <a:lnTo>
                    <a:pt x="90076" y="283098"/>
                  </a:lnTo>
                  <a:lnTo>
                    <a:pt x="102945" y="270230"/>
                  </a:lnTo>
                  <a:lnTo>
                    <a:pt x="115813" y="257362"/>
                  </a:lnTo>
                  <a:lnTo>
                    <a:pt x="128681" y="244494"/>
                  </a:lnTo>
                  <a:lnTo>
                    <a:pt x="141549" y="231626"/>
                  </a:lnTo>
                  <a:lnTo>
                    <a:pt x="154417" y="218758"/>
                  </a:lnTo>
                  <a:lnTo>
                    <a:pt x="167285" y="205890"/>
                  </a:lnTo>
                  <a:lnTo>
                    <a:pt x="180153" y="193022"/>
                  </a:lnTo>
                  <a:lnTo>
                    <a:pt x="193022" y="180153"/>
                  </a:lnTo>
                  <a:lnTo>
                    <a:pt x="205890" y="167285"/>
                  </a:lnTo>
                  <a:lnTo>
                    <a:pt x="218758" y="154417"/>
                  </a:lnTo>
                  <a:lnTo>
                    <a:pt x="231626" y="141549"/>
                  </a:lnTo>
                  <a:lnTo>
                    <a:pt x="244494" y="128681"/>
                  </a:lnTo>
                  <a:lnTo>
                    <a:pt x="257362" y="115813"/>
                  </a:lnTo>
                  <a:lnTo>
                    <a:pt x="270230" y="102945"/>
                  </a:lnTo>
                  <a:lnTo>
                    <a:pt x="283098" y="90076"/>
                  </a:lnTo>
                  <a:lnTo>
                    <a:pt x="295967" y="77208"/>
                  </a:lnTo>
                  <a:lnTo>
                    <a:pt x="308835" y="64340"/>
                  </a:lnTo>
                  <a:lnTo>
                    <a:pt x="321703" y="51472"/>
                  </a:lnTo>
                  <a:lnTo>
                    <a:pt x="334571" y="38604"/>
                  </a:lnTo>
                  <a:lnTo>
                    <a:pt x="347439" y="25736"/>
                  </a:lnTo>
                  <a:lnTo>
                    <a:pt x="360307" y="12868"/>
                  </a:lnTo>
                  <a:lnTo>
                    <a:pt x="37317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l473"/>
            <p:cNvSpPr/>
            <p:nvPr/>
          </p:nvSpPr>
          <p:spPr>
            <a:xfrm>
              <a:off x="5842603" y="4324552"/>
              <a:ext cx="527750" cy="0"/>
            </a:xfrm>
            <a:custGeom>
              <a:avLst/>
              <a:pathLst>
                <a:path w="527750" h="0">
                  <a:moveTo>
                    <a:pt x="0" y="0"/>
                  </a:moveTo>
                  <a:lnTo>
                    <a:pt x="18198" y="0"/>
                  </a:lnTo>
                  <a:lnTo>
                    <a:pt x="36396" y="0"/>
                  </a:lnTo>
                  <a:lnTo>
                    <a:pt x="54594" y="0"/>
                  </a:lnTo>
                  <a:lnTo>
                    <a:pt x="72793" y="0"/>
                  </a:lnTo>
                  <a:lnTo>
                    <a:pt x="90991" y="0"/>
                  </a:lnTo>
                  <a:lnTo>
                    <a:pt x="109189" y="0"/>
                  </a:lnTo>
                  <a:lnTo>
                    <a:pt x="127388" y="0"/>
                  </a:lnTo>
                  <a:lnTo>
                    <a:pt x="145586" y="0"/>
                  </a:lnTo>
                  <a:lnTo>
                    <a:pt x="163784" y="0"/>
                  </a:lnTo>
                  <a:lnTo>
                    <a:pt x="181982" y="0"/>
                  </a:lnTo>
                  <a:lnTo>
                    <a:pt x="200181" y="0"/>
                  </a:lnTo>
                  <a:lnTo>
                    <a:pt x="218379" y="0"/>
                  </a:lnTo>
                  <a:lnTo>
                    <a:pt x="236577" y="0"/>
                  </a:lnTo>
                  <a:lnTo>
                    <a:pt x="254776" y="0"/>
                  </a:lnTo>
                  <a:lnTo>
                    <a:pt x="272974" y="0"/>
                  </a:lnTo>
                  <a:lnTo>
                    <a:pt x="291172" y="0"/>
                  </a:lnTo>
                  <a:lnTo>
                    <a:pt x="309370" y="0"/>
                  </a:lnTo>
                  <a:lnTo>
                    <a:pt x="327569" y="0"/>
                  </a:lnTo>
                  <a:lnTo>
                    <a:pt x="345767" y="0"/>
                  </a:lnTo>
                  <a:lnTo>
                    <a:pt x="363965" y="0"/>
                  </a:lnTo>
                  <a:lnTo>
                    <a:pt x="382164" y="0"/>
                  </a:lnTo>
                  <a:lnTo>
                    <a:pt x="400362" y="0"/>
                  </a:lnTo>
                  <a:lnTo>
                    <a:pt x="418560" y="0"/>
                  </a:lnTo>
                  <a:lnTo>
                    <a:pt x="436758" y="0"/>
                  </a:lnTo>
                  <a:lnTo>
                    <a:pt x="454957" y="0"/>
                  </a:lnTo>
                  <a:lnTo>
                    <a:pt x="473155" y="0"/>
                  </a:lnTo>
                  <a:lnTo>
                    <a:pt x="491353" y="0"/>
                  </a:lnTo>
                  <a:lnTo>
                    <a:pt x="509552" y="0"/>
                  </a:lnTo>
                  <a:lnTo>
                    <a:pt x="52775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l474"/>
            <p:cNvSpPr/>
            <p:nvPr/>
          </p:nvSpPr>
          <p:spPr>
            <a:xfrm>
              <a:off x="5842603" y="4324552"/>
              <a:ext cx="373175" cy="373175"/>
            </a:xfrm>
            <a:custGeom>
              <a:avLst/>
              <a:pathLst>
                <a:path w="373175" h="373175">
                  <a:moveTo>
                    <a:pt x="0" y="0"/>
                  </a:moveTo>
                  <a:lnTo>
                    <a:pt x="12868" y="12868"/>
                  </a:lnTo>
                  <a:lnTo>
                    <a:pt x="25736" y="25736"/>
                  </a:lnTo>
                  <a:lnTo>
                    <a:pt x="38604" y="38604"/>
                  </a:lnTo>
                  <a:lnTo>
                    <a:pt x="51472" y="51472"/>
                  </a:lnTo>
                  <a:lnTo>
                    <a:pt x="64340" y="64340"/>
                  </a:lnTo>
                  <a:lnTo>
                    <a:pt x="77208" y="77208"/>
                  </a:lnTo>
                  <a:lnTo>
                    <a:pt x="90076" y="90076"/>
                  </a:lnTo>
                  <a:lnTo>
                    <a:pt x="102945" y="102945"/>
                  </a:lnTo>
                  <a:lnTo>
                    <a:pt x="115813" y="115813"/>
                  </a:lnTo>
                  <a:lnTo>
                    <a:pt x="128681" y="128681"/>
                  </a:lnTo>
                  <a:lnTo>
                    <a:pt x="141549" y="141549"/>
                  </a:lnTo>
                  <a:lnTo>
                    <a:pt x="154417" y="154417"/>
                  </a:lnTo>
                  <a:lnTo>
                    <a:pt x="167285" y="167285"/>
                  </a:lnTo>
                  <a:lnTo>
                    <a:pt x="180153" y="180153"/>
                  </a:lnTo>
                  <a:lnTo>
                    <a:pt x="193022" y="193022"/>
                  </a:lnTo>
                  <a:lnTo>
                    <a:pt x="205890" y="205890"/>
                  </a:lnTo>
                  <a:lnTo>
                    <a:pt x="218758" y="218758"/>
                  </a:lnTo>
                  <a:lnTo>
                    <a:pt x="231626" y="231626"/>
                  </a:lnTo>
                  <a:lnTo>
                    <a:pt x="244494" y="244494"/>
                  </a:lnTo>
                  <a:lnTo>
                    <a:pt x="257362" y="257362"/>
                  </a:lnTo>
                  <a:lnTo>
                    <a:pt x="270230" y="270230"/>
                  </a:lnTo>
                  <a:lnTo>
                    <a:pt x="283098" y="283098"/>
                  </a:lnTo>
                  <a:lnTo>
                    <a:pt x="295967" y="295967"/>
                  </a:lnTo>
                  <a:lnTo>
                    <a:pt x="308835" y="308835"/>
                  </a:lnTo>
                  <a:lnTo>
                    <a:pt x="321703" y="321703"/>
                  </a:lnTo>
                  <a:lnTo>
                    <a:pt x="334571" y="334571"/>
                  </a:lnTo>
                  <a:lnTo>
                    <a:pt x="347439" y="347439"/>
                  </a:lnTo>
                  <a:lnTo>
                    <a:pt x="360307" y="360307"/>
                  </a:lnTo>
                  <a:lnTo>
                    <a:pt x="373175" y="37317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l475"/>
            <p:cNvSpPr/>
            <p:nvPr/>
          </p:nvSpPr>
          <p:spPr>
            <a:xfrm>
              <a:off x="5842603" y="4324552"/>
              <a:ext cx="0" cy="527750"/>
            </a:xfrm>
            <a:custGeom>
              <a:avLst/>
              <a:pathLst>
                <a:path w="0" h="527750">
                  <a:moveTo>
                    <a:pt x="0" y="0"/>
                  </a:moveTo>
                  <a:lnTo>
                    <a:pt x="0" y="18198"/>
                  </a:lnTo>
                  <a:lnTo>
                    <a:pt x="0" y="36396"/>
                  </a:lnTo>
                  <a:lnTo>
                    <a:pt x="0" y="54594"/>
                  </a:lnTo>
                  <a:lnTo>
                    <a:pt x="0" y="72793"/>
                  </a:lnTo>
                  <a:lnTo>
                    <a:pt x="0" y="90991"/>
                  </a:lnTo>
                  <a:lnTo>
                    <a:pt x="0" y="109189"/>
                  </a:lnTo>
                  <a:lnTo>
                    <a:pt x="0" y="127388"/>
                  </a:lnTo>
                  <a:lnTo>
                    <a:pt x="0" y="145586"/>
                  </a:lnTo>
                  <a:lnTo>
                    <a:pt x="0" y="163784"/>
                  </a:lnTo>
                  <a:lnTo>
                    <a:pt x="0" y="181982"/>
                  </a:lnTo>
                  <a:lnTo>
                    <a:pt x="0" y="200181"/>
                  </a:lnTo>
                  <a:lnTo>
                    <a:pt x="0" y="218379"/>
                  </a:lnTo>
                  <a:lnTo>
                    <a:pt x="0" y="236577"/>
                  </a:lnTo>
                  <a:lnTo>
                    <a:pt x="0" y="254776"/>
                  </a:lnTo>
                  <a:lnTo>
                    <a:pt x="0" y="272974"/>
                  </a:lnTo>
                  <a:lnTo>
                    <a:pt x="0" y="291172"/>
                  </a:lnTo>
                  <a:lnTo>
                    <a:pt x="0" y="309370"/>
                  </a:lnTo>
                  <a:lnTo>
                    <a:pt x="0" y="327569"/>
                  </a:lnTo>
                  <a:lnTo>
                    <a:pt x="0" y="345767"/>
                  </a:lnTo>
                  <a:lnTo>
                    <a:pt x="0" y="363965"/>
                  </a:lnTo>
                  <a:lnTo>
                    <a:pt x="0" y="382164"/>
                  </a:lnTo>
                  <a:lnTo>
                    <a:pt x="0" y="400362"/>
                  </a:lnTo>
                  <a:lnTo>
                    <a:pt x="0" y="418560"/>
                  </a:lnTo>
                  <a:lnTo>
                    <a:pt x="0" y="436758"/>
                  </a:lnTo>
                  <a:lnTo>
                    <a:pt x="0" y="454957"/>
                  </a:lnTo>
                  <a:lnTo>
                    <a:pt x="0" y="473155"/>
                  </a:lnTo>
                  <a:lnTo>
                    <a:pt x="0" y="491353"/>
                  </a:lnTo>
                  <a:lnTo>
                    <a:pt x="0" y="509552"/>
                  </a:lnTo>
                  <a:lnTo>
                    <a:pt x="0" y="52775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l476"/>
            <p:cNvSpPr/>
            <p:nvPr/>
          </p:nvSpPr>
          <p:spPr>
            <a:xfrm>
              <a:off x="5469428" y="4324552"/>
              <a:ext cx="373175" cy="373175"/>
            </a:xfrm>
            <a:custGeom>
              <a:avLst/>
              <a:pathLst>
                <a:path w="373175" h="373175">
                  <a:moveTo>
                    <a:pt x="373175" y="0"/>
                  </a:moveTo>
                  <a:lnTo>
                    <a:pt x="360307" y="12868"/>
                  </a:lnTo>
                  <a:lnTo>
                    <a:pt x="347439" y="25736"/>
                  </a:lnTo>
                  <a:lnTo>
                    <a:pt x="334571" y="38604"/>
                  </a:lnTo>
                  <a:lnTo>
                    <a:pt x="321703" y="51472"/>
                  </a:lnTo>
                  <a:lnTo>
                    <a:pt x="308835" y="64340"/>
                  </a:lnTo>
                  <a:lnTo>
                    <a:pt x="295967" y="77208"/>
                  </a:lnTo>
                  <a:lnTo>
                    <a:pt x="283098" y="90076"/>
                  </a:lnTo>
                  <a:lnTo>
                    <a:pt x="270230" y="102945"/>
                  </a:lnTo>
                  <a:lnTo>
                    <a:pt x="257362" y="115813"/>
                  </a:lnTo>
                  <a:lnTo>
                    <a:pt x="244494" y="128681"/>
                  </a:lnTo>
                  <a:lnTo>
                    <a:pt x="231626" y="141549"/>
                  </a:lnTo>
                  <a:lnTo>
                    <a:pt x="218758" y="154417"/>
                  </a:lnTo>
                  <a:lnTo>
                    <a:pt x="205890" y="167285"/>
                  </a:lnTo>
                  <a:lnTo>
                    <a:pt x="193022" y="180153"/>
                  </a:lnTo>
                  <a:lnTo>
                    <a:pt x="180153" y="193022"/>
                  </a:lnTo>
                  <a:lnTo>
                    <a:pt x="167285" y="205890"/>
                  </a:lnTo>
                  <a:lnTo>
                    <a:pt x="154417" y="218758"/>
                  </a:lnTo>
                  <a:lnTo>
                    <a:pt x="141549" y="231626"/>
                  </a:lnTo>
                  <a:lnTo>
                    <a:pt x="128681" y="244494"/>
                  </a:lnTo>
                  <a:lnTo>
                    <a:pt x="115813" y="257362"/>
                  </a:lnTo>
                  <a:lnTo>
                    <a:pt x="102945" y="270230"/>
                  </a:lnTo>
                  <a:lnTo>
                    <a:pt x="90076" y="283098"/>
                  </a:lnTo>
                  <a:lnTo>
                    <a:pt x="77208" y="295967"/>
                  </a:lnTo>
                  <a:lnTo>
                    <a:pt x="64340" y="308835"/>
                  </a:lnTo>
                  <a:lnTo>
                    <a:pt x="51472" y="321703"/>
                  </a:lnTo>
                  <a:lnTo>
                    <a:pt x="38604" y="334571"/>
                  </a:lnTo>
                  <a:lnTo>
                    <a:pt x="25736" y="347439"/>
                  </a:lnTo>
                  <a:lnTo>
                    <a:pt x="12868" y="360307"/>
                  </a:lnTo>
                  <a:lnTo>
                    <a:pt x="0" y="37317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l477"/>
            <p:cNvSpPr/>
            <p:nvPr/>
          </p:nvSpPr>
          <p:spPr>
            <a:xfrm>
              <a:off x="5314853" y="4324552"/>
              <a:ext cx="527750" cy="0"/>
            </a:xfrm>
            <a:custGeom>
              <a:avLst/>
              <a:pathLst>
                <a:path w="527750" h="0">
                  <a:moveTo>
                    <a:pt x="527750" y="0"/>
                  </a:moveTo>
                  <a:lnTo>
                    <a:pt x="509552" y="0"/>
                  </a:lnTo>
                  <a:lnTo>
                    <a:pt x="491353" y="0"/>
                  </a:lnTo>
                  <a:lnTo>
                    <a:pt x="473155" y="0"/>
                  </a:lnTo>
                  <a:lnTo>
                    <a:pt x="454957" y="0"/>
                  </a:lnTo>
                  <a:lnTo>
                    <a:pt x="436758" y="0"/>
                  </a:lnTo>
                  <a:lnTo>
                    <a:pt x="418560" y="0"/>
                  </a:lnTo>
                  <a:lnTo>
                    <a:pt x="400362" y="0"/>
                  </a:lnTo>
                  <a:lnTo>
                    <a:pt x="382164" y="0"/>
                  </a:lnTo>
                  <a:lnTo>
                    <a:pt x="363965" y="0"/>
                  </a:lnTo>
                  <a:lnTo>
                    <a:pt x="345767" y="0"/>
                  </a:lnTo>
                  <a:lnTo>
                    <a:pt x="327569" y="0"/>
                  </a:lnTo>
                  <a:lnTo>
                    <a:pt x="309370" y="0"/>
                  </a:lnTo>
                  <a:lnTo>
                    <a:pt x="291172" y="0"/>
                  </a:lnTo>
                  <a:lnTo>
                    <a:pt x="272974" y="0"/>
                  </a:lnTo>
                  <a:lnTo>
                    <a:pt x="254776" y="0"/>
                  </a:lnTo>
                  <a:lnTo>
                    <a:pt x="236577" y="0"/>
                  </a:lnTo>
                  <a:lnTo>
                    <a:pt x="218379" y="0"/>
                  </a:lnTo>
                  <a:lnTo>
                    <a:pt x="200181" y="0"/>
                  </a:lnTo>
                  <a:lnTo>
                    <a:pt x="181982" y="0"/>
                  </a:lnTo>
                  <a:lnTo>
                    <a:pt x="163784" y="0"/>
                  </a:lnTo>
                  <a:lnTo>
                    <a:pt x="145586" y="0"/>
                  </a:lnTo>
                  <a:lnTo>
                    <a:pt x="127388" y="0"/>
                  </a:lnTo>
                  <a:lnTo>
                    <a:pt x="109189" y="0"/>
                  </a:lnTo>
                  <a:lnTo>
                    <a:pt x="90991" y="0"/>
                  </a:lnTo>
                  <a:lnTo>
                    <a:pt x="72793" y="0"/>
                  </a:lnTo>
                  <a:lnTo>
                    <a:pt x="54594" y="0"/>
                  </a:lnTo>
                  <a:lnTo>
                    <a:pt x="36396" y="0"/>
                  </a:lnTo>
                  <a:lnTo>
                    <a:pt x="18198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l478"/>
            <p:cNvSpPr/>
            <p:nvPr/>
          </p:nvSpPr>
          <p:spPr>
            <a:xfrm>
              <a:off x="5469428" y="3951376"/>
              <a:ext cx="373175" cy="373175"/>
            </a:xfrm>
            <a:custGeom>
              <a:avLst/>
              <a:pathLst>
                <a:path w="373175" h="373175">
                  <a:moveTo>
                    <a:pt x="373175" y="373175"/>
                  </a:moveTo>
                  <a:lnTo>
                    <a:pt x="360307" y="360307"/>
                  </a:lnTo>
                  <a:lnTo>
                    <a:pt x="347439" y="347439"/>
                  </a:lnTo>
                  <a:lnTo>
                    <a:pt x="334571" y="334571"/>
                  </a:lnTo>
                  <a:lnTo>
                    <a:pt x="321703" y="321703"/>
                  </a:lnTo>
                  <a:lnTo>
                    <a:pt x="308835" y="308835"/>
                  </a:lnTo>
                  <a:lnTo>
                    <a:pt x="295967" y="295967"/>
                  </a:lnTo>
                  <a:lnTo>
                    <a:pt x="283098" y="283098"/>
                  </a:lnTo>
                  <a:lnTo>
                    <a:pt x="270230" y="270230"/>
                  </a:lnTo>
                  <a:lnTo>
                    <a:pt x="257362" y="257362"/>
                  </a:lnTo>
                  <a:lnTo>
                    <a:pt x="244494" y="244494"/>
                  </a:lnTo>
                  <a:lnTo>
                    <a:pt x="231626" y="231626"/>
                  </a:lnTo>
                  <a:lnTo>
                    <a:pt x="218758" y="218758"/>
                  </a:lnTo>
                  <a:lnTo>
                    <a:pt x="205890" y="205890"/>
                  </a:lnTo>
                  <a:lnTo>
                    <a:pt x="193022" y="193022"/>
                  </a:lnTo>
                  <a:lnTo>
                    <a:pt x="180153" y="180153"/>
                  </a:lnTo>
                  <a:lnTo>
                    <a:pt x="167285" y="167285"/>
                  </a:lnTo>
                  <a:lnTo>
                    <a:pt x="154417" y="154417"/>
                  </a:lnTo>
                  <a:lnTo>
                    <a:pt x="141549" y="141549"/>
                  </a:lnTo>
                  <a:lnTo>
                    <a:pt x="128681" y="128681"/>
                  </a:lnTo>
                  <a:lnTo>
                    <a:pt x="115813" y="115813"/>
                  </a:lnTo>
                  <a:lnTo>
                    <a:pt x="102945" y="102945"/>
                  </a:lnTo>
                  <a:lnTo>
                    <a:pt x="90076" y="90076"/>
                  </a:lnTo>
                  <a:lnTo>
                    <a:pt x="77208" y="77208"/>
                  </a:lnTo>
                  <a:lnTo>
                    <a:pt x="64340" y="64340"/>
                  </a:lnTo>
                  <a:lnTo>
                    <a:pt x="51472" y="51472"/>
                  </a:lnTo>
                  <a:lnTo>
                    <a:pt x="38604" y="38604"/>
                  </a:lnTo>
                  <a:lnTo>
                    <a:pt x="25736" y="25736"/>
                  </a:lnTo>
                  <a:lnTo>
                    <a:pt x="12868" y="12868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tx479"/>
            <p:cNvSpPr/>
            <p:nvPr/>
          </p:nvSpPr>
          <p:spPr>
            <a:xfrm>
              <a:off x="5710618" y="3689798"/>
              <a:ext cx="263971" cy="79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480" name="tx480"/>
            <p:cNvSpPr/>
            <p:nvPr/>
          </p:nvSpPr>
          <p:spPr>
            <a:xfrm>
              <a:off x="6028420" y="3863589"/>
              <a:ext cx="468011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481" name="tx481"/>
            <p:cNvSpPr/>
            <p:nvPr/>
          </p:nvSpPr>
          <p:spPr>
            <a:xfrm>
              <a:off x="6328320" y="4283675"/>
              <a:ext cx="216005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482" name="tx482"/>
            <p:cNvSpPr/>
            <p:nvPr/>
          </p:nvSpPr>
          <p:spPr>
            <a:xfrm>
              <a:off x="6019354" y="4701284"/>
              <a:ext cx="48614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483" name="tx483"/>
            <p:cNvSpPr/>
            <p:nvPr/>
          </p:nvSpPr>
          <p:spPr>
            <a:xfrm>
              <a:off x="5701552" y="4875180"/>
              <a:ext cx="28210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484" name="tx484"/>
            <p:cNvSpPr/>
            <p:nvPr/>
          </p:nvSpPr>
          <p:spPr>
            <a:xfrm>
              <a:off x="5170748" y="4701284"/>
              <a:ext cx="504065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485" name="tx485"/>
            <p:cNvSpPr/>
            <p:nvPr/>
          </p:nvSpPr>
          <p:spPr>
            <a:xfrm>
              <a:off x="5125938" y="4283675"/>
              <a:ext cx="245891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486" name="tx486"/>
            <p:cNvSpPr/>
            <p:nvPr/>
          </p:nvSpPr>
          <p:spPr>
            <a:xfrm>
              <a:off x="5179814" y="3863589"/>
              <a:ext cx="485933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487" name="tx487"/>
            <p:cNvSpPr/>
            <p:nvPr/>
          </p:nvSpPr>
          <p:spPr>
            <a:xfrm>
              <a:off x="4942355" y="4028706"/>
              <a:ext cx="177930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88" name="tx488"/>
            <p:cNvSpPr/>
            <p:nvPr/>
          </p:nvSpPr>
          <p:spPr>
            <a:xfrm>
              <a:off x="4892913" y="3764831"/>
              <a:ext cx="227372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489" name="rc489"/>
            <p:cNvSpPr/>
            <p:nvPr/>
          </p:nvSpPr>
          <p:spPr>
            <a:xfrm>
              <a:off x="6823205" y="3429000"/>
              <a:ext cx="2251205" cy="19790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490" name="rc490"/>
            <p:cNvSpPr/>
            <p:nvPr/>
          </p:nvSpPr>
          <p:spPr>
            <a:xfrm>
              <a:off x="6823205" y="3626906"/>
              <a:ext cx="2251205" cy="14817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1" name="rc491"/>
            <p:cNvSpPr/>
            <p:nvPr/>
          </p:nvSpPr>
          <p:spPr>
            <a:xfrm>
              <a:off x="7151165" y="3429000"/>
              <a:ext cx="1885287" cy="197906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2" name="tx492"/>
            <p:cNvSpPr/>
            <p:nvPr/>
          </p:nvSpPr>
          <p:spPr>
            <a:xfrm>
              <a:off x="7686242" y="3469067"/>
              <a:ext cx="815133" cy="1122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Galliformes</a:t>
              </a:r>
            </a:p>
          </p:txBody>
        </p:sp>
        <p:sp>
          <p:nvSpPr>
            <p:cNvPr id="493" name="rc493"/>
            <p:cNvSpPr/>
            <p:nvPr/>
          </p:nvSpPr>
          <p:spPr>
            <a:xfrm>
              <a:off x="7434121" y="3664864"/>
              <a:ext cx="1319376" cy="13193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4" name="pl494"/>
            <p:cNvSpPr/>
            <p:nvPr/>
          </p:nvSpPr>
          <p:spPr>
            <a:xfrm>
              <a:off x="8093809" y="3730832"/>
              <a:ext cx="0" cy="593719"/>
            </a:xfrm>
            <a:custGeom>
              <a:avLst/>
              <a:pathLst>
                <a:path w="0" h="593719">
                  <a:moveTo>
                    <a:pt x="0" y="593719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95" name="pl495"/>
            <p:cNvSpPr/>
            <p:nvPr/>
          </p:nvSpPr>
          <p:spPr>
            <a:xfrm>
              <a:off x="8093809" y="3904729"/>
              <a:ext cx="419822" cy="419822"/>
            </a:xfrm>
            <a:custGeom>
              <a:avLst/>
              <a:pathLst>
                <a:path w="419822" h="419822">
                  <a:moveTo>
                    <a:pt x="0" y="419822"/>
                  </a:moveTo>
                  <a:lnTo>
                    <a:pt x="419822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96" name="pl496"/>
            <p:cNvSpPr/>
            <p:nvPr/>
          </p:nvSpPr>
          <p:spPr>
            <a:xfrm>
              <a:off x="8093809" y="4324552"/>
              <a:ext cx="593719" cy="0"/>
            </a:xfrm>
            <a:custGeom>
              <a:avLst/>
              <a:pathLst>
                <a:path w="593719" h="0">
                  <a:moveTo>
                    <a:pt x="0" y="0"/>
                  </a:moveTo>
                  <a:lnTo>
                    <a:pt x="59371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97" name="pl497"/>
            <p:cNvSpPr/>
            <p:nvPr/>
          </p:nvSpPr>
          <p:spPr>
            <a:xfrm>
              <a:off x="8093809" y="4324552"/>
              <a:ext cx="419822" cy="419822"/>
            </a:xfrm>
            <a:custGeom>
              <a:avLst/>
              <a:pathLst>
                <a:path w="419822" h="419822">
                  <a:moveTo>
                    <a:pt x="0" y="0"/>
                  </a:moveTo>
                  <a:lnTo>
                    <a:pt x="419822" y="419822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98" name="pl498"/>
            <p:cNvSpPr/>
            <p:nvPr/>
          </p:nvSpPr>
          <p:spPr>
            <a:xfrm>
              <a:off x="8093809" y="4324552"/>
              <a:ext cx="0" cy="593719"/>
            </a:xfrm>
            <a:custGeom>
              <a:avLst/>
              <a:pathLst>
                <a:path w="0" h="593719">
                  <a:moveTo>
                    <a:pt x="0" y="0"/>
                  </a:moveTo>
                  <a:lnTo>
                    <a:pt x="0" y="593719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99" name="pl499"/>
            <p:cNvSpPr/>
            <p:nvPr/>
          </p:nvSpPr>
          <p:spPr>
            <a:xfrm>
              <a:off x="7673986" y="4324552"/>
              <a:ext cx="419822" cy="419822"/>
            </a:xfrm>
            <a:custGeom>
              <a:avLst/>
              <a:pathLst>
                <a:path w="419822" h="419822">
                  <a:moveTo>
                    <a:pt x="419822" y="0"/>
                  </a:moveTo>
                  <a:lnTo>
                    <a:pt x="0" y="419822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00" name="pl500"/>
            <p:cNvSpPr/>
            <p:nvPr/>
          </p:nvSpPr>
          <p:spPr>
            <a:xfrm>
              <a:off x="7500090" y="4324552"/>
              <a:ext cx="593719" cy="0"/>
            </a:xfrm>
            <a:custGeom>
              <a:avLst/>
              <a:pathLst>
                <a:path w="593719" h="0">
                  <a:moveTo>
                    <a:pt x="593719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01" name="pl501"/>
            <p:cNvSpPr/>
            <p:nvPr/>
          </p:nvSpPr>
          <p:spPr>
            <a:xfrm>
              <a:off x="7673986" y="3904729"/>
              <a:ext cx="419822" cy="419822"/>
            </a:xfrm>
            <a:custGeom>
              <a:avLst/>
              <a:pathLst>
                <a:path w="419822" h="419822">
                  <a:moveTo>
                    <a:pt x="419822" y="419822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02" name="pl502"/>
            <p:cNvSpPr/>
            <p:nvPr/>
          </p:nvSpPr>
          <p:spPr>
            <a:xfrm>
              <a:off x="7829967" y="4060676"/>
              <a:ext cx="527683" cy="527617"/>
            </a:xfrm>
            <a:custGeom>
              <a:avLst/>
              <a:pathLst>
                <a:path w="527683" h="527617">
                  <a:moveTo>
                    <a:pt x="263841" y="0"/>
                  </a:moveTo>
                  <a:lnTo>
                    <a:pt x="280577" y="531"/>
                  </a:lnTo>
                  <a:lnTo>
                    <a:pt x="297246" y="2122"/>
                  </a:lnTo>
                  <a:lnTo>
                    <a:pt x="313780" y="4768"/>
                  </a:lnTo>
                  <a:lnTo>
                    <a:pt x="330113" y="8457"/>
                  </a:lnTo>
                  <a:lnTo>
                    <a:pt x="346179" y="13174"/>
                  </a:lnTo>
                  <a:lnTo>
                    <a:pt x="361914" y="18901"/>
                  </a:lnTo>
                  <a:lnTo>
                    <a:pt x="377254" y="25615"/>
                  </a:lnTo>
                  <a:lnTo>
                    <a:pt x="392137" y="33288"/>
                  </a:lnTo>
                  <a:lnTo>
                    <a:pt x="406503" y="41889"/>
                  </a:lnTo>
                  <a:lnTo>
                    <a:pt x="420295" y="51384"/>
                  </a:lnTo>
                  <a:lnTo>
                    <a:pt x="433457" y="61735"/>
                  </a:lnTo>
                  <a:lnTo>
                    <a:pt x="445936" y="72899"/>
                  </a:lnTo>
                  <a:lnTo>
                    <a:pt x="457682" y="84833"/>
                  </a:lnTo>
                  <a:lnTo>
                    <a:pt x="468647" y="97487"/>
                  </a:lnTo>
                  <a:lnTo>
                    <a:pt x="478788" y="110812"/>
                  </a:lnTo>
                  <a:lnTo>
                    <a:pt x="488063" y="124753"/>
                  </a:lnTo>
                  <a:lnTo>
                    <a:pt x="496435" y="139254"/>
                  </a:lnTo>
                  <a:lnTo>
                    <a:pt x="503871" y="154257"/>
                  </a:lnTo>
                  <a:lnTo>
                    <a:pt x="510340" y="169701"/>
                  </a:lnTo>
                  <a:lnTo>
                    <a:pt x="515817" y="185525"/>
                  </a:lnTo>
                  <a:lnTo>
                    <a:pt x="520278" y="201664"/>
                  </a:lnTo>
                  <a:lnTo>
                    <a:pt x="523708" y="218053"/>
                  </a:lnTo>
                  <a:lnTo>
                    <a:pt x="526091" y="234627"/>
                  </a:lnTo>
                  <a:lnTo>
                    <a:pt x="527418" y="251319"/>
                  </a:lnTo>
                  <a:lnTo>
                    <a:pt x="527683" y="268061"/>
                  </a:lnTo>
                  <a:lnTo>
                    <a:pt x="526887" y="284787"/>
                  </a:lnTo>
                  <a:lnTo>
                    <a:pt x="525031" y="301428"/>
                  </a:lnTo>
                  <a:lnTo>
                    <a:pt x="522123" y="317918"/>
                  </a:lnTo>
                  <a:lnTo>
                    <a:pt x="518176" y="334191"/>
                  </a:lnTo>
                  <a:lnTo>
                    <a:pt x="513204" y="350180"/>
                  </a:lnTo>
                  <a:lnTo>
                    <a:pt x="507228" y="365822"/>
                  </a:lnTo>
                  <a:lnTo>
                    <a:pt x="500272" y="381053"/>
                  </a:lnTo>
                  <a:lnTo>
                    <a:pt x="492364" y="395812"/>
                  </a:lnTo>
                  <a:lnTo>
                    <a:pt x="483536" y="410040"/>
                  </a:lnTo>
                  <a:lnTo>
                    <a:pt x="473823" y="423680"/>
                  </a:lnTo>
                  <a:lnTo>
                    <a:pt x="463265" y="436676"/>
                  </a:lnTo>
                  <a:lnTo>
                    <a:pt x="451904" y="448977"/>
                  </a:lnTo>
                  <a:lnTo>
                    <a:pt x="439785" y="460532"/>
                  </a:lnTo>
                  <a:lnTo>
                    <a:pt x="426958" y="471295"/>
                  </a:lnTo>
                  <a:lnTo>
                    <a:pt x="413475" y="481223"/>
                  </a:lnTo>
                  <a:lnTo>
                    <a:pt x="399388" y="490275"/>
                  </a:lnTo>
                  <a:lnTo>
                    <a:pt x="384756" y="498416"/>
                  </a:lnTo>
                  <a:lnTo>
                    <a:pt x="369637" y="505613"/>
                  </a:lnTo>
                  <a:lnTo>
                    <a:pt x="354092" y="511836"/>
                  </a:lnTo>
                  <a:lnTo>
                    <a:pt x="338184" y="517061"/>
                  </a:lnTo>
                  <a:lnTo>
                    <a:pt x="321976" y="521266"/>
                  </a:lnTo>
                  <a:lnTo>
                    <a:pt x="305534" y="524435"/>
                  </a:lnTo>
                  <a:lnTo>
                    <a:pt x="288924" y="526555"/>
                  </a:lnTo>
                  <a:lnTo>
                    <a:pt x="272214" y="527617"/>
                  </a:lnTo>
                  <a:lnTo>
                    <a:pt x="255469" y="527617"/>
                  </a:lnTo>
                  <a:lnTo>
                    <a:pt x="238759" y="526555"/>
                  </a:lnTo>
                  <a:lnTo>
                    <a:pt x="222149" y="524435"/>
                  </a:lnTo>
                  <a:lnTo>
                    <a:pt x="205707" y="521266"/>
                  </a:lnTo>
                  <a:lnTo>
                    <a:pt x="189499" y="517061"/>
                  </a:lnTo>
                  <a:lnTo>
                    <a:pt x="173591" y="511836"/>
                  </a:lnTo>
                  <a:lnTo>
                    <a:pt x="158046" y="505613"/>
                  </a:lnTo>
                  <a:lnTo>
                    <a:pt x="142927" y="498416"/>
                  </a:lnTo>
                  <a:lnTo>
                    <a:pt x="128295" y="490275"/>
                  </a:lnTo>
                  <a:lnTo>
                    <a:pt x="114208" y="481223"/>
                  </a:lnTo>
                  <a:lnTo>
                    <a:pt x="100725" y="471295"/>
                  </a:lnTo>
                  <a:lnTo>
                    <a:pt x="87898" y="460532"/>
                  </a:lnTo>
                  <a:lnTo>
                    <a:pt x="75779" y="448977"/>
                  </a:lnTo>
                  <a:lnTo>
                    <a:pt x="64418" y="436676"/>
                  </a:lnTo>
                  <a:lnTo>
                    <a:pt x="53860" y="423680"/>
                  </a:lnTo>
                  <a:lnTo>
                    <a:pt x="44147" y="410040"/>
                  </a:lnTo>
                  <a:lnTo>
                    <a:pt x="35319" y="395812"/>
                  </a:lnTo>
                  <a:lnTo>
                    <a:pt x="27411" y="381053"/>
                  </a:lnTo>
                  <a:lnTo>
                    <a:pt x="20455" y="365822"/>
                  </a:lnTo>
                  <a:lnTo>
                    <a:pt x="14479" y="350180"/>
                  </a:lnTo>
                  <a:lnTo>
                    <a:pt x="9507" y="334191"/>
                  </a:lnTo>
                  <a:lnTo>
                    <a:pt x="5560" y="317918"/>
                  </a:lnTo>
                  <a:lnTo>
                    <a:pt x="2652" y="301428"/>
                  </a:lnTo>
                  <a:lnTo>
                    <a:pt x="796" y="284787"/>
                  </a:lnTo>
                  <a:lnTo>
                    <a:pt x="0" y="268061"/>
                  </a:lnTo>
                  <a:lnTo>
                    <a:pt x="265" y="251319"/>
                  </a:lnTo>
                  <a:lnTo>
                    <a:pt x="1592" y="234627"/>
                  </a:lnTo>
                  <a:lnTo>
                    <a:pt x="3975" y="218053"/>
                  </a:lnTo>
                  <a:lnTo>
                    <a:pt x="7405" y="201664"/>
                  </a:lnTo>
                  <a:lnTo>
                    <a:pt x="11866" y="185525"/>
                  </a:lnTo>
                  <a:lnTo>
                    <a:pt x="17343" y="169701"/>
                  </a:lnTo>
                  <a:lnTo>
                    <a:pt x="23812" y="154257"/>
                  </a:lnTo>
                  <a:lnTo>
                    <a:pt x="31248" y="139254"/>
                  </a:lnTo>
                  <a:lnTo>
                    <a:pt x="39620" y="124753"/>
                  </a:lnTo>
                  <a:lnTo>
                    <a:pt x="48895" y="110812"/>
                  </a:lnTo>
                  <a:lnTo>
                    <a:pt x="59036" y="97487"/>
                  </a:lnTo>
                  <a:lnTo>
                    <a:pt x="70001" y="84833"/>
                  </a:lnTo>
                  <a:lnTo>
                    <a:pt x="81747" y="72899"/>
                  </a:lnTo>
                  <a:lnTo>
                    <a:pt x="94226" y="61735"/>
                  </a:lnTo>
                  <a:lnTo>
                    <a:pt x="107388" y="51384"/>
                  </a:lnTo>
                  <a:lnTo>
                    <a:pt x="121180" y="41889"/>
                  </a:lnTo>
                  <a:lnTo>
                    <a:pt x="135546" y="33288"/>
                  </a:lnTo>
                  <a:lnTo>
                    <a:pt x="150429" y="25615"/>
                  </a:lnTo>
                  <a:lnTo>
                    <a:pt x="165769" y="18901"/>
                  </a:lnTo>
                  <a:lnTo>
                    <a:pt x="181504" y="13174"/>
                  </a:lnTo>
                  <a:lnTo>
                    <a:pt x="197570" y="8457"/>
                  </a:lnTo>
                  <a:lnTo>
                    <a:pt x="213903" y="4768"/>
                  </a:lnTo>
                  <a:lnTo>
                    <a:pt x="230437" y="2122"/>
                  </a:lnTo>
                  <a:lnTo>
                    <a:pt x="247105" y="531"/>
                  </a:lnTo>
                  <a:lnTo>
                    <a:pt x="2638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03" name="pl503"/>
            <p:cNvSpPr/>
            <p:nvPr/>
          </p:nvSpPr>
          <p:spPr>
            <a:xfrm>
              <a:off x="7566125" y="3796801"/>
              <a:ext cx="1055367" cy="1055235"/>
            </a:xfrm>
            <a:custGeom>
              <a:avLst/>
              <a:pathLst>
                <a:path w="1055367" h="1055235">
                  <a:moveTo>
                    <a:pt x="527683" y="0"/>
                  </a:moveTo>
                  <a:lnTo>
                    <a:pt x="561155" y="1062"/>
                  </a:lnTo>
                  <a:lnTo>
                    <a:pt x="594493" y="4245"/>
                  </a:lnTo>
                  <a:lnTo>
                    <a:pt x="627561" y="9537"/>
                  </a:lnTo>
                  <a:lnTo>
                    <a:pt x="660227" y="16915"/>
                  </a:lnTo>
                  <a:lnTo>
                    <a:pt x="692359" y="26349"/>
                  </a:lnTo>
                  <a:lnTo>
                    <a:pt x="723828" y="37803"/>
                  </a:lnTo>
                  <a:lnTo>
                    <a:pt x="754508" y="51230"/>
                  </a:lnTo>
                  <a:lnTo>
                    <a:pt x="784274" y="66576"/>
                  </a:lnTo>
                  <a:lnTo>
                    <a:pt x="813007" y="83778"/>
                  </a:lnTo>
                  <a:lnTo>
                    <a:pt x="840591" y="102768"/>
                  </a:lnTo>
                  <a:lnTo>
                    <a:pt x="866915" y="123470"/>
                  </a:lnTo>
                  <a:lnTo>
                    <a:pt x="891873" y="145799"/>
                  </a:lnTo>
                  <a:lnTo>
                    <a:pt x="915365" y="169666"/>
                  </a:lnTo>
                  <a:lnTo>
                    <a:pt x="937295" y="194975"/>
                  </a:lnTo>
                  <a:lnTo>
                    <a:pt x="957576" y="221625"/>
                  </a:lnTo>
                  <a:lnTo>
                    <a:pt x="976126" y="249506"/>
                  </a:lnTo>
                  <a:lnTo>
                    <a:pt x="992871" y="278509"/>
                  </a:lnTo>
                  <a:lnTo>
                    <a:pt x="1007742" y="308514"/>
                  </a:lnTo>
                  <a:lnTo>
                    <a:pt x="1020680" y="339403"/>
                  </a:lnTo>
                  <a:lnTo>
                    <a:pt x="1031634" y="371050"/>
                  </a:lnTo>
                  <a:lnTo>
                    <a:pt x="1040557" y="403328"/>
                  </a:lnTo>
                  <a:lnTo>
                    <a:pt x="1047416" y="436107"/>
                  </a:lnTo>
                  <a:lnTo>
                    <a:pt x="1052182" y="469255"/>
                  </a:lnTo>
                  <a:lnTo>
                    <a:pt x="1054836" y="502639"/>
                  </a:lnTo>
                  <a:lnTo>
                    <a:pt x="1055367" y="536123"/>
                  </a:lnTo>
                  <a:lnTo>
                    <a:pt x="1053774" y="569574"/>
                  </a:lnTo>
                  <a:lnTo>
                    <a:pt x="1050062" y="602857"/>
                  </a:lnTo>
                  <a:lnTo>
                    <a:pt x="1044247" y="635837"/>
                  </a:lnTo>
                  <a:lnTo>
                    <a:pt x="1036352" y="668382"/>
                  </a:lnTo>
                  <a:lnTo>
                    <a:pt x="1026408" y="700360"/>
                  </a:lnTo>
                  <a:lnTo>
                    <a:pt x="1014456" y="731644"/>
                  </a:lnTo>
                  <a:lnTo>
                    <a:pt x="1000545" y="762106"/>
                  </a:lnTo>
                  <a:lnTo>
                    <a:pt x="984729" y="791625"/>
                  </a:lnTo>
                  <a:lnTo>
                    <a:pt x="967073" y="820081"/>
                  </a:lnTo>
                  <a:lnTo>
                    <a:pt x="947647" y="847361"/>
                  </a:lnTo>
                  <a:lnTo>
                    <a:pt x="926531" y="873353"/>
                  </a:lnTo>
                  <a:lnTo>
                    <a:pt x="903808" y="897954"/>
                  </a:lnTo>
                  <a:lnTo>
                    <a:pt x="879571" y="921064"/>
                  </a:lnTo>
                  <a:lnTo>
                    <a:pt x="853917" y="942590"/>
                  </a:lnTo>
                  <a:lnTo>
                    <a:pt x="826950" y="962446"/>
                  </a:lnTo>
                  <a:lnTo>
                    <a:pt x="798777" y="980551"/>
                  </a:lnTo>
                  <a:lnTo>
                    <a:pt x="769513" y="996833"/>
                  </a:lnTo>
                  <a:lnTo>
                    <a:pt x="739275" y="1011227"/>
                  </a:lnTo>
                  <a:lnTo>
                    <a:pt x="708185" y="1023673"/>
                  </a:lnTo>
                  <a:lnTo>
                    <a:pt x="676368" y="1034123"/>
                  </a:lnTo>
                  <a:lnTo>
                    <a:pt x="643952" y="1042533"/>
                  </a:lnTo>
                  <a:lnTo>
                    <a:pt x="611069" y="1048871"/>
                  </a:lnTo>
                  <a:lnTo>
                    <a:pt x="577849" y="1053111"/>
                  </a:lnTo>
                  <a:lnTo>
                    <a:pt x="544428" y="1055235"/>
                  </a:lnTo>
                  <a:lnTo>
                    <a:pt x="510939" y="1055235"/>
                  </a:lnTo>
                  <a:lnTo>
                    <a:pt x="477518" y="1053111"/>
                  </a:lnTo>
                  <a:lnTo>
                    <a:pt x="444298" y="1048871"/>
                  </a:lnTo>
                  <a:lnTo>
                    <a:pt x="411415" y="1042533"/>
                  </a:lnTo>
                  <a:lnTo>
                    <a:pt x="378999" y="1034123"/>
                  </a:lnTo>
                  <a:lnTo>
                    <a:pt x="347182" y="1023673"/>
                  </a:lnTo>
                  <a:lnTo>
                    <a:pt x="316092" y="1011227"/>
                  </a:lnTo>
                  <a:lnTo>
                    <a:pt x="285854" y="996833"/>
                  </a:lnTo>
                  <a:lnTo>
                    <a:pt x="256590" y="980551"/>
                  </a:lnTo>
                  <a:lnTo>
                    <a:pt x="228417" y="962446"/>
                  </a:lnTo>
                  <a:lnTo>
                    <a:pt x="201450" y="942590"/>
                  </a:lnTo>
                  <a:lnTo>
                    <a:pt x="175796" y="921064"/>
                  </a:lnTo>
                  <a:lnTo>
                    <a:pt x="151559" y="897954"/>
                  </a:lnTo>
                  <a:lnTo>
                    <a:pt x="128836" y="873353"/>
                  </a:lnTo>
                  <a:lnTo>
                    <a:pt x="107720" y="847361"/>
                  </a:lnTo>
                  <a:lnTo>
                    <a:pt x="88294" y="820081"/>
                  </a:lnTo>
                  <a:lnTo>
                    <a:pt x="70638" y="791625"/>
                  </a:lnTo>
                  <a:lnTo>
                    <a:pt x="54822" y="762106"/>
                  </a:lnTo>
                  <a:lnTo>
                    <a:pt x="40911" y="731644"/>
                  </a:lnTo>
                  <a:lnTo>
                    <a:pt x="28959" y="700360"/>
                  </a:lnTo>
                  <a:lnTo>
                    <a:pt x="19015" y="668382"/>
                  </a:lnTo>
                  <a:lnTo>
                    <a:pt x="11120" y="635837"/>
                  </a:lnTo>
                  <a:lnTo>
                    <a:pt x="5305" y="602857"/>
                  </a:lnTo>
                  <a:lnTo>
                    <a:pt x="1593" y="569574"/>
                  </a:lnTo>
                  <a:lnTo>
                    <a:pt x="0" y="536123"/>
                  </a:lnTo>
                  <a:lnTo>
                    <a:pt x="531" y="502639"/>
                  </a:lnTo>
                  <a:lnTo>
                    <a:pt x="3185" y="469255"/>
                  </a:lnTo>
                  <a:lnTo>
                    <a:pt x="7951" y="436107"/>
                  </a:lnTo>
                  <a:lnTo>
                    <a:pt x="14810" y="403328"/>
                  </a:lnTo>
                  <a:lnTo>
                    <a:pt x="23733" y="371050"/>
                  </a:lnTo>
                  <a:lnTo>
                    <a:pt x="34687" y="339403"/>
                  </a:lnTo>
                  <a:lnTo>
                    <a:pt x="47625" y="308514"/>
                  </a:lnTo>
                  <a:lnTo>
                    <a:pt x="62496" y="278509"/>
                  </a:lnTo>
                  <a:lnTo>
                    <a:pt x="79241" y="249506"/>
                  </a:lnTo>
                  <a:lnTo>
                    <a:pt x="97791" y="221625"/>
                  </a:lnTo>
                  <a:lnTo>
                    <a:pt x="118072" y="194975"/>
                  </a:lnTo>
                  <a:lnTo>
                    <a:pt x="140002" y="169666"/>
                  </a:lnTo>
                  <a:lnTo>
                    <a:pt x="163494" y="145799"/>
                  </a:lnTo>
                  <a:lnTo>
                    <a:pt x="188452" y="123470"/>
                  </a:lnTo>
                  <a:lnTo>
                    <a:pt x="214776" y="102768"/>
                  </a:lnTo>
                  <a:lnTo>
                    <a:pt x="242360" y="83778"/>
                  </a:lnTo>
                  <a:lnTo>
                    <a:pt x="271093" y="66576"/>
                  </a:lnTo>
                  <a:lnTo>
                    <a:pt x="300859" y="51230"/>
                  </a:lnTo>
                  <a:lnTo>
                    <a:pt x="331538" y="37803"/>
                  </a:lnTo>
                  <a:lnTo>
                    <a:pt x="363008" y="26349"/>
                  </a:lnTo>
                  <a:lnTo>
                    <a:pt x="395140" y="16915"/>
                  </a:lnTo>
                  <a:lnTo>
                    <a:pt x="427806" y="9537"/>
                  </a:lnTo>
                  <a:lnTo>
                    <a:pt x="460874" y="4245"/>
                  </a:lnTo>
                  <a:lnTo>
                    <a:pt x="494211" y="1062"/>
                  </a:lnTo>
                  <a:lnTo>
                    <a:pt x="527683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04" name="pl504"/>
            <p:cNvSpPr/>
            <p:nvPr/>
          </p:nvSpPr>
          <p:spPr>
            <a:xfrm>
              <a:off x="7500164" y="3730832"/>
              <a:ext cx="1187288" cy="1187139"/>
            </a:xfrm>
            <a:custGeom>
              <a:avLst/>
              <a:pathLst>
                <a:path w="1187288" h="1187139">
                  <a:moveTo>
                    <a:pt x="593644" y="0"/>
                  </a:moveTo>
                  <a:lnTo>
                    <a:pt x="631300" y="1195"/>
                  </a:lnTo>
                  <a:lnTo>
                    <a:pt x="668804" y="4776"/>
                  </a:lnTo>
                  <a:lnTo>
                    <a:pt x="706006" y="10729"/>
                  </a:lnTo>
                  <a:lnTo>
                    <a:pt x="742755" y="19029"/>
                  </a:lnTo>
                  <a:lnTo>
                    <a:pt x="778904" y="29643"/>
                  </a:lnTo>
                  <a:lnTo>
                    <a:pt x="814307" y="42529"/>
                  </a:lnTo>
                  <a:lnTo>
                    <a:pt x="848821" y="57634"/>
                  </a:lnTo>
                  <a:lnTo>
                    <a:pt x="882308" y="74898"/>
                  </a:lnTo>
                  <a:lnTo>
                    <a:pt x="914633" y="94250"/>
                  </a:lnTo>
                  <a:lnTo>
                    <a:pt x="945665" y="115614"/>
                  </a:lnTo>
                  <a:lnTo>
                    <a:pt x="975279" y="138903"/>
                  </a:lnTo>
                  <a:lnTo>
                    <a:pt x="1003357" y="164024"/>
                  </a:lnTo>
                  <a:lnTo>
                    <a:pt x="1029785" y="190875"/>
                  </a:lnTo>
                  <a:lnTo>
                    <a:pt x="1054457" y="219347"/>
                  </a:lnTo>
                  <a:lnTo>
                    <a:pt x="1077273" y="249328"/>
                  </a:lnTo>
                  <a:lnTo>
                    <a:pt x="1098142" y="280695"/>
                  </a:lnTo>
                  <a:lnTo>
                    <a:pt x="1116980" y="313322"/>
                  </a:lnTo>
                  <a:lnTo>
                    <a:pt x="1133710" y="347079"/>
                  </a:lnTo>
                  <a:lnTo>
                    <a:pt x="1148265" y="381829"/>
                  </a:lnTo>
                  <a:lnTo>
                    <a:pt x="1160588" y="417431"/>
                  </a:lnTo>
                  <a:lnTo>
                    <a:pt x="1170627" y="453744"/>
                  </a:lnTo>
                  <a:lnTo>
                    <a:pt x="1178343" y="490620"/>
                  </a:lnTo>
                  <a:lnTo>
                    <a:pt x="1183705" y="527912"/>
                  </a:lnTo>
                  <a:lnTo>
                    <a:pt x="1186691" y="565468"/>
                  </a:lnTo>
                  <a:lnTo>
                    <a:pt x="1187288" y="603139"/>
                  </a:lnTo>
                  <a:lnTo>
                    <a:pt x="1185496" y="640771"/>
                  </a:lnTo>
                  <a:lnTo>
                    <a:pt x="1181320" y="678214"/>
                  </a:lnTo>
                  <a:lnTo>
                    <a:pt x="1174778" y="715316"/>
                  </a:lnTo>
                  <a:lnTo>
                    <a:pt x="1165896" y="751929"/>
                  </a:lnTo>
                  <a:lnTo>
                    <a:pt x="1154709" y="787905"/>
                  </a:lnTo>
                  <a:lnTo>
                    <a:pt x="1141263" y="823099"/>
                  </a:lnTo>
                  <a:lnTo>
                    <a:pt x="1125613" y="857370"/>
                  </a:lnTo>
                  <a:lnTo>
                    <a:pt x="1107820" y="890578"/>
                  </a:lnTo>
                  <a:lnTo>
                    <a:pt x="1087957" y="922592"/>
                  </a:lnTo>
                  <a:lnTo>
                    <a:pt x="1066103" y="953281"/>
                  </a:lnTo>
                  <a:lnTo>
                    <a:pt x="1042347" y="982522"/>
                  </a:lnTo>
                  <a:lnTo>
                    <a:pt x="1016784" y="1010198"/>
                  </a:lnTo>
                  <a:lnTo>
                    <a:pt x="989518" y="1036197"/>
                  </a:lnTo>
                  <a:lnTo>
                    <a:pt x="960657" y="1060414"/>
                  </a:lnTo>
                  <a:lnTo>
                    <a:pt x="930318" y="1082751"/>
                  </a:lnTo>
                  <a:lnTo>
                    <a:pt x="898624" y="1103120"/>
                  </a:lnTo>
                  <a:lnTo>
                    <a:pt x="865702" y="1121437"/>
                  </a:lnTo>
                  <a:lnTo>
                    <a:pt x="831684" y="1137630"/>
                  </a:lnTo>
                  <a:lnTo>
                    <a:pt x="796708" y="1151632"/>
                  </a:lnTo>
                  <a:lnTo>
                    <a:pt x="760914" y="1163388"/>
                  </a:lnTo>
                  <a:lnTo>
                    <a:pt x="724447" y="1172850"/>
                  </a:lnTo>
                  <a:lnTo>
                    <a:pt x="687452" y="1179980"/>
                  </a:lnTo>
                  <a:lnTo>
                    <a:pt x="650081" y="1184750"/>
                  </a:lnTo>
                  <a:lnTo>
                    <a:pt x="612481" y="1187139"/>
                  </a:lnTo>
                  <a:lnTo>
                    <a:pt x="574806" y="1187139"/>
                  </a:lnTo>
                  <a:lnTo>
                    <a:pt x="537207" y="1184750"/>
                  </a:lnTo>
                  <a:lnTo>
                    <a:pt x="499836" y="1179980"/>
                  </a:lnTo>
                  <a:lnTo>
                    <a:pt x="462841" y="1172850"/>
                  </a:lnTo>
                  <a:lnTo>
                    <a:pt x="426374" y="1163388"/>
                  </a:lnTo>
                  <a:lnTo>
                    <a:pt x="390580" y="1151632"/>
                  </a:lnTo>
                  <a:lnTo>
                    <a:pt x="355604" y="1137630"/>
                  </a:lnTo>
                  <a:lnTo>
                    <a:pt x="321586" y="1121437"/>
                  </a:lnTo>
                  <a:lnTo>
                    <a:pt x="288664" y="1103120"/>
                  </a:lnTo>
                  <a:lnTo>
                    <a:pt x="256970" y="1082751"/>
                  </a:lnTo>
                  <a:lnTo>
                    <a:pt x="226631" y="1060414"/>
                  </a:lnTo>
                  <a:lnTo>
                    <a:pt x="197770" y="1036197"/>
                  </a:lnTo>
                  <a:lnTo>
                    <a:pt x="170504" y="1010198"/>
                  </a:lnTo>
                  <a:lnTo>
                    <a:pt x="144941" y="982522"/>
                  </a:lnTo>
                  <a:lnTo>
                    <a:pt x="121185" y="953281"/>
                  </a:lnTo>
                  <a:lnTo>
                    <a:pt x="99331" y="922592"/>
                  </a:lnTo>
                  <a:lnTo>
                    <a:pt x="79468" y="890578"/>
                  </a:lnTo>
                  <a:lnTo>
                    <a:pt x="61675" y="857370"/>
                  </a:lnTo>
                  <a:lnTo>
                    <a:pt x="46025" y="823099"/>
                  </a:lnTo>
                  <a:lnTo>
                    <a:pt x="32579" y="787905"/>
                  </a:lnTo>
                  <a:lnTo>
                    <a:pt x="21392" y="751929"/>
                  </a:lnTo>
                  <a:lnTo>
                    <a:pt x="12510" y="715316"/>
                  </a:lnTo>
                  <a:lnTo>
                    <a:pt x="5968" y="678214"/>
                  </a:lnTo>
                  <a:lnTo>
                    <a:pt x="1792" y="640771"/>
                  </a:lnTo>
                  <a:lnTo>
                    <a:pt x="0" y="603139"/>
                  </a:lnTo>
                  <a:lnTo>
                    <a:pt x="597" y="565468"/>
                  </a:lnTo>
                  <a:lnTo>
                    <a:pt x="3583" y="527912"/>
                  </a:lnTo>
                  <a:lnTo>
                    <a:pt x="8945" y="490620"/>
                  </a:lnTo>
                  <a:lnTo>
                    <a:pt x="16661" y="453744"/>
                  </a:lnTo>
                  <a:lnTo>
                    <a:pt x="26700" y="417431"/>
                  </a:lnTo>
                  <a:lnTo>
                    <a:pt x="39022" y="381829"/>
                  </a:lnTo>
                  <a:lnTo>
                    <a:pt x="53578" y="347079"/>
                  </a:lnTo>
                  <a:lnTo>
                    <a:pt x="70308" y="313322"/>
                  </a:lnTo>
                  <a:lnTo>
                    <a:pt x="89146" y="280695"/>
                  </a:lnTo>
                  <a:lnTo>
                    <a:pt x="110015" y="249328"/>
                  </a:lnTo>
                  <a:lnTo>
                    <a:pt x="132831" y="219347"/>
                  </a:lnTo>
                  <a:lnTo>
                    <a:pt x="157503" y="190875"/>
                  </a:lnTo>
                  <a:lnTo>
                    <a:pt x="183931" y="164024"/>
                  </a:lnTo>
                  <a:lnTo>
                    <a:pt x="212009" y="138903"/>
                  </a:lnTo>
                  <a:lnTo>
                    <a:pt x="241623" y="115614"/>
                  </a:lnTo>
                  <a:lnTo>
                    <a:pt x="272655" y="94250"/>
                  </a:lnTo>
                  <a:lnTo>
                    <a:pt x="304980" y="74898"/>
                  </a:lnTo>
                  <a:lnTo>
                    <a:pt x="338466" y="57634"/>
                  </a:lnTo>
                  <a:lnTo>
                    <a:pt x="372981" y="42529"/>
                  </a:lnTo>
                  <a:lnTo>
                    <a:pt x="408384" y="29643"/>
                  </a:lnTo>
                  <a:lnTo>
                    <a:pt x="444533" y="19029"/>
                  </a:lnTo>
                  <a:lnTo>
                    <a:pt x="481282" y="10729"/>
                  </a:lnTo>
                  <a:lnTo>
                    <a:pt x="518484" y="4776"/>
                  </a:lnTo>
                  <a:lnTo>
                    <a:pt x="555988" y="1195"/>
                  </a:lnTo>
                  <a:lnTo>
                    <a:pt x="59364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7880297" y="3951376"/>
              <a:ext cx="682595" cy="713132"/>
            </a:xfrm>
            <a:custGeom>
              <a:avLst/>
              <a:pathLst>
                <a:path w="682595" h="713132">
                  <a:moveTo>
                    <a:pt x="345449" y="373175"/>
                  </a:moveTo>
                  <a:lnTo>
                    <a:pt x="334412" y="358495"/>
                  </a:lnTo>
                  <a:lnTo>
                    <a:pt x="321907" y="346458"/>
                  </a:lnTo>
                  <a:lnTo>
                    <a:pt x="308407" y="337186"/>
                  </a:lnTo>
                  <a:lnTo>
                    <a:pt x="294390" y="330727"/>
                  </a:lnTo>
                  <a:lnTo>
                    <a:pt x="280331" y="327053"/>
                  </a:lnTo>
                  <a:lnTo>
                    <a:pt x="266688" y="326065"/>
                  </a:lnTo>
                  <a:lnTo>
                    <a:pt x="253892" y="327595"/>
                  </a:lnTo>
                  <a:lnTo>
                    <a:pt x="242338" y="331413"/>
                  </a:lnTo>
                  <a:lnTo>
                    <a:pt x="232377" y="337229"/>
                  </a:lnTo>
                  <a:lnTo>
                    <a:pt x="224308" y="344707"/>
                  </a:lnTo>
                  <a:lnTo>
                    <a:pt x="218369" y="353467"/>
                  </a:lnTo>
                  <a:lnTo>
                    <a:pt x="214735" y="363100"/>
                  </a:lnTo>
                  <a:lnTo>
                    <a:pt x="213511" y="373175"/>
                  </a:lnTo>
                  <a:lnTo>
                    <a:pt x="213916" y="356688"/>
                  </a:lnTo>
                  <a:lnTo>
                    <a:pt x="215130" y="340231"/>
                  </a:lnTo>
                  <a:lnTo>
                    <a:pt x="217151" y="323833"/>
                  </a:lnTo>
                  <a:lnTo>
                    <a:pt x="219977" y="307524"/>
                  </a:lnTo>
                  <a:lnTo>
                    <a:pt x="223605" y="291335"/>
                  </a:lnTo>
                  <a:lnTo>
                    <a:pt x="228031" y="275293"/>
                  </a:lnTo>
                  <a:lnTo>
                    <a:pt x="233248" y="259430"/>
                  </a:lnTo>
                  <a:lnTo>
                    <a:pt x="239251" y="243773"/>
                  </a:lnTo>
                  <a:lnTo>
                    <a:pt x="246032" y="228352"/>
                  </a:lnTo>
                  <a:lnTo>
                    <a:pt x="253584" y="213196"/>
                  </a:lnTo>
                  <a:lnTo>
                    <a:pt x="261897" y="198333"/>
                  </a:lnTo>
                  <a:lnTo>
                    <a:pt x="270961" y="183791"/>
                  </a:lnTo>
                  <a:lnTo>
                    <a:pt x="280764" y="169598"/>
                  </a:lnTo>
                  <a:lnTo>
                    <a:pt x="291296" y="155782"/>
                  </a:lnTo>
                  <a:lnTo>
                    <a:pt x="302543" y="142369"/>
                  </a:lnTo>
                  <a:lnTo>
                    <a:pt x="314492" y="129386"/>
                  </a:lnTo>
                  <a:lnTo>
                    <a:pt x="327128" y="116861"/>
                  </a:lnTo>
                  <a:lnTo>
                    <a:pt x="340435" y="104817"/>
                  </a:lnTo>
                  <a:lnTo>
                    <a:pt x="354398" y="93282"/>
                  </a:lnTo>
                  <a:lnTo>
                    <a:pt x="368999" y="82279"/>
                  </a:lnTo>
                  <a:lnTo>
                    <a:pt x="384220" y="71833"/>
                  </a:lnTo>
                  <a:lnTo>
                    <a:pt x="400042" y="61967"/>
                  </a:lnTo>
                  <a:lnTo>
                    <a:pt x="416447" y="52705"/>
                  </a:lnTo>
                  <a:lnTo>
                    <a:pt x="433413" y="44069"/>
                  </a:lnTo>
                  <a:lnTo>
                    <a:pt x="450920" y="36081"/>
                  </a:lnTo>
                  <a:lnTo>
                    <a:pt x="468946" y="28762"/>
                  </a:lnTo>
                  <a:lnTo>
                    <a:pt x="487467" y="22133"/>
                  </a:lnTo>
                  <a:lnTo>
                    <a:pt x="506462" y="16213"/>
                  </a:lnTo>
                  <a:lnTo>
                    <a:pt x="525907" y="11022"/>
                  </a:lnTo>
                  <a:lnTo>
                    <a:pt x="545776" y="6578"/>
                  </a:lnTo>
                  <a:lnTo>
                    <a:pt x="566045" y="2898"/>
                  </a:lnTo>
                  <a:lnTo>
                    <a:pt x="586687" y="0"/>
                  </a:lnTo>
                  <a:lnTo>
                    <a:pt x="601494" y="21529"/>
                  </a:lnTo>
                  <a:lnTo>
                    <a:pt x="615094" y="43605"/>
                  </a:lnTo>
                  <a:lnTo>
                    <a:pt x="627469" y="66163"/>
                  </a:lnTo>
                  <a:lnTo>
                    <a:pt x="638607" y="89136"/>
                  </a:lnTo>
                  <a:lnTo>
                    <a:pt x="648496" y="112456"/>
                  </a:lnTo>
                  <a:lnTo>
                    <a:pt x="657128" y="136057"/>
                  </a:lnTo>
                  <a:lnTo>
                    <a:pt x="664502" y="159873"/>
                  </a:lnTo>
                  <a:lnTo>
                    <a:pt x="670616" y="183837"/>
                  </a:lnTo>
                  <a:lnTo>
                    <a:pt x="675473" y="207883"/>
                  </a:lnTo>
                  <a:lnTo>
                    <a:pt x="679082" y="231946"/>
                  </a:lnTo>
                  <a:lnTo>
                    <a:pt x="681451" y="255963"/>
                  </a:lnTo>
                  <a:lnTo>
                    <a:pt x="682595" y="279869"/>
                  </a:lnTo>
                  <a:lnTo>
                    <a:pt x="682530" y="303603"/>
                  </a:lnTo>
                  <a:lnTo>
                    <a:pt x="681276" y="327105"/>
                  </a:lnTo>
                  <a:lnTo>
                    <a:pt x="678855" y="350315"/>
                  </a:lnTo>
                  <a:lnTo>
                    <a:pt x="675293" y="373175"/>
                  </a:lnTo>
                  <a:lnTo>
                    <a:pt x="670619" y="395632"/>
                  </a:lnTo>
                  <a:lnTo>
                    <a:pt x="664863" y="417630"/>
                  </a:lnTo>
                  <a:lnTo>
                    <a:pt x="658060" y="439118"/>
                  </a:lnTo>
                  <a:lnTo>
                    <a:pt x="650245" y="460047"/>
                  </a:lnTo>
                  <a:lnTo>
                    <a:pt x="641456" y="480370"/>
                  </a:lnTo>
                  <a:lnTo>
                    <a:pt x="631736" y="500042"/>
                  </a:lnTo>
                  <a:lnTo>
                    <a:pt x="621125" y="519022"/>
                  </a:lnTo>
                  <a:lnTo>
                    <a:pt x="609668" y="537269"/>
                  </a:lnTo>
                  <a:lnTo>
                    <a:pt x="597412" y="554747"/>
                  </a:lnTo>
                  <a:lnTo>
                    <a:pt x="584404" y="571422"/>
                  </a:lnTo>
                  <a:lnTo>
                    <a:pt x="570694" y="587262"/>
                  </a:lnTo>
                  <a:lnTo>
                    <a:pt x="556330" y="602240"/>
                  </a:lnTo>
                  <a:lnTo>
                    <a:pt x="541366" y="616329"/>
                  </a:lnTo>
                  <a:lnTo>
                    <a:pt x="525853" y="629508"/>
                  </a:lnTo>
                  <a:lnTo>
                    <a:pt x="509844" y="641756"/>
                  </a:lnTo>
                  <a:lnTo>
                    <a:pt x="493393" y="653057"/>
                  </a:lnTo>
                  <a:lnTo>
                    <a:pt x="476554" y="663398"/>
                  </a:lnTo>
                  <a:lnTo>
                    <a:pt x="459381" y="672769"/>
                  </a:lnTo>
                  <a:lnTo>
                    <a:pt x="441928" y="681160"/>
                  </a:lnTo>
                  <a:lnTo>
                    <a:pt x="424251" y="688569"/>
                  </a:lnTo>
                  <a:lnTo>
                    <a:pt x="406401" y="694993"/>
                  </a:lnTo>
                  <a:lnTo>
                    <a:pt x="388435" y="700434"/>
                  </a:lnTo>
                  <a:lnTo>
                    <a:pt x="370403" y="704896"/>
                  </a:lnTo>
                  <a:lnTo>
                    <a:pt x="352360" y="708385"/>
                  </a:lnTo>
                  <a:lnTo>
                    <a:pt x="334356" y="710912"/>
                  </a:lnTo>
                  <a:lnTo>
                    <a:pt x="316441" y="712489"/>
                  </a:lnTo>
                  <a:lnTo>
                    <a:pt x="298666" y="713132"/>
                  </a:lnTo>
                  <a:lnTo>
                    <a:pt x="281078" y="712857"/>
                  </a:lnTo>
                  <a:lnTo>
                    <a:pt x="263724" y="711685"/>
                  </a:lnTo>
                  <a:lnTo>
                    <a:pt x="246650" y="709637"/>
                  </a:lnTo>
                  <a:lnTo>
                    <a:pt x="229898" y="706740"/>
                  </a:lnTo>
                  <a:lnTo>
                    <a:pt x="213511" y="703019"/>
                  </a:lnTo>
                  <a:lnTo>
                    <a:pt x="197529" y="698504"/>
                  </a:lnTo>
                  <a:lnTo>
                    <a:pt x="181989" y="693225"/>
                  </a:lnTo>
                  <a:lnTo>
                    <a:pt x="166928" y="687214"/>
                  </a:lnTo>
                  <a:lnTo>
                    <a:pt x="152379" y="680506"/>
                  </a:lnTo>
                  <a:lnTo>
                    <a:pt x="138375" y="673137"/>
                  </a:lnTo>
                  <a:lnTo>
                    <a:pt x="124944" y="665143"/>
                  </a:lnTo>
                  <a:lnTo>
                    <a:pt x="112113" y="656564"/>
                  </a:lnTo>
                  <a:lnTo>
                    <a:pt x="99908" y="647438"/>
                  </a:lnTo>
                  <a:lnTo>
                    <a:pt x="88350" y="637806"/>
                  </a:lnTo>
                  <a:lnTo>
                    <a:pt x="77460" y="627710"/>
                  </a:lnTo>
                  <a:lnTo>
                    <a:pt x="67254" y="617191"/>
                  </a:lnTo>
                  <a:lnTo>
                    <a:pt x="57748" y="606292"/>
                  </a:lnTo>
                  <a:lnTo>
                    <a:pt x="48953" y="595057"/>
                  </a:lnTo>
                  <a:lnTo>
                    <a:pt x="40879" y="583528"/>
                  </a:lnTo>
                  <a:lnTo>
                    <a:pt x="33535" y="571749"/>
                  </a:lnTo>
                  <a:lnTo>
                    <a:pt x="26923" y="559763"/>
                  </a:lnTo>
                  <a:lnTo>
                    <a:pt x="21048" y="547614"/>
                  </a:lnTo>
                  <a:lnTo>
                    <a:pt x="15907" y="535345"/>
                  </a:lnTo>
                  <a:lnTo>
                    <a:pt x="11500" y="522997"/>
                  </a:lnTo>
                  <a:lnTo>
                    <a:pt x="7820" y="510614"/>
                  </a:lnTo>
                  <a:lnTo>
                    <a:pt x="4860" y="498236"/>
                  </a:lnTo>
                  <a:lnTo>
                    <a:pt x="2611" y="485904"/>
                  </a:lnTo>
                  <a:lnTo>
                    <a:pt x="1061" y="473657"/>
                  </a:lnTo>
                  <a:lnTo>
                    <a:pt x="196" y="461533"/>
                  </a:lnTo>
                  <a:lnTo>
                    <a:pt x="0" y="449571"/>
                  </a:lnTo>
                  <a:lnTo>
                    <a:pt x="454" y="437806"/>
                  </a:lnTo>
                  <a:lnTo>
                    <a:pt x="1538" y="426272"/>
                  </a:lnTo>
                  <a:lnTo>
                    <a:pt x="3232" y="415002"/>
                  </a:lnTo>
                  <a:lnTo>
                    <a:pt x="5512" y="404029"/>
                  </a:lnTo>
                  <a:lnTo>
                    <a:pt x="8352" y="393382"/>
                  </a:lnTo>
                  <a:lnTo>
                    <a:pt x="11725" y="383089"/>
                  </a:lnTo>
                  <a:lnTo>
                    <a:pt x="15605" y="373175"/>
                  </a:lnTo>
                  <a:lnTo>
                    <a:pt x="19961" y="363667"/>
                  </a:lnTo>
                  <a:lnTo>
                    <a:pt x="24764" y="354585"/>
                  </a:lnTo>
                  <a:lnTo>
                    <a:pt x="29982" y="345951"/>
                  </a:lnTo>
                  <a:lnTo>
                    <a:pt x="35583" y="337783"/>
                  </a:lnTo>
                  <a:lnTo>
                    <a:pt x="41533" y="330097"/>
                  </a:lnTo>
                  <a:lnTo>
                    <a:pt x="47800" y="322907"/>
                  </a:lnTo>
                  <a:lnTo>
                    <a:pt x="54348" y="316226"/>
                  </a:lnTo>
                  <a:lnTo>
                    <a:pt x="61143" y="310062"/>
                  </a:lnTo>
                  <a:lnTo>
                    <a:pt x="68151" y="304425"/>
                  </a:lnTo>
                  <a:lnTo>
                    <a:pt x="75336" y="299319"/>
                  </a:lnTo>
                  <a:lnTo>
                    <a:pt x="82662" y="294748"/>
                  </a:lnTo>
                  <a:lnTo>
                    <a:pt x="90096" y="290712"/>
                  </a:lnTo>
                  <a:lnTo>
                    <a:pt x="97603" y="287212"/>
                  </a:lnTo>
                  <a:lnTo>
                    <a:pt x="105148" y="284244"/>
                  </a:lnTo>
                  <a:lnTo>
                    <a:pt x="112697" y="281803"/>
                  </a:lnTo>
                  <a:lnTo>
                    <a:pt x="120217" y="279881"/>
                  </a:lnTo>
                  <a:lnTo>
                    <a:pt x="111522" y="289475"/>
                  </a:lnTo>
                  <a:lnTo>
                    <a:pt x="103809" y="299875"/>
                  </a:lnTo>
                  <a:lnTo>
                    <a:pt x="97153" y="310980"/>
                  </a:lnTo>
                  <a:lnTo>
                    <a:pt x="91617" y="322685"/>
                  </a:lnTo>
                  <a:lnTo>
                    <a:pt x="87255" y="334876"/>
                  </a:lnTo>
                  <a:lnTo>
                    <a:pt x="84109" y="347436"/>
                  </a:lnTo>
                  <a:lnTo>
                    <a:pt x="82209" y="360243"/>
                  </a:lnTo>
                  <a:lnTo>
                    <a:pt x="81574" y="373175"/>
                  </a:lnTo>
                  <a:lnTo>
                    <a:pt x="82209" y="386108"/>
                  </a:lnTo>
                  <a:lnTo>
                    <a:pt x="84109" y="398915"/>
                  </a:lnTo>
                  <a:lnTo>
                    <a:pt x="87255" y="411475"/>
                  </a:lnTo>
                  <a:lnTo>
                    <a:pt x="91617" y="423666"/>
                  </a:lnTo>
                  <a:lnTo>
                    <a:pt x="97153" y="435370"/>
                  </a:lnTo>
                  <a:lnTo>
                    <a:pt x="103809" y="446476"/>
                  </a:lnTo>
                  <a:lnTo>
                    <a:pt x="111522" y="456876"/>
                  </a:lnTo>
                  <a:lnTo>
                    <a:pt x="120217" y="466469"/>
                  </a:lnTo>
                  <a:lnTo>
                    <a:pt x="129811" y="475165"/>
                  </a:lnTo>
                  <a:lnTo>
                    <a:pt x="140211" y="482877"/>
                  </a:lnTo>
                  <a:lnTo>
                    <a:pt x="151316" y="489534"/>
                  </a:lnTo>
                  <a:lnTo>
                    <a:pt x="163021" y="495070"/>
                  </a:lnTo>
                  <a:lnTo>
                    <a:pt x="175212" y="499432"/>
                  </a:lnTo>
                  <a:lnTo>
                    <a:pt x="187772" y="502578"/>
                  </a:lnTo>
                  <a:lnTo>
                    <a:pt x="200579" y="504478"/>
                  </a:lnTo>
                  <a:lnTo>
                    <a:pt x="213511" y="505113"/>
                  </a:lnTo>
                  <a:lnTo>
                    <a:pt x="226443" y="504478"/>
                  </a:lnTo>
                  <a:lnTo>
                    <a:pt x="239251" y="502578"/>
                  </a:lnTo>
                  <a:lnTo>
                    <a:pt x="251811" y="499432"/>
                  </a:lnTo>
                  <a:lnTo>
                    <a:pt x="264002" y="495070"/>
                  </a:lnTo>
                  <a:lnTo>
                    <a:pt x="275706" y="489534"/>
                  </a:lnTo>
                  <a:lnTo>
                    <a:pt x="286812" y="482877"/>
                  </a:lnTo>
                  <a:lnTo>
                    <a:pt x="297212" y="475165"/>
                  </a:lnTo>
                  <a:lnTo>
                    <a:pt x="306805" y="466469"/>
                  </a:lnTo>
                  <a:lnTo>
                    <a:pt x="288621" y="469045"/>
                  </a:lnTo>
                  <a:lnTo>
                    <a:pt x="271267" y="468714"/>
                  </a:lnTo>
                  <a:lnTo>
                    <a:pt x="255164" y="465725"/>
                  </a:lnTo>
                  <a:lnTo>
                    <a:pt x="240686" y="460381"/>
                  </a:lnTo>
                  <a:lnTo>
                    <a:pt x="228147" y="453038"/>
                  </a:lnTo>
                  <a:lnTo>
                    <a:pt x="217801" y="444089"/>
                  </a:lnTo>
                  <a:lnTo>
                    <a:pt x="209835" y="433959"/>
                  </a:lnTo>
                  <a:lnTo>
                    <a:pt x="204364" y="423089"/>
                  </a:lnTo>
                  <a:lnTo>
                    <a:pt x="201434" y="411933"/>
                  </a:lnTo>
                  <a:lnTo>
                    <a:pt x="201015" y="400940"/>
                  </a:lnTo>
                  <a:lnTo>
                    <a:pt x="203010" y="390546"/>
                  </a:lnTo>
                  <a:lnTo>
                    <a:pt x="207252" y="381165"/>
                  </a:lnTo>
                  <a:lnTo>
                    <a:pt x="213511" y="373175"/>
                  </a:lnTo>
                  <a:lnTo>
                    <a:pt x="206996" y="374207"/>
                  </a:lnTo>
                  <a:lnTo>
                    <a:pt x="200963" y="377252"/>
                  </a:lnTo>
                  <a:lnTo>
                    <a:pt x="195878" y="382160"/>
                  </a:lnTo>
                  <a:lnTo>
                    <a:pt x="192163" y="388686"/>
                  </a:lnTo>
                  <a:lnTo>
                    <a:pt x="190188" y="396499"/>
                  </a:lnTo>
                  <a:lnTo>
                    <a:pt x="190246" y="405197"/>
                  </a:lnTo>
                  <a:lnTo>
                    <a:pt x="192547" y="414320"/>
                  </a:lnTo>
                  <a:lnTo>
                    <a:pt x="197203" y="423367"/>
                  </a:lnTo>
                  <a:lnTo>
                    <a:pt x="204224" y="431816"/>
                  </a:lnTo>
                  <a:lnTo>
                    <a:pt x="213511" y="439144"/>
                  </a:lnTo>
                  <a:lnTo>
                    <a:pt x="224863" y="444848"/>
                  </a:lnTo>
                  <a:lnTo>
                    <a:pt x="237974" y="448463"/>
                  </a:lnTo>
                  <a:lnTo>
                    <a:pt x="252445" y="449588"/>
                  </a:lnTo>
                  <a:lnTo>
                    <a:pt x="267797" y="447893"/>
                  </a:lnTo>
                  <a:lnTo>
                    <a:pt x="283482" y="443146"/>
                  </a:lnTo>
                  <a:lnTo>
                    <a:pt x="298903" y="435216"/>
                  </a:lnTo>
                  <a:lnTo>
                    <a:pt x="313435" y="424089"/>
                  </a:lnTo>
                  <a:lnTo>
                    <a:pt x="326443" y="409869"/>
                  </a:lnTo>
                  <a:lnTo>
                    <a:pt x="337309" y="392783"/>
                  </a:lnTo>
                  <a:close/>
                </a:path>
              </a:pathLst>
            </a:custGeom>
            <a:solidFill>
              <a:srgbClr val="78C8A0">
                <a:alpha val="25882"/>
              </a:srgbClr>
            </a:solidFill>
            <a:ln w="24933" cap="flat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l506"/>
            <p:cNvSpPr/>
            <p:nvPr/>
          </p:nvSpPr>
          <p:spPr>
            <a:xfrm>
              <a:off x="8000515" y="3951376"/>
              <a:ext cx="466469" cy="505113"/>
            </a:xfrm>
            <a:custGeom>
              <a:avLst/>
              <a:pathLst>
                <a:path w="466469" h="505113">
                  <a:moveTo>
                    <a:pt x="93293" y="373175"/>
                  </a:moveTo>
                  <a:lnTo>
                    <a:pt x="93698" y="356688"/>
                  </a:lnTo>
                  <a:lnTo>
                    <a:pt x="94912" y="340231"/>
                  </a:lnTo>
                  <a:lnTo>
                    <a:pt x="96933" y="323833"/>
                  </a:lnTo>
                  <a:lnTo>
                    <a:pt x="99760" y="307524"/>
                  </a:lnTo>
                  <a:lnTo>
                    <a:pt x="103388" y="291335"/>
                  </a:lnTo>
                  <a:lnTo>
                    <a:pt x="107813" y="275293"/>
                  </a:lnTo>
                  <a:lnTo>
                    <a:pt x="113030" y="259430"/>
                  </a:lnTo>
                  <a:lnTo>
                    <a:pt x="119033" y="243773"/>
                  </a:lnTo>
                  <a:lnTo>
                    <a:pt x="125815" y="228352"/>
                  </a:lnTo>
                  <a:lnTo>
                    <a:pt x="133366" y="213196"/>
                  </a:lnTo>
                  <a:lnTo>
                    <a:pt x="141679" y="198333"/>
                  </a:lnTo>
                  <a:lnTo>
                    <a:pt x="150743" y="183791"/>
                  </a:lnTo>
                  <a:lnTo>
                    <a:pt x="160546" y="169598"/>
                  </a:lnTo>
                  <a:lnTo>
                    <a:pt x="171078" y="155782"/>
                  </a:lnTo>
                  <a:lnTo>
                    <a:pt x="182325" y="142369"/>
                  </a:lnTo>
                  <a:lnTo>
                    <a:pt x="194274" y="129386"/>
                  </a:lnTo>
                  <a:lnTo>
                    <a:pt x="206910" y="116861"/>
                  </a:lnTo>
                  <a:lnTo>
                    <a:pt x="220217" y="104817"/>
                  </a:lnTo>
                  <a:lnTo>
                    <a:pt x="234180" y="93282"/>
                  </a:lnTo>
                  <a:lnTo>
                    <a:pt x="248781" y="82279"/>
                  </a:lnTo>
                  <a:lnTo>
                    <a:pt x="264002" y="71833"/>
                  </a:lnTo>
                  <a:lnTo>
                    <a:pt x="279825" y="61967"/>
                  </a:lnTo>
                  <a:lnTo>
                    <a:pt x="296229" y="52705"/>
                  </a:lnTo>
                  <a:lnTo>
                    <a:pt x="313195" y="44069"/>
                  </a:lnTo>
                  <a:lnTo>
                    <a:pt x="330702" y="36081"/>
                  </a:lnTo>
                  <a:lnTo>
                    <a:pt x="348728" y="28762"/>
                  </a:lnTo>
                  <a:lnTo>
                    <a:pt x="367250" y="22133"/>
                  </a:lnTo>
                  <a:lnTo>
                    <a:pt x="386245" y="16213"/>
                  </a:lnTo>
                  <a:lnTo>
                    <a:pt x="405689" y="11022"/>
                  </a:lnTo>
                  <a:lnTo>
                    <a:pt x="425558" y="6578"/>
                  </a:lnTo>
                  <a:lnTo>
                    <a:pt x="445827" y="2898"/>
                  </a:lnTo>
                  <a:lnTo>
                    <a:pt x="466469" y="0"/>
                  </a:lnTo>
                  <a:lnTo>
                    <a:pt x="466442" y="23683"/>
                  </a:lnTo>
                  <a:lnTo>
                    <a:pt x="465278" y="46953"/>
                  </a:lnTo>
                  <a:lnTo>
                    <a:pt x="463004" y="69762"/>
                  </a:lnTo>
                  <a:lnTo>
                    <a:pt x="459649" y="92061"/>
                  </a:lnTo>
                  <a:lnTo>
                    <a:pt x="455245" y="113804"/>
                  </a:lnTo>
                  <a:lnTo>
                    <a:pt x="449825" y="134948"/>
                  </a:lnTo>
                  <a:lnTo>
                    <a:pt x="443424" y="155450"/>
                  </a:lnTo>
                  <a:lnTo>
                    <a:pt x="436077" y="175269"/>
                  </a:lnTo>
                  <a:lnTo>
                    <a:pt x="427824" y="194365"/>
                  </a:lnTo>
                  <a:lnTo>
                    <a:pt x="418704" y="212700"/>
                  </a:lnTo>
                  <a:lnTo>
                    <a:pt x="408759" y="230240"/>
                  </a:lnTo>
                  <a:lnTo>
                    <a:pt x="398030" y="246950"/>
                  </a:lnTo>
                  <a:lnTo>
                    <a:pt x="386561" y="262797"/>
                  </a:lnTo>
                  <a:lnTo>
                    <a:pt x="374399" y="277753"/>
                  </a:lnTo>
                  <a:lnTo>
                    <a:pt x="361588" y="291789"/>
                  </a:lnTo>
                  <a:lnTo>
                    <a:pt x="348177" y="304879"/>
                  </a:lnTo>
                  <a:lnTo>
                    <a:pt x="334214" y="317001"/>
                  </a:lnTo>
                  <a:lnTo>
                    <a:pt x="319748" y="328131"/>
                  </a:lnTo>
                  <a:lnTo>
                    <a:pt x="304828" y="338251"/>
                  </a:lnTo>
                  <a:lnTo>
                    <a:pt x="289507" y="347343"/>
                  </a:lnTo>
                  <a:lnTo>
                    <a:pt x="273834" y="355394"/>
                  </a:lnTo>
                  <a:lnTo>
                    <a:pt x="257862" y="362389"/>
                  </a:lnTo>
                  <a:lnTo>
                    <a:pt x="241644" y="368319"/>
                  </a:lnTo>
                  <a:lnTo>
                    <a:pt x="225231" y="373175"/>
                  </a:lnTo>
                  <a:lnTo>
                    <a:pt x="224596" y="386108"/>
                  </a:lnTo>
                  <a:lnTo>
                    <a:pt x="222696" y="398915"/>
                  </a:lnTo>
                  <a:lnTo>
                    <a:pt x="219550" y="411475"/>
                  </a:lnTo>
                  <a:lnTo>
                    <a:pt x="215188" y="423666"/>
                  </a:lnTo>
                  <a:lnTo>
                    <a:pt x="209652" y="435370"/>
                  </a:lnTo>
                  <a:lnTo>
                    <a:pt x="202996" y="446476"/>
                  </a:lnTo>
                  <a:lnTo>
                    <a:pt x="195283" y="456876"/>
                  </a:lnTo>
                  <a:lnTo>
                    <a:pt x="186587" y="466469"/>
                  </a:lnTo>
                  <a:lnTo>
                    <a:pt x="176994" y="475165"/>
                  </a:lnTo>
                  <a:lnTo>
                    <a:pt x="166594" y="482877"/>
                  </a:lnTo>
                  <a:lnTo>
                    <a:pt x="155488" y="489534"/>
                  </a:lnTo>
                  <a:lnTo>
                    <a:pt x="143784" y="495070"/>
                  </a:lnTo>
                  <a:lnTo>
                    <a:pt x="131593" y="499432"/>
                  </a:lnTo>
                  <a:lnTo>
                    <a:pt x="119033" y="502578"/>
                  </a:lnTo>
                  <a:lnTo>
                    <a:pt x="106226" y="504478"/>
                  </a:lnTo>
                  <a:lnTo>
                    <a:pt x="93293" y="505113"/>
                  </a:lnTo>
                  <a:lnTo>
                    <a:pt x="84737" y="492813"/>
                  </a:lnTo>
                  <a:lnTo>
                    <a:pt x="77931" y="480026"/>
                  </a:lnTo>
                  <a:lnTo>
                    <a:pt x="72897" y="466937"/>
                  </a:lnTo>
                  <a:lnTo>
                    <a:pt x="69639" y="453735"/>
                  </a:lnTo>
                  <a:lnTo>
                    <a:pt x="68144" y="440604"/>
                  </a:lnTo>
                  <a:lnTo>
                    <a:pt x="68380" y="427728"/>
                  </a:lnTo>
                  <a:lnTo>
                    <a:pt x="70300" y="415284"/>
                  </a:lnTo>
                  <a:lnTo>
                    <a:pt x="73840" y="403446"/>
                  </a:lnTo>
                  <a:lnTo>
                    <a:pt x="78918" y="392379"/>
                  </a:lnTo>
                  <a:lnTo>
                    <a:pt x="85439" y="382240"/>
                  </a:lnTo>
                  <a:lnTo>
                    <a:pt x="93293" y="373175"/>
                  </a:lnTo>
                  <a:lnTo>
                    <a:pt x="93293" y="373175"/>
                  </a:lnTo>
                  <a:lnTo>
                    <a:pt x="81330" y="372320"/>
                  </a:lnTo>
                  <a:lnTo>
                    <a:pt x="69549" y="369761"/>
                  </a:lnTo>
                  <a:lnTo>
                    <a:pt x="58133" y="365527"/>
                  </a:lnTo>
                  <a:lnTo>
                    <a:pt x="47260" y="359659"/>
                  </a:lnTo>
                  <a:lnTo>
                    <a:pt x="37103" y="352217"/>
                  </a:lnTo>
                  <a:lnTo>
                    <a:pt x="27831" y="343280"/>
                  </a:lnTo>
                  <a:lnTo>
                    <a:pt x="19603" y="332938"/>
                  </a:lnTo>
                  <a:lnTo>
                    <a:pt x="12571" y="321298"/>
                  </a:lnTo>
                  <a:lnTo>
                    <a:pt x="6876" y="308484"/>
                  </a:lnTo>
                  <a:lnTo>
                    <a:pt x="2646" y="294629"/>
                  </a:lnTo>
                  <a:lnTo>
                    <a:pt x="0" y="279881"/>
                  </a:lnTo>
                </a:path>
              </a:pathLst>
            </a:custGeom>
            <a:ln w="24933" cap="flat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t507"/>
            <p:cNvSpPr/>
            <p:nvPr/>
          </p:nvSpPr>
          <p:spPr>
            <a:xfrm>
              <a:off x="8194145" y="4292950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t508"/>
            <p:cNvSpPr/>
            <p:nvPr/>
          </p:nvSpPr>
          <p:spPr>
            <a:xfrm>
              <a:off x="8062208" y="4292950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t509"/>
            <p:cNvSpPr/>
            <p:nvPr/>
          </p:nvSpPr>
          <p:spPr>
            <a:xfrm>
              <a:off x="8435384" y="3919774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t510"/>
            <p:cNvSpPr/>
            <p:nvPr/>
          </p:nvSpPr>
          <p:spPr>
            <a:xfrm>
              <a:off x="7968914" y="4199656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t511"/>
            <p:cNvSpPr/>
            <p:nvPr/>
          </p:nvSpPr>
          <p:spPr>
            <a:xfrm>
              <a:off x="8062208" y="4424888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t512"/>
            <p:cNvSpPr/>
            <p:nvPr/>
          </p:nvSpPr>
          <p:spPr>
            <a:xfrm>
              <a:off x="8155502" y="4386244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t513"/>
            <p:cNvSpPr/>
            <p:nvPr/>
          </p:nvSpPr>
          <p:spPr>
            <a:xfrm>
              <a:off x="8062208" y="4292950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t514"/>
            <p:cNvSpPr/>
            <p:nvPr/>
          </p:nvSpPr>
          <p:spPr>
            <a:xfrm>
              <a:off x="8062208" y="4292950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l515"/>
            <p:cNvSpPr/>
            <p:nvPr/>
          </p:nvSpPr>
          <p:spPr>
            <a:xfrm>
              <a:off x="8093809" y="3796801"/>
              <a:ext cx="0" cy="527750"/>
            </a:xfrm>
            <a:custGeom>
              <a:avLst/>
              <a:pathLst>
                <a:path w="0" h="527750">
                  <a:moveTo>
                    <a:pt x="0" y="527750"/>
                  </a:moveTo>
                  <a:lnTo>
                    <a:pt x="0" y="509552"/>
                  </a:lnTo>
                  <a:lnTo>
                    <a:pt x="0" y="491353"/>
                  </a:lnTo>
                  <a:lnTo>
                    <a:pt x="0" y="473155"/>
                  </a:lnTo>
                  <a:lnTo>
                    <a:pt x="0" y="454957"/>
                  </a:lnTo>
                  <a:lnTo>
                    <a:pt x="0" y="436758"/>
                  </a:lnTo>
                  <a:lnTo>
                    <a:pt x="0" y="418560"/>
                  </a:lnTo>
                  <a:lnTo>
                    <a:pt x="0" y="400362"/>
                  </a:lnTo>
                  <a:lnTo>
                    <a:pt x="0" y="382164"/>
                  </a:lnTo>
                  <a:lnTo>
                    <a:pt x="0" y="363965"/>
                  </a:lnTo>
                  <a:lnTo>
                    <a:pt x="0" y="345767"/>
                  </a:lnTo>
                  <a:lnTo>
                    <a:pt x="0" y="327569"/>
                  </a:lnTo>
                  <a:lnTo>
                    <a:pt x="0" y="309370"/>
                  </a:lnTo>
                  <a:lnTo>
                    <a:pt x="0" y="291172"/>
                  </a:lnTo>
                  <a:lnTo>
                    <a:pt x="0" y="272974"/>
                  </a:lnTo>
                  <a:lnTo>
                    <a:pt x="0" y="254776"/>
                  </a:lnTo>
                  <a:lnTo>
                    <a:pt x="0" y="236577"/>
                  </a:lnTo>
                  <a:lnTo>
                    <a:pt x="0" y="218379"/>
                  </a:lnTo>
                  <a:lnTo>
                    <a:pt x="0" y="200181"/>
                  </a:lnTo>
                  <a:lnTo>
                    <a:pt x="0" y="181982"/>
                  </a:lnTo>
                  <a:lnTo>
                    <a:pt x="0" y="163784"/>
                  </a:lnTo>
                  <a:lnTo>
                    <a:pt x="0" y="145586"/>
                  </a:lnTo>
                  <a:lnTo>
                    <a:pt x="0" y="127388"/>
                  </a:lnTo>
                  <a:lnTo>
                    <a:pt x="0" y="109189"/>
                  </a:lnTo>
                  <a:lnTo>
                    <a:pt x="0" y="90991"/>
                  </a:lnTo>
                  <a:lnTo>
                    <a:pt x="0" y="72793"/>
                  </a:lnTo>
                  <a:lnTo>
                    <a:pt x="0" y="54594"/>
                  </a:lnTo>
                  <a:lnTo>
                    <a:pt x="0" y="36396"/>
                  </a:lnTo>
                  <a:lnTo>
                    <a:pt x="0" y="18198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l516"/>
            <p:cNvSpPr/>
            <p:nvPr/>
          </p:nvSpPr>
          <p:spPr>
            <a:xfrm>
              <a:off x="8093809" y="3951376"/>
              <a:ext cx="373175" cy="373175"/>
            </a:xfrm>
            <a:custGeom>
              <a:avLst/>
              <a:pathLst>
                <a:path w="373175" h="373175">
                  <a:moveTo>
                    <a:pt x="0" y="373175"/>
                  </a:moveTo>
                  <a:lnTo>
                    <a:pt x="12868" y="360307"/>
                  </a:lnTo>
                  <a:lnTo>
                    <a:pt x="25736" y="347439"/>
                  </a:lnTo>
                  <a:lnTo>
                    <a:pt x="38604" y="334571"/>
                  </a:lnTo>
                  <a:lnTo>
                    <a:pt x="51472" y="321703"/>
                  </a:lnTo>
                  <a:lnTo>
                    <a:pt x="64340" y="308835"/>
                  </a:lnTo>
                  <a:lnTo>
                    <a:pt x="77208" y="295967"/>
                  </a:lnTo>
                  <a:lnTo>
                    <a:pt x="90076" y="283098"/>
                  </a:lnTo>
                  <a:lnTo>
                    <a:pt x="102945" y="270230"/>
                  </a:lnTo>
                  <a:lnTo>
                    <a:pt x="115813" y="257362"/>
                  </a:lnTo>
                  <a:lnTo>
                    <a:pt x="128681" y="244494"/>
                  </a:lnTo>
                  <a:lnTo>
                    <a:pt x="141549" y="231626"/>
                  </a:lnTo>
                  <a:lnTo>
                    <a:pt x="154417" y="218758"/>
                  </a:lnTo>
                  <a:lnTo>
                    <a:pt x="167285" y="205890"/>
                  </a:lnTo>
                  <a:lnTo>
                    <a:pt x="180153" y="193022"/>
                  </a:lnTo>
                  <a:lnTo>
                    <a:pt x="193022" y="180153"/>
                  </a:lnTo>
                  <a:lnTo>
                    <a:pt x="205890" y="167285"/>
                  </a:lnTo>
                  <a:lnTo>
                    <a:pt x="218758" y="154417"/>
                  </a:lnTo>
                  <a:lnTo>
                    <a:pt x="231626" y="141549"/>
                  </a:lnTo>
                  <a:lnTo>
                    <a:pt x="244494" y="128681"/>
                  </a:lnTo>
                  <a:lnTo>
                    <a:pt x="257362" y="115813"/>
                  </a:lnTo>
                  <a:lnTo>
                    <a:pt x="270230" y="102945"/>
                  </a:lnTo>
                  <a:lnTo>
                    <a:pt x="283098" y="90076"/>
                  </a:lnTo>
                  <a:lnTo>
                    <a:pt x="295967" y="77208"/>
                  </a:lnTo>
                  <a:lnTo>
                    <a:pt x="308835" y="64340"/>
                  </a:lnTo>
                  <a:lnTo>
                    <a:pt x="321703" y="51472"/>
                  </a:lnTo>
                  <a:lnTo>
                    <a:pt x="334571" y="38604"/>
                  </a:lnTo>
                  <a:lnTo>
                    <a:pt x="347439" y="25736"/>
                  </a:lnTo>
                  <a:lnTo>
                    <a:pt x="360307" y="12868"/>
                  </a:lnTo>
                  <a:lnTo>
                    <a:pt x="37317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l517"/>
            <p:cNvSpPr/>
            <p:nvPr/>
          </p:nvSpPr>
          <p:spPr>
            <a:xfrm>
              <a:off x="8093809" y="4324552"/>
              <a:ext cx="527750" cy="0"/>
            </a:xfrm>
            <a:custGeom>
              <a:avLst/>
              <a:pathLst>
                <a:path w="527750" h="0">
                  <a:moveTo>
                    <a:pt x="0" y="0"/>
                  </a:moveTo>
                  <a:lnTo>
                    <a:pt x="18198" y="0"/>
                  </a:lnTo>
                  <a:lnTo>
                    <a:pt x="36396" y="0"/>
                  </a:lnTo>
                  <a:lnTo>
                    <a:pt x="54594" y="0"/>
                  </a:lnTo>
                  <a:lnTo>
                    <a:pt x="72793" y="0"/>
                  </a:lnTo>
                  <a:lnTo>
                    <a:pt x="90991" y="0"/>
                  </a:lnTo>
                  <a:lnTo>
                    <a:pt x="109189" y="0"/>
                  </a:lnTo>
                  <a:lnTo>
                    <a:pt x="127388" y="0"/>
                  </a:lnTo>
                  <a:lnTo>
                    <a:pt x="145586" y="0"/>
                  </a:lnTo>
                  <a:lnTo>
                    <a:pt x="163784" y="0"/>
                  </a:lnTo>
                  <a:lnTo>
                    <a:pt x="181982" y="0"/>
                  </a:lnTo>
                  <a:lnTo>
                    <a:pt x="200181" y="0"/>
                  </a:lnTo>
                  <a:lnTo>
                    <a:pt x="218379" y="0"/>
                  </a:lnTo>
                  <a:lnTo>
                    <a:pt x="236577" y="0"/>
                  </a:lnTo>
                  <a:lnTo>
                    <a:pt x="254776" y="0"/>
                  </a:lnTo>
                  <a:lnTo>
                    <a:pt x="272974" y="0"/>
                  </a:lnTo>
                  <a:lnTo>
                    <a:pt x="291172" y="0"/>
                  </a:lnTo>
                  <a:lnTo>
                    <a:pt x="309370" y="0"/>
                  </a:lnTo>
                  <a:lnTo>
                    <a:pt x="327569" y="0"/>
                  </a:lnTo>
                  <a:lnTo>
                    <a:pt x="345767" y="0"/>
                  </a:lnTo>
                  <a:lnTo>
                    <a:pt x="363965" y="0"/>
                  </a:lnTo>
                  <a:lnTo>
                    <a:pt x="382164" y="0"/>
                  </a:lnTo>
                  <a:lnTo>
                    <a:pt x="400362" y="0"/>
                  </a:lnTo>
                  <a:lnTo>
                    <a:pt x="418560" y="0"/>
                  </a:lnTo>
                  <a:lnTo>
                    <a:pt x="436758" y="0"/>
                  </a:lnTo>
                  <a:lnTo>
                    <a:pt x="454957" y="0"/>
                  </a:lnTo>
                  <a:lnTo>
                    <a:pt x="473155" y="0"/>
                  </a:lnTo>
                  <a:lnTo>
                    <a:pt x="491353" y="0"/>
                  </a:lnTo>
                  <a:lnTo>
                    <a:pt x="509552" y="0"/>
                  </a:lnTo>
                  <a:lnTo>
                    <a:pt x="52775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l518"/>
            <p:cNvSpPr/>
            <p:nvPr/>
          </p:nvSpPr>
          <p:spPr>
            <a:xfrm>
              <a:off x="8093809" y="4324552"/>
              <a:ext cx="373175" cy="373175"/>
            </a:xfrm>
            <a:custGeom>
              <a:avLst/>
              <a:pathLst>
                <a:path w="373175" h="373175">
                  <a:moveTo>
                    <a:pt x="0" y="0"/>
                  </a:moveTo>
                  <a:lnTo>
                    <a:pt x="12868" y="12868"/>
                  </a:lnTo>
                  <a:lnTo>
                    <a:pt x="25736" y="25736"/>
                  </a:lnTo>
                  <a:lnTo>
                    <a:pt x="38604" y="38604"/>
                  </a:lnTo>
                  <a:lnTo>
                    <a:pt x="51472" y="51472"/>
                  </a:lnTo>
                  <a:lnTo>
                    <a:pt x="64340" y="64340"/>
                  </a:lnTo>
                  <a:lnTo>
                    <a:pt x="77208" y="77208"/>
                  </a:lnTo>
                  <a:lnTo>
                    <a:pt x="90076" y="90076"/>
                  </a:lnTo>
                  <a:lnTo>
                    <a:pt x="102945" y="102945"/>
                  </a:lnTo>
                  <a:lnTo>
                    <a:pt x="115813" y="115813"/>
                  </a:lnTo>
                  <a:lnTo>
                    <a:pt x="128681" y="128681"/>
                  </a:lnTo>
                  <a:lnTo>
                    <a:pt x="141549" y="141549"/>
                  </a:lnTo>
                  <a:lnTo>
                    <a:pt x="154417" y="154417"/>
                  </a:lnTo>
                  <a:lnTo>
                    <a:pt x="167285" y="167285"/>
                  </a:lnTo>
                  <a:lnTo>
                    <a:pt x="180153" y="180153"/>
                  </a:lnTo>
                  <a:lnTo>
                    <a:pt x="193022" y="193022"/>
                  </a:lnTo>
                  <a:lnTo>
                    <a:pt x="205890" y="205890"/>
                  </a:lnTo>
                  <a:lnTo>
                    <a:pt x="218758" y="218758"/>
                  </a:lnTo>
                  <a:lnTo>
                    <a:pt x="231626" y="231626"/>
                  </a:lnTo>
                  <a:lnTo>
                    <a:pt x="244494" y="244494"/>
                  </a:lnTo>
                  <a:lnTo>
                    <a:pt x="257362" y="257362"/>
                  </a:lnTo>
                  <a:lnTo>
                    <a:pt x="270230" y="270230"/>
                  </a:lnTo>
                  <a:lnTo>
                    <a:pt x="283098" y="283098"/>
                  </a:lnTo>
                  <a:lnTo>
                    <a:pt x="295967" y="295967"/>
                  </a:lnTo>
                  <a:lnTo>
                    <a:pt x="308835" y="308835"/>
                  </a:lnTo>
                  <a:lnTo>
                    <a:pt x="321703" y="321703"/>
                  </a:lnTo>
                  <a:lnTo>
                    <a:pt x="334571" y="334571"/>
                  </a:lnTo>
                  <a:lnTo>
                    <a:pt x="347439" y="347439"/>
                  </a:lnTo>
                  <a:lnTo>
                    <a:pt x="360307" y="360307"/>
                  </a:lnTo>
                  <a:lnTo>
                    <a:pt x="373175" y="37317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l519"/>
            <p:cNvSpPr/>
            <p:nvPr/>
          </p:nvSpPr>
          <p:spPr>
            <a:xfrm>
              <a:off x="8093809" y="4324552"/>
              <a:ext cx="0" cy="527750"/>
            </a:xfrm>
            <a:custGeom>
              <a:avLst/>
              <a:pathLst>
                <a:path w="0" h="527750">
                  <a:moveTo>
                    <a:pt x="0" y="0"/>
                  </a:moveTo>
                  <a:lnTo>
                    <a:pt x="0" y="18198"/>
                  </a:lnTo>
                  <a:lnTo>
                    <a:pt x="0" y="36396"/>
                  </a:lnTo>
                  <a:lnTo>
                    <a:pt x="0" y="54594"/>
                  </a:lnTo>
                  <a:lnTo>
                    <a:pt x="0" y="72793"/>
                  </a:lnTo>
                  <a:lnTo>
                    <a:pt x="0" y="90991"/>
                  </a:lnTo>
                  <a:lnTo>
                    <a:pt x="0" y="109189"/>
                  </a:lnTo>
                  <a:lnTo>
                    <a:pt x="0" y="127388"/>
                  </a:lnTo>
                  <a:lnTo>
                    <a:pt x="0" y="145586"/>
                  </a:lnTo>
                  <a:lnTo>
                    <a:pt x="0" y="163784"/>
                  </a:lnTo>
                  <a:lnTo>
                    <a:pt x="0" y="181982"/>
                  </a:lnTo>
                  <a:lnTo>
                    <a:pt x="0" y="200181"/>
                  </a:lnTo>
                  <a:lnTo>
                    <a:pt x="0" y="218379"/>
                  </a:lnTo>
                  <a:lnTo>
                    <a:pt x="0" y="236577"/>
                  </a:lnTo>
                  <a:lnTo>
                    <a:pt x="0" y="254776"/>
                  </a:lnTo>
                  <a:lnTo>
                    <a:pt x="0" y="272974"/>
                  </a:lnTo>
                  <a:lnTo>
                    <a:pt x="0" y="291172"/>
                  </a:lnTo>
                  <a:lnTo>
                    <a:pt x="0" y="309370"/>
                  </a:lnTo>
                  <a:lnTo>
                    <a:pt x="0" y="327569"/>
                  </a:lnTo>
                  <a:lnTo>
                    <a:pt x="0" y="345767"/>
                  </a:lnTo>
                  <a:lnTo>
                    <a:pt x="0" y="363965"/>
                  </a:lnTo>
                  <a:lnTo>
                    <a:pt x="0" y="382164"/>
                  </a:lnTo>
                  <a:lnTo>
                    <a:pt x="0" y="400362"/>
                  </a:lnTo>
                  <a:lnTo>
                    <a:pt x="0" y="418560"/>
                  </a:lnTo>
                  <a:lnTo>
                    <a:pt x="0" y="436758"/>
                  </a:lnTo>
                  <a:lnTo>
                    <a:pt x="0" y="454957"/>
                  </a:lnTo>
                  <a:lnTo>
                    <a:pt x="0" y="473155"/>
                  </a:lnTo>
                  <a:lnTo>
                    <a:pt x="0" y="491353"/>
                  </a:lnTo>
                  <a:lnTo>
                    <a:pt x="0" y="509552"/>
                  </a:lnTo>
                  <a:lnTo>
                    <a:pt x="0" y="52775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l520"/>
            <p:cNvSpPr/>
            <p:nvPr/>
          </p:nvSpPr>
          <p:spPr>
            <a:xfrm>
              <a:off x="7720633" y="4324552"/>
              <a:ext cx="373175" cy="373175"/>
            </a:xfrm>
            <a:custGeom>
              <a:avLst/>
              <a:pathLst>
                <a:path w="373175" h="373175">
                  <a:moveTo>
                    <a:pt x="373175" y="0"/>
                  </a:moveTo>
                  <a:lnTo>
                    <a:pt x="360307" y="12868"/>
                  </a:lnTo>
                  <a:lnTo>
                    <a:pt x="347439" y="25736"/>
                  </a:lnTo>
                  <a:lnTo>
                    <a:pt x="334571" y="38604"/>
                  </a:lnTo>
                  <a:lnTo>
                    <a:pt x="321703" y="51472"/>
                  </a:lnTo>
                  <a:lnTo>
                    <a:pt x="308835" y="64340"/>
                  </a:lnTo>
                  <a:lnTo>
                    <a:pt x="295967" y="77208"/>
                  </a:lnTo>
                  <a:lnTo>
                    <a:pt x="283098" y="90076"/>
                  </a:lnTo>
                  <a:lnTo>
                    <a:pt x="270230" y="102945"/>
                  </a:lnTo>
                  <a:lnTo>
                    <a:pt x="257362" y="115813"/>
                  </a:lnTo>
                  <a:lnTo>
                    <a:pt x="244494" y="128681"/>
                  </a:lnTo>
                  <a:lnTo>
                    <a:pt x="231626" y="141549"/>
                  </a:lnTo>
                  <a:lnTo>
                    <a:pt x="218758" y="154417"/>
                  </a:lnTo>
                  <a:lnTo>
                    <a:pt x="205890" y="167285"/>
                  </a:lnTo>
                  <a:lnTo>
                    <a:pt x="193022" y="180153"/>
                  </a:lnTo>
                  <a:lnTo>
                    <a:pt x="180153" y="193022"/>
                  </a:lnTo>
                  <a:lnTo>
                    <a:pt x="167285" y="205890"/>
                  </a:lnTo>
                  <a:lnTo>
                    <a:pt x="154417" y="218758"/>
                  </a:lnTo>
                  <a:lnTo>
                    <a:pt x="141549" y="231626"/>
                  </a:lnTo>
                  <a:lnTo>
                    <a:pt x="128681" y="244494"/>
                  </a:lnTo>
                  <a:lnTo>
                    <a:pt x="115813" y="257362"/>
                  </a:lnTo>
                  <a:lnTo>
                    <a:pt x="102945" y="270230"/>
                  </a:lnTo>
                  <a:lnTo>
                    <a:pt x="90076" y="283098"/>
                  </a:lnTo>
                  <a:lnTo>
                    <a:pt x="77208" y="295967"/>
                  </a:lnTo>
                  <a:lnTo>
                    <a:pt x="64340" y="308835"/>
                  </a:lnTo>
                  <a:lnTo>
                    <a:pt x="51472" y="321703"/>
                  </a:lnTo>
                  <a:lnTo>
                    <a:pt x="38604" y="334571"/>
                  </a:lnTo>
                  <a:lnTo>
                    <a:pt x="25736" y="347439"/>
                  </a:lnTo>
                  <a:lnTo>
                    <a:pt x="12868" y="360307"/>
                  </a:lnTo>
                  <a:lnTo>
                    <a:pt x="0" y="37317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l521"/>
            <p:cNvSpPr/>
            <p:nvPr/>
          </p:nvSpPr>
          <p:spPr>
            <a:xfrm>
              <a:off x="7566058" y="4324552"/>
              <a:ext cx="527750" cy="0"/>
            </a:xfrm>
            <a:custGeom>
              <a:avLst/>
              <a:pathLst>
                <a:path w="527750" h="0">
                  <a:moveTo>
                    <a:pt x="527750" y="0"/>
                  </a:moveTo>
                  <a:lnTo>
                    <a:pt x="509552" y="0"/>
                  </a:lnTo>
                  <a:lnTo>
                    <a:pt x="491353" y="0"/>
                  </a:lnTo>
                  <a:lnTo>
                    <a:pt x="473155" y="0"/>
                  </a:lnTo>
                  <a:lnTo>
                    <a:pt x="454957" y="0"/>
                  </a:lnTo>
                  <a:lnTo>
                    <a:pt x="436758" y="0"/>
                  </a:lnTo>
                  <a:lnTo>
                    <a:pt x="418560" y="0"/>
                  </a:lnTo>
                  <a:lnTo>
                    <a:pt x="400362" y="0"/>
                  </a:lnTo>
                  <a:lnTo>
                    <a:pt x="382164" y="0"/>
                  </a:lnTo>
                  <a:lnTo>
                    <a:pt x="363965" y="0"/>
                  </a:lnTo>
                  <a:lnTo>
                    <a:pt x="345767" y="0"/>
                  </a:lnTo>
                  <a:lnTo>
                    <a:pt x="327569" y="0"/>
                  </a:lnTo>
                  <a:lnTo>
                    <a:pt x="309370" y="0"/>
                  </a:lnTo>
                  <a:lnTo>
                    <a:pt x="291172" y="0"/>
                  </a:lnTo>
                  <a:lnTo>
                    <a:pt x="272974" y="0"/>
                  </a:lnTo>
                  <a:lnTo>
                    <a:pt x="254776" y="0"/>
                  </a:lnTo>
                  <a:lnTo>
                    <a:pt x="236577" y="0"/>
                  </a:lnTo>
                  <a:lnTo>
                    <a:pt x="218379" y="0"/>
                  </a:lnTo>
                  <a:lnTo>
                    <a:pt x="200181" y="0"/>
                  </a:lnTo>
                  <a:lnTo>
                    <a:pt x="181982" y="0"/>
                  </a:lnTo>
                  <a:lnTo>
                    <a:pt x="163784" y="0"/>
                  </a:lnTo>
                  <a:lnTo>
                    <a:pt x="145586" y="0"/>
                  </a:lnTo>
                  <a:lnTo>
                    <a:pt x="127388" y="0"/>
                  </a:lnTo>
                  <a:lnTo>
                    <a:pt x="109189" y="0"/>
                  </a:lnTo>
                  <a:lnTo>
                    <a:pt x="90991" y="0"/>
                  </a:lnTo>
                  <a:lnTo>
                    <a:pt x="72793" y="0"/>
                  </a:lnTo>
                  <a:lnTo>
                    <a:pt x="54594" y="0"/>
                  </a:lnTo>
                  <a:lnTo>
                    <a:pt x="36396" y="0"/>
                  </a:lnTo>
                  <a:lnTo>
                    <a:pt x="18198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l522"/>
            <p:cNvSpPr/>
            <p:nvPr/>
          </p:nvSpPr>
          <p:spPr>
            <a:xfrm>
              <a:off x="7720633" y="3951376"/>
              <a:ext cx="373175" cy="373175"/>
            </a:xfrm>
            <a:custGeom>
              <a:avLst/>
              <a:pathLst>
                <a:path w="373175" h="373175">
                  <a:moveTo>
                    <a:pt x="373175" y="373175"/>
                  </a:moveTo>
                  <a:lnTo>
                    <a:pt x="360307" y="360307"/>
                  </a:lnTo>
                  <a:lnTo>
                    <a:pt x="347439" y="347439"/>
                  </a:lnTo>
                  <a:lnTo>
                    <a:pt x="334571" y="334571"/>
                  </a:lnTo>
                  <a:lnTo>
                    <a:pt x="321703" y="321703"/>
                  </a:lnTo>
                  <a:lnTo>
                    <a:pt x="308835" y="308835"/>
                  </a:lnTo>
                  <a:lnTo>
                    <a:pt x="295967" y="295967"/>
                  </a:lnTo>
                  <a:lnTo>
                    <a:pt x="283098" y="283098"/>
                  </a:lnTo>
                  <a:lnTo>
                    <a:pt x="270230" y="270230"/>
                  </a:lnTo>
                  <a:lnTo>
                    <a:pt x="257362" y="257362"/>
                  </a:lnTo>
                  <a:lnTo>
                    <a:pt x="244494" y="244494"/>
                  </a:lnTo>
                  <a:lnTo>
                    <a:pt x="231626" y="231626"/>
                  </a:lnTo>
                  <a:lnTo>
                    <a:pt x="218758" y="218758"/>
                  </a:lnTo>
                  <a:lnTo>
                    <a:pt x="205890" y="205890"/>
                  </a:lnTo>
                  <a:lnTo>
                    <a:pt x="193022" y="193022"/>
                  </a:lnTo>
                  <a:lnTo>
                    <a:pt x="180153" y="180153"/>
                  </a:lnTo>
                  <a:lnTo>
                    <a:pt x="167285" y="167285"/>
                  </a:lnTo>
                  <a:lnTo>
                    <a:pt x="154417" y="154417"/>
                  </a:lnTo>
                  <a:lnTo>
                    <a:pt x="141549" y="141549"/>
                  </a:lnTo>
                  <a:lnTo>
                    <a:pt x="128681" y="128681"/>
                  </a:lnTo>
                  <a:lnTo>
                    <a:pt x="115813" y="115813"/>
                  </a:lnTo>
                  <a:lnTo>
                    <a:pt x="102945" y="102945"/>
                  </a:lnTo>
                  <a:lnTo>
                    <a:pt x="90076" y="90076"/>
                  </a:lnTo>
                  <a:lnTo>
                    <a:pt x="77208" y="77208"/>
                  </a:lnTo>
                  <a:lnTo>
                    <a:pt x="64340" y="64340"/>
                  </a:lnTo>
                  <a:lnTo>
                    <a:pt x="51472" y="51472"/>
                  </a:lnTo>
                  <a:lnTo>
                    <a:pt x="38604" y="38604"/>
                  </a:lnTo>
                  <a:lnTo>
                    <a:pt x="25736" y="25736"/>
                  </a:lnTo>
                  <a:lnTo>
                    <a:pt x="12868" y="12868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tx523"/>
            <p:cNvSpPr/>
            <p:nvPr/>
          </p:nvSpPr>
          <p:spPr>
            <a:xfrm>
              <a:off x="7961823" y="3689798"/>
              <a:ext cx="263971" cy="79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524" name="tx524"/>
            <p:cNvSpPr/>
            <p:nvPr/>
          </p:nvSpPr>
          <p:spPr>
            <a:xfrm>
              <a:off x="8279626" y="3863589"/>
              <a:ext cx="468011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525" name="tx525"/>
            <p:cNvSpPr/>
            <p:nvPr/>
          </p:nvSpPr>
          <p:spPr>
            <a:xfrm>
              <a:off x="8579525" y="4283675"/>
              <a:ext cx="216005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526" name="tx526"/>
            <p:cNvSpPr/>
            <p:nvPr/>
          </p:nvSpPr>
          <p:spPr>
            <a:xfrm>
              <a:off x="8270560" y="4701284"/>
              <a:ext cx="48614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527" name="tx527"/>
            <p:cNvSpPr/>
            <p:nvPr/>
          </p:nvSpPr>
          <p:spPr>
            <a:xfrm>
              <a:off x="7952757" y="4875180"/>
              <a:ext cx="28210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528" name="tx528"/>
            <p:cNvSpPr/>
            <p:nvPr/>
          </p:nvSpPr>
          <p:spPr>
            <a:xfrm>
              <a:off x="7421953" y="4701284"/>
              <a:ext cx="504065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529" name="tx529"/>
            <p:cNvSpPr/>
            <p:nvPr/>
          </p:nvSpPr>
          <p:spPr>
            <a:xfrm>
              <a:off x="7377144" y="4283675"/>
              <a:ext cx="245891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530" name="tx530"/>
            <p:cNvSpPr/>
            <p:nvPr/>
          </p:nvSpPr>
          <p:spPr>
            <a:xfrm>
              <a:off x="7431019" y="3863589"/>
              <a:ext cx="485933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531" name="tx531"/>
            <p:cNvSpPr/>
            <p:nvPr/>
          </p:nvSpPr>
          <p:spPr>
            <a:xfrm>
              <a:off x="7193561" y="4028706"/>
              <a:ext cx="177930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532" name="tx532"/>
            <p:cNvSpPr/>
            <p:nvPr/>
          </p:nvSpPr>
          <p:spPr>
            <a:xfrm>
              <a:off x="7144119" y="3764831"/>
              <a:ext cx="227372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533" name="rc533"/>
            <p:cNvSpPr/>
            <p:nvPr/>
          </p:nvSpPr>
          <p:spPr>
            <a:xfrm>
              <a:off x="69589" y="5108705"/>
              <a:ext cx="2251205" cy="19790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534" name="rc534"/>
            <p:cNvSpPr/>
            <p:nvPr/>
          </p:nvSpPr>
          <p:spPr>
            <a:xfrm>
              <a:off x="69589" y="5306611"/>
              <a:ext cx="2251205" cy="14817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5" name="rc535"/>
            <p:cNvSpPr/>
            <p:nvPr/>
          </p:nvSpPr>
          <p:spPr>
            <a:xfrm>
              <a:off x="397549" y="5108705"/>
              <a:ext cx="1885287" cy="197906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6" name="tx536"/>
            <p:cNvSpPr/>
            <p:nvPr/>
          </p:nvSpPr>
          <p:spPr>
            <a:xfrm>
              <a:off x="846251" y="5149352"/>
              <a:ext cx="987882" cy="1116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Ciconiiformes</a:t>
              </a:r>
            </a:p>
          </p:txBody>
        </p:sp>
        <p:sp>
          <p:nvSpPr>
            <p:cNvPr id="537" name="rc537"/>
            <p:cNvSpPr/>
            <p:nvPr/>
          </p:nvSpPr>
          <p:spPr>
            <a:xfrm>
              <a:off x="680504" y="5344569"/>
              <a:ext cx="1319376" cy="13193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8" name="pl538"/>
            <p:cNvSpPr/>
            <p:nvPr/>
          </p:nvSpPr>
          <p:spPr>
            <a:xfrm>
              <a:off x="1340192" y="5410538"/>
              <a:ext cx="0" cy="593719"/>
            </a:xfrm>
            <a:custGeom>
              <a:avLst/>
              <a:pathLst>
                <a:path w="0" h="593719">
                  <a:moveTo>
                    <a:pt x="0" y="593719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39" name="pl539"/>
            <p:cNvSpPr/>
            <p:nvPr/>
          </p:nvSpPr>
          <p:spPr>
            <a:xfrm>
              <a:off x="1340192" y="5584434"/>
              <a:ext cx="419822" cy="419822"/>
            </a:xfrm>
            <a:custGeom>
              <a:avLst/>
              <a:pathLst>
                <a:path w="419822" h="419822">
                  <a:moveTo>
                    <a:pt x="0" y="419822"/>
                  </a:moveTo>
                  <a:lnTo>
                    <a:pt x="419822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0" name="pl540"/>
            <p:cNvSpPr/>
            <p:nvPr/>
          </p:nvSpPr>
          <p:spPr>
            <a:xfrm>
              <a:off x="1340192" y="6004257"/>
              <a:ext cx="593719" cy="0"/>
            </a:xfrm>
            <a:custGeom>
              <a:avLst/>
              <a:pathLst>
                <a:path w="593719" h="0">
                  <a:moveTo>
                    <a:pt x="0" y="0"/>
                  </a:moveTo>
                  <a:lnTo>
                    <a:pt x="59371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1" name="pl541"/>
            <p:cNvSpPr/>
            <p:nvPr/>
          </p:nvSpPr>
          <p:spPr>
            <a:xfrm>
              <a:off x="1340192" y="6004257"/>
              <a:ext cx="419822" cy="419822"/>
            </a:xfrm>
            <a:custGeom>
              <a:avLst/>
              <a:pathLst>
                <a:path w="419822" h="419822">
                  <a:moveTo>
                    <a:pt x="0" y="0"/>
                  </a:moveTo>
                  <a:lnTo>
                    <a:pt x="419822" y="419822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2" name="pl542"/>
            <p:cNvSpPr/>
            <p:nvPr/>
          </p:nvSpPr>
          <p:spPr>
            <a:xfrm>
              <a:off x="1340192" y="6004257"/>
              <a:ext cx="0" cy="593719"/>
            </a:xfrm>
            <a:custGeom>
              <a:avLst/>
              <a:pathLst>
                <a:path w="0" h="593719">
                  <a:moveTo>
                    <a:pt x="0" y="0"/>
                  </a:moveTo>
                  <a:lnTo>
                    <a:pt x="0" y="593719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3" name="pl543"/>
            <p:cNvSpPr/>
            <p:nvPr/>
          </p:nvSpPr>
          <p:spPr>
            <a:xfrm>
              <a:off x="920370" y="6004257"/>
              <a:ext cx="419822" cy="419822"/>
            </a:xfrm>
            <a:custGeom>
              <a:avLst/>
              <a:pathLst>
                <a:path w="419822" h="419822">
                  <a:moveTo>
                    <a:pt x="419822" y="0"/>
                  </a:moveTo>
                  <a:lnTo>
                    <a:pt x="0" y="419822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4" name="pl544"/>
            <p:cNvSpPr/>
            <p:nvPr/>
          </p:nvSpPr>
          <p:spPr>
            <a:xfrm>
              <a:off x="746473" y="6004257"/>
              <a:ext cx="593719" cy="0"/>
            </a:xfrm>
            <a:custGeom>
              <a:avLst/>
              <a:pathLst>
                <a:path w="593719" h="0">
                  <a:moveTo>
                    <a:pt x="593719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5" name="pl545"/>
            <p:cNvSpPr/>
            <p:nvPr/>
          </p:nvSpPr>
          <p:spPr>
            <a:xfrm>
              <a:off x="920370" y="5584434"/>
              <a:ext cx="419822" cy="419822"/>
            </a:xfrm>
            <a:custGeom>
              <a:avLst/>
              <a:pathLst>
                <a:path w="419822" h="419822">
                  <a:moveTo>
                    <a:pt x="419822" y="419822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6" name="pl546"/>
            <p:cNvSpPr/>
            <p:nvPr/>
          </p:nvSpPr>
          <p:spPr>
            <a:xfrm>
              <a:off x="1076350" y="5740382"/>
              <a:ext cx="527683" cy="527617"/>
            </a:xfrm>
            <a:custGeom>
              <a:avLst/>
              <a:pathLst>
                <a:path w="527683" h="527617">
                  <a:moveTo>
                    <a:pt x="263841" y="0"/>
                  </a:moveTo>
                  <a:lnTo>
                    <a:pt x="280577" y="531"/>
                  </a:lnTo>
                  <a:lnTo>
                    <a:pt x="297246" y="2122"/>
                  </a:lnTo>
                  <a:lnTo>
                    <a:pt x="313780" y="4768"/>
                  </a:lnTo>
                  <a:lnTo>
                    <a:pt x="330113" y="8457"/>
                  </a:lnTo>
                  <a:lnTo>
                    <a:pt x="346179" y="13174"/>
                  </a:lnTo>
                  <a:lnTo>
                    <a:pt x="361914" y="18901"/>
                  </a:lnTo>
                  <a:lnTo>
                    <a:pt x="377254" y="25615"/>
                  </a:lnTo>
                  <a:lnTo>
                    <a:pt x="392137" y="33288"/>
                  </a:lnTo>
                  <a:lnTo>
                    <a:pt x="406503" y="41889"/>
                  </a:lnTo>
                  <a:lnTo>
                    <a:pt x="420295" y="51384"/>
                  </a:lnTo>
                  <a:lnTo>
                    <a:pt x="433457" y="61735"/>
                  </a:lnTo>
                  <a:lnTo>
                    <a:pt x="445936" y="72899"/>
                  </a:lnTo>
                  <a:lnTo>
                    <a:pt x="457682" y="84833"/>
                  </a:lnTo>
                  <a:lnTo>
                    <a:pt x="468647" y="97487"/>
                  </a:lnTo>
                  <a:lnTo>
                    <a:pt x="478788" y="110812"/>
                  </a:lnTo>
                  <a:lnTo>
                    <a:pt x="488063" y="124753"/>
                  </a:lnTo>
                  <a:lnTo>
                    <a:pt x="496435" y="139254"/>
                  </a:lnTo>
                  <a:lnTo>
                    <a:pt x="503871" y="154257"/>
                  </a:lnTo>
                  <a:lnTo>
                    <a:pt x="510340" y="169701"/>
                  </a:lnTo>
                  <a:lnTo>
                    <a:pt x="515817" y="185525"/>
                  </a:lnTo>
                  <a:lnTo>
                    <a:pt x="520278" y="201664"/>
                  </a:lnTo>
                  <a:lnTo>
                    <a:pt x="523708" y="218053"/>
                  </a:lnTo>
                  <a:lnTo>
                    <a:pt x="526091" y="234627"/>
                  </a:lnTo>
                  <a:lnTo>
                    <a:pt x="527418" y="251319"/>
                  </a:lnTo>
                  <a:lnTo>
                    <a:pt x="527683" y="268061"/>
                  </a:lnTo>
                  <a:lnTo>
                    <a:pt x="526887" y="284787"/>
                  </a:lnTo>
                  <a:lnTo>
                    <a:pt x="525031" y="301428"/>
                  </a:lnTo>
                  <a:lnTo>
                    <a:pt x="522123" y="317918"/>
                  </a:lnTo>
                  <a:lnTo>
                    <a:pt x="518176" y="334191"/>
                  </a:lnTo>
                  <a:lnTo>
                    <a:pt x="513204" y="350180"/>
                  </a:lnTo>
                  <a:lnTo>
                    <a:pt x="507228" y="365822"/>
                  </a:lnTo>
                  <a:lnTo>
                    <a:pt x="500272" y="381053"/>
                  </a:lnTo>
                  <a:lnTo>
                    <a:pt x="492364" y="395812"/>
                  </a:lnTo>
                  <a:lnTo>
                    <a:pt x="483536" y="410040"/>
                  </a:lnTo>
                  <a:lnTo>
                    <a:pt x="473823" y="423680"/>
                  </a:lnTo>
                  <a:lnTo>
                    <a:pt x="463265" y="436676"/>
                  </a:lnTo>
                  <a:lnTo>
                    <a:pt x="451904" y="448977"/>
                  </a:lnTo>
                  <a:lnTo>
                    <a:pt x="439785" y="460532"/>
                  </a:lnTo>
                  <a:lnTo>
                    <a:pt x="426958" y="471295"/>
                  </a:lnTo>
                  <a:lnTo>
                    <a:pt x="413475" y="481223"/>
                  </a:lnTo>
                  <a:lnTo>
                    <a:pt x="399388" y="490275"/>
                  </a:lnTo>
                  <a:lnTo>
                    <a:pt x="384756" y="498416"/>
                  </a:lnTo>
                  <a:lnTo>
                    <a:pt x="369637" y="505613"/>
                  </a:lnTo>
                  <a:lnTo>
                    <a:pt x="354092" y="511836"/>
                  </a:lnTo>
                  <a:lnTo>
                    <a:pt x="338184" y="517061"/>
                  </a:lnTo>
                  <a:lnTo>
                    <a:pt x="321976" y="521266"/>
                  </a:lnTo>
                  <a:lnTo>
                    <a:pt x="305534" y="524435"/>
                  </a:lnTo>
                  <a:lnTo>
                    <a:pt x="288924" y="526555"/>
                  </a:lnTo>
                  <a:lnTo>
                    <a:pt x="272214" y="527617"/>
                  </a:lnTo>
                  <a:lnTo>
                    <a:pt x="255469" y="527617"/>
                  </a:lnTo>
                  <a:lnTo>
                    <a:pt x="238759" y="526555"/>
                  </a:lnTo>
                  <a:lnTo>
                    <a:pt x="222149" y="524435"/>
                  </a:lnTo>
                  <a:lnTo>
                    <a:pt x="205707" y="521266"/>
                  </a:lnTo>
                  <a:lnTo>
                    <a:pt x="189499" y="517061"/>
                  </a:lnTo>
                  <a:lnTo>
                    <a:pt x="173591" y="511836"/>
                  </a:lnTo>
                  <a:lnTo>
                    <a:pt x="158046" y="505613"/>
                  </a:lnTo>
                  <a:lnTo>
                    <a:pt x="142927" y="498416"/>
                  </a:lnTo>
                  <a:lnTo>
                    <a:pt x="128295" y="490275"/>
                  </a:lnTo>
                  <a:lnTo>
                    <a:pt x="114208" y="481223"/>
                  </a:lnTo>
                  <a:lnTo>
                    <a:pt x="100725" y="471295"/>
                  </a:lnTo>
                  <a:lnTo>
                    <a:pt x="87898" y="460532"/>
                  </a:lnTo>
                  <a:lnTo>
                    <a:pt x="75779" y="448977"/>
                  </a:lnTo>
                  <a:lnTo>
                    <a:pt x="64418" y="436676"/>
                  </a:lnTo>
                  <a:lnTo>
                    <a:pt x="53860" y="423680"/>
                  </a:lnTo>
                  <a:lnTo>
                    <a:pt x="44147" y="410040"/>
                  </a:lnTo>
                  <a:lnTo>
                    <a:pt x="35319" y="395812"/>
                  </a:lnTo>
                  <a:lnTo>
                    <a:pt x="27411" y="381053"/>
                  </a:lnTo>
                  <a:lnTo>
                    <a:pt x="20455" y="365822"/>
                  </a:lnTo>
                  <a:lnTo>
                    <a:pt x="14479" y="350180"/>
                  </a:lnTo>
                  <a:lnTo>
                    <a:pt x="9507" y="334191"/>
                  </a:lnTo>
                  <a:lnTo>
                    <a:pt x="5560" y="317918"/>
                  </a:lnTo>
                  <a:lnTo>
                    <a:pt x="2652" y="301428"/>
                  </a:lnTo>
                  <a:lnTo>
                    <a:pt x="796" y="284787"/>
                  </a:lnTo>
                  <a:lnTo>
                    <a:pt x="0" y="268061"/>
                  </a:lnTo>
                  <a:lnTo>
                    <a:pt x="265" y="251319"/>
                  </a:lnTo>
                  <a:lnTo>
                    <a:pt x="1592" y="234627"/>
                  </a:lnTo>
                  <a:lnTo>
                    <a:pt x="3975" y="218053"/>
                  </a:lnTo>
                  <a:lnTo>
                    <a:pt x="7405" y="201664"/>
                  </a:lnTo>
                  <a:lnTo>
                    <a:pt x="11866" y="185525"/>
                  </a:lnTo>
                  <a:lnTo>
                    <a:pt x="17343" y="169701"/>
                  </a:lnTo>
                  <a:lnTo>
                    <a:pt x="23812" y="154257"/>
                  </a:lnTo>
                  <a:lnTo>
                    <a:pt x="31248" y="139254"/>
                  </a:lnTo>
                  <a:lnTo>
                    <a:pt x="39620" y="124753"/>
                  </a:lnTo>
                  <a:lnTo>
                    <a:pt x="48895" y="110812"/>
                  </a:lnTo>
                  <a:lnTo>
                    <a:pt x="59036" y="97487"/>
                  </a:lnTo>
                  <a:lnTo>
                    <a:pt x="70001" y="84833"/>
                  </a:lnTo>
                  <a:lnTo>
                    <a:pt x="81747" y="72899"/>
                  </a:lnTo>
                  <a:lnTo>
                    <a:pt x="94226" y="61735"/>
                  </a:lnTo>
                  <a:lnTo>
                    <a:pt x="107388" y="51384"/>
                  </a:lnTo>
                  <a:lnTo>
                    <a:pt x="121180" y="41889"/>
                  </a:lnTo>
                  <a:lnTo>
                    <a:pt x="135546" y="33288"/>
                  </a:lnTo>
                  <a:lnTo>
                    <a:pt x="150429" y="25615"/>
                  </a:lnTo>
                  <a:lnTo>
                    <a:pt x="165769" y="18901"/>
                  </a:lnTo>
                  <a:lnTo>
                    <a:pt x="181504" y="13174"/>
                  </a:lnTo>
                  <a:lnTo>
                    <a:pt x="197570" y="8457"/>
                  </a:lnTo>
                  <a:lnTo>
                    <a:pt x="213903" y="4768"/>
                  </a:lnTo>
                  <a:lnTo>
                    <a:pt x="230437" y="2122"/>
                  </a:lnTo>
                  <a:lnTo>
                    <a:pt x="247105" y="531"/>
                  </a:lnTo>
                  <a:lnTo>
                    <a:pt x="2638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7" name="pl547"/>
            <p:cNvSpPr/>
            <p:nvPr/>
          </p:nvSpPr>
          <p:spPr>
            <a:xfrm>
              <a:off x="812508" y="5476507"/>
              <a:ext cx="1055367" cy="1055235"/>
            </a:xfrm>
            <a:custGeom>
              <a:avLst/>
              <a:pathLst>
                <a:path w="1055367" h="1055235">
                  <a:moveTo>
                    <a:pt x="527683" y="0"/>
                  </a:moveTo>
                  <a:lnTo>
                    <a:pt x="561155" y="1062"/>
                  </a:lnTo>
                  <a:lnTo>
                    <a:pt x="594493" y="4245"/>
                  </a:lnTo>
                  <a:lnTo>
                    <a:pt x="627561" y="9537"/>
                  </a:lnTo>
                  <a:lnTo>
                    <a:pt x="660227" y="16915"/>
                  </a:lnTo>
                  <a:lnTo>
                    <a:pt x="692359" y="26349"/>
                  </a:lnTo>
                  <a:lnTo>
                    <a:pt x="723828" y="37803"/>
                  </a:lnTo>
                  <a:lnTo>
                    <a:pt x="754508" y="51230"/>
                  </a:lnTo>
                  <a:lnTo>
                    <a:pt x="784274" y="66576"/>
                  </a:lnTo>
                  <a:lnTo>
                    <a:pt x="813007" y="83778"/>
                  </a:lnTo>
                  <a:lnTo>
                    <a:pt x="840591" y="102768"/>
                  </a:lnTo>
                  <a:lnTo>
                    <a:pt x="866915" y="123470"/>
                  </a:lnTo>
                  <a:lnTo>
                    <a:pt x="891873" y="145799"/>
                  </a:lnTo>
                  <a:lnTo>
                    <a:pt x="915365" y="169666"/>
                  </a:lnTo>
                  <a:lnTo>
                    <a:pt x="937295" y="194975"/>
                  </a:lnTo>
                  <a:lnTo>
                    <a:pt x="957576" y="221625"/>
                  </a:lnTo>
                  <a:lnTo>
                    <a:pt x="976126" y="249506"/>
                  </a:lnTo>
                  <a:lnTo>
                    <a:pt x="992871" y="278509"/>
                  </a:lnTo>
                  <a:lnTo>
                    <a:pt x="1007742" y="308514"/>
                  </a:lnTo>
                  <a:lnTo>
                    <a:pt x="1020680" y="339403"/>
                  </a:lnTo>
                  <a:lnTo>
                    <a:pt x="1031634" y="371050"/>
                  </a:lnTo>
                  <a:lnTo>
                    <a:pt x="1040557" y="403328"/>
                  </a:lnTo>
                  <a:lnTo>
                    <a:pt x="1047416" y="436107"/>
                  </a:lnTo>
                  <a:lnTo>
                    <a:pt x="1052182" y="469255"/>
                  </a:lnTo>
                  <a:lnTo>
                    <a:pt x="1054836" y="502639"/>
                  </a:lnTo>
                  <a:lnTo>
                    <a:pt x="1055367" y="536123"/>
                  </a:lnTo>
                  <a:lnTo>
                    <a:pt x="1053774" y="569574"/>
                  </a:lnTo>
                  <a:lnTo>
                    <a:pt x="1050062" y="602857"/>
                  </a:lnTo>
                  <a:lnTo>
                    <a:pt x="1044247" y="635837"/>
                  </a:lnTo>
                  <a:lnTo>
                    <a:pt x="1036352" y="668382"/>
                  </a:lnTo>
                  <a:lnTo>
                    <a:pt x="1026408" y="700360"/>
                  </a:lnTo>
                  <a:lnTo>
                    <a:pt x="1014456" y="731644"/>
                  </a:lnTo>
                  <a:lnTo>
                    <a:pt x="1000545" y="762106"/>
                  </a:lnTo>
                  <a:lnTo>
                    <a:pt x="984729" y="791625"/>
                  </a:lnTo>
                  <a:lnTo>
                    <a:pt x="967073" y="820081"/>
                  </a:lnTo>
                  <a:lnTo>
                    <a:pt x="947647" y="847361"/>
                  </a:lnTo>
                  <a:lnTo>
                    <a:pt x="926531" y="873353"/>
                  </a:lnTo>
                  <a:lnTo>
                    <a:pt x="903808" y="897954"/>
                  </a:lnTo>
                  <a:lnTo>
                    <a:pt x="879571" y="921064"/>
                  </a:lnTo>
                  <a:lnTo>
                    <a:pt x="853917" y="942590"/>
                  </a:lnTo>
                  <a:lnTo>
                    <a:pt x="826950" y="962446"/>
                  </a:lnTo>
                  <a:lnTo>
                    <a:pt x="798777" y="980551"/>
                  </a:lnTo>
                  <a:lnTo>
                    <a:pt x="769513" y="996833"/>
                  </a:lnTo>
                  <a:lnTo>
                    <a:pt x="739275" y="1011227"/>
                  </a:lnTo>
                  <a:lnTo>
                    <a:pt x="708185" y="1023673"/>
                  </a:lnTo>
                  <a:lnTo>
                    <a:pt x="676368" y="1034123"/>
                  </a:lnTo>
                  <a:lnTo>
                    <a:pt x="643952" y="1042533"/>
                  </a:lnTo>
                  <a:lnTo>
                    <a:pt x="611069" y="1048871"/>
                  </a:lnTo>
                  <a:lnTo>
                    <a:pt x="577849" y="1053111"/>
                  </a:lnTo>
                  <a:lnTo>
                    <a:pt x="544428" y="1055235"/>
                  </a:lnTo>
                  <a:lnTo>
                    <a:pt x="510939" y="1055235"/>
                  </a:lnTo>
                  <a:lnTo>
                    <a:pt x="477518" y="1053111"/>
                  </a:lnTo>
                  <a:lnTo>
                    <a:pt x="444298" y="1048871"/>
                  </a:lnTo>
                  <a:lnTo>
                    <a:pt x="411415" y="1042533"/>
                  </a:lnTo>
                  <a:lnTo>
                    <a:pt x="378999" y="1034123"/>
                  </a:lnTo>
                  <a:lnTo>
                    <a:pt x="347182" y="1023673"/>
                  </a:lnTo>
                  <a:lnTo>
                    <a:pt x="316092" y="1011227"/>
                  </a:lnTo>
                  <a:lnTo>
                    <a:pt x="285854" y="996833"/>
                  </a:lnTo>
                  <a:lnTo>
                    <a:pt x="256590" y="980551"/>
                  </a:lnTo>
                  <a:lnTo>
                    <a:pt x="228417" y="962446"/>
                  </a:lnTo>
                  <a:lnTo>
                    <a:pt x="201450" y="942590"/>
                  </a:lnTo>
                  <a:lnTo>
                    <a:pt x="175796" y="921064"/>
                  </a:lnTo>
                  <a:lnTo>
                    <a:pt x="151559" y="897954"/>
                  </a:lnTo>
                  <a:lnTo>
                    <a:pt x="128836" y="873353"/>
                  </a:lnTo>
                  <a:lnTo>
                    <a:pt x="107720" y="847361"/>
                  </a:lnTo>
                  <a:lnTo>
                    <a:pt x="88294" y="820081"/>
                  </a:lnTo>
                  <a:lnTo>
                    <a:pt x="70638" y="791625"/>
                  </a:lnTo>
                  <a:lnTo>
                    <a:pt x="54822" y="762106"/>
                  </a:lnTo>
                  <a:lnTo>
                    <a:pt x="40911" y="731644"/>
                  </a:lnTo>
                  <a:lnTo>
                    <a:pt x="28959" y="700360"/>
                  </a:lnTo>
                  <a:lnTo>
                    <a:pt x="19015" y="668382"/>
                  </a:lnTo>
                  <a:lnTo>
                    <a:pt x="11120" y="635837"/>
                  </a:lnTo>
                  <a:lnTo>
                    <a:pt x="5305" y="602857"/>
                  </a:lnTo>
                  <a:lnTo>
                    <a:pt x="1593" y="569574"/>
                  </a:lnTo>
                  <a:lnTo>
                    <a:pt x="0" y="536123"/>
                  </a:lnTo>
                  <a:lnTo>
                    <a:pt x="531" y="502639"/>
                  </a:lnTo>
                  <a:lnTo>
                    <a:pt x="3185" y="469255"/>
                  </a:lnTo>
                  <a:lnTo>
                    <a:pt x="7951" y="436107"/>
                  </a:lnTo>
                  <a:lnTo>
                    <a:pt x="14810" y="403328"/>
                  </a:lnTo>
                  <a:lnTo>
                    <a:pt x="23733" y="371050"/>
                  </a:lnTo>
                  <a:lnTo>
                    <a:pt x="34687" y="339403"/>
                  </a:lnTo>
                  <a:lnTo>
                    <a:pt x="47625" y="308514"/>
                  </a:lnTo>
                  <a:lnTo>
                    <a:pt x="62496" y="278509"/>
                  </a:lnTo>
                  <a:lnTo>
                    <a:pt x="79241" y="249506"/>
                  </a:lnTo>
                  <a:lnTo>
                    <a:pt x="97791" y="221625"/>
                  </a:lnTo>
                  <a:lnTo>
                    <a:pt x="118072" y="194975"/>
                  </a:lnTo>
                  <a:lnTo>
                    <a:pt x="140002" y="169666"/>
                  </a:lnTo>
                  <a:lnTo>
                    <a:pt x="163494" y="145799"/>
                  </a:lnTo>
                  <a:lnTo>
                    <a:pt x="188452" y="123470"/>
                  </a:lnTo>
                  <a:lnTo>
                    <a:pt x="214776" y="102768"/>
                  </a:lnTo>
                  <a:lnTo>
                    <a:pt x="242360" y="83778"/>
                  </a:lnTo>
                  <a:lnTo>
                    <a:pt x="271093" y="66576"/>
                  </a:lnTo>
                  <a:lnTo>
                    <a:pt x="300859" y="51230"/>
                  </a:lnTo>
                  <a:lnTo>
                    <a:pt x="331538" y="37803"/>
                  </a:lnTo>
                  <a:lnTo>
                    <a:pt x="363008" y="26349"/>
                  </a:lnTo>
                  <a:lnTo>
                    <a:pt x="395140" y="16915"/>
                  </a:lnTo>
                  <a:lnTo>
                    <a:pt x="427806" y="9537"/>
                  </a:lnTo>
                  <a:lnTo>
                    <a:pt x="460874" y="4245"/>
                  </a:lnTo>
                  <a:lnTo>
                    <a:pt x="494211" y="1062"/>
                  </a:lnTo>
                  <a:lnTo>
                    <a:pt x="527683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8" name="pl548"/>
            <p:cNvSpPr/>
            <p:nvPr/>
          </p:nvSpPr>
          <p:spPr>
            <a:xfrm>
              <a:off x="746548" y="5410538"/>
              <a:ext cx="1187288" cy="1187139"/>
            </a:xfrm>
            <a:custGeom>
              <a:avLst/>
              <a:pathLst>
                <a:path w="1187288" h="1187139">
                  <a:moveTo>
                    <a:pt x="593644" y="0"/>
                  </a:moveTo>
                  <a:lnTo>
                    <a:pt x="631300" y="1195"/>
                  </a:lnTo>
                  <a:lnTo>
                    <a:pt x="668804" y="4776"/>
                  </a:lnTo>
                  <a:lnTo>
                    <a:pt x="706006" y="10729"/>
                  </a:lnTo>
                  <a:lnTo>
                    <a:pt x="742755" y="19029"/>
                  </a:lnTo>
                  <a:lnTo>
                    <a:pt x="778904" y="29643"/>
                  </a:lnTo>
                  <a:lnTo>
                    <a:pt x="814307" y="42529"/>
                  </a:lnTo>
                  <a:lnTo>
                    <a:pt x="848821" y="57634"/>
                  </a:lnTo>
                  <a:lnTo>
                    <a:pt x="882308" y="74898"/>
                  </a:lnTo>
                  <a:lnTo>
                    <a:pt x="914633" y="94250"/>
                  </a:lnTo>
                  <a:lnTo>
                    <a:pt x="945665" y="115614"/>
                  </a:lnTo>
                  <a:lnTo>
                    <a:pt x="975279" y="138903"/>
                  </a:lnTo>
                  <a:lnTo>
                    <a:pt x="1003357" y="164024"/>
                  </a:lnTo>
                  <a:lnTo>
                    <a:pt x="1029785" y="190875"/>
                  </a:lnTo>
                  <a:lnTo>
                    <a:pt x="1054457" y="219347"/>
                  </a:lnTo>
                  <a:lnTo>
                    <a:pt x="1077273" y="249328"/>
                  </a:lnTo>
                  <a:lnTo>
                    <a:pt x="1098142" y="280695"/>
                  </a:lnTo>
                  <a:lnTo>
                    <a:pt x="1116980" y="313322"/>
                  </a:lnTo>
                  <a:lnTo>
                    <a:pt x="1133710" y="347079"/>
                  </a:lnTo>
                  <a:lnTo>
                    <a:pt x="1148265" y="381829"/>
                  </a:lnTo>
                  <a:lnTo>
                    <a:pt x="1160588" y="417431"/>
                  </a:lnTo>
                  <a:lnTo>
                    <a:pt x="1170627" y="453744"/>
                  </a:lnTo>
                  <a:lnTo>
                    <a:pt x="1178343" y="490620"/>
                  </a:lnTo>
                  <a:lnTo>
                    <a:pt x="1183705" y="527912"/>
                  </a:lnTo>
                  <a:lnTo>
                    <a:pt x="1186691" y="565468"/>
                  </a:lnTo>
                  <a:lnTo>
                    <a:pt x="1187288" y="603139"/>
                  </a:lnTo>
                  <a:lnTo>
                    <a:pt x="1185496" y="640771"/>
                  </a:lnTo>
                  <a:lnTo>
                    <a:pt x="1181320" y="678214"/>
                  </a:lnTo>
                  <a:lnTo>
                    <a:pt x="1174778" y="715316"/>
                  </a:lnTo>
                  <a:lnTo>
                    <a:pt x="1165896" y="751929"/>
                  </a:lnTo>
                  <a:lnTo>
                    <a:pt x="1154709" y="787905"/>
                  </a:lnTo>
                  <a:lnTo>
                    <a:pt x="1141263" y="823099"/>
                  </a:lnTo>
                  <a:lnTo>
                    <a:pt x="1125613" y="857370"/>
                  </a:lnTo>
                  <a:lnTo>
                    <a:pt x="1107820" y="890578"/>
                  </a:lnTo>
                  <a:lnTo>
                    <a:pt x="1087957" y="922592"/>
                  </a:lnTo>
                  <a:lnTo>
                    <a:pt x="1066103" y="953281"/>
                  </a:lnTo>
                  <a:lnTo>
                    <a:pt x="1042347" y="982522"/>
                  </a:lnTo>
                  <a:lnTo>
                    <a:pt x="1016784" y="1010198"/>
                  </a:lnTo>
                  <a:lnTo>
                    <a:pt x="989518" y="1036197"/>
                  </a:lnTo>
                  <a:lnTo>
                    <a:pt x="960657" y="1060414"/>
                  </a:lnTo>
                  <a:lnTo>
                    <a:pt x="930318" y="1082751"/>
                  </a:lnTo>
                  <a:lnTo>
                    <a:pt x="898624" y="1103120"/>
                  </a:lnTo>
                  <a:lnTo>
                    <a:pt x="865702" y="1121437"/>
                  </a:lnTo>
                  <a:lnTo>
                    <a:pt x="831684" y="1137630"/>
                  </a:lnTo>
                  <a:lnTo>
                    <a:pt x="796708" y="1151632"/>
                  </a:lnTo>
                  <a:lnTo>
                    <a:pt x="760914" y="1163388"/>
                  </a:lnTo>
                  <a:lnTo>
                    <a:pt x="724447" y="1172850"/>
                  </a:lnTo>
                  <a:lnTo>
                    <a:pt x="687452" y="1179980"/>
                  </a:lnTo>
                  <a:lnTo>
                    <a:pt x="650081" y="1184750"/>
                  </a:lnTo>
                  <a:lnTo>
                    <a:pt x="612481" y="1187139"/>
                  </a:lnTo>
                  <a:lnTo>
                    <a:pt x="574806" y="1187139"/>
                  </a:lnTo>
                  <a:lnTo>
                    <a:pt x="537207" y="1184750"/>
                  </a:lnTo>
                  <a:lnTo>
                    <a:pt x="499836" y="1179980"/>
                  </a:lnTo>
                  <a:lnTo>
                    <a:pt x="462841" y="1172850"/>
                  </a:lnTo>
                  <a:lnTo>
                    <a:pt x="426374" y="1163388"/>
                  </a:lnTo>
                  <a:lnTo>
                    <a:pt x="390580" y="1151632"/>
                  </a:lnTo>
                  <a:lnTo>
                    <a:pt x="355604" y="1137630"/>
                  </a:lnTo>
                  <a:lnTo>
                    <a:pt x="321586" y="1121437"/>
                  </a:lnTo>
                  <a:lnTo>
                    <a:pt x="288664" y="1103120"/>
                  </a:lnTo>
                  <a:lnTo>
                    <a:pt x="256970" y="1082751"/>
                  </a:lnTo>
                  <a:lnTo>
                    <a:pt x="226631" y="1060414"/>
                  </a:lnTo>
                  <a:lnTo>
                    <a:pt x="197770" y="1036197"/>
                  </a:lnTo>
                  <a:lnTo>
                    <a:pt x="170504" y="1010198"/>
                  </a:lnTo>
                  <a:lnTo>
                    <a:pt x="144941" y="982522"/>
                  </a:lnTo>
                  <a:lnTo>
                    <a:pt x="121185" y="953281"/>
                  </a:lnTo>
                  <a:lnTo>
                    <a:pt x="99331" y="922592"/>
                  </a:lnTo>
                  <a:lnTo>
                    <a:pt x="79468" y="890578"/>
                  </a:lnTo>
                  <a:lnTo>
                    <a:pt x="61675" y="857370"/>
                  </a:lnTo>
                  <a:lnTo>
                    <a:pt x="46025" y="823099"/>
                  </a:lnTo>
                  <a:lnTo>
                    <a:pt x="32579" y="787905"/>
                  </a:lnTo>
                  <a:lnTo>
                    <a:pt x="21392" y="751929"/>
                  </a:lnTo>
                  <a:lnTo>
                    <a:pt x="12510" y="715316"/>
                  </a:lnTo>
                  <a:lnTo>
                    <a:pt x="5968" y="678214"/>
                  </a:lnTo>
                  <a:lnTo>
                    <a:pt x="1792" y="640771"/>
                  </a:lnTo>
                  <a:lnTo>
                    <a:pt x="0" y="603139"/>
                  </a:lnTo>
                  <a:lnTo>
                    <a:pt x="597" y="565468"/>
                  </a:lnTo>
                  <a:lnTo>
                    <a:pt x="3583" y="527912"/>
                  </a:lnTo>
                  <a:lnTo>
                    <a:pt x="8945" y="490620"/>
                  </a:lnTo>
                  <a:lnTo>
                    <a:pt x="16661" y="453744"/>
                  </a:lnTo>
                  <a:lnTo>
                    <a:pt x="26700" y="417431"/>
                  </a:lnTo>
                  <a:lnTo>
                    <a:pt x="39022" y="381829"/>
                  </a:lnTo>
                  <a:lnTo>
                    <a:pt x="53578" y="347079"/>
                  </a:lnTo>
                  <a:lnTo>
                    <a:pt x="70308" y="313322"/>
                  </a:lnTo>
                  <a:lnTo>
                    <a:pt x="89146" y="280695"/>
                  </a:lnTo>
                  <a:lnTo>
                    <a:pt x="110015" y="249328"/>
                  </a:lnTo>
                  <a:lnTo>
                    <a:pt x="132831" y="219347"/>
                  </a:lnTo>
                  <a:lnTo>
                    <a:pt x="157503" y="190875"/>
                  </a:lnTo>
                  <a:lnTo>
                    <a:pt x="183931" y="164024"/>
                  </a:lnTo>
                  <a:lnTo>
                    <a:pt x="212009" y="138903"/>
                  </a:lnTo>
                  <a:lnTo>
                    <a:pt x="241623" y="115614"/>
                  </a:lnTo>
                  <a:lnTo>
                    <a:pt x="272655" y="94250"/>
                  </a:lnTo>
                  <a:lnTo>
                    <a:pt x="304980" y="74898"/>
                  </a:lnTo>
                  <a:lnTo>
                    <a:pt x="338466" y="57634"/>
                  </a:lnTo>
                  <a:lnTo>
                    <a:pt x="372981" y="42529"/>
                  </a:lnTo>
                  <a:lnTo>
                    <a:pt x="408384" y="29643"/>
                  </a:lnTo>
                  <a:lnTo>
                    <a:pt x="444533" y="19029"/>
                  </a:lnTo>
                  <a:lnTo>
                    <a:pt x="481282" y="10729"/>
                  </a:lnTo>
                  <a:lnTo>
                    <a:pt x="518484" y="4776"/>
                  </a:lnTo>
                  <a:lnTo>
                    <a:pt x="555988" y="1195"/>
                  </a:lnTo>
                  <a:lnTo>
                    <a:pt x="59364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1153604" y="5631081"/>
              <a:ext cx="714338" cy="678839"/>
            </a:xfrm>
            <a:custGeom>
              <a:avLst/>
              <a:pathLst>
                <a:path w="714338" h="678839">
                  <a:moveTo>
                    <a:pt x="714338" y="373175"/>
                  </a:moveTo>
                  <a:lnTo>
                    <a:pt x="700389" y="352470"/>
                  </a:lnTo>
                  <a:lnTo>
                    <a:pt x="685650" y="332887"/>
                  </a:lnTo>
                  <a:lnTo>
                    <a:pt x="670190" y="314455"/>
                  </a:lnTo>
                  <a:lnTo>
                    <a:pt x="654076" y="297201"/>
                  </a:lnTo>
                  <a:lnTo>
                    <a:pt x="637379" y="281146"/>
                  </a:lnTo>
                  <a:lnTo>
                    <a:pt x="620169" y="266307"/>
                  </a:lnTo>
                  <a:lnTo>
                    <a:pt x="602517" y="252700"/>
                  </a:lnTo>
                  <a:lnTo>
                    <a:pt x="584493" y="240335"/>
                  </a:lnTo>
                  <a:lnTo>
                    <a:pt x="566168" y="229219"/>
                  </a:lnTo>
                  <a:lnTo>
                    <a:pt x="547615" y="219356"/>
                  </a:lnTo>
                  <a:lnTo>
                    <a:pt x="528903" y="210745"/>
                  </a:lnTo>
                  <a:lnTo>
                    <a:pt x="510103" y="203381"/>
                  </a:lnTo>
                  <a:lnTo>
                    <a:pt x="491284" y="197259"/>
                  </a:lnTo>
                  <a:lnTo>
                    <a:pt x="472517" y="192365"/>
                  </a:lnTo>
                  <a:lnTo>
                    <a:pt x="453867" y="188685"/>
                  </a:lnTo>
                  <a:lnTo>
                    <a:pt x="435404" y="186202"/>
                  </a:lnTo>
                  <a:lnTo>
                    <a:pt x="417191" y="184893"/>
                  </a:lnTo>
                  <a:lnTo>
                    <a:pt x="399294" y="184734"/>
                  </a:lnTo>
                  <a:lnTo>
                    <a:pt x="381775" y="185696"/>
                  </a:lnTo>
                  <a:lnTo>
                    <a:pt x="364693" y="187748"/>
                  </a:lnTo>
                  <a:lnTo>
                    <a:pt x="348109" y="190855"/>
                  </a:lnTo>
                  <a:lnTo>
                    <a:pt x="332078" y="194981"/>
                  </a:lnTo>
                  <a:lnTo>
                    <a:pt x="316656" y="200086"/>
                  </a:lnTo>
                  <a:lnTo>
                    <a:pt x="301894" y="206125"/>
                  </a:lnTo>
                  <a:lnTo>
                    <a:pt x="287841" y="213055"/>
                  </a:lnTo>
                  <a:lnTo>
                    <a:pt x="274546" y="220827"/>
                  </a:lnTo>
                  <a:lnTo>
                    <a:pt x="262051" y="229391"/>
                  </a:lnTo>
                  <a:lnTo>
                    <a:pt x="250399" y="238694"/>
                  </a:lnTo>
                  <a:lnTo>
                    <a:pt x="239629" y="248683"/>
                  </a:lnTo>
                  <a:lnTo>
                    <a:pt x="229774" y="259301"/>
                  </a:lnTo>
                  <a:lnTo>
                    <a:pt x="220869" y="270490"/>
                  </a:lnTo>
                  <a:lnTo>
                    <a:pt x="212941" y="282191"/>
                  </a:lnTo>
                  <a:lnTo>
                    <a:pt x="206018" y="294342"/>
                  </a:lnTo>
                  <a:lnTo>
                    <a:pt x="200121" y="306882"/>
                  </a:lnTo>
                  <a:lnTo>
                    <a:pt x="195270" y="319748"/>
                  </a:lnTo>
                  <a:lnTo>
                    <a:pt x="191481" y="332875"/>
                  </a:lnTo>
                  <a:lnTo>
                    <a:pt x="188765" y="346199"/>
                  </a:lnTo>
                  <a:lnTo>
                    <a:pt x="187132" y="359654"/>
                  </a:lnTo>
                  <a:lnTo>
                    <a:pt x="186587" y="373175"/>
                  </a:lnTo>
                  <a:lnTo>
                    <a:pt x="186992" y="356688"/>
                  </a:lnTo>
                  <a:lnTo>
                    <a:pt x="188206" y="340231"/>
                  </a:lnTo>
                  <a:lnTo>
                    <a:pt x="190227" y="323833"/>
                  </a:lnTo>
                  <a:lnTo>
                    <a:pt x="193054" y="307524"/>
                  </a:lnTo>
                  <a:lnTo>
                    <a:pt x="196682" y="291335"/>
                  </a:lnTo>
                  <a:lnTo>
                    <a:pt x="201107" y="275293"/>
                  </a:lnTo>
                  <a:lnTo>
                    <a:pt x="206324" y="259430"/>
                  </a:lnTo>
                  <a:lnTo>
                    <a:pt x="212327" y="243773"/>
                  </a:lnTo>
                  <a:lnTo>
                    <a:pt x="219109" y="228352"/>
                  </a:lnTo>
                  <a:lnTo>
                    <a:pt x="226660" y="213196"/>
                  </a:lnTo>
                  <a:lnTo>
                    <a:pt x="234973" y="198333"/>
                  </a:lnTo>
                  <a:lnTo>
                    <a:pt x="244037" y="183791"/>
                  </a:lnTo>
                  <a:lnTo>
                    <a:pt x="253840" y="169598"/>
                  </a:lnTo>
                  <a:lnTo>
                    <a:pt x="264372" y="155782"/>
                  </a:lnTo>
                  <a:lnTo>
                    <a:pt x="275619" y="142369"/>
                  </a:lnTo>
                  <a:lnTo>
                    <a:pt x="287568" y="129386"/>
                  </a:lnTo>
                  <a:lnTo>
                    <a:pt x="300204" y="116861"/>
                  </a:lnTo>
                  <a:lnTo>
                    <a:pt x="313511" y="104817"/>
                  </a:lnTo>
                  <a:lnTo>
                    <a:pt x="327474" y="93282"/>
                  </a:lnTo>
                  <a:lnTo>
                    <a:pt x="342075" y="82279"/>
                  </a:lnTo>
                  <a:lnTo>
                    <a:pt x="357296" y="71833"/>
                  </a:lnTo>
                  <a:lnTo>
                    <a:pt x="373119" y="61967"/>
                  </a:lnTo>
                  <a:lnTo>
                    <a:pt x="389523" y="52705"/>
                  </a:lnTo>
                  <a:lnTo>
                    <a:pt x="406489" y="44069"/>
                  </a:lnTo>
                  <a:lnTo>
                    <a:pt x="423996" y="36081"/>
                  </a:lnTo>
                  <a:lnTo>
                    <a:pt x="442022" y="28762"/>
                  </a:lnTo>
                  <a:lnTo>
                    <a:pt x="460544" y="22133"/>
                  </a:lnTo>
                  <a:lnTo>
                    <a:pt x="479539" y="16213"/>
                  </a:lnTo>
                  <a:lnTo>
                    <a:pt x="498983" y="11022"/>
                  </a:lnTo>
                  <a:lnTo>
                    <a:pt x="518852" y="6578"/>
                  </a:lnTo>
                  <a:lnTo>
                    <a:pt x="539121" y="2898"/>
                  </a:lnTo>
                  <a:lnTo>
                    <a:pt x="559763" y="0"/>
                  </a:lnTo>
                  <a:lnTo>
                    <a:pt x="576550" y="27699"/>
                  </a:lnTo>
                  <a:lnTo>
                    <a:pt x="591372" y="56047"/>
                  </a:lnTo>
                  <a:lnTo>
                    <a:pt x="604213" y="84910"/>
                  </a:lnTo>
                  <a:lnTo>
                    <a:pt x="615065" y="114151"/>
                  </a:lnTo>
                  <a:lnTo>
                    <a:pt x="623932" y="143639"/>
                  </a:lnTo>
                  <a:lnTo>
                    <a:pt x="630823" y="173241"/>
                  </a:lnTo>
                  <a:lnTo>
                    <a:pt x="635758" y="202827"/>
                  </a:lnTo>
                  <a:lnTo>
                    <a:pt x="638764" y="232271"/>
                  </a:lnTo>
                  <a:lnTo>
                    <a:pt x="639878" y="261449"/>
                  </a:lnTo>
                  <a:lnTo>
                    <a:pt x="639141" y="290242"/>
                  </a:lnTo>
                  <a:lnTo>
                    <a:pt x="636606" y="318533"/>
                  </a:lnTo>
                  <a:lnTo>
                    <a:pt x="632331" y="346213"/>
                  </a:lnTo>
                  <a:lnTo>
                    <a:pt x="626379" y="373175"/>
                  </a:lnTo>
                  <a:lnTo>
                    <a:pt x="618823" y="399321"/>
                  </a:lnTo>
                  <a:lnTo>
                    <a:pt x="609739" y="424555"/>
                  </a:lnTo>
                  <a:lnTo>
                    <a:pt x="599210" y="448791"/>
                  </a:lnTo>
                  <a:lnTo>
                    <a:pt x="587322" y="471948"/>
                  </a:lnTo>
                  <a:lnTo>
                    <a:pt x="574168" y="493950"/>
                  </a:lnTo>
                  <a:lnTo>
                    <a:pt x="559842" y="514732"/>
                  </a:lnTo>
                  <a:lnTo>
                    <a:pt x="544444" y="534234"/>
                  </a:lnTo>
                  <a:lnTo>
                    <a:pt x="528076" y="552402"/>
                  </a:lnTo>
                  <a:lnTo>
                    <a:pt x="510841" y="569194"/>
                  </a:lnTo>
                  <a:lnTo>
                    <a:pt x="492846" y="584570"/>
                  </a:lnTo>
                  <a:lnTo>
                    <a:pt x="474197" y="598503"/>
                  </a:lnTo>
                  <a:lnTo>
                    <a:pt x="455003" y="610971"/>
                  </a:lnTo>
                  <a:lnTo>
                    <a:pt x="435371" y="621959"/>
                  </a:lnTo>
                  <a:lnTo>
                    <a:pt x="415410" y="631462"/>
                  </a:lnTo>
                  <a:lnTo>
                    <a:pt x="395224" y="639481"/>
                  </a:lnTo>
                  <a:lnTo>
                    <a:pt x="374921" y="646024"/>
                  </a:lnTo>
                  <a:lnTo>
                    <a:pt x="354603" y="651107"/>
                  </a:lnTo>
                  <a:lnTo>
                    <a:pt x="334371" y="654753"/>
                  </a:lnTo>
                  <a:lnTo>
                    <a:pt x="314323" y="656993"/>
                  </a:lnTo>
                  <a:lnTo>
                    <a:pt x="294554" y="657861"/>
                  </a:lnTo>
                  <a:lnTo>
                    <a:pt x="275156" y="657401"/>
                  </a:lnTo>
                  <a:lnTo>
                    <a:pt x="256214" y="655661"/>
                  </a:lnTo>
                  <a:lnTo>
                    <a:pt x="237811" y="652694"/>
                  </a:lnTo>
                  <a:lnTo>
                    <a:pt x="220025" y="648560"/>
                  </a:lnTo>
                  <a:lnTo>
                    <a:pt x="202928" y="643323"/>
                  </a:lnTo>
                  <a:lnTo>
                    <a:pt x="186587" y="637051"/>
                  </a:lnTo>
                  <a:lnTo>
                    <a:pt x="171064" y="629815"/>
                  </a:lnTo>
                  <a:lnTo>
                    <a:pt x="156412" y="621693"/>
                  </a:lnTo>
                  <a:lnTo>
                    <a:pt x="142681" y="612763"/>
                  </a:lnTo>
                  <a:lnTo>
                    <a:pt x="129915" y="603105"/>
                  </a:lnTo>
                  <a:lnTo>
                    <a:pt x="118148" y="592804"/>
                  </a:lnTo>
                  <a:lnTo>
                    <a:pt x="107412" y="581945"/>
                  </a:lnTo>
                  <a:lnTo>
                    <a:pt x="97728" y="570614"/>
                  </a:lnTo>
                  <a:lnTo>
                    <a:pt x="89113" y="558897"/>
                  </a:lnTo>
                  <a:lnTo>
                    <a:pt x="81578" y="546883"/>
                  </a:lnTo>
                  <a:lnTo>
                    <a:pt x="75125" y="534657"/>
                  </a:lnTo>
                  <a:lnTo>
                    <a:pt x="69751" y="522306"/>
                  </a:lnTo>
                  <a:lnTo>
                    <a:pt x="65446" y="509915"/>
                  </a:lnTo>
                  <a:lnTo>
                    <a:pt x="62195" y="497567"/>
                  </a:lnTo>
                  <a:lnTo>
                    <a:pt x="59976" y="485343"/>
                  </a:lnTo>
                  <a:lnTo>
                    <a:pt x="58761" y="473321"/>
                  </a:lnTo>
                  <a:lnTo>
                    <a:pt x="58516" y="461577"/>
                  </a:lnTo>
                  <a:lnTo>
                    <a:pt x="59202" y="450183"/>
                  </a:lnTo>
                  <a:lnTo>
                    <a:pt x="60776" y="439206"/>
                  </a:lnTo>
                  <a:lnTo>
                    <a:pt x="63189" y="428713"/>
                  </a:lnTo>
                  <a:lnTo>
                    <a:pt x="66387" y="418761"/>
                  </a:lnTo>
                  <a:lnTo>
                    <a:pt x="70313" y="409408"/>
                  </a:lnTo>
                  <a:lnTo>
                    <a:pt x="74907" y="400702"/>
                  </a:lnTo>
                  <a:lnTo>
                    <a:pt x="80104" y="392689"/>
                  </a:lnTo>
                  <a:lnTo>
                    <a:pt x="85837" y="385409"/>
                  </a:lnTo>
                  <a:lnTo>
                    <a:pt x="92036" y="378895"/>
                  </a:lnTo>
                  <a:lnTo>
                    <a:pt x="98629" y="373175"/>
                  </a:lnTo>
                  <a:lnTo>
                    <a:pt x="105543" y="368273"/>
                  </a:lnTo>
                  <a:lnTo>
                    <a:pt x="112704" y="364204"/>
                  </a:lnTo>
                  <a:lnTo>
                    <a:pt x="120035" y="360979"/>
                  </a:lnTo>
                  <a:lnTo>
                    <a:pt x="127463" y="358602"/>
                  </a:lnTo>
                  <a:lnTo>
                    <a:pt x="134910" y="357072"/>
                  </a:lnTo>
                  <a:lnTo>
                    <a:pt x="142303" y="356381"/>
                  </a:lnTo>
                  <a:lnTo>
                    <a:pt x="149568" y="356514"/>
                  </a:lnTo>
                  <a:lnTo>
                    <a:pt x="156632" y="357454"/>
                  </a:lnTo>
                  <a:lnTo>
                    <a:pt x="163426" y="359174"/>
                  </a:lnTo>
                  <a:lnTo>
                    <a:pt x="169882" y="361645"/>
                  </a:lnTo>
                  <a:lnTo>
                    <a:pt x="175935" y="364830"/>
                  </a:lnTo>
                  <a:lnTo>
                    <a:pt x="181523" y="368689"/>
                  </a:lnTo>
                  <a:lnTo>
                    <a:pt x="186587" y="373175"/>
                  </a:lnTo>
                  <a:lnTo>
                    <a:pt x="187161" y="387052"/>
                  </a:lnTo>
                  <a:lnTo>
                    <a:pt x="188881" y="400857"/>
                  </a:lnTo>
                  <a:lnTo>
                    <a:pt x="191741" y="414520"/>
                  </a:lnTo>
                  <a:lnTo>
                    <a:pt x="195731" y="427970"/>
                  </a:lnTo>
                  <a:lnTo>
                    <a:pt x="200838" y="441138"/>
                  </a:lnTo>
                  <a:lnTo>
                    <a:pt x="207044" y="453955"/>
                  </a:lnTo>
                  <a:lnTo>
                    <a:pt x="214327" y="466351"/>
                  </a:lnTo>
                  <a:lnTo>
                    <a:pt x="222663" y="478261"/>
                  </a:lnTo>
                  <a:lnTo>
                    <a:pt x="232024" y="489618"/>
                  </a:lnTo>
                  <a:lnTo>
                    <a:pt x="242376" y="500360"/>
                  </a:lnTo>
                  <a:lnTo>
                    <a:pt x="253683" y="510422"/>
                  </a:lnTo>
                  <a:lnTo>
                    <a:pt x="265908" y="519747"/>
                  </a:lnTo>
                  <a:lnTo>
                    <a:pt x="279006" y="528274"/>
                  </a:lnTo>
                  <a:lnTo>
                    <a:pt x="292933" y="535949"/>
                  </a:lnTo>
                  <a:lnTo>
                    <a:pt x="307639" y="542718"/>
                  </a:lnTo>
                  <a:lnTo>
                    <a:pt x="323072" y="548531"/>
                  </a:lnTo>
                  <a:lnTo>
                    <a:pt x="339178" y="553339"/>
                  </a:lnTo>
                  <a:lnTo>
                    <a:pt x="355899" y="557097"/>
                  </a:lnTo>
                  <a:lnTo>
                    <a:pt x="373175" y="559763"/>
                  </a:lnTo>
                  <a:lnTo>
                    <a:pt x="362011" y="570297"/>
                  </a:lnTo>
                  <a:lnTo>
                    <a:pt x="350252" y="580163"/>
                  </a:lnTo>
                  <a:lnTo>
                    <a:pt x="337940" y="589329"/>
                  </a:lnTo>
                  <a:lnTo>
                    <a:pt x="325116" y="597764"/>
                  </a:lnTo>
                  <a:lnTo>
                    <a:pt x="311823" y="605439"/>
                  </a:lnTo>
                  <a:lnTo>
                    <a:pt x="298106" y="612328"/>
                  </a:lnTo>
                  <a:lnTo>
                    <a:pt x="284012" y="618407"/>
                  </a:lnTo>
                  <a:lnTo>
                    <a:pt x="269588" y="623657"/>
                  </a:lnTo>
                  <a:lnTo>
                    <a:pt x="254883" y="628059"/>
                  </a:lnTo>
                  <a:lnTo>
                    <a:pt x="239948" y="631599"/>
                  </a:lnTo>
                  <a:lnTo>
                    <a:pt x="224831" y="634265"/>
                  </a:lnTo>
                  <a:lnTo>
                    <a:pt x="209586" y="636046"/>
                  </a:lnTo>
                  <a:lnTo>
                    <a:pt x="194262" y="636939"/>
                  </a:lnTo>
                  <a:lnTo>
                    <a:pt x="178913" y="636939"/>
                  </a:lnTo>
                  <a:lnTo>
                    <a:pt x="163589" y="636046"/>
                  </a:lnTo>
                  <a:lnTo>
                    <a:pt x="148344" y="634265"/>
                  </a:lnTo>
                  <a:lnTo>
                    <a:pt x="133227" y="631599"/>
                  </a:lnTo>
                  <a:lnTo>
                    <a:pt x="118292" y="628059"/>
                  </a:lnTo>
                  <a:lnTo>
                    <a:pt x="103587" y="623657"/>
                  </a:lnTo>
                  <a:lnTo>
                    <a:pt x="89163" y="618407"/>
                  </a:lnTo>
                  <a:lnTo>
                    <a:pt x="75069" y="612328"/>
                  </a:lnTo>
                  <a:lnTo>
                    <a:pt x="61352" y="605439"/>
                  </a:lnTo>
                  <a:lnTo>
                    <a:pt x="48059" y="597764"/>
                  </a:lnTo>
                  <a:lnTo>
                    <a:pt x="35235" y="589329"/>
                  </a:lnTo>
                  <a:lnTo>
                    <a:pt x="22923" y="580163"/>
                  </a:lnTo>
                  <a:lnTo>
                    <a:pt x="11164" y="570297"/>
                  </a:lnTo>
                  <a:lnTo>
                    <a:pt x="0" y="559763"/>
                  </a:lnTo>
                  <a:lnTo>
                    <a:pt x="2666" y="542487"/>
                  </a:lnTo>
                  <a:lnTo>
                    <a:pt x="6424" y="525766"/>
                  </a:lnTo>
                  <a:lnTo>
                    <a:pt x="11232" y="509660"/>
                  </a:lnTo>
                  <a:lnTo>
                    <a:pt x="17044" y="494227"/>
                  </a:lnTo>
                  <a:lnTo>
                    <a:pt x="23814" y="479521"/>
                  </a:lnTo>
                  <a:lnTo>
                    <a:pt x="31489" y="465594"/>
                  </a:lnTo>
                  <a:lnTo>
                    <a:pt x="40016" y="452496"/>
                  </a:lnTo>
                  <a:lnTo>
                    <a:pt x="49340" y="440271"/>
                  </a:lnTo>
                  <a:lnTo>
                    <a:pt x="59403" y="428964"/>
                  </a:lnTo>
                  <a:lnTo>
                    <a:pt x="70145" y="418612"/>
                  </a:lnTo>
                  <a:lnTo>
                    <a:pt x="81502" y="409251"/>
                  </a:lnTo>
                  <a:lnTo>
                    <a:pt x="93412" y="400915"/>
                  </a:lnTo>
                  <a:lnTo>
                    <a:pt x="105808" y="393631"/>
                  </a:lnTo>
                  <a:lnTo>
                    <a:pt x="118625" y="387426"/>
                  </a:lnTo>
                  <a:lnTo>
                    <a:pt x="131792" y="382319"/>
                  </a:lnTo>
                  <a:lnTo>
                    <a:pt x="145243" y="378329"/>
                  </a:lnTo>
                  <a:lnTo>
                    <a:pt x="158906" y="375469"/>
                  </a:lnTo>
                  <a:lnTo>
                    <a:pt x="172711" y="373749"/>
                  </a:lnTo>
                  <a:lnTo>
                    <a:pt x="186587" y="373175"/>
                  </a:lnTo>
                  <a:lnTo>
                    <a:pt x="177343" y="373685"/>
                  </a:lnTo>
                  <a:lnTo>
                    <a:pt x="168182" y="375212"/>
                  </a:lnTo>
                  <a:lnTo>
                    <a:pt x="159190" y="377747"/>
                  </a:lnTo>
                  <a:lnTo>
                    <a:pt x="150449" y="381274"/>
                  </a:lnTo>
                  <a:lnTo>
                    <a:pt x="142040" y="385772"/>
                  </a:lnTo>
                  <a:lnTo>
                    <a:pt x="134045" y="391213"/>
                  </a:lnTo>
                  <a:lnTo>
                    <a:pt x="126540" y="397565"/>
                  </a:lnTo>
                  <a:lnTo>
                    <a:pt x="119601" y="404787"/>
                  </a:lnTo>
                  <a:lnTo>
                    <a:pt x="113302" y="412836"/>
                  </a:lnTo>
                  <a:lnTo>
                    <a:pt x="107710" y="421661"/>
                  </a:lnTo>
                  <a:lnTo>
                    <a:pt x="102892" y="431208"/>
                  </a:lnTo>
                  <a:lnTo>
                    <a:pt x="98910" y="441418"/>
                  </a:lnTo>
                  <a:lnTo>
                    <a:pt x="95820" y="452225"/>
                  </a:lnTo>
                  <a:lnTo>
                    <a:pt x="93676" y="463561"/>
                  </a:lnTo>
                  <a:lnTo>
                    <a:pt x="92525" y="475354"/>
                  </a:lnTo>
                  <a:lnTo>
                    <a:pt x="92411" y="487527"/>
                  </a:lnTo>
                  <a:lnTo>
                    <a:pt x="93370" y="500002"/>
                  </a:lnTo>
                  <a:lnTo>
                    <a:pt x="95434" y="512696"/>
                  </a:lnTo>
                  <a:lnTo>
                    <a:pt x="98629" y="525524"/>
                  </a:lnTo>
                  <a:lnTo>
                    <a:pt x="102974" y="538399"/>
                  </a:lnTo>
                  <a:lnTo>
                    <a:pt x="108484" y="551233"/>
                  </a:lnTo>
                  <a:lnTo>
                    <a:pt x="115165" y="563936"/>
                  </a:lnTo>
                  <a:lnTo>
                    <a:pt x="123018" y="576418"/>
                  </a:lnTo>
                  <a:lnTo>
                    <a:pt x="132038" y="588586"/>
                  </a:lnTo>
                  <a:lnTo>
                    <a:pt x="142212" y="600351"/>
                  </a:lnTo>
                  <a:lnTo>
                    <a:pt x="153523" y="611622"/>
                  </a:lnTo>
                  <a:lnTo>
                    <a:pt x="165944" y="622309"/>
                  </a:lnTo>
                  <a:lnTo>
                    <a:pt x="179444" y="632323"/>
                  </a:lnTo>
                  <a:lnTo>
                    <a:pt x="193986" y="641578"/>
                  </a:lnTo>
                  <a:lnTo>
                    <a:pt x="209525" y="649990"/>
                  </a:lnTo>
                  <a:lnTo>
                    <a:pt x="226011" y="657477"/>
                  </a:lnTo>
                  <a:lnTo>
                    <a:pt x="243388" y="663961"/>
                  </a:lnTo>
                  <a:lnTo>
                    <a:pt x="261593" y="669366"/>
                  </a:lnTo>
                  <a:lnTo>
                    <a:pt x="280559" y="673621"/>
                  </a:lnTo>
                  <a:lnTo>
                    <a:pt x="300214" y="676659"/>
                  </a:lnTo>
                  <a:lnTo>
                    <a:pt x="320479" y="678417"/>
                  </a:lnTo>
                  <a:lnTo>
                    <a:pt x="341271" y="678839"/>
                  </a:lnTo>
                  <a:lnTo>
                    <a:pt x="362504" y="677872"/>
                  </a:lnTo>
                  <a:lnTo>
                    <a:pt x="384086" y="675470"/>
                  </a:lnTo>
                  <a:lnTo>
                    <a:pt x="405922" y="671591"/>
                  </a:lnTo>
                  <a:lnTo>
                    <a:pt x="427914" y="666203"/>
                  </a:lnTo>
                  <a:lnTo>
                    <a:pt x="449961" y="659275"/>
                  </a:lnTo>
                  <a:lnTo>
                    <a:pt x="471958" y="650788"/>
                  </a:lnTo>
                  <a:lnTo>
                    <a:pt x="493800" y="640727"/>
                  </a:lnTo>
                  <a:lnTo>
                    <a:pt x="515379" y="629084"/>
                  </a:lnTo>
                  <a:lnTo>
                    <a:pt x="536586" y="615859"/>
                  </a:lnTo>
                  <a:lnTo>
                    <a:pt x="557311" y="601058"/>
                  </a:lnTo>
                  <a:lnTo>
                    <a:pt x="577444" y="584697"/>
                  </a:lnTo>
                  <a:lnTo>
                    <a:pt x="596876" y="566795"/>
                  </a:lnTo>
                  <a:lnTo>
                    <a:pt x="615498" y="547384"/>
                  </a:lnTo>
                  <a:lnTo>
                    <a:pt x="633200" y="526498"/>
                  </a:lnTo>
                  <a:lnTo>
                    <a:pt x="649878" y="504181"/>
                  </a:lnTo>
                  <a:lnTo>
                    <a:pt x="665426" y="480486"/>
                  </a:lnTo>
                  <a:lnTo>
                    <a:pt x="679743" y="455468"/>
                  </a:lnTo>
                  <a:lnTo>
                    <a:pt x="692730" y="429195"/>
                  </a:lnTo>
                  <a:lnTo>
                    <a:pt x="704292" y="401738"/>
                  </a:lnTo>
                  <a:close/>
                </a:path>
              </a:pathLst>
            </a:custGeom>
            <a:solidFill>
              <a:srgbClr val="5FCFCF">
                <a:alpha val="25882"/>
              </a:srgbClr>
            </a:solidFill>
            <a:ln w="24933" cap="flat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l550"/>
            <p:cNvSpPr/>
            <p:nvPr/>
          </p:nvSpPr>
          <p:spPr>
            <a:xfrm>
              <a:off x="1153604" y="5631081"/>
              <a:ext cx="714338" cy="561686"/>
            </a:xfrm>
            <a:custGeom>
              <a:avLst/>
              <a:pathLst>
                <a:path w="714338" h="561686">
                  <a:moveTo>
                    <a:pt x="186587" y="373175"/>
                  </a:moveTo>
                  <a:lnTo>
                    <a:pt x="186992" y="356688"/>
                  </a:lnTo>
                  <a:lnTo>
                    <a:pt x="188206" y="340231"/>
                  </a:lnTo>
                  <a:lnTo>
                    <a:pt x="190227" y="323833"/>
                  </a:lnTo>
                  <a:lnTo>
                    <a:pt x="193054" y="307524"/>
                  </a:lnTo>
                  <a:lnTo>
                    <a:pt x="196682" y="291335"/>
                  </a:lnTo>
                  <a:lnTo>
                    <a:pt x="201107" y="275293"/>
                  </a:lnTo>
                  <a:lnTo>
                    <a:pt x="206324" y="259430"/>
                  </a:lnTo>
                  <a:lnTo>
                    <a:pt x="212327" y="243773"/>
                  </a:lnTo>
                  <a:lnTo>
                    <a:pt x="219109" y="228352"/>
                  </a:lnTo>
                  <a:lnTo>
                    <a:pt x="226660" y="213196"/>
                  </a:lnTo>
                  <a:lnTo>
                    <a:pt x="234973" y="198333"/>
                  </a:lnTo>
                  <a:lnTo>
                    <a:pt x="244037" y="183791"/>
                  </a:lnTo>
                  <a:lnTo>
                    <a:pt x="253840" y="169598"/>
                  </a:lnTo>
                  <a:lnTo>
                    <a:pt x="264372" y="155782"/>
                  </a:lnTo>
                  <a:lnTo>
                    <a:pt x="275619" y="142369"/>
                  </a:lnTo>
                  <a:lnTo>
                    <a:pt x="287568" y="129386"/>
                  </a:lnTo>
                  <a:lnTo>
                    <a:pt x="300204" y="116861"/>
                  </a:lnTo>
                  <a:lnTo>
                    <a:pt x="313511" y="104817"/>
                  </a:lnTo>
                  <a:lnTo>
                    <a:pt x="327474" y="93282"/>
                  </a:lnTo>
                  <a:lnTo>
                    <a:pt x="342075" y="82279"/>
                  </a:lnTo>
                  <a:lnTo>
                    <a:pt x="357296" y="71833"/>
                  </a:lnTo>
                  <a:lnTo>
                    <a:pt x="373119" y="61967"/>
                  </a:lnTo>
                  <a:lnTo>
                    <a:pt x="389523" y="52705"/>
                  </a:lnTo>
                  <a:lnTo>
                    <a:pt x="406489" y="44069"/>
                  </a:lnTo>
                  <a:lnTo>
                    <a:pt x="423996" y="36081"/>
                  </a:lnTo>
                  <a:lnTo>
                    <a:pt x="442022" y="28762"/>
                  </a:lnTo>
                  <a:lnTo>
                    <a:pt x="460544" y="22133"/>
                  </a:lnTo>
                  <a:lnTo>
                    <a:pt x="479539" y="16213"/>
                  </a:lnTo>
                  <a:lnTo>
                    <a:pt x="498983" y="11022"/>
                  </a:lnTo>
                  <a:lnTo>
                    <a:pt x="518852" y="6578"/>
                  </a:lnTo>
                  <a:lnTo>
                    <a:pt x="539121" y="2898"/>
                  </a:lnTo>
                  <a:lnTo>
                    <a:pt x="559763" y="0"/>
                  </a:lnTo>
                  <a:lnTo>
                    <a:pt x="572286" y="12958"/>
                  </a:lnTo>
                  <a:lnTo>
                    <a:pt x="584360" y="26336"/>
                  </a:lnTo>
                  <a:lnTo>
                    <a:pt x="595969" y="40118"/>
                  </a:lnTo>
                  <a:lnTo>
                    <a:pt x="607102" y="54289"/>
                  </a:lnTo>
                  <a:lnTo>
                    <a:pt x="617744" y="68832"/>
                  </a:lnTo>
                  <a:lnTo>
                    <a:pt x="627883" y="83730"/>
                  </a:lnTo>
                  <a:lnTo>
                    <a:pt x="637508" y="98965"/>
                  </a:lnTo>
                  <a:lnTo>
                    <a:pt x="646607" y="114520"/>
                  </a:lnTo>
                  <a:lnTo>
                    <a:pt x="655169" y="130376"/>
                  </a:lnTo>
                  <a:lnTo>
                    <a:pt x="663186" y="146515"/>
                  </a:lnTo>
                  <a:lnTo>
                    <a:pt x="670646" y="162919"/>
                  </a:lnTo>
                  <a:lnTo>
                    <a:pt x="677542" y="179568"/>
                  </a:lnTo>
                  <a:lnTo>
                    <a:pt x="683866" y="196443"/>
                  </a:lnTo>
                  <a:lnTo>
                    <a:pt x="689610" y="213523"/>
                  </a:lnTo>
                  <a:lnTo>
                    <a:pt x="694767" y="230790"/>
                  </a:lnTo>
                  <a:lnTo>
                    <a:pt x="699332" y="248223"/>
                  </a:lnTo>
                  <a:lnTo>
                    <a:pt x="703299" y="265801"/>
                  </a:lnTo>
                  <a:lnTo>
                    <a:pt x="706664" y="283505"/>
                  </a:lnTo>
                  <a:lnTo>
                    <a:pt x="709422" y="301313"/>
                  </a:lnTo>
                  <a:lnTo>
                    <a:pt x="711571" y="319205"/>
                  </a:lnTo>
                  <a:lnTo>
                    <a:pt x="713108" y="337160"/>
                  </a:lnTo>
                  <a:lnTo>
                    <a:pt x="714030" y="355157"/>
                  </a:lnTo>
                  <a:lnTo>
                    <a:pt x="714338" y="373175"/>
                  </a:lnTo>
                  <a:lnTo>
                    <a:pt x="702015" y="391584"/>
                  </a:lnTo>
                  <a:lnTo>
                    <a:pt x="689066" y="409113"/>
                  </a:lnTo>
                  <a:lnTo>
                    <a:pt x="675537" y="425743"/>
                  </a:lnTo>
                  <a:lnTo>
                    <a:pt x="661477" y="441454"/>
                  </a:lnTo>
                  <a:lnTo>
                    <a:pt x="646934" y="456231"/>
                  </a:lnTo>
                  <a:lnTo>
                    <a:pt x="631956" y="470059"/>
                  </a:lnTo>
                  <a:lnTo>
                    <a:pt x="616592" y="482928"/>
                  </a:lnTo>
                  <a:lnTo>
                    <a:pt x="600892" y="494826"/>
                  </a:lnTo>
                  <a:lnTo>
                    <a:pt x="584906" y="505749"/>
                  </a:lnTo>
                  <a:lnTo>
                    <a:pt x="568682" y="515689"/>
                  </a:lnTo>
                  <a:lnTo>
                    <a:pt x="552271" y="524646"/>
                  </a:lnTo>
                  <a:lnTo>
                    <a:pt x="535721" y="532619"/>
                  </a:lnTo>
                  <a:lnTo>
                    <a:pt x="519082" y="539610"/>
                  </a:lnTo>
                  <a:lnTo>
                    <a:pt x="502403" y="545623"/>
                  </a:lnTo>
                  <a:lnTo>
                    <a:pt x="485731" y="550665"/>
                  </a:lnTo>
                  <a:lnTo>
                    <a:pt x="469115" y="554745"/>
                  </a:lnTo>
                  <a:lnTo>
                    <a:pt x="452602" y="557873"/>
                  </a:lnTo>
                  <a:lnTo>
                    <a:pt x="436238" y="560062"/>
                  </a:lnTo>
                  <a:lnTo>
                    <a:pt x="420069" y="561327"/>
                  </a:lnTo>
                  <a:lnTo>
                    <a:pt x="404140" y="561686"/>
                  </a:lnTo>
                  <a:lnTo>
                    <a:pt x="388495" y="561158"/>
                  </a:lnTo>
                  <a:lnTo>
                    <a:pt x="373175" y="559763"/>
                  </a:lnTo>
                  <a:lnTo>
                    <a:pt x="355899" y="557097"/>
                  </a:lnTo>
                  <a:lnTo>
                    <a:pt x="339178" y="553339"/>
                  </a:lnTo>
                  <a:lnTo>
                    <a:pt x="323072" y="548531"/>
                  </a:lnTo>
                  <a:lnTo>
                    <a:pt x="307639" y="542718"/>
                  </a:lnTo>
                  <a:lnTo>
                    <a:pt x="292933" y="535949"/>
                  </a:lnTo>
                  <a:lnTo>
                    <a:pt x="279006" y="528274"/>
                  </a:lnTo>
                  <a:lnTo>
                    <a:pt x="265908" y="519747"/>
                  </a:lnTo>
                  <a:lnTo>
                    <a:pt x="253683" y="510422"/>
                  </a:lnTo>
                  <a:lnTo>
                    <a:pt x="242376" y="500360"/>
                  </a:lnTo>
                  <a:lnTo>
                    <a:pt x="232024" y="489618"/>
                  </a:lnTo>
                  <a:lnTo>
                    <a:pt x="222663" y="478261"/>
                  </a:lnTo>
                  <a:lnTo>
                    <a:pt x="214327" y="466351"/>
                  </a:lnTo>
                  <a:lnTo>
                    <a:pt x="207044" y="453955"/>
                  </a:lnTo>
                  <a:lnTo>
                    <a:pt x="200838" y="441138"/>
                  </a:lnTo>
                  <a:lnTo>
                    <a:pt x="195731" y="427970"/>
                  </a:lnTo>
                  <a:lnTo>
                    <a:pt x="191741" y="414520"/>
                  </a:lnTo>
                  <a:lnTo>
                    <a:pt x="188881" y="400857"/>
                  </a:lnTo>
                  <a:lnTo>
                    <a:pt x="187161" y="387052"/>
                  </a:lnTo>
                  <a:lnTo>
                    <a:pt x="186587" y="373175"/>
                  </a:lnTo>
                  <a:lnTo>
                    <a:pt x="186014" y="387052"/>
                  </a:lnTo>
                  <a:lnTo>
                    <a:pt x="184294" y="400857"/>
                  </a:lnTo>
                  <a:lnTo>
                    <a:pt x="181434" y="414520"/>
                  </a:lnTo>
                  <a:lnTo>
                    <a:pt x="177444" y="427970"/>
                  </a:lnTo>
                  <a:lnTo>
                    <a:pt x="172337" y="441138"/>
                  </a:lnTo>
                  <a:lnTo>
                    <a:pt x="166131" y="453955"/>
                  </a:lnTo>
                  <a:lnTo>
                    <a:pt x="158848" y="466351"/>
                  </a:lnTo>
                  <a:lnTo>
                    <a:pt x="150512" y="478261"/>
                  </a:lnTo>
                  <a:lnTo>
                    <a:pt x="141151" y="489618"/>
                  </a:lnTo>
                  <a:lnTo>
                    <a:pt x="130799" y="500360"/>
                  </a:lnTo>
                  <a:lnTo>
                    <a:pt x="119491" y="510422"/>
                  </a:lnTo>
                  <a:lnTo>
                    <a:pt x="107267" y="519747"/>
                  </a:lnTo>
                  <a:lnTo>
                    <a:pt x="94169" y="528274"/>
                  </a:lnTo>
                  <a:lnTo>
                    <a:pt x="80242" y="535949"/>
                  </a:lnTo>
                  <a:lnTo>
                    <a:pt x="65536" y="542718"/>
                  </a:lnTo>
                  <a:lnTo>
                    <a:pt x="50103" y="548531"/>
                  </a:lnTo>
                  <a:lnTo>
                    <a:pt x="33997" y="553339"/>
                  </a:lnTo>
                  <a:lnTo>
                    <a:pt x="17276" y="557097"/>
                  </a:lnTo>
                  <a:lnTo>
                    <a:pt x="0" y="559763"/>
                  </a:lnTo>
                  <a:lnTo>
                    <a:pt x="2666" y="542487"/>
                  </a:lnTo>
                  <a:lnTo>
                    <a:pt x="6424" y="525766"/>
                  </a:lnTo>
                  <a:lnTo>
                    <a:pt x="11232" y="509660"/>
                  </a:lnTo>
                  <a:lnTo>
                    <a:pt x="17044" y="494227"/>
                  </a:lnTo>
                  <a:lnTo>
                    <a:pt x="23814" y="479521"/>
                  </a:lnTo>
                  <a:lnTo>
                    <a:pt x="31489" y="465594"/>
                  </a:lnTo>
                  <a:lnTo>
                    <a:pt x="40016" y="452496"/>
                  </a:lnTo>
                  <a:lnTo>
                    <a:pt x="49340" y="440271"/>
                  </a:lnTo>
                  <a:lnTo>
                    <a:pt x="59403" y="428964"/>
                  </a:lnTo>
                  <a:lnTo>
                    <a:pt x="70145" y="418612"/>
                  </a:lnTo>
                  <a:lnTo>
                    <a:pt x="81502" y="409251"/>
                  </a:lnTo>
                  <a:lnTo>
                    <a:pt x="93412" y="400915"/>
                  </a:lnTo>
                  <a:lnTo>
                    <a:pt x="105808" y="393631"/>
                  </a:lnTo>
                  <a:lnTo>
                    <a:pt x="118625" y="387426"/>
                  </a:lnTo>
                  <a:lnTo>
                    <a:pt x="131792" y="382319"/>
                  </a:lnTo>
                  <a:lnTo>
                    <a:pt x="145243" y="378329"/>
                  </a:lnTo>
                  <a:lnTo>
                    <a:pt x="158906" y="375469"/>
                  </a:lnTo>
                  <a:lnTo>
                    <a:pt x="172711" y="373749"/>
                  </a:lnTo>
                  <a:lnTo>
                    <a:pt x="186587" y="373175"/>
                  </a:lnTo>
                  <a:lnTo>
                    <a:pt x="186587" y="373175"/>
                  </a:lnTo>
                </a:path>
              </a:pathLst>
            </a:custGeom>
            <a:ln w="24933" cap="flat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t551"/>
            <p:cNvSpPr/>
            <p:nvPr/>
          </p:nvSpPr>
          <p:spPr>
            <a:xfrm>
              <a:off x="1836342" y="5972656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t552"/>
            <p:cNvSpPr/>
            <p:nvPr/>
          </p:nvSpPr>
          <p:spPr>
            <a:xfrm>
              <a:off x="1308591" y="5972656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t553"/>
            <p:cNvSpPr/>
            <p:nvPr/>
          </p:nvSpPr>
          <p:spPr>
            <a:xfrm>
              <a:off x="1681767" y="5599480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t554"/>
            <p:cNvSpPr/>
            <p:nvPr/>
          </p:nvSpPr>
          <p:spPr>
            <a:xfrm>
              <a:off x="1308591" y="5972656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t555"/>
            <p:cNvSpPr/>
            <p:nvPr/>
          </p:nvSpPr>
          <p:spPr>
            <a:xfrm>
              <a:off x="1308591" y="5972656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t556"/>
            <p:cNvSpPr/>
            <p:nvPr/>
          </p:nvSpPr>
          <p:spPr>
            <a:xfrm>
              <a:off x="1495179" y="6159244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t557"/>
            <p:cNvSpPr/>
            <p:nvPr/>
          </p:nvSpPr>
          <p:spPr>
            <a:xfrm>
              <a:off x="1122003" y="6159244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t558"/>
            <p:cNvSpPr/>
            <p:nvPr/>
          </p:nvSpPr>
          <p:spPr>
            <a:xfrm>
              <a:off x="1308591" y="5972656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l559"/>
            <p:cNvSpPr/>
            <p:nvPr/>
          </p:nvSpPr>
          <p:spPr>
            <a:xfrm>
              <a:off x="1340192" y="5476507"/>
              <a:ext cx="0" cy="527750"/>
            </a:xfrm>
            <a:custGeom>
              <a:avLst/>
              <a:pathLst>
                <a:path w="0" h="527750">
                  <a:moveTo>
                    <a:pt x="0" y="527750"/>
                  </a:moveTo>
                  <a:lnTo>
                    <a:pt x="0" y="509552"/>
                  </a:lnTo>
                  <a:lnTo>
                    <a:pt x="0" y="491353"/>
                  </a:lnTo>
                  <a:lnTo>
                    <a:pt x="0" y="473155"/>
                  </a:lnTo>
                  <a:lnTo>
                    <a:pt x="0" y="454957"/>
                  </a:lnTo>
                  <a:lnTo>
                    <a:pt x="0" y="436758"/>
                  </a:lnTo>
                  <a:lnTo>
                    <a:pt x="0" y="418560"/>
                  </a:lnTo>
                  <a:lnTo>
                    <a:pt x="0" y="400362"/>
                  </a:lnTo>
                  <a:lnTo>
                    <a:pt x="0" y="382164"/>
                  </a:lnTo>
                  <a:lnTo>
                    <a:pt x="0" y="363965"/>
                  </a:lnTo>
                  <a:lnTo>
                    <a:pt x="0" y="345767"/>
                  </a:lnTo>
                  <a:lnTo>
                    <a:pt x="0" y="327569"/>
                  </a:lnTo>
                  <a:lnTo>
                    <a:pt x="0" y="309370"/>
                  </a:lnTo>
                  <a:lnTo>
                    <a:pt x="0" y="291172"/>
                  </a:lnTo>
                  <a:lnTo>
                    <a:pt x="0" y="272974"/>
                  </a:lnTo>
                  <a:lnTo>
                    <a:pt x="0" y="254776"/>
                  </a:lnTo>
                  <a:lnTo>
                    <a:pt x="0" y="236577"/>
                  </a:lnTo>
                  <a:lnTo>
                    <a:pt x="0" y="218379"/>
                  </a:lnTo>
                  <a:lnTo>
                    <a:pt x="0" y="200181"/>
                  </a:lnTo>
                  <a:lnTo>
                    <a:pt x="0" y="181982"/>
                  </a:lnTo>
                  <a:lnTo>
                    <a:pt x="0" y="163784"/>
                  </a:lnTo>
                  <a:lnTo>
                    <a:pt x="0" y="145586"/>
                  </a:lnTo>
                  <a:lnTo>
                    <a:pt x="0" y="127388"/>
                  </a:lnTo>
                  <a:lnTo>
                    <a:pt x="0" y="109189"/>
                  </a:lnTo>
                  <a:lnTo>
                    <a:pt x="0" y="90991"/>
                  </a:lnTo>
                  <a:lnTo>
                    <a:pt x="0" y="72793"/>
                  </a:lnTo>
                  <a:lnTo>
                    <a:pt x="0" y="54594"/>
                  </a:lnTo>
                  <a:lnTo>
                    <a:pt x="0" y="36396"/>
                  </a:lnTo>
                  <a:lnTo>
                    <a:pt x="0" y="18198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l560"/>
            <p:cNvSpPr/>
            <p:nvPr/>
          </p:nvSpPr>
          <p:spPr>
            <a:xfrm>
              <a:off x="1340192" y="5631081"/>
              <a:ext cx="373175" cy="373175"/>
            </a:xfrm>
            <a:custGeom>
              <a:avLst/>
              <a:pathLst>
                <a:path w="373175" h="373175">
                  <a:moveTo>
                    <a:pt x="0" y="373175"/>
                  </a:moveTo>
                  <a:lnTo>
                    <a:pt x="12868" y="360307"/>
                  </a:lnTo>
                  <a:lnTo>
                    <a:pt x="25736" y="347439"/>
                  </a:lnTo>
                  <a:lnTo>
                    <a:pt x="38604" y="334571"/>
                  </a:lnTo>
                  <a:lnTo>
                    <a:pt x="51472" y="321703"/>
                  </a:lnTo>
                  <a:lnTo>
                    <a:pt x="64340" y="308835"/>
                  </a:lnTo>
                  <a:lnTo>
                    <a:pt x="77208" y="295967"/>
                  </a:lnTo>
                  <a:lnTo>
                    <a:pt x="90076" y="283098"/>
                  </a:lnTo>
                  <a:lnTo>
                    <a:pt x="102945" y="270230"/>
                  </a:lnTo>
                  <a:lnTo>
                    <a:pt x="115813" y="257362"/>
                  </a:lnTo>
                  <a:lnTo>
                    <a:pt x="128681" y="244494"/>
                  </a:lnTo>
                  <a:lnTo>
                    <a:pt x="141549" y="231626"/>
                  </a:lnTo>
                  <a:lnTo>
                    <a:pt x="154417" y="218758"/>
                  </a:lnTo>
                  <a:lnTo>
                    <a:pt x="167285" y="205890"/>
                  </a:lnTo>
                  <a:lnTo>
                    <a:pt x="180153" y="193022"/>
                  </a:lnTo>
                  <a:lnTo>
                    <a:pt x="193022" y="180153"/>
                  </a:lnTo>
                  <a:lnTo>
                    <a:pt x="205890" y="167285"/>
                  </a:lnTo>
                  <a:lnTo>
                    <a:pt x="218758" y="154417"/>
                  </a:lnTo>
                  <a:lnTo>
                    <a:pt x="231626" y="141549"/>
                  </a:lnTo>
                  <a:lnTo>
                    <a:pt x="244494" y="128681"/>
                  </a:lnTo>
                  <a:lnTo>
                    <a:pt x="257362" y="115813"/>
                  </a:lnTo>
                  <a:lnTo>
                    <a:pt x="270230" y="102945"/>
                  </a:lnTo>
                  <a:lnTo>
                    <a:pt x="283098" y="90076"/>
                  </a:lnTo>
                  <a:lnTo>
                    <a:pt x="295967" y="77208"/>
                  </a:lnTo>
                  <a:lnTo>
                    <a:pt x="308835" y="64340"/>
                  </a:lnTo>
                  <a:lnTo>
                    <a:pt x="321703" y="51472"/>
                  </a:lnTo>
                  <a:lnTo>
                    <a:pt x="334571" y="38604"/>
                  </a:lnTo>
                  <a:lnTo>
                    <a:pt x="347439" y="25736"/>
                  </a:lnTo>
                  <a:lnTo>
                    <a:pt x="360307" y="12868"/>
                  </a:lnTo>
                  <a:lnTo>
                    <a:pt x="37317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l561"/>
            <p:cNvSpPr/>
            <p:nvPr/>
          </p:nvSpPr>
          <p:spPr>
            <a:xfrm>
              <a:off x="1340192" y="6004257"/>
              <a:ext cx="527750" cy="0"/>
            </a:xfrm>
            <a:custGeom>
              <a:avLst/>
              <a:pathLst>
                <a:path w="527750" h="0">
                  <a:moveTo>
                    <a:pt x="0" y="0"/>
                  </a:moveTo>
                  <a:lnTo>
                    <a:pt x="18198" y="0"/>
                  </a:lnTo>
                  <a:lnTo>
                    <a:pt x="36396" y="0"/>
                  </a:lnTo>
                  <a:lnTo>
                    <a:pt x="54594" y="0"/>
                  </a:lnTo>
                  <a:lnTo>
                    <a:pt x="72793" y="0"/>
                  </a:lnTo>
                  <a:lnTo>
                    <a:pt x="90991" y="0"/>
                  </a:lnTo>
                  <a:lnTo>
                    <a:pt x="109189" y="0"/>
                  </a:lnTo>
                  <a:lnTo>
                    <a:pt x="127388" y="0"/>
                  </a:lnTo>
                  <a:lnTo>
                    <a:pt x="145586" y="0"/>
                  </a:lnTo>
                  <a:lnTo>
                    <a:pt x="163784" y="0"/>
                  </a:lnTo>
                  <a:lnTo>
                    <a:pt x="181982" y="0"/>
                  </a:lnTo>
                  <a:lnTo>
                    <a:pt x="200181" y="0"/>
                  </a:lnTo>
                  <a:lnTo>
                    <a:pt x="218379" y="0"/>
                  </a:lnTo>
                  <a:lnTo>
                    <a:pt x="236577" y="0"/>
                  </a:lnTo>
                  <a:lnTo>
                    <a:pt x="254776" y="0"/>
                  </a:lnTo>
                  <a:lnTo>
                    <a:pt x="272974" y="0"/>
                  </a:lnTo>
                  <a:lnTo>
                    <a:pt x="291172" y="0"/>
                  </a:lnTo>
                  <a:lnTo>
                    <a:pt x="309370" y="0"/>
                  </a:lnTo>
                  <a:lnTo>
                    <a:pt x="327569" y="0"/>
                  </a:lnTo>
                  <a:lnTo>
                    <a:pt x="345767" y="0"/>
                  </a:lnTo>
                  <a:lnTo>
                    <a:pt x="363965" y="0"/>
                  </a:lnTo>
                  <a:lnTo>
                    <a:pt x="382164" y="0"/>
                  </a:lnTo>
                  <a:lnTo>
                    <a:pt x="400362" y="0"/>
                  </a:lnTo>
                  <a:lnTo>
                    <a:pt x="418560" y="0"/>
                  </a:lnTo>
                  <a:lnTo>
                    <a:pt x="436758" y="0"/>
                  </a:lnTo>
                  <a:lnTo>
                    <a:pt x="454957" y="0"/>
                  </a:lnTo>
                  <a:lnTo>
                    <a:pt x="473155" y="0"/>
                  </a:lnTo>
                  <a:lnTo>
                    <a:pt x="491353" y="0"/>
                  </a:lnTo>
                  <a:lnTo>
                    <a:pt x="509552" y="0"/>
                  </a:lnTo>
                  <a:lnTo>
                    <a:pt x="52775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l562"/>
            <p:cNvSpPr/>
            <p:nvPr/>
          </p:nvSpPr>
          <p:spPr>
            <a:xfrm>
              <a:off x="1340192" y="6004257"/>
              <a:ext cx="373175" cy="373175"/>
            </a:xfrm>
            <a:custGeom>
              <a:avLst/>
              <a:pathLst>
                <a:path w="373175" h="373175">
                  <a:moveTo>
                    <a:pt x="0" y="0"/>
                  </a:moveTo>
                  <a:lnTo>
                    <a:pt x="12868" y="12868"/>
                  </a:lnTo>
                  <a:lnTo>
                    <a:pt x="25736" y="25736"/>
                  </a:lnTo>
                  <a:lnTo>
                    <a:pt x="38604" y="38604"/>
                  </a:lnTo>
                  <a:lnTo>
                    <a:pt x="51472" y="51472"/>
                  </a:lnTo>
                  <a:lnTo>
                    <a:pt x="64340" y="64340"/>
                  </a:lnTo>
                  <a:lnTo>
                    <a:pt x="77208" y="77208"/>
                  </a:lnTo>
                  <a:lnTo>
                    <a:pt x="90076" y="90076"/>
                  </a:lnTo>
                  <a:lnTo>
                    <a:pt x="102945" y="102945"/>
                  </a:lnTo>
                  <a:lnTo>
                    <a:pt x="115813" y="115813"/>
                  </a:lnTo>
                  <a:lnTo>
                    <a:pt x="128681" y="128681"/>
                  </a:lnTo>
                  <a:lnTo>
                    <a:pt x="141549" y="141549"/>
                  </a:lnTo>
                  <a:lnTo>
                    <a:pt x="154417" y="154417"/>
                  </a:lnTo>
                  <a:lnTo>
                    <a:pt x="167285" y="167285"/>
                  </a:lnTo>
                  <a:lnTo>
                    <a:pt x="180153" y="180153"/>
                  </a:lnTo>
                  <a:lnTo>
                    <a:pt x="193022" y="193022"/>
                  </a:lnTo>
                  <a:lnTo>
                    <a:pt x="205890" y="205890"/>
                  </a:lnTo>
                  <a:lnTo>
                    <a:pt x="218758" y="218758"/>
                  </a:lnTo>
                  <a:lnTo>
                    <a:pt x="231626" y="231626"/>
                  </a:lnTo>
                  <a:lnTo>
                    <a:pt x="244494" y="244494"/>
                  </a:lnTo>
                  <a:lnTo>
                    <a:pt x="257362" y="257362"/>
                  </a:lnTo>
                  <a:lnTo>
                    <a:pt x="270230" y="270230"/>
                  </a:lnTo>
                  <a:lnTo>
                    <a:pt x="283098" y="283098"/>
                  </a:lnTo>
                  <a:lnTo>
                    <a:pt x="295967" y="295967"/>
                  </a:lnTo>
                  <a:lnTo>
                    <a:pt x="308835" y="308835"/>
                  </a:lnTo>
                  <a:lnTo>
                    <a:pt x="321703" y="321703"/>
                  </a:lnTo>
                  <a:lnTo>
                    <a:pt x="334571" y="334571"/>
                  </a:lnTo>
                  <a:lnTo>
                    <a:pt x="347439" y="347439"/>
                  </a:lnTo>
                  <a:lnTo>
                    <a:pt x="360307" y="360307"/>
                  </a:lnTo>
                  <a:lnTo>
                    <a:pt x="373175" y="37317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l563"/>
            <p:cNvSpPr/>
            <p:nvPr/>
          </p:nvSpPr>
          <p:spPr>
            <a:xfrm>
              <a:off x="1340192" y="6004257"/>
              <a:ext cx="0" cy="527750"/>
            </a:xfrm>
            <a:custGeom>
              <a:avLst/>
              <a:pathLst>
                <a:path w="0" h="527750">
                  <a:moveTo>
                    <a:pt x="0" y="0"/>
                  </a:moveTo>
                  <a:lnTo>
                    <a:pt x="0" y="18198"/>
                  </a:lnTo>
                  <a:lnTo>
                    <a:pt x="0" y="36396"/>
                  </a:lnTo>
                  <a:lnTo>
                    <a:pt x="0" y="54594"/>
                  </a:lnTo>
                  <a:lnTo>
                    <a:pt x="0" y="72793"/>
                  </a:lnTo>
                  <a:lnTo>
                    <a:pt x="0" y="90991"/>
                  </a:lnTo>
                  <a:lnTo>
                    <a:pt x="0" y="109189"/>
                  </a:lnTo>
                  <a:lnTo>
                    <a:pt x="0" y="127388"/>
                  </a:lnTo>
                  <a:lnTo>
                    <a:pt x="0" y="145586"/>
                  </a:lnTo>
                  <a:lnTo>
                    <a:pt x="0" y="163784"/>
                  </a:lnTo>
                  <a:lnTo>
                    <a:pt x="0" y="181982"/>
                  </a:lnTo>
                  <a:lnTo>
                    <a:pt x="0" y="200181"/>
                  </a:lnTo>
                  <a:lnTo>
                    <a:pt x="0" y="218379"/>
                  </a:lnTo>
                  <a:lnTo>
                    <a:pt x="0" y="236577"/>
                  </a:lnTo>
                  <a:lnTo>
                    <a:pt x="0" y="254776"/>
                  </a:lnTo>
                  <a:lnTo>
                    <a:pt x="0" y="272974"/>
                  </a:lnTo>
                  <a:lnTo>
                    <a:pt x="0" y="291172"/>
                  </a:lnTo>
                  <a:lnTo>
                    <a:pt x="0" y="309370"/>
                  </a:lnTo>
                  <a:lnTo>
                    <a:pt x="0" y="327569"/>
                  </a:lnTo>
                  <a:lnTo>
                    <a:pt x="0" y="345767"/>
                  </a:lnTo>
                  <a:lnTo>
                    <a:pt x="0" y="363965"/>
                  </a:lnTo>
                  <a:lnTo>
                    <a:pt x="0" y="382164"/>
                  </a:lnTo>
                  <a:lnTo>
                    <a:pt x="0" y="400362"/>
                  </a:lnTo>
                  <a:lnTo>
                    <a:pt x="0" y="418560"/>
                  </a:lnTo>
                  <a:lnTo>
                    <a:pt x="0" y="436758"/>
                  </a:lnTo>
                  <a:lnTo>
                    <a:pt x="0" y="454957"/>
                  </a:lnTo>
                  <a:lnTo>
                    <a:pt x="0" y="473155"/>
                  </a:lnTo>
                  <a:lnTo>
                    <a:pt x="0" y="491353"/>
                  </a:lnTo>
                  <a:lnTo>
                    <a:pt x="0" y="509552"/>
                  </a:lnTo>
                  <a:lnTo>
                    <a:pt x="0" y="52775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l564"/>
            <p:cNvSpPr/>
            <p:nvPr/>
          </p:nvSpPr>
          <p:spPr>
            <a:xfrm>
              <a:off x="967017" y="6004257"/>
              <a:ext cx="373175" cy="373175"/>
            </a:xfrm>
            <a:custGeom>
              <a:avLst/>
              <a:pathLst>
                <a:path w="373175" h="373175">
                  <a:moveTo>
                    <a:pt x="373175" y="0"/>
                  </a:moveTo>
                  <a:lnTo>
                    <a:pt x="360307" y="12868"/>
                  </a:lnTo>
                  <a:lnTo>
                    <a:pt x="347439" y="25736"/>
                  </a:lnTo>
                  <a:lnTo>
                    <a:pt x="334571" y="38604"/>
                  </a:lnTo>
                  <a:lnTo>
                    <a:pt x="321703" y="51472"/>
                  </a:lnTo>
                  <a:lnTo>
                    <a:pt x="308835" y="64340"/>
                  </a:lnTo>
                  <a:lnTo>
                    <a:pt x="295967" y="77208"/>
                  </a:lnTo>
                  <a:lnTo>
                    <a:pt x="283098" y="90076"/>
                  </a:lnTo>
                  <a:lnTo>
                    <a:pt x="270230" y="102945"/>
                  </a:lnTo>
                  <a:lnTo>
                    <a:pt x="257362" y="115813"/>
                  </a:lnTo>
                  <a:lnTo>
                    <a:pt x="244494" y="128681"/>
                  </a:lnTo>
                  <a:lnTo>
                    <a:pt x="231626" y="141549"/>
                  </a:lnTo>
                  <a:lnTo>
                    <a:pt x="218758" y="154417"/>
                  </a:lnTo>
                  <a:lnTo>
                    <a:pt x="205890" y="167285"/>
                  </a:lnTo>
                  <a:lnTo>
                    <a:pt x="193022" y="180153"/>
                  </a:lnTo>
                  <a:lnTo>
                    <a:pt x="180153" y="193022"/>
                  </a:lnTo>
                  <a:lnTo>
                    <a:pt x="167285" y="205890"/>
                  </a:lnTo>
                  <a:lnTo>
                    <a:pt x="154417" y="218758"/>
                  </a:lnTo>
                  <a:lnTo>
                    <a:pt x="141549" y="231626"/>
                  </a:lnTo>
                  <a:lnTo>
                    <a:pt x="128681" y="244494"/>
                  </a:lnTo>
                  <a:lnTo>
                    <a:pt x="115813" y="257362"/>
                  </a:lnTo>
                  <a:lnTo>
                    <a:pt x="102945" y="270230"/>
                  </a:lnTo>
                  <a:lnTo>
                    <a:pt x="90076" y="283098"/>
                  </a:lnTo>
                  <a:lnTo>
                    <a:pt x="77208" y="295967"/>
                  </a:lnTo>
                  <a:lnTo>
                    <a:pt x="64340" y="308835"/>
                  </a:lnTo>
                  <a:lnTo>
                    <a:pt x="51472" y="321703"/>
                  </a:lnTo>
                  <a:lnTo>
                    <a:pt x="38604" y="334571"/>
                  </a:lnTo>
                  <a:lnTo>
                    <a:pt x="25736" y="347439"/>
                  </a:lnTo>
                  <a:lnTo>
                    <a:pt x="12868" y="360307"/>
                  </a:lnTo>
                  <a:lnTo>
                    <a:pt x="0" y="37317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l565"/>
            <p:cNvSpPr/>
            <p:nvPr/>
          </p:nvSpPr>
          <p:spPr>
            <a:xfrm>
              <a:off x="812442" y="6004257"/>
              <a:ext cx="527750" cy="0"/>
            </a:xfrm>
            <a:custGeom>
              <a:avLst/>
              <a:pathLst>
                <a:path w="527750" h="0">
                  <a:moveTo>
                    <a:pt x="527750" y="0"/>
                  </a:moveTo>
                  <a:lnTo>
                    <a:pt x="509552" y="0"/>
                  </a:lnTo>
                  <a:lnTo>
                    <a:pt x="491353" y="0"/>
                  </a:lnTo>
                  <a:lnTo>
                    <a:pt x="473155" y="0"/>
                  </a:lnTo>
                  <a:lnTo>
                    <a:pt x="454957" y="0"/>
                  </a:lnTo>
                  <a:lnTo>
                    <a:pt x="436758" y="0"/>
                  </a:lnTo>
                  <a:lnTo>
                    <a:pt x="418560" y="0"/>
                  </a:lnTo>
                  <a:lnTo>
                    <a:pt x="400362" y="0"/>
                  </a:lnTo>
                  <a:lnTo>
                    <a:pt x="382164" y="0"/>
                  </a:lnTo>
                  <a:lnTo>
                    <a:pt x="363965" y="0"/>
                  </a:lnTo>
                  <a:lnTo>
                    <a:pt x="345767" y="0"/>
                  </a:lnTo>
                  <a:lnTo>
                    <a:pt x="327569" y="0"/>
                  </a:lnTo>
                  <a:lnTo>
                    <a:pt x="309370" y="0"/>
                  </a:lnTo>
                  <a:lnTo>
                    <a:pt x="291172" y="0"/>
                  </a:lnTo>
                  <a:lnTo>
                    <a:pt x="272974" y="0"/>
                  </a:lnTo>
                  <a:lnTo>
                    <a:pt x="254776" y="0"/>
                  </a:lnTo>
                  <a:lnTo>
                    <a:pt x="236577" y="0"/>
                  </a:lnTo>
                  <a:lnTo>
                    <a:pt x="218379" y="0"/>
                  </a:lnTo>
                  <a:lnTo>
                    <a:pt x="200181" y="0"/>
                  </a:lnTo>
                  <a:lnTo>
                    <a:pt x="181982" y="0"/>
                  </a:lnTo>
                  <a:lnTo>
                    <a:pt x="163784" y="0"/>
                  </a:lnTo>
                  <a:lnTo>
                    <a:pt x="145586" y="0"/>
                  </a:lnTo>
                  <a:lnTo>
                    <a:pt x="127388" y="0"/>
                  </a:lnTo>
                  <a:lnTo>
                    <a:pt x="109189" y="0"/>
                  </a:lnTo>
                  <a:lnTo>
                    <a:pt x="90991" y="0"/>
                  </a:lnTo>
                  <a:lnTo>
                    <a:pt x="72793" y="0"/>
                  </a:lnTo>
                  <a:lnTo>
                    <a:pt x="54594" y="0"/>
                  </a:lnTo>
                  <a:lnTo>
                    <a:pt x="36396" y="0"/>
                  </a:lnTo>
                  <a:lnTo>
                    <a:pt x="18198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l566"/>
            <p:cNvSpPr/>
            <p:nvPr/>
          </p:nvSpPr>
          <p:spPr>
            <a:xfrm>
              <a:off x="967017" y="5631081"/>
              <a:ext cx="373175" cy="373175"/>
            </a:xfrm>
            <a:custGeom>
              <a:avLst/>
              <a:pathLst>
                <a:path w="373175" h="373175">
                  <a:moveTo>
                    <a:pt x="373175" y="373175"/>
                  </a:moveTo>
                  <a:lnTo>
                    <a:pt x="360307" y="360307"/>
                  </a:lnTo>
                  <a:lnTo>
                    <a:pt x="347439" y="347439"/>
                  </a:lnTo>
                  <a:lnTo>
                    <a:pt x="334571" y="334571"/>
                  </a:lnTo>
                  <a:lnTo>
                    <a:pt x="321703" y="321703"/>
                  </a:lnTo>
                  <a:lnTo>
                    <a:pt x="308835" y="308835"/>
                  </a:lnTo>
                  <a:lnTo>
                    <a:pt x="295967" y="295967"/>
                  </a:lnTo>
                  <a:lnTo>
                    <a:pt x="283098" y="283098"/>
                  </a:lnTo>
                  <a:lnTo>
                    <a:pt x="270230" y="270230"/>
                  </a:lnTo>
                  <a:lnTo>
                    <a:pt x="257362" y="257362"/>
                  </a:lnTo>
                  <a:lnTo>
                    <a:pt x="244494" y="244494"/>
                  </a:lnTo>
                  <a:lnTo>
                    <a:pt x="231626" y="231626"/>
                  </a:lnTo>
                  <a:lnTo>
                    <a:pt x="218758" y="218758"/>
                  </a:lnTo>
                  <a:lnTo>
                    <a:pt x="205890" y="205890"/>
                  </a:lnTo>
                  <a:lnTo>
                    <a:pt x="193022" y="193022"/>
                  </a:lnTo>
                  <a:lnTo>
                    <a:pt x="180153" y="180153"/>
                  </a:lnTo>
                  <a:lnTo>
                    <a:pt x="167285" y="167285"/>
                  </a:lnTo>
                  <a:lnTo>
                    <a:pt x="154417" y="154417"/>
                  </a:lnTo>
                  <a:lnTo>
                    <a:pt x="141549" y="141549"/>
                  </a:lnTo>
                  <a:lnTo>
                    <a:pt x="128681" y="128681"/>
                  </a:lnTo>
                  <a:lnTo>
                    <a:pt x="115813" y="115813"/>
                  </a:lnTo>
                  <a:lnTo>
                    <a:pt x="102945" y="102945"/>
                  </a:lnTo>
                  <a:lnTo>
                    <a:pt x="90076" y="90076"/>
                  </a:lnTo>
                  <a:lnTo>
                    <a:pt x="77208" y="77208"/>
                  </a:lnTo>
                  <a:lnTo>
                    <a:pt x="64340" y="64340"/>
                  </a:lnTo>
                  <a:lnTo>
                    <a:pt x="51472" y="51472"/>
                  </a:lnTo>
                  <a:lnTo>
                    <a:pt x="38604" y="38604"/>
                  </a:lnTo>
                  <a:lnTo>
                    <a:pt x="25736" y="25736"/>
                  </a:lnTo>
                  <a:lnTo>
                    <a:pt x="12868" y="12868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tx567"/>
            <p:cNvSpPr/>
            <p:nvPr/>
          </p:nvSpPr>
          <p:spPr>
            <a:xfrm>
              <a:off x="1208207" y="5369503"/>
              <a:ext cx="263971" cy="79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568" name="tx568"/>
            <p:cNvSpPr/>
            <p:nvPr/>
          </p:nvSpPr>
          <p:spPr>
            <a:xfrm>
              <a:off x="1526009" y="5543294"/>
              <a:ext cx="468011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569" name="tx569"/>
            <p:cNvSpPr/>
            <p:nvPr/>
          </p:nvSpPr>
          <p:spPr>
            <a:xfrm>
              <a:off x="1825909" y="5963380"/>
              <a:ext cx="216005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570" name="tx570"/>
            <p:cNvSpPr/>
            <p:nvPr/>
          </p:nvSpPr>
          <p:spPr>
            <a:xfrm>
              <a:off x="1516943" y="6380990"/>
              <a:ext cx="48614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571" name="tx571"/>
            <p:cNvSpPr/>
            <p:nvPr/>
          </p:nvSpPr>
          <p:spPr>
            <a:xfrm>
              <a:off x="1199141" y="6554886"/>
              <a:ext cx="28210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572" name="tx572"/>
            <p:cNvSpPr/>
            <p:nvPr/>
          </p:nvSpPr>
          <p:spPr>
            <a:xfrm>
              <a:off x="668337" y="6380990"/>
              <a:ext cx="504065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573" name="tx573"/>
            <p:cNvSpPr/>
            <p:nvPr/>
          </p:nvSpPr>
          <p:spPr>
            <a:xfrm>
              <a:off x="623527" y="5963380"/>
              <a:ext cx="245891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574" name="tx574"/>
            <p:cNvSpPr/>
            <p:nvPr/>
          </p:nvSpPr>
          <p:spPr>
            <a:xfrm>
              <a:off x="677403" y="5543294"/>
              <a:ext cx="485933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575" name="tx575"/>
            <p:cNvSpPr/>
            <p:nvPr/>
          </p:nvSpPr>
          <p:spPr>
            <a:xfrm>
              <a:off x="439944" y="5708412"/>
              <a:ext cx="177930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576" name="tx576"/>
            <p:cNvSpPr/>
            <p:nvPr/>
          </p:nvSpPr>
          <p:spPr>
            <a:xfrm>
              <a:off x="390502" y="5444536"/>
              <a:ext cx="227372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577" name="rc577"/>
            <p:cNvSpPr/>
            <p:nvPr/>
          </p:nvSpPr>
          <p:spPr>
            <a:xfrm>
              <a:off x="2320794" y="5108705"/>
              <a:ext cx="2251205" cy="19790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578" name="rc578"/>
            <p:cNvSpPr/>
            <p:nvPr/>
          </p:nvSpPr>
          <p:spPr>
            <a:xfrm>
              <a:off x="2320794" y="5306611"/>
              <a:ext cx="2251205" cy="14817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9" name="rc579"/>
            <p:cNvSpPr/>
            <p:nvPr/>
          </p:nvSpPr>
          <p:spPr>
            <a:xfrm>
              <a:off x="2648754" y="5108705"/>
              <a:ext cx="1885287" cy="197906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80" name="tx580"/>
            <p:cNvSpPr/>
            <p:nvPr/>
          </p:nvSpPr>
          <p:spPr>
            <a:xfrm>
              <a:off x="3163214" y="5148773"/>
              <a:ext cx="856367" cy="1122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Gaviiformes</a:t>
              </a:r>
            </a:p>
          </p:txBody>
        </p:sp>
        <p:sp>
          <p:nvSpPr>
            <p:cNvPr id="581" name="rc581"/>
            <p:cNvSpPr/>
            <p:nvPr/>
          </p:nvSpPr>
          <p:spPr>
            <a:xfrm>
              <a:off x="2931710" y="5344569"/>
              <a:ext cx="1319376" cy="13193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2" name="pl582"/>
            <p:cNvSpPr/>
            <p:nvPr/>
          </p:nvSpPr>
          <p:spPr>
            <a:xfrm>
              <a:off x="3591398" y="5410538"/>
              <a:ext cx="0" cy="593719"/>
            </a:xfrm>
            <a:custGeom>
              <a:avLst/>
              <a:pathLst>
                <a:path w="0" h="593719">
                  <a:moveTo>
                    <a:pt x="0" y="593719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83" name="pl583"/>
            <p:cNvSpPr/>
            <p:nvPr/>
          </p:nvSpPr>
          <p:spPr>
            <a:xfrm>
              <a:off x="3591398" y="5584434"/>
              <a:ext cx="419822" cy="419822"/>
            </a:xfrm>
            <a:custGeom>
              <a:avLst/>
              <a:pathLst>
                <a:path w="419822" h="419822">
                  <a:moveTo>
                    <a:pt x="0" y="419822"/>
                  </a:moveTo>
                  <a:lnTo>
                    <a:pt x="419822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84" name="pl584"/>
            <p:cNvSpPr/>
            <p:nvPr/>
          </p:nvSpPr>
          <p:spPr>
            <a:xfrm>
              <a:off x="3591398" y="6004257"/>
              <a:ext cx="593719" cy="0"/>
            </a:xfrm>
            <a:custGeom>
              <a:avLst/>
              <a:pathLst>
                <a:path w="593719" h="0">
                  <a:moveTo>
                    <a:pt x="0" y="0"/>
                  </a:moveTo>
                  <a:lnTo>
                    <a:pt x="59371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85" name="pl585"/>
            <p:cNvSpPr/>
            <p:nvPr/>
          </p:nvSpPr>
          <p:spPr>
            <a:xfrm>
              <a:off x="3591398" y="6004257"/>
              <a:ext cx="419822" cy="419822"/>
            </a:xfrm>
            <a:custGeom>
              <a:avLst/>
              <a:pathLst>
                <a:path w="419822" h="419822">
                  <a:moveTo>
                    <a:pt x="0" y="0"/>
                  </a:moveTo>
                  <a:lnTo>
                    <a:pt x="419822" y="419822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86" name="pl586"/>
            <p:cNvSpPr/>
            <p:nvPr/>
          </p:nvSpPr>
          <p:spPr>
            <a:xfrm>
              <a:off x="3591398" y="6004257"/>
              <a:ext cx="0" cy="593719"/>
            </a:xfrm>
            <a:custGeom>
              <a:avLst/>
              <a:pathLst>
                <a:path w="0" h="593719">
                  <a:moveTo>
                    <a:pt x="0" y="0"/>
                  </a:moveTo>
                  <a:lnTo>
                    <a:pt x="0" y="593719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87" name="pl587"/>
            <p:cNvSpPr/>
            <p:nvPr/>
          </p:nvSpPr>
          <p:spPr>
            <a:xfrm>
              <a:off x="3171575" y="6004257"/>
              <a:ext cx="419822" cy="419822"/>
            </a:xfrm>
            <a:custGeom>
              <a:avLst/>
              <a:pathLst>
                <a:path w="419822" h="419822">
                  <a:moveTo>
                    <a:pt x="419822" y="0"/>
                  </a:moveTo>
                  <a:lnTo>
                    <a:pt x="0" y="419822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88" name="pl588"/>
            <p:cNvSpPr/>
            <p:nvPr/>
          </p:nvSpPr>
          <p:spPr>
            <a:xfrm>
              <a:off x="2997679" y="6004257"/>
              <a:ext cx="593719" cy="0"/>
            </a:xfrm>
            <a:custGeom>
              <a:avLst/>
              <a:pathLst>
                <a:path w="593719" h="0">
                  <a:moveTo>
                    <a:pt x="593719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89" name="pl589"/>
            <p:cNvSpPr/>
            <p:nvPr/>
          </p:nvSpPr>
          <p:spPr>
            <a:xfrm>
              <a:off x="3171575" y="5584434"/>
              <a:ext cx="419822" cy="419822"/>
            </a:xfrm>
            <a:custGeom>
              <a:avLst/>
              <a:pathLst>
                <a:path w="419822" h="419822">
                  <a:moveTo>
                    <a:pt x="419822" y="419822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90" name="pl590"/>
            <p:cNvSpPr/>
            <p:nvPr/>
          </p:nvSpPr>
          <p:spPr>
            <a:xfrm>
              <a:off x="3327556" y="5740382"/>
              <a:ext cx="527683" cy="527617"/>
            </a:xfrm>
            <a:custGeom>
              <a:avLst/>
              <a:pathLst>
                <a:path w="527683" h="527617">
                  <a:moveTo>
                    <a:pt x="263841" y="0"/>
                  </a:moveTo>
                  <a:lnTo>
                    <a:pt x="280577" y="531"/>
                  </a:lnTo>
                  <a:lnTo>
                    <a:pt x="297246" y="2122"/>
                  </a:lnTo>
                  <a:lnTo>
                    <a:pt x="313780" y="4768"/>
                  </a:lnTo>
                  <a:lnTo>
                    <a:pt x="330113" y="8457"/>
                  </a:lnTo>
                  <a:lnTo>
                    <a:pt x="346179" y="13174"/>
                  </a:lnTo>
                  <a:lnTo>
                    <a:pt x="361914" y="18901"/>
                  </a:lnTo>
                  <a:lnTo>
                    <a:pt x="377254" y="25615"/>
                  </a:lnTo>
                  <a:lnTo>
                    <a:pt x="392137" y="33288"/>
                  </a:lnTo>
                  <a:lnTo>
                    <a:pt x="406503" y="41889"/>
                  </a:lnTo>
                  <a:lnTo>
                    <a:pt x="420295" y="51384"/>
                  </a:lnTo>
                  <a:lnTo>
                    <a:pt x="433457" y="61735"/>
                  </a:lnTo>
                  <a:lnTo>
                    <a:pt x="445936" y="72899"/>
                  </a:lnTo>
                  <a:lnTo>
                    <a:pt x="457682" y="84833"/>
                  </a:lnTo>
                  <a:lnTo>
                    <a:pt x="468647" y="97487"/>
                  </a:lnTo>
                  <a:lnTo>
                    <a:pt x="478788" y="110812"/>
                  </a:lnTo>
                  <a:lnTo>
                    <a:pt x="488063" y="124753"/>
                  </a:lnTo>
                  <a:lnTo>
                    <a:pt x="496435" y="139254"/>
                  </a:lnTo>
                  <a:lnTo>
                    <a:pt x="503871" y="154257"/>
                  </a:lnTo>
                  <a:lnTo>
                    <a:pt x="510340" y="169701"/>
                  </a:lnTo>
                  <a:lnTo>
                    <a:pt x="515817" y="185525"/>
                  </a:lnTo>
                  <a:lnTo>
                    <a:pt x="520278" y="201664"/>
                  </a:lnTo>
                  <a:lnTo>
                    <a:pt x="523708" y="218053"/>
                  </a:lnTo>
                  <a:lnTo>
                    <a:pt x="526091" y="234627"/>
                  </a:lnTo>
                  <a:lnTo>
                    <a:pt x="527418" y="251319"/>
                  </a:lnTo>
                  <a:lnTo>
                    <a:pt x="527683" y="268061"/>
                  </a:lnTo>
                  <a:lnTo>
                    <a:pt x="526887" y="284787"/>
                  </a:lnTo>
                  <a:lnTo>
                    <a:pt x="525031" y="301428"/>
                  </a:lnTo>
                  <a:lnTo>
                    <a:pt x="522123" y="317918"/>
                  </a:lnTo>
                  <a:lnTo>
                    <a:pt x="518176" y="334191"/>
                  </a:lnTo>
                  <a:lnTo>
                    <a:pt x="513204" y="350180"/>
                  </a:lnTo>
                  <a:lnTo>
                    <a:pt x="507228" y="365822"/>
                  </a:lnTo>
                  <a:lnTo>
                    <a:pt x="500272" y="381053"/>
                  </a:lnTo>
                  <a:lnTo>
                    <a:pt x="492364" y="395812"/>
                  </a:lnTo>
                  <a:lnTo>
                    <a:pt x="483536" y="410040"/>
                  </a:lnTo>
                  <a:lnTo>
                    <a:pt x="473823" y="423680"/>
                  </a:lnTo>
                  <a:lnTo>
                    <a:pt x="463265" y="436676"/>
                  </a:lnTo>
                  <a:lnTo>
                    <a:pt x="451904" y="448977"/>
                  </a:lnTo>
                  <a:lnTo>
                    <a:pt x="439785" y="460532"/>
                  </a:lnTo>
                  <a:lnTo>
                    <a:pt x="426958" y="471295"/>
                  </a:lnTo>
                  <a:lnTo>
                    <a:pt x="413475" y="481223"/>
                  </a:lnTo>
                  <a:lnTo>
                    <a:pt x="399388" y="490275"/>
                  </a:lnTo>
                  <a:lnTo>
                    <a:pt x="384756" y="498416"/>
                  </a:lnTo>
                  <a:lnTo>
                    <a:pt x="369637" y="505613"/>
                  </a:lnTo>
                  <a:lnTo>
                    <a:pt x="354092" y="511836"/>
                  </a:lnTo>
                  <a:lnTo>
                    <a:pt x="338184" y="517061"/>
                  </a:lnTo>
                  <a:lnTo>
                    <a:pt x="321976" y="521266"/>
                  </a:lnTo>
                  <a:lnTo>
                    <a:pt x="305534" y="524435"/>
                  </a:lnTo>
                  <a:lnTo>
                    <a:pt x="288924" y="526555"/>
                  </a:lnTo>
                  <a:lnTo>
                    <a:pt x="272214" y="527617"/>
                  </a:lnTo>
                  <a:lnTo>
                    <a:pt x="255469" y="527617"/>
                  </a:lnTo>
                  <a:lnTo>
                    <a:pt x="238759" y="526555"/>
                  </a:lnTo>
                  <a:lnTo>
                    <a:pt x="222149" y="524435"/>
                  </a:lnTo>
                  <a:lnTo>
                    <a:pt x="205707" y="521266"/>
                  </a:lnTo>
                  <a:lnTo>
                    <a:pt x="189499" y="517061"/>
                  </a:lnTo>
                  <a:lnTo>
                    <a:pt x="173591" y="511836"/>
                  </a:lnTo>
                  <a:lnTo>
                    <a:pt x="158046" y="505613"/>
                  </a:lnTo>
                  <a:lnTo>
                    <a:pt x="142927" y="498416"/>
                  </a:lnTo>
                  <a:lnTo>
                    <a:pt x="128295" y="490275"/>
                  </a:lnTo>
                  <a:lnTo>
                    <a:pt x="114208" y="481223"/>
                  </a:lnTo>
                  <a:lnTo>
                    <a:pt x="100725" y="471295"/>
                  </a:lnTo>
                  <a:lnTo>
                    <a:pt x="87898" y="460532"/>
                  </a:lnTo>
                  <a:lnTo>
                    <a:pt x="75779" y="448977"/>
                  </a:lnTo>
                  <a:lnTo>
                    <a:pt x="64418" y="436676"/>
                  </a:lnTo>
                  <a:lnTo>
                    <a:pt x="53860" y="423680"/>
                  </a:lnTo>
                  <a:lnTo>
                    <a:pt x="44147" y="410040"/>
                  </a:lnTo>
                  <a:lnTo>
                    <a:pt x="35319" y="395812"/>
                  </a:lnTo>
                  <a:lnTo>
                    <a:pt x="27411" y="381053"/>
                  </a:lnTo>
                  <a:lnTo>
                    <a:pt x="20455" y="365822"/>
                  </a:lnTo>
                  <a:lnTo>
                    <a:pt x="14479" y="350180"/>
                  </a:lnTo>
                  <a:lnTo>
                    <a:pt x="9507" y="334191"/>
                  </a:lnTo>
                  <a:lnTo>
                    <a:pt x="5560" y="317918"/>
                  </a:lnTo>
                  <a:lnTo>
                    <a:pt x="2652" y="301428"/>
                  </a:lnTo>
                  <a:lnTo>
                    <a:pt x="796" y="284787"/>
                  </a:lnTo>
                  <a:lnTo>
                    <a:pt x="0" y="268061"/>
                  </a:lnTo>
                  <a:lnTo>
                    <a:pt x="265" y="251319"/>
                  </a:lnTo>
                  <a:lnTo>
                    <a:pt x="1592" y="234627"/>
                  </a:lnTo>
                  <a:lnTo>
                    <a:pt x="3975" y="218053"/>
                  </a:lnTo>
                  <a:lnTo>
                    <a:pt x="7405" y="201664"/>
                  </a:lnTo>
                  <a:lnTo>
                    <a:pt x="11866" y="185525"/>
                  </a:lnTo>
                  <a:lnTo>
                    <a:pt x="17343" y="169701"/>
                  </a:lnTo>
                  <a:lnTo>
                    <a:pt x="23812" y="154257"/>
                  </a:lnTo>
                  <a:lnTo>
                    <a:pt x="31248" y="139254"/>
                  </a:lnTo>
                  <a:lnTo>
                    <a:pt x="39620" y="124753"/>
                  </a:lnTo>
                  <a:lnTo>
                    <a:pt x="48895" y="110812"/>
                  </a:lnTo>
                  <a:lnTo>
                    <a:pt x="59036" y="97487"/>
                  </a:lnTo>
                  <a:lnTo>
                    <a:pt x="70001" y="84833"/>
                  </a:lnTo>
                  <a:lnTo>
                    <a:pt x="81747" y="72899"/>
                  </a:lnTo>
                  <a:lnTo>
                    <a:pt x="94226" y="61735"/>
                  </a:lnTo>
                  <a:lnTo>
                    <a:pt x="107388" y="51384"/>
                  </a:lnTo>
                  <a:lnTo>
                    <a:pt x="121180" y="41889"/>
                  </a:lnTo>
                  <a:lnTo>
                    <a:pt x="135546" y="33288"/>
                  </a:lnTo>
                  <a:lnTo>
                    <a:pt x="150429" y="25615"/>
                  </a:lnTo>
                  <a:lnTo>
                    <a:pt x="165769" y="18901"/>
                  </a:lnTo>
                  <a:lnTo>
                    <a:pt x="181504" y="13174"/>
                  </a:lnTo>
                  <a:lnTo>
                    <a:pt x="197570" y="8457"/>
                  </a:lnTo>
                  <a:lnTo>
                    <a:pt x="213903" y="4768"/>
                  </a:lnTo>
                  <a:lnTo>
                    <a:pt x="230437" y="2122"/>
                  </a:lnTo>
                  <a:lnTo>
                    <a:pt x="247105" y="531"/>
                  </a:lnTo>
                  <a:lnTo>
                    <a:pt x="2638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91" name="pl591"/>
            <p:cNvSpPr/>
            <p:nvPr/>
          </p:nvSpPr>
          <p:spPr>
            <a:xfrm>
              <a:off x="3063714" y="5476507"/>
              <a:ext cx="1055367" cy="1055235"/>
            </a:xfrm>
            <a:custGeom>
              <a:avLst/>
              <a:pathLst>
                <a:path w="1055367" h="1055235">
                  <a:moveTo>
                    <a:pt x="527683" y="0"/>
                  </a:moveTo>
                  <a:lnTo>
                    <a:pt x="561155" y="1062"/>
                  </a:lnTo>
                  <a:lnTo>
                    <a:pt x="594493" y="4245"/>
                  </a:lnTo>
                  <a:lnTo>
                    <a:pt x="627561" y="9537"/>
                  </a:lnTo>
                  <a:lnTo>
                    <a:pt x="660227" y="16915"/>
                  </a:lnTo>
                  <a:lnTo>
                    <a:pt x="692359" y="26349"/>
                  </a:lnTo>
                  <a:lnTo>
                    <a:pt x="723828" y="37803"/>
                  </a:lnTo>
                  <a:lnTo>
                    <a:pt x="754508" y="51230"/>
                  </a:lnTo>
                  <a:lnTo>
                    <a:pt x="784274" y="66576"/>
                  </a:lnTo>
                  <a:lnTo>
                    <a:pt x="813007" y="83778"/>
                  </a:lnTo>
                  <a:lnTo>
                    <a:pt x="840591" y="102768"/>
                  </a:lnTo>
                  <a:lnTo>
                    <a:pt x="866915" y="123470"/>
                  </a:lnTo>
                  <a:lnTo>
                    <a:pt x="891873" y="145799"/>
                  </a:lnTo>
                  <a:lnTo>
                    <a:pt x="915365" y="169666"/>
                  </a:lnTo>
                  <a:lnTo>
                    <a:pt x="937295" y="194975"/>
                  </a:lnTo>
                  <a:lnTo>
                    <a:pt x="957576" y="221625"/>
                  </a:lnTo>
                  <a:lnTo>
                    <a:pt x="976126" y="249506"/>
                  </a:lnTo>
                  <a:lnTo>
                    <a:pt x="992871" y="278509"/>
                  </a:lnTo>
                  <a:lnTo>
                    <a:pt x="1007742" y="308514"/>
                  </a:lnTo>
                  <a:lnTo>
                    <a:pt x="1020680" y="339403"/>
                  </a:lnTo>
                  <a:lnTo>
                    <a:pt x="1031634" y="371050"/>
                  </a:lnTo>
                  <a:lnTo>
                    <a:pt x="1040557" y="403328"/>
                  </a:lnTo>
                  <a:lnTo>
                    <a:pt x="1047416" y="436107"/>
                  </a:lnTo>
                  <a:lnTo>
                    <a:pt x="1052182" y="469255"/>
                  </a:lnTo>
                  <a:lnTo>
                    <a:pt x="1054836" y="502639"/>
                  </a:lnTo>
                  <a:lnTo>
                    <a:pt x="1055367" y="536123"/>
                  </a:lnTo>
                  <a:lnTo>
                    <a:pt x="1053774" y="569574"/>
                  </a:lnTo>
                  <a:lnTo>
                    <a:pt x="1050062" y="602857"/>
                  </a:lnTo>
                  <a:lnTo>
                    <a:pt x="1044247" y="635837"/>
                  </a:lnTo>
                  <a:lnTo>
                    <a:pt x="1036352" y="668382"/>
                  </a:lnTo>
                  <a:lnTo>
                    <a:pt x="1026408" y="700360"/>
                  </a:lnTo>
                  <a:lnTo>
                    <a:pt x="1014456" y="731644"/>
                  </a:lnTo>
                  <a:lnTo>
                    <a:pt x="1000545" y="762106"/>
                  </a:lnTo>
                  <a:lnTo>
                    <a:pt x="984729" y="791625"/>
                  </a:lnTo>
                  <a:lnTo>
                    <a:pt x="967073" y="820081"/>
                  </a:lnTo>
                  <a:lnTo>
                    <a:pt x="947647" y="847361"/>
                  </a:lnTo>
                  <a:lnTo>
                    <a:pt x="926531" y="873353"/>
                  </a:lnTo>
                  <a:lnTo>
                    <a:pt x="903808" y="897954"/>
                  </a:lnTo>
                  <a:lnTo>
                    <a:pt x="879571" y="921064"/>
                  </a:lnTo>
                  <a:lnTo>
                    <a:pt x="853917" y="942590"/>
                  </a:lnTo>
                  <a:lnTo>
                    <a:pt x="826950" y="962446"/>
                  </a:lnTo>
                  <a:lnTo>
                    <a:pt x="798777" y="980551"/>
                  </a:lnTo>
                  <a:lnTo>
                    <a:pt x="769513" y="996833"/>
                  </a:lnTo>
                  <a:lnTo>
                    <a:pt x="739275" y="1011227"/>
                  </a:lnTo>
                  <a:lnTo>
                    <a:pt x="708185" y="1023673"/>
                  </a:lnTo>
                  <a:lnTo>
                    <a:pt x="676368" y="1034123"/>
                  </a:lnTo>
                  <a:lnTo>
                    <a:pt x="643952" y="1042533"/>
                  </a:lnTo>
                  <a:lnTo>
                    <a:pt x="611069" y="1048871"/>
                  </a:lnTo>
                  <a:lnTo>
                    <a:pt x="577849" y="1053111"/>
                  </a:lnTo>
                  <a:lnTo>
                    <a:pt x="544428" y="1055235"/>
                  </a:lnTo>
                  <a:lnTo>
                    <a:pt x="510939" y="1055235"/>
                  </a:lnTo>
                  <a:lnTo>
                    <a:pt x="477518" y="1053111"/>
                  </a:lnTo>
                  <a:lnTo>
                    <a:pt x="444298" y="1048871"/>
                  </a:lnTo>
                  <a:lnTo>
                    <a:pt x="411415" y="1042533"/>
                  </a:lnTo>
                  <a:lnTo>
                    <a:pt x="378999" y="1034123"/>
                  </a:lnTo>
                  <a:lnTo>
                    <a:pt x="347182" y="1023673"/>
                  </a:lnTo>
                  <a:lnTo>
                    <a:pt x="316092" y="1011227"/>
                  </a:lnTo>
                  <a:lnTo>
                    <a:pt x="285854" y="996833"/>
                  </a:lnTo>
                  <a:lnTo>
                    <a:pt x="256590" y="980551"/>
                  </a:lnTo>
                  <a:lnTo>
                    <a:pt x="228417" y="962446"/>
                  </a:lnTo>
                  <a:lnTo>
                    <a:pt x="201450" y="942590"/>
                  </a:lnTo>
                  <a:lnTo>
                    <a:pt x="175796" y="921064"/>
                  </a:lnTo>
                  <a:lnTo>
                    <a:pt x="151559" y="897954"/>
                  </a:lnTo>
                  <a:lnTo>
                    <a:pt x="128836" y="873353"/>
                  </a:lnTo>
                  <a:lnTo>
                    <a:pt x="107720" y="847361"/>
                  </a:lnTo>
                  <a:lnTo>
                    <a:pt x="88294" y="820081"/>
                  </a:lnTo>
                  <a:lnTo>
                    <a:pt x="70638" y="791625"/>
                  </a:lnTo>
                  <a:lnTo>
                    <a:pt x="54822" y="762106"/>
                  </a:lnTo>
                  <a:lnTo>
                    <a:pt x="40911" y="731644"/>
                  </a:lnTo>
                  <a:lnTo>
                    <a:pt x="28959" y="700360"/>
                  </a:lnTo>
                  <a:lnTo>
                    <a:pt x="19015" y="668382"/>
                  </a:lnTo>
                  <a:lnTo>
                    <a:pt x="11120" y="635837"/>
                  </a:lnTo>
                  <a:lnTo>
                    <a:pt x="5305" y="602857"/>
                  </a:lnTo>
                  <a:lnTo>
                    <a:pt x="1593" y="569574"/>
                  </a:lnTo>
                  <a:lnTo>
                    <a:pt x="0" y="536123"/>
                  </a:lnTo>
                  <a:lnTo>
                    <a:pt x="531" y="502639"/>
                  </a:lnTo>
                  <a:lnTo>
                    <a:pt x="3185" y="469255"/>
                  </a:lnTo>
                  <a:lnTo>
                    <a:pt x="7951" y="436107"/>
                  </a:lnTo>
                  <a:lnTo>
                    <a:pt x="14810" y="403328"/>
                  </a:lnTo>
                  <a:lnTo>
                    <a:pt x="23733" y="371050"/>
                  </a:lnTo>
                  <a:lnTo>
                    <a:pt x="34687" y="339403"/>
                  </a:lnTo>
                  <a:lnTo>
                    <a:pt x="47625" y="308514"/>
                  </a:lnTo>
                  <a:lnTo>
                    <a:pt x="62496" y="278509"/>
                  </a:lnTo>
                  <a:lnTo>
                    <a:pt x="79241" y="249506"/>
                  </a:lnTo>
                  <a:lnTo>
                    <a:pt x="97791" y="221625"/>
                  </a:lnTo>
                  <a:lnTo>
                    <a:pt x="118072" y="194975"/>
                  </a:lnTo>
                  <a:lnTo>
                    <a:pt x="140002" y="169666"/>
                  </a:lnTo>
                  <a:lnTo>
                    <a:pt x="163494" y="145799"/>
                  </a:lnTo>
                  <a:lnTo>
                    <a:pt x="188452" y="123470"/>
                  </a:lnTo>
                  <a:lnTo>
                    <a:pt x="214776" y="102768"/>
                  </a:lnTo>
                  <a:lnTo>
                    <a:pt x="242360" y="83778"/>
                  </a:lnTo>
                  <a:lnTo>
                    <a:pt x="271093" y="66576"/>
                  </a:lnTo>
                  <a:lnTo>
                    <a:pt x="300859" y="51230"/>
                  </a:lnTo>
                  <a:lnTo>
                    <a:pt x="331538" y="37803"/>
                  </a:lnTo>
                  <a:lnTo>
                    <a:pt x="363008" y="26349"/>
                  </a:lnTo>
                  <a:lnTo>
                    <a:pt x="395140" y="16915"/>
                  </a:lnTo>
                  <a:lnTo>
                    <a:pt x="427806" y="9537"/>
                  </a:lnTo>
                  <a:lnTo>
                    <a:pt x="460874" y="4245"/>
                  </a:lnTo>
                  <a:lnTo>
                    <a:pt x="494211" y="1062"/>
                  </a:lnTo>
                  <a:lnTo>
                    <a:pt x="527683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92" name="pl592"/>
            <p:cNvSpPr/>
            <p:nvPr/>
          </p:nvSpPr>
          <p:spPr>
            <a:xfrm>
              <a:off x="2997753" y="5410538"/>
              <a:ext cx="1187288" cy="1187139"/>
            </a:xfrm>
            <a:custGeom>
              <a:avLst/>
              <a:pathLst>
                <a:path w="1187288" h="1187139">
                  <a:moveTo>
                    <a:pt x="593644" y="0"/>
                  </a:moveTo>
                  <a:lnTo>
                    <a:pt x="631300" y="1195"/>
                  </a:lnTo>
                  <a:lnTo>
                    <a:pt x="668804" y="4776"/>
                  </a:lnTo>
                  <a:lnTo>
                    <a:pt x="706006" y="10729"/>
                  </a:lnTo>
                  <a:lnTo>
                    <a:pt x="742755" y="19029"/>
                  </a:lnTo>
                  <a:lnTo>
                    <a:pt x="778904" y="29643"/>
                  </a:lnTo>
                  <a:lnTo>
                    <a:pt x="814307" y="42529"/>
                  </a:lnTo>
                  <a:lnTo>
                    <a:pt x="848821" y="57634"/>
                  </a:lnTo>
                  <a:lnTo>
                    <a:pt x="882308" y="74898"/>
                  </a:lnTo>
                  <a:lnTo>
                    <a:pt x="914633" y="94250"/>
                  </a:lnTo>
                  <a:lnTo>
                    <a:pt x="945665" y="115614"/>
                  </a:lnTo>
                  <a:lnTo>
                    <a:pt x="975279" y="138903"/>
                  </a:lnTo>
                  <a:lnTo>
                    <a:pt x="1003357" y="164024"/>
                  </a:lnTo>
                  <a:lnTo>
                    <a:pt x="1029785" y="190875"/>
                  </a:lnTo>
                  <a:lnTo>
                    <a:pt x="1054457" y="219347"/>
                  </a:lnTo>
                  <a:lnTo>
                    <a:pt x="1077273" y="249328"/>
                  </a:lnTo>
                  <a:lnTo>
                    <a:pt x="1098142" y="280695"/>
                  </a:lnTo>
                  <a:lnTo>
                    <a:pt x="1116980" y="313322"/>
                  </a:lnTo>
                  <a:lnTo>
                    <a:pt x="1133710" y="347079"/>
                  </a:lnTo>
                  <a:lnTo>
                    <a:pt x="1148265" y="381829"/>
                  </a:lnTo>
                  <a:lnTo>
                    <a:pt x="1160588" y="417431"/>
                  </a:lnTo>
                  <a:lnTo>
                    <a:pt x="1170627" y="453744"/>
                  </a:lnTo>
                  <a:lnTo>
                    <a:pt x="1178343" y="490620"/>
                  </a:lnTo>
                  <a:lnTo>
                    <a:pt x="1183705" y="527912"/>
                  </a:lnTo>
                  <a:lnTo>
                    <a:pt x="1186691" y="565468"/>
                  </a:lnTo>
                  <a:lnTo>
                    <a:pt x="1187288" y="603139"/>
                  </a:lnTo>
                  <a:lnTo>
                    <a:pt x="1185496" y="640771"/>
                  </a:lnTo>
                  <a:lnTo>
                    <a:pt x="1181320" y="678214"/>
                  </a:lnTo>
                  <a:lnTo>
                    <a:pt x="1174778" y="715316"/>
                  </a:lnTo>
                  <a:lnTo>
                    <a:pt x="1165896" y="751929"/>
                  </a:lnTo>
                  <a:lnTo>
                    <a:pt x="1154709" y="787905"/>
                  </a:lnTo>
                  <a:lnTo>
                    <a:pt x="1141263" y="823099"/>
                  </a:lnTo>
                  <a:lnTo>
                    <a:pt x="1125613" y="857370"/>
                  </a:lnTo>
                  <a:lnTo>
                    <a:pt x="1107820" y="890578"/>
                  </a:lnTo>
                  <a:lnTo>
                    <a:pt x="1087957" y="922592"/>
                  </a:lnTo>
                  <a:lnTo>
                    <a:pt x="1066103" y="953281"/>
                  </a:lnTo>
                  <a:lnTo>
                    <a:pt x="1042347" y="982522"/>
                  </a:lnTo>
                  <a:lnTo>
                    <a:pt x="1016784" y="1010198"/>
                  </a:lnTo>
                  <a:lnTo>
                    <a:pt x="989518" y="1036197"/>
                  </a:lnTo>
                  <a:lnTo>
                    <a:pt x="960657" y="1060414"/>
                  </a:lnTo>
                  <a:lnTo>
                    <a:pt x="930318" y="1082751"/>
                  </a:lnTo>
                  <a:lnTo>
                    <a:pt x="898624" y="1103120"/>
                  </a:lnTo>
                  <a:lnTo>
                    <a:pt x="865702" y="1121437"/>
                  </a:lnTo>
                  <a:lnTo>
                    <a:pt x="831684" y="1137630"/>
                  </a:lnTo>
                  <a:lnTo>
                    <a:pt x="796708" y="1151632"/>
                  </a:lnTo>
                  <a:lnTo>
                    <a:pt x="760914" y="1163388"/>
                  </a:lnTo>
                  <a:lnTo>
                    <a:pt x="724447" y="1172850"/>
                  </a:lnTo>
                  <a:lnTo>
                    <a:pt x="687452" y="1179980"/>
                  </a:lnTo>
                  <a:lnTo>
                    <a:pt x="650081" y="1184750"/>
                  </a:lnTo>
                  <a:lnTo>
                    <a:pt x="612481" y="1187139"/>
                  </a:lnTo>
                  <a:lnTo>
                    <a:pt x="574806" y="1187139"/>
                  </a:lnTo>
                  <a:lnTo>
                    <a:pt x="537207" y="1184750"/>
                  </a:lnTo>
                  <a:lnTo>
                    <a:pt x="499836" y="1179980"/>
                  </a:lnTo>
                  <a:lnTo>
                    <a:pt x="462841" y="1172850"/>
                  </a:lnTo>
                  <a:lnTo>
                    <a:pt x="426374" y="1163388"/>
                  </a:lnTo>
                  <a:lnTo>
                    <a:pt x="390580" y="1151632"/>
                  </a:lnTo>
                  <a:lnTo>
                    <a:pt x="355604" y="1137630"/>
                  </a:lnTo>
                  <a:lnTo>
                    <a:pt x="321586" y="1121437"/>
                  </a:lnTo>
                  <a:lnTo>
                    <a:pt x="288664" y="1103120"/>
                  </a:lnTo>
                  <a:lnTo>
                    <a:pt x="256970" y="1082751"/>
                  </a:lnTo>
                  <a:lnTo>
                    <a:pt x="226631" y="1060414"/>
                  </a:lnTo>
                  <a:lnTo>
                    <a:pt x="197770" y="1036197"/>
                  </a:lnTo>
                  <a:lnTo>
                    <a:pt x="170504" y="1010198"/>
                  </a:lnTo>
                  <a:lnTo>
                    <a:pt x="144941" y="982522"/>
                  </a:lnTo>
                  <a:lnTo>
                    <a:pt x="121185" y="953281"/>
                  </a:lnTo>
                  <a:lnTo>
                    <a:pt x="99331" y="922592"/>
                  </a:lnTo>
                  <a:lnTo>
                    <a:pt x="79468" y="890578"/>
                  </a:lnTo>
                  <a:lnTo>
                    <a:pt x="61675" y="857370"/>
                  </a:lnTo>
                  <a:lnTo>
                    <a:pt x="46025" y="823099"/>
                  </a:lnTo>
                  <a:lnTo>
                    <a:pt x="32579" y="787905"/>
                  </a:lnTo>
                  <a:lnTo>
                    <a:pt x="21392" y="751929"/>
                  </a:lnTo>
                  <a:lnTo>
                    <a:pt x="12510" y="715316"/>
                  </a:lnTo>
                  <a:lnTo>
                    <a:pt x="5968" y="678214"/>
                  </a:lnTo>
                  <a:lnTo>
                    <a:pt x="1792" y="640771"/>
                  </a:lnTo>
                  <a:lnTo>
                    <a:pt x="0" y="603139"/>
                  </a:lnTo>
                  <a:lnTo>
                    <a:pt x="597" y="565468"/>
                  </a:lnTo>
                  <a:lnTo>
                    <a:pt x="3583" y="527912"/>
                  </a:lnTo>
                  <a:lnTo>
                    <a:pt x="8945" y="490620"/>
                  </a:lnTo>
                  <a:lnTo>
                    <a:pt x="16661" y="453744"/>
                  </a:lnTo>
                  <a:lnTo>
                    <a:pt x="26700" y="417431"/>
                  </a:lnTo>
                  <a:lnTo>
                    <a:pt x="39022" y="381829"/>
                  </a:lnTo>
                  <a:lnTo>
                    <a:pt x="53578" y="347079"/>
                  </a:lnTo>
                  <a:lnTo>
                    <a:pt x="70308" y="313322"/>
                  </a:lnTo>
                  <a:lnTo>
                    <a:pt x="89146" y="280695"/>
                  </a:lnTo>
                  <a:lnTo>
                    <a:pt x="110015" y="249328"/>
                  </a:lnTo>
                  <a:lnTo>
                    <a:pt x="132831" y="219347"/>
                  </a:lnTo>
                  <a:lnTo>
                    <a:pt x="157503" y="190875"/>
                  </a:lnTo>
                  <a:lnTo>
                    <a:pt x="183931" y="164024"/>
                  </a:lnTo>
                  <a:lnTo>
                    <a:pt x="212009" y="138903"/>
                  </a:lnTo>
                  <a:lnTo>
                    <a:pt x="241623" y="115614"/>
                  </a:lnTo>
                  <a:lnTo>
                    <a:pt x="272655" y="94250"/>
                  </a:lnTo>
                  <a:lnTo>
                    <a:pt x="304980" y="74898"/>
                  </a:lnTo>
                  <a:lnTo>
                    <a:pt x="338466" y="57634"/>
                  </a:lnTo>
                  <a:lnTo>
                    <a:pt x="372981" y="42529"/>
                  </a:lnTo>
                  <a:lnTo>
                    <a:pt x="408384" y="29643"/>
                  </a:lnTo>
                  <a:lnTo>
                    <a:pt x="444533" y="19029"/>
                  </a:lnTo>
                  <a:lnTo>
                    <a:pt x="481282" y="10729"/>
                  </a:lnTo>
                  <a:lnTo>
                    <a:pt x="518484" y="4776"/>
                  </a:lnTo>
                  <a:lnTo>
                    <a:pt x="555988" y="1195"/>
                  </a:lnTo>
                  <a:lnTo>
                    <a:pt x="59364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463388" y="5815815"/>
              <a:ext cx="655759" cy="572728"/>
            </a:xfrm>
            <a:custGeom>
              <a:avLst/>
              <a:pathLst>
                <a:path w="655759" h="572728">
                  <a:moveTo>
                    <a:pt x="655759" y="188441"/>
                  </a:moveTo>
                  <a:lnTo>
                    <a:pt x="641810" y="167736"/>
                  </a:lnTo>
                  <a:lnTo>
                    <a:pt x="627072" y="148153"/>
                  </a:lnTo>
                  <a:lnTo>
                    <a:pt x="611611" y="129721"/>
                  </a:lnTo>
                  <a:lnTo>
                    <a:pt x="595498" y="112467"/>
                  </a:lnTo>
                  <a:lnTo>
                    <a:pt x="578801" y="96411"/>
                  </a:lnTo>
                  <a:lnTo>
                    <a:pt x="561591" y="81573"/>
                  </a:lnTo>
                  <a:lnTo>
                    <a:pt x="543938" y="67966"/>
                  </a:lnTo>
                  <a:lnTo>
                    <a:pt x="525914" y="55601"/>
                  </a:lnTo>
                  <a:lnTo>
                    <a:pt x="507590" y="44485"/>
                  </a:lnTo>
                  <a:lnTo>
                    <a:pt x="489036" y="34622"/>
                  </a:lnTo>
                  <a:lnTo>
                    <a:pt x="470324" y="26011"/>
                  </a:lnTo>
                  <a:lnTo>
                    <a:pt x="451524" y="18647"/>
                  </a:lnTo>
                  <a:lnTo>
                    <a:pt x="432706" y="12524"/>
                  </a:lnTo>
                  <a:lnTo>
                    <a:pt x="413938" y="7631"/>
                  </a:lnTo>
                  <a:lnTo>
                    <a:pt x="395289" y="3951"/>
                  </a:lnTo>
                  <a:lnTo>
                    <a:pt x="376825" y="1468"/>
                  </a:lnTo>
                  <a:lnTo>
                    <a:pt x="358613" y="159"/>
                  </a:lnTo>
                  <a:lnTo>
                    <a:pt x="340716" y="0"/>
                  </a:lnTo>
                  <a:lnTo>
                    <a:pt x="323196" y="961"/>
                  </a:lnTo>
                  <a:lnTo>
                    <a:pt x="306115" y="3013"/>
                  </a:lnTo>
                  <a:lnTo>
                    <a:pt x="289530" y="6121"/>
                  </a:lnTo>
                  <a:lnTo>
                    <a:pt x="273500" y="10247"/>
                  </a:lnTo>
                  <a:lnTo>
                    <a:pt x="258077" y="15352"/>
                  </a:lnTo>
                  <a:lnTo>
                    <a:pt x="243315" y="21391"/>
                  </a:lnTo>
                  <a:lnTo>
                    <a:pt x="229263" y="28321"/>
                  </a:lnTo>
                  <a:lnTo>
                    <a:pt x="215967" y="36093"/>
                  </a:lnTo>
                  <a:lnTo>
                    <a:pt x="203473" y="44657"/>
                  </a:lnTo>
                  <a:lnTo>
                    <a:pt x="191821" y="53960"/>
                  </a:lnTo>
                  <a:lnTo>
                    <a:pt x="181050" y="63949"/>
                  </a:lnTo>
                  <a:lnTo>
                    <a:pt x="171196" y="74567"/>
                  </a:lnTo>
                  <a:lnTo>
                    <a:pt x="162290" y="85756"/>
                  </a:lnTo>
                  <a:lnTo>
                    <a:pt x="154363" y="97457"/>
                  </a:lnTo>
                  <a:lnTo>
                    <a:pt x="147440" y="109608"/>
                  </a:lnTo>
                  <a:lnTo>
                    <a:pt x="141543" y="122148"/>
                  </a:lnTo>
                  <a:lnTo>
                    <a:pt x="136692" y="135014"/>
                  </a:lnTo>
                  <a:lnTo>
                    <a:pt x="132902" y="148141"/>
                  </a:lnTo>
                  <a:lnTo>
                    <a:pt x="130187" y="161465"/>
                  </a:lnTo>
                  <a:lnTo>
                    <a:pt x="128554" y="174920"/>
                  </a:lnTo>
                  <a:lnTo>
                    <a:pt x="128009" y="188441"/>
                  </a:lnTo>
                  <a:lnTo>
                    <a:pt x="120809" y="182361"/>
                  </a:lnTo>
                  <a:lnTo>
                    <a:pt x="112637" y="177534"/>
                  </a:lnTo>
                  <a:lnTo>
                    <a:pt x="103658" y="174077"/>
                  </a:lnTo>
                  <a:lnTo>
                    <a:pt x="94046" y="172085"/>
                  </a:lnTo>
                  <a:lnTo>
                    <a:pt x="83987" y="171637"/>
                  </a:lnTo>
                  <a:lnTo>
                    <a:pt x="73674" y="172788"/>
                  </a:lnTo>
                  <a:lnTo>
                    <a:pt x="63308" y="175571"/>
                  </a:lnTo>
                  <a:lnTo>
                    <a:pt x="53090" y="180000"/>
                  </a:lnTo>
                  <a:lnTo>
                    <a:pt x="43225" y="186062"/>
                  </a:lnTo>
                  <a:lnTo>
                    <a:pt x="33916" y="193725"/>
                  </a:lnTo>
                  <a:lnTo>
                    <a:pt x="25362" y="202933"/>
                  </a:lnTo>
                  <a:lnTo>
                    <a:pt x="17755" y="213606"/>
                  </a:lnTo>
                  <a:lnTo>
                    <a:pt x="11281" y="225646"/>
                  </a:lnTo>
                  <a:lnTo>
                    <a:pt x="6114" y="238932"/>
                  </a:lnTo>
                  <a:lnTo>
                    <a:pt x="2417" y="253324"/>
                  </a:lnTo>
                  <a:lnTo>
                    <a:pt x="335" y="268664"/>
                  </a:lnTo>
                  <a:lnTo>
                    <a:pt x="0" y="284778"/>
                  </a:lnTo>
                  <a:lnTo>
                    <a:pt x="1523" y="301476"/>
                  </a:lnTo>
                  <a:lnTo>
                    <a:pt x="4997" y="318556"/>
                  </a:lnTo>
                  <a:lnTo>
                    <a:pt x="10492" y="335803"/>
                  </a:lnTo>
                  <a:lnTo>
                    <a:pt x="18058" y="352994"/>
                  </a:lnTo>
                  <a:lnTo>
                    <a:pt x="27719" y="369902"/>
                  </a:lnTo>
                  <a:lnTo>
                    <a:pt x="39477" y="386291"/>
                  </a:lnTo>
                  <a:lnTo>
                    <a:pt x="53307" y="401928"/>
                  </a:lnTo>
                  <a:lnTo>
                    <a:pt x="69161" y="416576"/>
                  </a:lnTo>
                  <a:lnTo>
                    <a:pt x="86965" y="430006"/>
                  </a:lnTo>
                  <a:lnTo>
                    <a:pt x="106622" y="441992"/>
                  </a:lnTo>
                  <a:lnTo>
                    <a:pt x="128009" y="452316"/>
                  </a:lnTo>
                  <a:lnTo>
                    <a:pt x="137855" y="464135"/>
                  </a:lnTo>
                  <a:lnTo>
                    <a:pt x="148545" y="475572"/>
                  </a:lnTo>
                  <a:lnTo>
                    <a:pt x="160062" y="486581"/>
                  </a:lnTo>
                  <a:lnTo>
                    <a:pt x="172390" y="497120"/>
                  </a:lnTo>
                  <a:lnTo>
                    <a:pt x="185509" y="507143"/>
                  </a:lnTo>
                  <a:lnTo>
                    <a:pt x="199397" y="516607"/>
                  </a:lnTo>
                  <a:lnTo>
                    <a:pt x="214031" y="525472"/>
                  </a:lnTo>
                  <a:lnTo>
                    <a:pt x="229385" y="533695"/>
                  </a:lnTo>
                  <a:lnTo>
                    <a:pt x="245431" y="541238"/>
                  </a:lnTo>
                  <a:lnTo>
                    <a:pt x="262140" y="548060"/>
                  </a:lnTo>
                  <a:lnTo>
                    <a:pt x="279480" y="554125"/>
                  </a:lnTo>
                  <a:lnTo>
                    <a:pt x="297418" y="559396"/>
                  </a:lnTo>
                  <a:lnTo>
                    <a:pt x="315919" y="563838"/>
                  </a:lnTo>
                  <a:lnTo>
                    <a:pt x="334947" y="567419"/>
                  </a:lnTo>
                  <a:lnTo>
                    <a:pt x="354462" y="570107"/>
                  </a:lnTo>
                  <a:lnTo>
                    <a:pt x="374425" y="571872"/>
                  </a:lnTo>
                  <a:lnTo>
                    <a:pt x="394794" y="572684"/>
                  </a:lnTo>
                  <a:lnTo>
                    <a:pt x="415526" y="572519"/>
                  </a:lnTo>
                  <a:lnTo>
                    <a:pt x="436578" y="571352"/>
                  </a:lnTo>
                  <a:lnTo>
                    <a:pt x="457903" y="569159"/>
                  </a:lnTo>
                  <a:lnTo>
                    <a:pt x="479454" y="565920"/>
                  </a:lnTo>
                  <a:lnTo>
                    <a:pt x="501185" y="561617"/>
                  </a:lnTo>
                  <a:lnTo>
                    <a:pt x="476680" y="566395"/>
                  </a:lnTo>
                  <a:lnTo>
                    <a:pt x="452411" y="569820"/>
                  </a:lnTo>
                  <a:lnTo>
                    <a:pt x="428446" y="571921"/>
                  </a:lnTo>
                  <a:lnTo>
                    <a:pt x="404852" y="572728"/>
                  </a:lnTo>
                  <a:lnTo>
                    <a:pt x="381692" y="572274"/>
                  </a:lnTo>
                  <a:lnTo>
                    <a:pt x="359030" y="570597"/>
                  </a:lnTo>
                  <a:lnTo>
                    <a:pt x="336926" y="567737"/>
                  </a:lnTo>
                  <a:lnTo>
                    <a:pt x="315438" y="563735"/>
                  </a:lnTo>
                  <a:lnTo>
                    <a:pt x="294621" y="558638"/>
                  </a:lnTo>
                  <a:lnTo>
                    <a:pt x="274527" y="552493"/>
                  </a:lnTo>
                  <a:lnTo>
                    <a:pt x="255207" y="545351"/>
                  </a:lnTo>
                  <a:lnTo>
                    <a:pt x="236706" y="537263"/>
                  </a:lnTo>
                  <a:lnTo>
                    <a:pt x="219070" y="528286"/>
                  </a:lnTo>
                  <a:lnTo>
                    <a:pt x="202339" y="518476"/>
                  </a:lnTo>
                  <a:lnTo>
                    <a:pt x="186550" y="507891"/>
                  </a:lnTo>
                  <a:lnTo>
                    <a:pt x="171739" y="496591"/>
                  </a:lnTo>
                  <a:lnTo>
                    <a:pt x="157935" y="484639"/>
                  </a:lnTo>
                  <a:lnTo>
                    <a:pt x="145167" y="472096"/>
                  </a:lnTo>
                  <a:lnTo>
                    <a:pt x="133459" y="459028"/>
                  </a:lnTo>
                  <a:lnTo>
                    <a:pt x="122832" y="445498"/>
                  </a:lnTo>
                  <a:lnTo>
                    <a:pt x="113302" y="431574"/>
                  </a:lnTo>
                  <a:lnTo>
                    <a:pt x="104884" y="417321"/>
                  </a:lnTo>
                  <a:lnTo>
                    <a:pt x="97588" y="402806"/>
                  </a:lnTo>
                  <a:lnTo>
                    <a:pt x="91421" y="388097"/>
                  </a:lnTo>
                  <a:lnTo>
                    <a:pt x="86384" y="373261"/>
                  </a:lnTo>
                  <a:lnTo>
                    <a:pt x="82478" y="358364"/>
                  </a:lnTo>
                  <a:lnTo>
                    <a:pt x="79699" y="343473"/>
                  </a:lnTo>
                  <a:lnTo>
                    <a:pt x="78038" y="328656"/>
                  </a:lnTo>
                  <a:lnTo>
                    <a:pt x="77485" y="313976"/>
                  </a:lnTo>
                  <a:lnTo>
                    <a:pt x="78025" y="299500"/>
                  </a:lnTo>
                  <a:lnTo>
                    <a:pt x="79640" y="285291"/>
                  </a:lnTo>
                  <a:lnTo>
                    <a:pt x="82308" y="271412"/>
                  </a:lnTo>
                  <a:lnTo>
                    <a:pt x="86005" y="257924"/>
                  </a:lnTo>
                  <a:lnTo>
                    <a:pt x="90703" y="244887"/>
                  </a:lnTo>
                  <a:lnTo>
                    <a:pt x="96370" y="232360"/>
                  </a:lnTo>
                  <a:lnTo>
                    <a:pt x="102972" y="220398"/>
                  </a:lnTo>
                  <a:lnTo>
                    <a:pt x="110474" y="209056"/>
                  </a:lnTo>
                  <a:lnTo>
                    <a:pt x="118833" y="198387"/>
                  </a:lnTo>
                  <a:lnTo>
                    <a:pt x="128009" y="188441"/>
                  </a:lnTo>
                  <a:lnTo>
                    <a:pt x="118764" y="188951"/>
                  </a:lnTo>
                  <a:lnTo>
                    <a:pt x="109604" y="190478"/>
                  </a:lnTo>
                  <a:lnTo>
                    <a:pt x="100611" y="193013"/>
                  </a:lnTo>
                  <a:lnTo>
                    <a:pt x="91870" y="196540"/>
                  </a:lnTo>
                  <a:lnTo>
                    <a:pt x="83462" y="201038"/>
                  </a:lnTo>
                  <a:lnTo>
                    <a:pt x="75466" y="206479"/>
                  </a:lnTo>
                  <a:lnTo>
                    <a:pt x="67961" y="212830"/>
                  </a:lnTo>
                  <a:lnTo>
                    <a:pt x="61023" y="220053"/>
                  </a:lnTo>
                  <a:lnTo>
                    <a:pt x="54723" y="228101"/>
                  </a:lnTo>
                  <a:lnTo>
                    <a:pt x="49132" y="236927"/>
                  </a:lnTo>
                  <a:lnTo>
                    <a:pt x="44314" y="246474"/>
                  </a:lnTo>
                  <a:lnTo>
                    <a:pt x="40331" y="256684"/>
                  </a:lnTo>
                  <a:lnTo>
                    <a:pt x="37242" y="267491"/>
                  </a:lnTo>
                  <a:lnTo>
                    <a:pt x="35097" y="278827"/>
                  </a:lnTo>
                  <a:lnTo>
                    <a:pt x="33947" y="290620"/>
                  </a:lnTo>
                  <a:lnTo>
                    <a:pt x="33833" y="302793"/>
                  </a:lnTo>
                  <a:lnTo>
                    <a:pt x="34792" y="315268"/>
                  </a:lnTo>
                  <a:lnTo>
                    <a:pt x="36856" y="327962"/>
                  </a:lnTo>
                  <a:lnTo>
                    <a:pt x="40051" y="340790"/>
                  </a:lnTo>
                  <a:lnTo>
                    <a:pt x="44396" y="353665"/>
                  </a:lnTo>
                  <a:lnTo>
                    <a:pt x="49906" y="366499"/>
                  </a:lnTo>
                  <a:lnTo>
                    <a:pt x="56586" y="379202"/>
                  </a:lnTo>
                  <a:lnTo>
                    <a:pt x="64440" y="391684"/>
                  </a:lnTo>
                  <a:lnTo>
                    <a:pt x="73459" y="403852"/>
                  </a:lnTo>
                  <a:lnTo>
                    <a:pt x="83634" y="415617"/>
                  </a:lnTo>
                  <a:lnTo>
                    <a:pt x="94944" y="426888"/>
                  </a:lnTo>
                  <a:lnTo>
                    <a:pt x="107365" y="437574"/>
                  </a:lnTo>
                  <a:lnTo>
                    <a:pt x="120866" y="447589"/>
                  </a:lnTo>
                  <a:lnTo>
                    <a:pt x="135407" y="456844"/>
                  </a:lnTo>
                  <a:lnTo>
                    <a:pt x="150946" y="465256"/>
                  </a:lnTo>
                  <a:lnTo>
                    <a:pt x="167432" y="472743"/>
                  </a:lnTo>
                  <a:lnTo>
                    <a:pt x="184809" y="479227"/>
                  </a:lnTo>
                  <a:lnTo>
                    <a:pt x="203014" y="484632"/>
                  </a:lnTo>
                  <a:lnTo>
                    <a:pt x="221981" y="488887"/>
                  </a:lnTo>
                  <a:lnTo>
                    <a:pt x="241636" y="491925"/>
                  </a:lnTo>
                  <a:lnTo>
                    <a:pt x="261900" y="493683"/>
                  </a:lnTo>
                  <a:lnTo>
                    <a:pt x="282693" y="494105"/>
                  </a:lnTo>
                  <a:lnTo>
                    <a:pt x="303926" y="493138"/>
                  </a:lnTo>
                  <a:lnTo>
                    <a:pt x="325508" y="490736"/>
                  </a:lnTo>
                  <a:lnTo>
                    <a:pt x="347344" y="486857"/>
                  </a:lnTo>
                  <a:lnTo>
                    <a:pt x="369336" y="481468"/>
                  </a:lnTo>
                  <a:lnTo>
                    <a:pt x="391383" y="474541"/>
                  </a:lnTo>
                  <a:lnTo>
                    <a:pt x="413380" y="466054"/>
                  </a:lnTo>
                  <a:lnTo>
                    <a:pt x="435222" y="455993"/>
                  </a:lnTo>
                  <a:lnTo>
                    <a:pt x="456800" y="444350"/>
                  </a:lnTo>
                  <a:lnTo>
                    <a:pt x="478007" y="431125"/>
                  </a:lnTo>
                  <a:lnTo>
                    <a:pt x="498732" y="416324"/>
                  </a:lnTo>
                  <a:lnTo>
                    <a:pt x="518866" y="399962"/>
                  </a:lnTo>
                  <a:lnTo>
                    <a:pt x="538298" y="382061"/>
                  </a:lnTo>
                  <a:lnTo>
                    <a:pt x="556919" y="362650"/>
                  </a:lnTo>
                  <a:lnTo>
                    <a:pt x="574622" y="341764"/>
                  </a:lnTo>
                  <a:lnTo>
                    <a:pt x="591299" y="319447"/>
                  </a:lnTo>
                  <a:lnTo>
                    <a:pt x="606847" y="295751"/>
                  </a:lnTo>
                  <a:lnTo>
                    <a:pt x="621164" y="270734"/>
                  </a:lnTo>
                  <a:lnTo>
                    <a:pt x="634151" y="244461"/>
                  </a:lnTo>
                  <a:lnTo>
                    <a:pt x="645713" y="217004"/>
                  </a:lnTo>
                  <a:close/>
                </a:path>
              </a:pathLst>
            </a:custGeom>
            <a:solidFill>
              <a:srgbClr val="7FB3FF">
                <a:alpha val="25882"/>
              </a:srgbClr>
            </a:solidFill>
            <a:ln w="24933" cap="flat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l594"/>
            <p:cNvSpPr/>
            <p:nvPr/>
          </p:nvSpPr>
          <p:spPr>
            <a:xfrm>
              <a:off x="3540913" y="5903276"/>
              <a:ext cx="578235" cy="485223"/>
            </a:xfrm>
            <a:custGeom>
              <a:avLst/>
              <a:pathLst>
                <a:path w="578235" h="485223">
                  <a:moveTo>
                    <a:pt x="50484" y="100980"/>
                  </a:moveTo>
                  <a:lnTo>
                    <a:pt x="50484" y="100980"/>
                  </a:lnTo>
                  <a:lnTo>
                    <a:pt x="62429" y="89608"/>
                  </a:lnTo>
                  <a:lnTo>
                    <a:pt x="74924" y="78829"/>
                  </a:lnTo>
                  <a:lnTo>
                    <a:pt x="87948" y="68663"/>
                  </a:lnTo>
                  <a:lnTo>
                    <a:pt x="101479" y="59130"/>
                  </a:lnTo>
                  <a:lnTo>
                    <a:pt x="115492" y="50248"/>
                  </a:lnTo>
                  <a:lnTo>
                    <a:pt x="129964" y="42034"/>
                  </a:lnTo>
                  <a:lnTo>
                    <a:pt x="144871" y="34506"/>
                  </a:lnTo>
                  <a:lnTo>
                    <a:pt x="160186" y="27680"/>
                  </a:lnTo>
                  <a:lnTo>
                    <a:pt x="175886" y="21571"/>
                  </a:lnTo>
                  <a:lnTo>
                    <a:pt x="191942" y="16193"/>
                  </a:lnTo>
                  <a:lnTo>
                    <a:pt x="208330" y="11561"/>
                  </a:lnTo>
                  <a:lnTo>
                    <a:pt x="225022" y="7688"/>
                  </a:lnTo>
                  <a:lnTo>
                    <a:pt x="241990" y="4584"/>
                  </a:lnTo>
                  <a:lnTo>
                    <a:pt x="259207" y="2262"/>
                  </a:lnTo>
                  <a:lnTo>
                    <a:pt x="276644" y="730"/>
                  </a:lnTo>
                  <a:lnTo>
                    <a:pt x="294273" y="0"/>
                  </a:lnTo>
                  <a:lnTo>
                    <a:pt x="312065" y="77"/>
                  </a:lnTo>
                  <a:lnTo>
                    <a:pt x="329990" y="971"/>
                  </a:lnTo>
                  <a:lnTo>
                    <a:pt x="348020" y="2687"/>
                  </a:lnTo>
                  <a:lnTo>
                    <a:pt x="366125" y="5232"/>
                  </a:lnTo>
                  <a:lnTo>
                    <a:pt x="384275" y="8608"/>
                  </a:lnTo>
                  <a:lnTo>
                    <a:pt x="402439" y="12820"/>
                  </a:lnTo>
                  <a:lnTo>
                    <a:pt x="420588" y="17871"/>
                  </a:lnTo>
                  <a:lnTo>
                    <a:pt x="438691" y="23761"/>
                  </a:lnTo>
                  <a:lnTo>
                    <a:pt x="456719" y="30492"/>
                  </a:lnTo>
                  <a:lnTo>
                    <a:pt x="474640" y="38063"/>
                  </a:lnTo>
                  <a:lnTo>
                    <a:pt x="492425" y="46472"/>
                  </a:lnTo>
                  <a:lnTo>
                    <a:pt x="510042" y="55718"/>
                  </a:lnTo>
                  <a:lnTo>
                    <a:pt x="527462" y="65796"/>
                  </a:lnTo>
                  <a:lnTo>
                    <a:pt x="544654" y="76703"/>
                  </a:lnTo>
                  <a:lnTo>
                    <a:pt x="561588" y="88433"/>
                  </a:lnTo>
                  <a:lnTo>
                    <a:pt x="578235" y="100980"/>
                  </a:lnTo>
                  <a:lnTo>
                    <a:pt x="577927" y="118998"/>
                  </a:lnTo>
                  <a:lnTo>
                    <a:pt x="577004" y="136995"/>
                  </a:lnTo>
                  <a:lnTo>
                    <a:pt x="575468" y="154950"/>
                  </a:lnTo>
                  <a:lnTo>
                    <a:pt x="573319" y="172842"/>
                  </a:lnTo>
                  <a:lnTo>
                    <a:pt x="570561" y="190650"/>
                  </a:lnTo>
                  <a:lnTo>
                    <a:pt x="567196" y="208354"/>
                  </a:lnTo>
                  <a:lnTo>
                    <a:pt x="563229" y="225933"/>
                  </a:lnTo>
                  <a:lnTo>
                    <a:pt x="558664" y="243366"/>
                  </a:lnTo>
                  <a:lnTo>
                    <a:pt x="553507" y="260632"/>
                  </a:lnTo>
                  <a:lnTo>
                    <a:pt x="547763" y="277713"/>
                  </a:lnTo>
                  <a:lnTo>
                    <a:pt x="541439" y="294588"/>
                  </a:lnTo>
                  <a:lnTo>
                    <a:pt x="534543" y="311237"/>
                  </a:lnTo>
                  <a:lnTo>
                    <a:pt x="527082" y="327640"/>
                  </a:lnTo>
                  <a:lnTo>
                    <a:pt x="519066" y="343780"/>
                  </a:lnTo>
                  <a:lnTo>
                    <a:pt x="510503" y="359636"/>
                  </a:lnTo>
                  <a:lnTo>
                    <a:pt x="501404" y="375191"/>
                  </a:lnTo>
                  <a:lnTo>
                    <a:pt x="491780" y="390426"/>
                  </a:lnTo>
                  <a:lnTo>
                    <a:pt x="481640" y="405323"/>
                  </a:lnTo>
                  <a:lnTo>
                    <a:pt x="470998" y="419866"/>
                  </a:lnTo>
                  <a:lnTo>
                    <a:pt x="459866" y="434037"/>
                  </a:lnTo>
                  <a:lnTo>
                    <a:pt x="448256" y="447820"/>
                  </a:lnTo>
                  <a:lnTo>
                    <a:pt x="436183" y="461198"/>
                  </a:lnTo>
                  <a:lnTo>
                    <a:pt x="423660" y="474156"/>
                  </a:lnTo>
                  <a:lnTo>
                    <a:pt x="401930" y="478459"/>
                  </a:lnTo>
                  <a:lnTo>
                    <a:pt x="380378" y="481698"/>
                  </a:lnTo>
                  <a:lnTo>
                    <a:pt x="359053" y="483891"/>
                  </a:lnTo>
                  <a:lnTo>
                    <a:pt x="338001" y="485058"/>
                  </a:lnTo>
                  <a:lnTo>
                    <a:pt x="317269" y="485223"/>
                  </a:lnTo>
                  <a:lnTo>
                    <a:pt x="296900" y="484410"/>
                  </a:lnTo>
                  <a:lnTo>
                    <a:pt x="276937" y="482646"/>
                  </a:lnTo>
                  <a:lnTo>
                    <a:pt x="257422" y="479958"/>
                  </a:lnTo>
                  <a:lnTo>
                    <a:pt x="238394" y="476377"/>
                  </a:lnTo>
                  <a:lnTo>
                    <a:pt x="219893" y="471935"/>
                  </a:lnTo>
                  <a:lnTo>
                    <a:pt x="201955" y="466664"/>
                  </a:lnTo>
                  <a:lnTo>
                    <a:pt x="184615" y="460599"/>
                  </a:lnTo>
                  <a:lnTo>
                    <a:pt x="167906" y="453777"/>
                  </a:lnTo>
                  <a:lnTo>
                    <a:pt x="151860" y="446234"/>
                  </a:lnTo>
                  <a:lnTo>
                    <a:pt x="136506" y="438011"/>
                  </a:lnTo>
                  <a:lnTo>
                    <a:pt x="121872" y="429146"/>
                  </a:lnTo>
                  <a:lnTo>
                    <a:pt x="107984" y="419681"/>
                  </a:lnTo>
                  <a:lnTo>
                    <a:pt x="94865" y="409658"/>
                  </a:lnTo>
                  <a:lnTo>
                    <a:pt x="82537" y="399120"/>
                  </a:lnTo>
                  <a:lnTo>
                    <a:pt x="71020" y="388111"/>
                  </a:lnTo>
                  <a:lnTo>
                    <a:pt x="60331" y="376674"/>
                  </a:lnTo>
                  <a:lnTo>
                    <a:pt x="50484" y="364855"/>
                  </a:lnTo>
                  <a:lnTo>
                    <a:pt x="40153" y="350754"/>
                  </a:lnTo>
                  <a:lnTo>
                    <a:pt x="30987" y="336273"/>
                  </a:lnTo>
                  <a:lnTo>
                    <a:pt x="22998" y="321484"/>
                  </a:lnTo>
                  <a:lnTo>
                    <a:pt x="16195" y="306461"/>
                  </a:lnTo>
                  <a:lnTo>
                    <a:pt x="10583" y="291276"/>
                  </a:lnTo>
                  <a:lnTo>
                    <a:pt x="6163" y="276002"/>
                  </a:lnTo>
                  <a:lnTo>
                    <a:pt x="2931" y="260710"/>
                  </a:lnTo>
                  <a:lnTo>
                    <a:pt x="880" y="245473"/>
                  </a:lnTo>
                  <a:lnTo>
                    <a:pt x="0" y="230361"/>
                  </a:lnTo>
                  <a:lnTo>
                    <a:pt x="275" y="215446"/>
                  </a:lnTo>
                  <a:lnTo>
                    <a:pt x="1687" y="200796"/>
                  </a:lnTo>
                  <a:lnTo>
                    <a:pt x="4214" y="186480"/>
                  </a:lnTo>
                  <a:lnTo>
                    <a:pt x="7829" y="172564"/>
                  </a:lnTo>
                  <a:lnTo>
                    <a:pt x="12504" y="159114"/>
                  </a:lnTo>
                  <a:lnTo>
                    <a:pt x="18204" y="146192"/>
                  </a:lnTo>
                  <a:lnTo>
                    <a:pt x="24893" y="133859"/>
                  </a:lnTo>
                  <a:lnTo>
                    <a:pt x="32532" y="122176"/>
                  </a:lnTo>
                  <a:lnTo>
                    <a:pt x="41078" y="111198"/>
                  </a:lnTo>
                  <a:lnTo>
                    <a:pt x="50484" y="100980"/>
                  </a:lnTo>
                  <a:lnTo>
                    <a:pt x="50484" y="100980"/>
                  </a:lnTo>
                  <a:lnTo>
                    <a:pt x="50484" y="100980"/>
                  </a:lnTo>
                </a:path>
              </a:pathLst>
            </a:custGeom>
            <a:ln w="24933" cap="flat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t595"/>
            <p:cNvSpPr/>
            <p:nvPr/>
          </p:nvSpPr>
          <p:spPr>
            <a:xfrm>
              <a:off x="4087547" y="5972656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t596"/>
            <p:cNvSpPr/>
            <p:nvPr/>
          </p:nvSpPr>
          <p:spPr>
            <a:xfrm>
              <a:off x="3559797" y="5972656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t597"/>
            <p:cNvSpPr/>
            <p:nvPr/>
          </p:nvSpPr>
          <p:spPr>
            <a:xfrm>
              <a:off x="3559797" y="5972656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t598"/>
            <p:cNvSpPr/>
            <p:nvPr/>
          </p:nvSpPr>
          <p:spPr>
            <a:xfrm>
              <a:off x="3559797" y="5972656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t599"/>
            <p:cNvSpPr/>
            <p:nvPr/>
          </p:nvSpPr>
          <p:spPr>
            <a:xfrm>
              <a:off x="3559797" y="6236531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t600"/>
            <p:cNvSpPr/>
            <p:nvPr/>
          </p:nvSpPr>
          <p:spPr>
            <a:xfrm>
              <a:off x="3932973" y="6345832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t601"/>
            <p:cNvSpPr/>
            <p:nvPr/>
          </p:nvSpPr>
          <p:spPr>
            <a:xfrm>
              <a:off x="3559797" y="5972656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t602"/>
            <p:cNvSpPr/>
            <p:nvPr/>
          </p:nvSpPr>
          <p:spPr>
            <a:xfrm>
              <a:off x="3559797" y="5972656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l603"/>
            <p:cNvSpPr/>
            <p:nvPr/>
          </p:nvSpPr>
          <p:spPr>
            <a:xfrm>
              <a:off x="3591398" y="5476507"/>
              <a:ext cx="0" cy="527750"/>
            </a:xfrm>
            <a:custGeom>
              <a:avLst/>
              <a:pathLst>
                <a:path w="0" h="527750">
                  <a:moveTo>
                    <a:pt x="0" y="527750"/>
                  </a:moveTo>
                  <a:lnTo>
                    <a:pt x="0" y="509552"/>
                  </a:lnTo>
                  <a:lnTo>
                    <a:pt x="0" y="491353"/>
                  </a:lnTo>
                  <a:lnTo>
                    <a:pt x="0" y="473155"/>
                  </a:lnTo>
                  <a:lnTo>
                    <a:pt x="0" y="454957"/>
                  </a:lnTo>
                  <a:lnTo>
                    <a:pt x="0" y="436758"/>
                  </a:lnTo>
                  <a:lnTo>
                    <a:pt x="0" y="418560"/>
                  </a:lnTo>
                  <a:lnTo>
                    <a:pt x="0" y="400362"/>
                  </a:lnTo>
                  <a:lnTo>
                    <a:pt x="0" y="382164"/>
                  </a:lnTo>
                  <a:lnTo>
                    <a:pt x="0" y="363965"/>
                  </a:lnTo>
                  <a:lnTo>
                    <a:pt x="0" y="345767"/>
                  </a:lnTo>
                  <a:lnTo>
                    <a:pt x="0" y="327569"/>
                  </a:lnTo>
                  <a:lnTo>
                    <a:pt x="0" y="309370"/>
                  </a:lnTo>
                  <a:lnTo>
                    <a:pt x="0" y="291172"/>
                  </a:lnTo>
                  <a:lnTo>
                    <a:pt x="0" y="272974"/>
                  </a:lnTo>
                  <a:lnTo>
                    <a:pt x="0" y="254776"/>
                  </a:lnTo>
                  <a:lnTo>
                    <a:pt x="0" y="236577"/>
                  </a:lnTo>
                  <a:lnTo>
                    <a:pt x="0" y="218379"/>
                  </a:lnTo>
                  <a:lnTo>
                    <a:pt x="0" y="200181"/>
                  </a:lnTo>
                  <a:lnTo>
                    <a:pt x="0" y="181982"/>
                  </a:lnTo>
                  <a:lnTo>
                    <a:pt x="0" y="163784"/>
                  </a:lnTo>
                  <a:lnTo>
                    <a:pt x="0" y="145586"/>
                  </a:lnTo>
                  <a:lnTo>
                    <a:pt x="0" y="127388"/>
                  </a:lnTo>
                  <a:lnTo>
                    <a:pt x="0" y="109189"/>
                  </a:lnTo>
                  <a:lnTo>
                    <a:pt x="0" y="90991"/>
                  </a:lnTo>
                  <a:lnTo>
                    <a:pt x="0" y="72793"/>
                  </a:lnTo>
                  <a:lnTo>
                    <a:pt x="0" y="54594"/>
                  </a:lnTo>
                  <a:lnTo>
                    <a:pt x="0" y="36396"/>
                  </a:lnTo>
                  <a:lnTo>
                    <a:pt x="0" y="18198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l604"/>
            <p:cNvSpPr/>
            <p:nvPr/>
          </p:nvSpPr>
          <p:spPr>
            <a:xfrm>
              <a:off x="3591398" y="5631081"/>
              <a:ext cx="373175" cy="373175"/>
            </a:xfrm>
            <a:custGeom>
              <a:avLst/>
              <a:pathLst>
                <a:path w="373175" h="373175">
                  <a:moveTo>
                    <a:pt x="0" y="373175"/>
                  </a:moveTo>
                  <a:lnTo>
                    <a:pt x="12868" y="360307"/>
                  </a:lnTo>
                  <a:lnTo>
                    <a:pt x="25736" y="347439"/>
                  </a:lnTo>
                  <a:lnTo>
                    <a:pt x="38604" y="334571"/>
                  </a:lnTo>
                  <a:lnTo>
                    <a:pt x="51472" y="321703"/>
                  </a:lnTo>
                  <a:lnTo>
                    <a:pt x="64340" y="308835"/>
                  </a:lnTo>
                  <a:lnTo>
                    <a:pt x="77208" y="295967"/>
                  </a:lnTo>
                  <a:lnTo>
                    <a:pt x="90076" y="283098"/>
                  </a:lnTo>
                  <a:lnTo>
                    <a:pt x="102945" y="270230"/>
                  </a:lnTo>
                  <a:lnTo>
                    <a:pt x="115813" y="257362"/>
                  </a:lnTo>
                  <a:lnTo>
                    <a:pt x="128681" y="244494"/>
                  </a:lnTo>
                  <a:lnTo>
                    <a:pt x="141549" y="231626"/>
                  </a:lnTo>
                  <a:lnTo>
                    <a:pt x="154417" y="218758"/>
                  </a:lnTo>
                  <a:lnTo>
                    <a:pt x="167285" y="205890"/>
                  </a:lnTo>
                  <a:lnTo>
                    <a:pt x="180153" y="193022"/>
                  </a:lnTo>
                  <a:lnTo>
                    <a:pt x="193022" y="180153"/>
                  </a:lnTo>
                  <a:lnTo>
                    <a:pt x="205890" y="167285"/>
                  </a:lnTo>
                  <a:lnTo>
                    <a:pt x="218758" y="154417"/>
                  </a:lnTo>
                  <a:lnTo>
                    <a:pt x="231626" y="141549"/>
                  </a:lnTo>
                  <a:lnTo>
                    <a:pt x="244494" y="128681"/>
                  </a:lnTo>
                  <a:lnTo>
                    <a:pt x="257362" y="115813"/>
                  </a:lnTo>
                  <a:lnTo>
                    <a:pt x="270230" y="102945"/>
                  </a:lnTo>
                  <a:lnTo>
                    <a:pt x="283098" y="90076"/>
                  </a:lnTo>
                  <a:lnTo>
                    <a:pt x="295967" y="77208"/>
                  </a:lnTo>
                  <a:lnTo>
                    <a:pt x="308835" y="64340"/>
                  </a:lnTo>
                  <a:lnTo>
                    <a:pt x="321703" y="51472"/>
                  </a:lnTo>
                  <a:lnTo>
                    <a:pt x="334571" y="38604"/>
                  </a:lnTo>
                  <a:lnTo>
                    <a:pt x="347439" y="25736"/>
                  </a:lnTo>
                  <a:lnTo>
                    <a:pt x="360307" y="12868"/>
                  </a:lnTo>
                  <a:lnTo>
                    <a:pt x="37317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l605"/>
            <p:cNvSpPr/>
            <p:nvPr/>
          </p:nvSpPr>
          <p:spPr>
            <a:xfrm>
              <a:off x="3591398" y="6004257"/>
              <a:ext cx="527750" cy="0"/>
            </a:xfrm>
            <a:custGeom>
              <a:avLst/>
              <a:pathLst>
                <a:path w="527750" h="0">
                  <a:moveTo>
                    <a:pt x="0" y="0"/>
                  </a:moveTo>
                  <a:lnTo>
                    <a:pt x="18198" y="0"/>
                  </a:lnTo>
                  <a:lnTo>
                    <a:pt x="36396" y="0"/>
                  </a:lnTo>
                  <a:lnTo>
                    <a:pt x="54594" y="0"/>
                  </a:lnTo>
                  <a:lnTo>
                    <a:pt x="72793" y="0"/>
                  </a:lnTo>
                  <a:lnTo>
                    <a:pt x="90991" y="0"/>
                  </a:lnTo>
                  <a:lnTo>
                    <a:pt x="109189" y="0"/>
                  </a:lnTo>
                  <a:lnTo>
                    <a:pt x="127388" y="0"/>
                  </a:lnTo>
                  <a:lnTo>
                    <a:pt x="145586" y="0"/>
                  </a:lnTo>
                  <a:lnTo>
                    <a:pt x="163784" y="0"/>
                  </a:lnTo>
                  <a:lnTo>
                    <a:pt x="181982" y="0"/>
                  </a:lnTo>
                  <a:lnTo>
                    <a:pt x="200181" y="0"/>
                  </a:lnTo>
                  <a:lnTo>
                    <a:pt x="218379" y="0"/>
                  </a:lnTo>
                  <a:lnTo>
                    <a:pt x="236577" y="0"/>
                  </a:lnTo>
                  <a:lnTo>
                    <a:pt x="254776" y="0"/>
                  </a:lnTo>
                  <a:lnTo>
                    <a:pt x="272974" y="0"/>
                  </a:lnTo>
                  <a:lnTo>
                    <a:pt x="291172" y="0"/>
                  </a:lnTo>
                  <a:lnTo>
                    <a:pt x="309370" y="0"/>
                  </a:lnTo>
                  <a:lnTo>
                    <a:pt x="327569" y="0"/>
                  </a:lnTo>
                  <a:lnTo>
                    <a:pt x="345767" y="0"/>
                  </a:lnTo>
                  <a:lnTo>
                    <a:pt x="363965" y="0"/>
                  </a:lnTo>
                  <a:lnTo>
                    <a:pt x="382164" y="0"/>
                  </a:lnTo>
                  <a:lnTo>
                    <a:pt x="400362" y="0"/>
                  </a:lnTo>
                  <a:lnTo>
                    <a:pt x="418560" y="0"/>
                  </a:lnTo>
                  <a:lnTo>
                    <a:pt x="436758" y="0"/>
                  </a:lnTo>
                  <a:lnTo>
                    <a:pt x="454957" y="0"/>
                  </a:lnTo>
                  <a:lnTo>
                    <a:pt x="473155" y="0"/>
                  </a:lnTo>
                  <a:lnTo>
                    <a:pt x="491353" y="0"/>
                  </a:lnTo>
                  <a:lnTo>
                    <a:pt x="509552" y="0"/>
                  </a:lnTo>
                  <a:lnTo>
                    <a:pt x="52775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l606"/>
            <p:cNvSpPr/>
            <p:nvPr/>
          </p:nvSpPr>
          <p:spPr>
            <a:xfrm>
              <a:off x="3591398" y="6004257"/>
              <a:ext cx="373175" cy="373175"/>
            </a:xfrm>
            <a:custGeom>
              <a:avLst/>
              <a:pathLst>
                <a:path w="373175" h="373175">
                  <a:moveTo>
                    <a:pt x="0" y="0"/>
                  </a:moveTo>
                  <a:lnTo>
                    <a:pt x="12868" y="12868"/>
                  </a:lnTo>
                  <a:lnTo>
                    <a:pt x="25736" y="25736"/>
                  </a:lnTo>
                  <a:lnTo>
                    <a:pt x="38604" y="38604"/>
                  </a:lnTo>
                  <a:lnTo>
                    <a:pt x="51472" y="51472"/>
                  </a:lnTo>
                  <a:lnTo>
                    <a:pt x="64340" y="64340"/>
                  </a:lnTo>
                  <a:lnTo>
                    <a:pt x="77208" y="77208"/>
                  </a:lnTo>
                  <a:lnTo>
                    <a:pt x="90076" y="90076"/>
                  </a:lnTo>
                  <a:lnTo>
                    <a:pt x="102945" y="102945"/>
                  </a:lnTo>
                  <a:lnTo>
                    <a:pt x="115813" y="115813"/>
                  </a:lnTo>
                  <a:lnTo>
                    <a:pt x="128681" y="128681"/>
                  </a:lnTo>
                  <a:lnTo>
                    <a:pt x="141549" y="141549"/>
                  </a:lnTo>
                  <a:lnTo>
                    <a:pt x="154417" y="154417"/>
                  </a:lnTo>
                  <a:lnTo>
                    <a:pt x="167285" y="167285"/>
                  </a:lnTo>
                  <a:lnTo>
                    <a:pt x="180153" y="180153"/>
                  </a:lnTo>
                  <a:lnTo>
                    <a:pt x="193022" y="193022"/>
                  </a:lnTo>
                  <a:lnTo>
                    <a:pt x="205890" y="205890"/>
                  </a:lnTo>
                  <a:lnTo>
                    <a:pt x="218758" y="218758"/>
                  </a:lnTo>
                  <a:lnTo>
                    <a:pt x="231626" y="231626"/>
                  </a:lnTo>
                  <a:lnTo>
                    <a:pt x="244494" y="244494"/>
                  </a:lnTo>
                  <a:lnTo>
                    <a:pt x="257362" y="257362"/>
                  </a:lnTo>
                  <a:lnTo>
                    <a:pt x="270230" y="270230"/>
                  </a:lnTo>
                  <a:lnTo>
                    <a:pt x="283098" y="283098"/>
                  </a:lnTo>
                  <a:lnTo>
                    <a:pt x="295967" y="295967"/>
                  </a:lnTo>
                  <a:lnTo>
                    <a:pt x="308835" y="308835"/>
                  </a:lnTo>
                  <a:lnTo>
                    <a:pt x="321703" y="321703"/>
                  </a:lnTo>
                  <a:lnTo>
                    <a:pt x="334571" y="334571"/>
                  </a:lnTo>
                  <a:lnTo>
                    <a:pt x="347439" y="347439"/>
                  </a:lnTo>
                  <a:lnTo>
                    <a:pt x="360307" y="360307"/>
                  </a:lnTo>
                  <a:lnTo>
                    <a:pt x="373175" y="37317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l607"/>
            <p:cNvSpPr/>
            <p:nvPr/>
          </p:nvSpPr>
          <p:spPr>
            <a:xfrm>
              <a:off x="3591398" y="6004257"/>
              <a:ext cx="0" cy="527750"/>
            </a:xfrm>
            <a:custGeom>
              <a:avLst/>
              <a:pathLst>
                <a:path w="0" h="527750">
                  <a:moveTo>
                    <a:pt x="0" y="0"/>
                  </a:moveTo>
                  <a:lnTo>
                    <a:pt x="0" y="18198"/>
                  </a:lnTo>
                  <a:lnTo>
                    <a:pt x="0" y="36396"/>
                  </a:lnTo>
                  <a:lnTo>
                    <a:pt x="0" y="54594"/>
                  </a:lnTo>
                  <a:lnTo>
                    <a:pt x="0" y="72793"/>
                  </a:lnTo>
                  <a:lnTo>
                    <a:pt x="0" y="90991"/>
                  </a:lnTo>
                  <a:lnTo>
                    <a:pt x="0" y="109189"/>
                  </a:lnTo>
                  <a:lnTo>
                    <a:pt x="0" y="127388"/>
                  </a:lnTo>
                  <a:lnTo>
                    <a:pt x="0" y="145586"/>
                  </a:lnTo>
                  <a:lnTo>
                    <a:pt x="0" y="163784"/>
                  </a:lnTo>
                  <a:lnTo>
                    <a:pt x="0" y="181982"/>
                  </a:lnTo>
                  <a:lnTo>
                    <a:pt x="0" y="200181"/>
                  </a:lnTo>
                  <a:lnTo>
                    <a:pt x="0" y="218379"/>
                  </a:lnTo>
                  <a:lnTo>
                    <a:pt x="0" y="236577"/>
                  </a:lnTo>
                  <a:lnTo>
                    <a:pt x="0" y="254776"/>
                  </a:lnTo>
                  <a:lnTo>
                    <a:pt x="0" y="272974"/>
                  </a:lnTo>
                  <a:lnTo>
                    <a:pt x="0" y="291172"/>
                  </a:lnTo>
                  <a:lnTo>
                    <a:pt x="0" y="309370"/>
                  </a:lnTo>
                  <a:lnTo>
                    <a:pt x="0" y="327569"/>
                  </a:lnTo>
                  <a:lnTo>
                    <a:pt x="0" y="345767"/>
                  </a:lnTo>
                  <a:lnTo>
                    <a:pt x="0" y="363965"/>
                  </a:lnTo>
                  <a:lnTo>
                    <a:pt x="0" y="382164"/>
                  </a:lnTo>
                  <a:lnTo>
                    <a:pt x="0" y="400362"/>
                  </a:lnTo>
                  <a:lnTo>
                    <a:pt x="0" y="418560"/>
                  </a:lnTo>
                  <a:lnTo>
                    <a:pt x="0" y="436758"/>
                  </a:lnTo>
                  <a:lnTo>
                    <a:pt x="0" y="454957"/>
                  </a:lnTo>
                  <a:lnTo>
                    <a:pt x="0" y="473155"/>
                  </a:lnTo>
                  <a:lnTo>
                    <a:pt x="0" y="491353"/>
                  </a:lnTo>
                  <a:lnTo>
                    <a:pt x="0" y="509552"/>
                  </a:lnTo>
                  <a:lnTo>
                    <a:pt x="0" y="52775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l608"/>
            <p:cNvSpPr/>
            <p:nvPr/>
          </p:nvSpPr>
          <p:spPr>
            <a:xfrm>
              <a:off x="3218222" y="6004257"/>
              <a:ext cx="373175" cy="373175"/>
            </a:xfrm>
            <a:custGeom>
              <a:avLst/>
              <a:pathLst>
                <a:path w="373175" h="373175">
                  <a:moveTo>
                    <a:pt x="373175" y="0"/>
                  </a:moveTo>
                  <a:lnTo>
                    <a:pt x="360307" y="12868"/>
                  </a:lnTo>
                  <a:lnTo>
                    <a:pt x="347439" y="25736"/>
                  </a:lnTo>
                  <a:lnTo>
                    <a:pt x="334571" y="38604"/>
                  </a:lnTo>
                  <a:lnTo>
                    <a:pt x="321703" y="51472"/>
                  </a:lnTo>
                  <a:lnTo>
                    <a:pt x="308835" y="64340"/>
                  </a:lnTo>
                  <a:lnTo>
                    <a:pt x="295967" y="77208"/>
                  </a:lnTo>
                  <a:lnTo>
                    <a:pt x="283098" y="90076"/>
                  </a:lnTo>
                  <a:lnTo>
                    <a:pt x="270230" y="102945"/>
                  </a:lnTo>
                  <a:lnTo>
                    <a:pt x="257362" y="115813"/>
                  </a:lnTo>
                  <a:lnTo>
                    <a:pt x="244494" y="128681"/>
                  </a:lnTo>
                  <a:lnTo>
                    <a:pt x="231626" y="141549"/>
                  </a:lnTo>
                  <a:lnTo>
                    <a:pt x="218758" y="154417"/>
                  </a:lnTo>
                  <a:lnTo>
                    <a:pt x="205890" y="167285"/>
                  </a:lnTo>
                  <a:lnTo>
                    <a:pt x="193022" y="180153"/>
                  </a:lnTo>
                  <a:lnTo>
                    <a:pt x="180153" y="193022"/>
                  </a:lnTo>
                  <a:lnTo>
                    <a:pt x="167285" y="205890"/>
                  </a:lnTo>
                  <a:lnTo>
                    <a:pt x="154417" y="218758"/>
                  </a:lnTo>
                  <a:lnTo>
                    <a:pt x="141549" y="231626"/>
                  </a:lnTo>
                  <a:lnTo>
                    <a:pt x="128681" y="244494"/>
                  </a:lnTo>
                  <a:lnTo>
                    <a:pt x="115813" y="257362"/>
                  </a:lnTo>
                  <a:lnTo>
                    <a:pt x="102945" y="270230"/>
                  </a:lnTo>
                  <a:lnTo>
                    <a:pt x="90076" y="283098"/>
                  </a:lnTo>
                  <a:lnTo>
                    <a:pt x="77208" y="295967"/>
                  </a:lnTo>
                  <a:lnTo>
                    <a:pt x="64340" y="308835"/>
                  </a:lnTo>
                  <a:lnTo>
                    <a:pt x="51472" y="321703"/>
                  </a:lnTo>
                  <a:lnTo>
                    <a:pt x="38604" y="334571"/>
                  </a:lnTo>
                  <a:lnTo>
                    <a:pt x="25736" y="347439"/>
                  </a:lnTo>
                  <a:lnTo>
                    <a:pt x="12868" y="360307"/>
                  </a:lnTo>
                  <a:lnTo>
                    <a:pt x="0" y="37317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l609"/>
            <p:cNvSpPr/>
            <p:nvPr/>
          </p:nvSpPr>
          <p:spPr>
            <a:xfrm>
              <a:off x="3063648" y="6004257"/>
              <a:ext cx="527750" cy="0"/>
            </a:xfrm>
            <a:custGeom>
              <a:avLst/>
              <a:pathLst>
                <a:path w="527750" h="0">
                  <a:moveTo>
                    <a:pt x="527750" y="0"/>
                  </a:moveTo>
                  <a:lnTo>
                    <a:pt x="509552" y="0"/>
                  </a:lnTo>
                  <a:lnTo>
                    <a:pt x="491353" y="0"/>
                  </a:lnTo>
                  <a:lnTo>
                    <a:pt x="473155" y="0"/>
                  </a:lnTo>
                  <a:lnTo>
                    <a:pt x="454957" y="0"/>
                  </a:lnTo>
                  <a:lnTo>
                    <a:pt x="436758" y="0"/>
                  </a:lnTo>
                  <a:lnTo>
                    <a:pt x="418560" y="0"/>
                  </a:lnTo>
                  <a:lnTo>
                    <a:pt x="400362" y="0"/>
                  </a:lnTo>
                  <a:lnTo>
                    <a:pt x="382164" y="0"/>
                  </a:lnTo>
                  <a:lnTo>
                    <a:pt x="363965" y="0"/>
                  </a:lnTo>
                  <a:lnTo>
                    <a:pt x="345767" y="0"/>
                  </a:lnTo>
                  <a:lnTo>
                    <a:pt x="327569" y="0"/>
                  </a:lnTo>
                  <a:lnTo>
                    <a:pt x="309370" y="0"/>
                  </a:lnTo>
                  <a:lnTo>
                    <a:pt x="291172" y="0"/>
                  </a:lnTo>
                  <a:lnTo>
                    <a:pt x="272974" y="0"/>
                  </a:lnTo>
                  <a:lnTo>
                    <a:pt x="254776" y="0"/>
                  </a:lnTo>
                  <a:lnTo>
                    <a:pt x="236577" y="0"/>
                  </a:lnTo>
                  <a:lnTo>
                    <a:pt x="218379" y="0"/>
                  </a:lnTo>
                  <a:lnTo>
                    <a:pt x="200181" y="0"/>
                  </a:lnTo>
                  <a:lnTo>
                    <a:pt x="181982" y="0"/>
                  </a:lnTo>
                  <a:lnTo>
                    <a:pt x="163784" y="0"/>
                  </a:lnTo>
                  <a:lnTo>
                    <a:pt x="145586" y="0"/>
                  </a:lnTo>
                  <a:lnTo>
                    <a:pt x="127388" y="0"/>
                  </a:lnTo>
                  <a:lnTo>
                    <a:pt x="109189" y="0"/>
                  </a:lnTo>
                  <a:lnTo>
                    <a:pt x="90991" y="0"/>
                  </a:lnTo>
                  <a:lnTo>
                    <a:pt x="72793" y="0"/>
                  </a:lnTo>
                  <a:lnTo>
                    <a:pt x="54594" y="0"/>
                  </a:lnTo>
                  <a:lnTo>
                    <a:pt x="36396" y="0"/>
                  </a:lnTo>
                  <a:lnTo>
                    <a:pt x="18198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l610"/>
            <p:cNvSpPr/>
            <p:nvPr/>
          </p:nvSpPr>
          <p:spPr>
            <a:xfrm>
              <a:off x="3218222" y="5631081"/>
              <a:ext cx="373175" cy="373175"/>
            </a:xfrm>
            <a:custGeom>
              <a:avLst/>
              <a:pathLst>
                <a:path w="373175" h="373175">
                  <a:moveTo>
                    <a:pt x="373175" y="373175"/>
                  </a:moveTo>
                  <a:lnTo>
                    <a:pt x="360307" y="360307"/>
                  </a:lnTo>
                  <a:lnTo>
                    <a:pt x="347439" y="347439"/>
                  </a:lnTo>
                  <a:lnTo>
                    <a:pt x="334571" y="334571"/>
                  </a:lnTo>
                  <a:lnTo>
                    <a:pt x="321703" y="321703"/>
                  </a:lnTo>
                  <a:lnTo>
                    <a:pt x="308835" y="308835"/>
                  </a:lnTo>
                  <a:lnTo>
                    <a:pt x="295967" y="295967"/>
                  </a:lnTo>
                  <a:lnTo>
                    <a:pt x="283098" y="283098"/>
                  </a:lnTo>
                  <a:lnTo>
                    <a:pt x="270230" y="270230"/>
                  </a:lnTo>
                  <a:lnTo>
                    <a:pt x="257362" y="257362"/>
                  </a:lnTo>
                  <a:lnTo>
                    <a:pt x="244494" y="244494"/>
                  </a:lnTo>
                  <a:lnTo>
                    <a:pt x="231626" y="231626"/>
                  </a:lnTo>
                  <a:lnTo>
                    <a:pt x="218758" y="218758"/>
                  </a:lnTo>
                  <a:lnTo>
                    <a:pt x="205890" y="205890"/>
                  </a:lnTo>
                  <a:lnTo>
                    <a:pt x="193022" y="193022"/>
                  </a:lnTo>
                  <a:lnTo>
                    <a:pt x="180153" y="180153"/>
                  </a:lnTo>
                  <a:lnTo>
                    <a:pt x="167285" y="167285"/>
                  </a:lnTo>
                  <a:lnTo>
                    <a:pt x="154417" y="154417"/>
                  </a:lnTo>
                  <a:lnTo>
                    <a:pt x="141549" y="141549"/>
                  </a:lnTo>
                  <a:lnTo>
                    <a:pt x="128681" y="128681"/>
                  </a:lnTo>
                  <a:lnTo>
                    <a:pt x="115813" y="115813"/>
                  </a:lnTo>
                  <a:lnTo>
                    <a:pt x="102945" y="102945"/>
                  </a:lnTo>
                  <a:lnTo>
                    <a:pt x="90076" y="90076"/>
                  </a:lnTo>
                  <a:lnTo>
                    <a:pt x="77208" y="77208"/>
                  </a:lnTo>
                  <a:lnTo>
                    <a:pt x="64340" y="64340"/>
                  </a:lnTo>
                  <a:lnTo>
                    <a:pt x="51472" y="51472"/>
                  </a:lnTo>
                  <a:lnTo>
                    <a:pt x="38604" y="38604"/>
                  </a:lnTo>
                  <a:lnTo>
                    <a:pt x="25736" y="25736"/>
                  </a:lnTo>
                  <a:lnTo>
                    <a:pt x="12868" y="12868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tx611"/>
            <p:cNvSpPr/>
            <p:nvPr/>
          </p:nvSpPr>
          <p:spPr>
            <a:xfrm>
              <a:off x="3459412" y="5369503"/>
              <a:ext cx="263971" cy="79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612" name="tx612"/>
            <p:cNvSpPr/>
            <p:nvPr/>
          </p:nvSpPr>
          <p:spPr>
            <a:xfrm>
              <a:off x="3777215" y="5543294"/>
              <a:ext cx="468011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613" name="tx613"/>
            <p:cNvSpPr/>
            <p:nvPr/>
          </p:nvSpPr>
          <p:spPr>
            <a:xfrm>
              <a:off x="4077114" y="5963380"/>
              <a:ext cx="216005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614" name="tx614"/>
            <p:cNvSpPr/>
            <p:nvPr/>
          </p:nvSpPr>
          <p:spPr>
            <a:xfrm>
              <a:off x="3768149" y="6380990"/>
              <a:ext cx="48614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615" name="tx615"/>
            <p:cNvSpPr/>
            <p:nvPr/>
          </p:nvSpPr>
          <p:spPr>
            <a:xfrm>
              <a:off x="3450346" y="6554886"/>
              <a:ext cx="28210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616" name="tx616"/>
            <p:cNvSpPr/>
            <p:nvPr/>
          </p:nvSpPr>
          <p:spPr>
            <a:xfrm>
              <a:off x="2919542" y="6380990"/>
              <a:ext cx="504065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617" name="tx617"/>
            <p:cNvSpPr/>
            <p:nvPr/>
          </p:nvSpPr>
          <p:spPr>
            <a:xfrm>
              <a:off x="2874733" y="5963380"/>
              <a:ext cx="245891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618" name="tx618"/>
            <p:cNvSpPr/>
            <p:nvPr/>
          </p:nvSpPr>
          <p:spPr>
            <a:xfrm>
              <a:off x="2928608" y="5543294"/>
              <a:ext cx="485933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619" name="tx619"/>
            <p:cNvSpPr/>
            <p:nvPr/>
          </p:nvSpPr>
          <p:spPr>
            <a:xfrm>
              <a:off x="2691150" y="5708412"/>
              <a:ext cx="177930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620" name="tx620"/>
            <p:cNvSpPr/>
            <p:nvPr/>
          </p:nvSpPr>
          <p:spPr>
            <a:xfrm>
              <a:off x="2641708" y="5444536"/>
              <a:ext cx="227372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621" name="rc621"/>
            <p:cNvSpPr/>
            <p:nvPr/>
          </p:nvSpPr>
          <p:spPr>
            <a:xfrm>
              <a:off x="4571999" y="5108705"/>
              <a:ext cx="2251205" cy="19790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22" name="rc622"/>
            <p:cNvSpPr/>
            <p:nvPr/>
          </p:nvSpPr>
          <p:spPr>
            <a:xfrm>
              <a:off x="4571999" y="5306611"/>
              <a:ext cx="2251205" cy="14817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3" name="rc623"/>
            <p:cNvSpPr/>
            <p:nvPr/>
          </p:nvSpPr>
          <p:spPr>
            <a:xfrm>
              <a:off x="4899959" y="5108705"/>
              <a:ext cx="1885287" cy="197906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24" name="tx624"/>
            <p:cNvSpPr/>
            <p:nvPr/>
          </p:nvSpPr>
          <p:spPr>
            <a:xfrm>
              <a:off x="5459777" y="5148484"/>
              <a:ext cx="765652" cy="1124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Suliformes</a:t>
              </a:r>
            </a:p>
          </p:txBody>
        </p:sp>
        <p:sp>
          <p:nvSpPr>
            <p:cNvPr id="625" name="rc625"/>
            <p:cNvSpPr/>
            <p:nvPr/>
          </p:nvSpPr>
          <p:spPr>
            <a:xfrm>
              <a:off x="5182915" y="5344569"/>
              <a:ext cx="1319376" cy="13193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6" name="pl626"/>
            <p:cNvSpPr/>
            <p:nvPr/>
          </p:nvSpPr>
          <p:spPr>
            <a:xfrm>
              <a:off x="5842603" y="5410538"/>
              <a:ext cx="0" cy="593719"/>
            </a:xfrm>
            <a:custGeom>
              <a:avLst/>
              <a:pathLst>
                <a:path w="0" h="593719">
                  <a:moveTo>
                    <a:pt x="0" y="593719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27" name="pl627"/>
            <p:cNvSpPr/>
            <p:nvPr/>
          </p:nvSpPr>
          <p:spPr>
            <a:xfrm>
              <a:off x="5842603" y="5584434"/>
              <a:ext cx="419822" cy="419822"/>
            </a:xfrm>
            <a:custGeom>
              <a:avLst/>
              <a:pathLst>
                <a:path w="419822" h="419822">
                  <a:moveTo>
                    <a:pt x="0" y="419822"/>
                  </a:moveTo>
                  <a:lnTo>
                    <a:pt x="419822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28" name="pl628"/>
            <p:cNvSpPr/>
            <p:nvPr/>
          </p:nvSpPr>
          <p:spPr>
            <a:xfrm>
              <a:off x="5842603" y="6004257"/>
              <a:ext cx="593719" cy="0"/>
            </a:xfrm>
            <a:custGeom>
              <a:avLst/>
              <a:pathLst>
                <a:path w="593719" h="0">
                  <a:moveTo>
                    <a:pt x="0" y="0"/>
                  </a:moveTo>
                  <a:lnTo>
                    <a:pt x="59371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29" name="pl629"/>
            <p:cNvSpPr/>
            <p:nvPr/>
          </p:nvSpPr>
          <p:spPr>
            <a:xfrm>
              <a:off x="5842603" y="6004257"/>
              <a:ext cx="419822" cy="419822"/>
            </a:xfrm>
            <a:custGeom>
              <a:avLst/>
              <a:pathLst>
                <a:path w="419822" h="419822">
                  <a:moveTo>
                    <a:pt x="0" y="0"/>
                  </a:moveTo>
                  <a:lnTo>
                    <a:pt x="419822" y="419822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30" name="pl630"/>
            <p:cNvSpPr/>
            <p:nvPr/>
          </p:nvSpPr>
          <p:spPr>
            <a:xfrm>
              <a:off x="5842603" y="6004257"/>
              <a:ext cx="0" cy="593719"/>
            </a:xfrm>
            <a:custGeom>
              <a:avLst/>
              <a:pathLst>
                <a:path w="0" h="593719">
                  <a:moveTo>
                    <a:pt x="0" y="0"/>
                  </a:moveTo>
                  <a:lnTo>
                    <a:pt x="0" y="593719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31" name="pl631"/>
            <p:cNvSpPr/>
            <p:nvPr/>
          </p:nvSpPr>
          <p:spPr>
            <a:xfrm>
              <a:off x="5422781" y="6004257"/>
              <a:ext cx="419822" cy="419822"/>
            </a:xfrm>
            <a:custGeom>
              <a:avLst/>
              <a:pathLst>
                <a:path w="419822" h="419822">
                  <a:moveTo>
                    <a:pt x="419822" y="0"/>
                  </a:moveTo>
                  <a:lnTo>
                    <a:pt x="0" y="419822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32" name="pl632"/>
            <p:cNvSpPr/>
            <p:nvPr/>
          </p:nvSpPr>
          <p:spPr>
            <a:xfrm>
              <a:off x="5248884" y="6004257"/>
              <a:ext cx="593719" cy="0"/>
            </a:xfrm>
            <a:custGeom>
              <a:avLst/>
              <a:pathLst>
                <a:path w="593719" h="0">
                  <a:moveTo>
                    <a:pt x="593719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33" name="pl633"/>
            <p:cNvSpPr/>
            <p:nvPr/>
          </p:nvSpPr>
          <p:spPr>
            <a:xfrm>
              <a:off x="5422781" y="5584434"/>
              <a:ext cx="419822" cy="419822"/>
            </a:xfrm>
            <a:custGeom>
              <a:avLst/>
              <a:pathLst>
                <a:path w="419822" h="419822">
                  <a:moveTo>
                    <a:pt x="419822" y="419822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34" name="pl634"/>
            <p:cNvSpPr/>
            <p:nvPr/>
          </p:nvSpPr>
          <p:spPr>
            <a:xfrm>
              <a:off x="5578761" y="5740382"/>
              <a:ext cx="527683" cy="527617"/>
            </a:xfrm>
            <a:custGeom>
              <a:avLst/>
              <a:pathLst>
                <a:path w="527683" h="527617">
                  <a:moveTo>
                    <a:pt x="263841" y="0"/>
                  </a:moveTo>
                  <a:lnTo>
                    <a:pt x="280577" y="531"/>
                  </a:lnTo>
                  <a:lnTo>
                    <a:pt x="297246" y="2122"/>
                  </a:lnTo>
                  <a:lnTo>
                    <a:pt x="313780" y="4768"/>
                  </a:lnTo>
                  <a:lnTo>
                    <a:pt x="330113" y="8457"/>
                  </a:lnTo>
                  <a:lnTo>
                    <a:pt x="346179" y="13174"/>
                  </a:lnTo>
                  <a:lnTo>
                    <a:pt x="361914" y="18901"/>
                  </a:lnTo>
                  <a:lnTo>
                    <a:pt x="377254" y="25615"/>
                  </a:lnTo>
                  <a:lnTo>
                    <a:pt x="392137" y="33288"/>
                  </a:lnTo>
                  <a:lnTo>
                    <a:pt x="406503" y="41889"/>
                  </a:lnTo>
                  <a:lnTo>
                    <a:pt x="420295" y="51384"/>
                  </a:lnTo>
                  <a:lnTo>
                    <a:pt x="433457" y="61735"/>
                  </a:lnTo>
                  <a:lnTo>
                    <a:pt x="445936" y="72899"/>
                  </a:lnTo>
                  <a:lnTo>
                    <a:pt x="457682" y="84833"/>
                  </a:lnTo>
                  <a:lnTo>
                    <a:pt x="468647" y="97487"/>
                  </a:lnTo>
                  <a:lnTo>
                    <a:pt x="478788" y="110812"/>
                  </a:lnTo>
                  <a:lnTo>
                    <a:pt x="488063" y="124753"/>
                  </a:lnTo>
                  <a:lnTo>
                    <a:pt x="496435" y="139254"/>
                  </a:lnTo>
                  <a:lnTo>
                    <a:pt x="503871" y="154257"/>
                  </a:lnTo>
                  <a:lnTo>
                    <a:pt x="510340" y="169701"/>
                  </a:lnTo>
                  <a:lnTo>
                    <a:pt x="515817" y="185525"/>
                  </a:lnTo>
                  <a:lnTo>
                    <a:pt x="520278" y="201664"/>
                  </a:lnTo>
                  <a:lnTo>
                    <a:pt x="523708" y="218053"/>
                  </a:lnTo>
                  <a:lnTo>
                    <a:pt x="526091" y="234627"/>
                  </a:lnTo>
                  <a:lnTo>
                    <a:pt x="527418" y="251319"/>
                  </a:lnTo>
                  <a:lnTo>
                    <a:pt x="527683" y="268061"/>
                  </a:lnTo>
                  <a:lnTo>
                    <a:pt x="526887" y="284787"/>
                  </a:lnTo>
                  <a:lnTo>
                    <a:pt x="525031" y="301428"/>
                  </a:lnTo>
                  <a:lnTo>
                    <a:pt x="522123" y="317918"/>
                  </a:lnTo>
                  <a:lnTo>
                    <a:pt x="518176" y="334191"/>
                  </a:lnTo>
                  <a:lnTo>
                    <a:pt x="513204" y="350180"/>
                  </a:lnTo>
                  <a:lnTo>
                    <a:pt x="507228" y="365822"/>
                  </a:lnTo>
                  <a:lnTo>
                    <a:pt x="500272" y="381053"/>
                  </a:lnTo>
                  <a:lnTo>
                    <a:pt x="492364" y="395812"/>
                  </a:lnTo>
                  <a:lnTo>
                    <a:pt x="483536" y="410040"/>
                  </a:lnTo>
                  <a:lnTo>
                    <a:pt x="473823" y="423680"/>
                  </a:lnTo>
                  <a:lnTo>
                    <a:pt x="463265" y="436676"/>
                  </a:lnTo>
                  <a:lnTo>
                    <a:pt x="451904" y="448977"/>
                  </a:lnTo>
                  <a:lnTo>
                    <a:pt x="439785" y="460532"/>
                  </a:lnTo>
                  <a:lnTo>
                    <a:pt x="426958" y="471295"/>
                  </a:lnTo>
                  <a:lnTo>
                    <a:pt x="413475" y="481223"/>
                  </a:lnTo>
                  <a:lnTo>
                    <a:pt x="399388" y="490275"/>
                  </a:lnTo>
                  <a:lnTo>
                    <a:pt x="384756" y="498416"/>
                  </a:lnTo>
                  <a:lnTo>
                    <a:pt x="369637" y="505613"/>
                  </a:lnTo>
                  <a:lnTo>
                    <a:pt x="354092" y="511836"/>
                  </a:lnTo>
                  <a:lnTo>
                    <a:pt x="338184" y="517061"/>
                  </a:lnTo>
                  <a:lnTo>
                    <a:pt x="321976" y="521266"/>
                  </a:lnTo>
                  <a:lnTo>
                    <a:pt x="305534" y="524435"/>
                  </a:lnTo>
                  <a:lnTo>
                    <a:pt x="288924" y="526555"/>
                  </a:lnTo>
                  <a:lnTo>
                    <a:pt x="272214" y="527617"/>
                  </a:lnTo>
                  <a:lnTo>
                    <a:pt x="255469" y="527617"/>
                  </a:lnTo>
                  <a:lnTo>
                    <a:pt x="238759" y="526555"/>
                  </a:lnTo>
                  <a:lnTo>
                    <a:pt x="222149" y="524435"/>
                  </a:lnTo>
                  <a:lnTo>
                    <a:pt x="205707" y="521266"/>
                  </a:lnTo>
                  <a:lnTo>
                    <a:pt x="189499" y="517061"/>
                  </a:lnTo>
                  <a:lnTo>
                    <a:pt x="173591" y="511836"/>
                  </a:lnTo>
                  <a:lnTo>
                    <a:pt x="158046" y="505613"/>
                  </a:lnTo>
                  <a:lnTo>
                    <a:pt x="142927" y="498416"/>
                  </a:lnTo>
                  <a:lnTo>
                    <a:pt x="128295" y="490275"/>
                  </a:lnTo>
                  <a:lnTo>
                    <a:pt x="114208" y="481223"/>
                  </a:lnTo>
                  <a:lnTo>
                    <a:pt x="100725" y="471295"/>
                  </a:lnTo>
                  <a:lnTo>
                    <a:pt x="87898" y="460532"/>
                  </a:lnTo>
                  <a:lnTo>
                    <a:pt x="75779" y="448977"/>
                  </a:lnTo>
                  <a:lnTo>
                    <a:pt x="64418" y="436676"/>
                  </a:lnTo>
                  <a:lnTo>
                    <a:pt x="53860" y="423680"/>
                  </a:lnTo>
                  <a:lnTo>
                    <a:pt x="44147" y="410040"/>
                  </a:lnTo>
                  <a:lnTo>
                    <a:pt x="35319" y="395812"/>
                  </a:lnTo>
                  <a:lnTo>
                    <a:pt x="27411" y="381053"/>
                  </a:lnTo>
                  <a:lnTo>
                    <a:pt x="20455" y="365822"/>
                  </a:lnTo>
                  <a:lnTo>
                    <a:pt x="14479" y="350180"/>
                  </a:lnTo>
                  <a:lnTo>
                    <a:pt x="9507" y="334191"/>
                  </a:lnTo>
                  <a:lnTo>
                    <a:pt x="5560" y="317918"/>
                  </a:lnTo>
                  <a:lnTo>
                    <a:pt x="2652" y="301428"/>
                  </a:lnTo>
                  <a:lnTo>
                    <a:pt x="796" y="284787"/>
                  </a:lnTo>
                  <a:lnTo>
                    <a:pt x="0" y="268061"/>
                  </a:lnTo>
                  <a:lnTo>
                    <a:pt x="265" y="251319"/>
                  </a:lnTo>
                  <a:lnTo>
                    <a:pt x="1592" y="234627"/>
                  </a:lnTo>
                  <a:lnTo>
                    <a:pt x="3975" y="218053"/>
                  </a:lnTo>
                  <a:lnTo>
                    <a:pt x="7405" y="201664"/>
                  </a:lnTo>
                  <a:lnTo>
                    <a:pt x="11866" y="185525"/>
                  </a:lnTo>
                  <a:lnTo>
                    <a:pt x="17343" y="169701"/>
                  </a:lnTo>
                  <a:lnTo>
                    <a:pt x="23812" y="154257"/>
                  </a:lnTo>
                  <a:lnTo>
                    <a:pt x="31248" y="139254"/>
                  </a:lnTo>
                  <a:lnTo>
                    <a:pt x="39620" y="124753"/>
                  </a:lnTo>
                  <a:lnTo>
                    <a:pt x="48895" y="110812"/>
                  </a:lnTo>
                  <a:lnTo>
                    <a:pt x="59036" y="97487"/>
                  </a:lnTo>
                  <a:lnTo>
                    <a:pt x="70001" y="84833"/>
                  </a:lnTo>
                  <a:lnTo>
                    <a:pt x="81747" y="72899"/>
                  </a:lnTo>
                  <a:lnTo>
                    <a:pt x="94226" y="61735"/>
                  </a:lnTo>
                  <a:lnTo>
                    <a:pt x="107388" y="51384"/>
                  </a:lnTo>
                  <a:lnTo>
                    <a:pt x="121180" y="41889"/>
                  </a:lnTo>
                  <a:lnTo>
                    <a:pt x="135546" y="33288"/>
                  </a:lnTo>
                  <a:lnTo>
                    <a:pt x="150429" y="25615"/>
                  </a:lnTo>
                  <a:lnTo>
                    <a:pt x="165769" y="18901"/>
                  </a:lnTo>
                  <a:lnTo>
                    <a:pt x="181504" y="13174"/>
                  </a:lnTo>
                  <a:lnTo>
                    <a:pt x="197570" y="8457"/>
                  </a:lnTo>
                  <a:lnTo>
                    <a:pt x="213903" y="4768"/>
                  </a:lnTo>
                  <a:lnTo>
                    <a:pt x="230437" y="2122"/>
                  </a:lnTo>
                  <a:lnTo>
                    <a:pt x="247105" y="531"/>
                  </a:lnTo>
                  <a:lnTo>
                    <a:pt x="2638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35" name="pl635"/>
            <p:cNvSpPr/>
            <p:nvPr/>
          </p:nvSpPr>
          <p:spPr>
            <a:xfrm>
              <a:off x="5314919" y="5476507"/>
              <a:ext cx="1055367" cy="1055235"/>
            </a:xfrm>
            <a:custGeom>
              <a:avLst/>
              <a:pathLst>
                <a:path w="1055367" h="1055235">
                  <a:moveTo>
                    <a:pt x="527683" y="0"/>
                  </a:moveTo>
                  <a:lnTo>
                    <a:pt x="561155" y="1062"/>
                  </a:lnTo>
                  <a:lnTo>
                    <a:pt x="594493" y="4245"/>
                  </a:lnTo>
                  <a:lnTo>
                    <a:pt x="627561" y="9537"/>
                  </a:lnTo>
                  <a:lnTo>
                    <a:pt x="660227" y="16915"/>
                  </a:lnTo>
                  <a:lnTo>
                    <a:pt x="692359" y="26349"/>
                  </a:lnTo>
                  <a:lnTo>
                    <a:pt x="723828" y="37803"/>
                  </a:lnTo>
                  <a:lnTo>
                    <a:pt x="754508" y="51230"/>
                  </a:lnTo>
                  <a:lnTo>
                    <a:pt x="784274" y="66576"/>
                  </a:lnTo>
                  <a:lnTo>
                    <a:pt x="813007" y="83778"/>
                  </a:lnTo>
                  <a:lnTo>
                    <a:pt x="840591" y="102768"/>
                  </a:lnTo>
                  <a:lnTo>
                    <a:pt x="866915" y="123470"/>
                  </a:lnTo>
                  <a:lnTo>
                    <a:pt x="891873" y="145799"/>
                  </a:lnTo>
                  <a:lnTo>
                    <a:pt x="915365" y="169666"/>
                  </a:lnTo>
                  <a:lnTo>
                    <a:pt x="937295" y="194975"/>
                  </a:lnTo>
                  <a:lnTo>
                    <a:pt x="957576" y="221625"/>
                  </a:lnTo>
                  <a:lnTo>
                    <a:pt x="976126" y="249506"/>
                  </a:lnTo>
                  <a:lnTo>
                    <a:pt x="992871" y="278509"/>
                  </a:lnTo>
                  <a:lnTo>
                    <a:pt x="1007742" y="308514"/>
                  </a:lnTo>
                  <a:lnTo>
                    <a:pt x="1020680" y="339403"/>
                  </a:lnTo>
                  <a:lnTo>
                    <a:pt x="1031634" y="371050"/>
                  </a:lnTo>
                  <a:lnTo>
                    <a:pt x="1040557" y="403328"/>
                  </a:lnTo>
                  <a:lnTo>
                    <a:pt x="1047416" y="436107"/>
                  </a:lnTo>
                  <a:lnTo>
                    <a:pt x="1052182" y="469255"/>
                  </a:lnTo>
                  <a:lnTo>
                    <a:pt x="1054836" y="502639"/>
                  </a:lnTo>
                  <a:lnTo>
                    <a:pt x="1055367" y="536123"/>
                  </a:lnTo>
                  <a:lnTo>
                    <a:pt x="1053774" y="569574"/>
                  </a:lnTo>
                  <a:lnTo>
                    <a:pt x="1050062" y="602857"/>
                  </a:lnTo>
                  <a:lnTo>
                    <a:pt x="1044247" y="635837"/>
                  </a:lnTo>
                  <a:lnTo>
                    <a:pt x="1036352" y="668382"/>
                  </a:lnTo>
                  <a:lnTo>
                    <a:pt x="1026408" y="700360"/>
                  </a:lnTo>
                  <a:lnTo>
                    <a:pt x="1014456" y="731644"/>
                  </a:lnTo>
                  <a:lnTo>
                    <a:pt x="1000545" y="762106"/>
                  </a:lnTo>
                  <a:lnTo>
                    <a:pt x="984729" y="791625"/>
                  </a:lnTo>
                  <a:lnTo>
                    <a:pt x="967073" y="820081"/>
                  </a:lnTo>
                  <a:lnTo>
                    <a:pt x="947647" y="847361"/>
                  </a:lnTo>
                  <a:lnTo>
                    <a:pt x="926531" y="873353"/>
                  </a:lnTo>
                  <a:lnTo>
                    <a:pt x="903808" y="897954"/>
                  </a:lnTo>
                  <a:lnTo>
                    <a:pt x="879571" y="921064"/>
                  </a:lnTo>
                  <a:lnTo>
                    <a:pt x="853917" y="942590"/>
                  </a:lnTo>
                  <a:lnTo>
                    <a:pt x="826950" y="962446"/>
                  </a:lnTo>
                  <a:lnTo>
                    <a:pt x="798777" y="980551"/>
                  </a:lnTo>
                  <a:lnTo>
                    <a:pt x="769513" y="996833"/>
                  </a:lnTo>
                  <a:lnTo>
                    <a:pt x="739275" y="1011227"/>
                  </a:lnTo>
                  <a:lnTo>
                    <a:pt x="708185" y="1023673"/>
                  </a:lnTo>
                  <a:lnTo>
                    <a:pt x="676368" y="1034123"/>
                  </a:lnTo>
                  <a:lnTo>
                    <a:pt x="643952" y="1042533"/>
                  </a:lnTo>
                  <a:lnTo>
                    <a:pt x="611069" y="1048871"/>
                  </a:lnTo>
                  <a:lnTo>
                    <a:pt x="577849" y="1053111"/>
                  </a:lnTo>
                  <a:lnTo>
                    <a:pt x="544428" y="1055235"/>
                  </a:lnTo>
                  <a:lnTo>
                    <a:pt x="510939" y="1055235"/>
                  </a:lnTo>
                  <a:lnTo>
                    <a:pt x="477518" y="1053111"/>
                  </a:lnTo>
                  <a:lnTo>
                    <a:pt x="444298" y="1048871"/>
                  </a:lnTo>
                  <a:lnTo>
                    <a:pt x="411415" y="1042533"/>
                  </a:lnTo>
                  <a:lnTo>
                    <a:pt x="378999" y="1034123"/>
                  </a:lnTo>
                  <a:lnTo>
                    <a:pt x="347182" y="1023673"/>
                  </a:lnTo>
                  <a:lnTo>
                    <a:pt x="316092" y="1011227"/>
                  </a:lnTo>
                  <a:lnTo>
                    <a:pt x="285854" y="996833"/>
                  </a:lnTo>
                  <a:lnTo>
                    <a:pt x="256590" y="980551"/>
                  </a:lnTo>
                  <a:lnTo>
                    <a:pt x="228417" y="962446"/>
                  </a:lnTo>
                  <a:lnTo>
                    <a:pt x="201450" y="942590"/>
                  </a:lnTo>
                  <a:lnTo>
                    <a:pt x="175796" y="921064"/>
                  </a:lnTo>
                  <a:lnTo>
                    <a:pt x="151559" y="897954"/>
                  </a:lnTo>
                  <a:lnTo>
                    <a:pt x="128836" y="873353"/>
                  </a:lnTo>
                  <a:lnTo>
                    <a:pt x="107720" y="847361"/>
                  </a:lnTo>
                  <a:lnTo>
                    <a:pt x="88294" y="820081"/>
                  </a:lnTo>
                  <a:lnTo>
                    <a:pt x="70638" y="791625"/>
                  </a:lnTo>
                  <a:lnTo>
                    <a:pt x="54822" y="762106"/>
                  </a:lnTo>
                  <a:lnTo>
                    <a:pt x="40911" y="731644"/>
                  </a:lnTo>
                  <a:lnTo>
                    <a:pt x="28959" y="700360"/>
                  </a:lnTo>
                  <a:lnTo>
                    <a:pt x="19015" y="668382"/>
                  </a:lnTo>
                  <a:lnTo>
                    <a:pt x="11120" y="635837"/>
                  </a:lnTo>
                  <a:lnTo>
                    <a:pt x="5305" y="602857"/>
                  </a:lnTo>
                  <a:lnTo>
                    <a:pt x="1593" y="569574"/>
                  </a:lnTo>
                  <a:lnTo>
                    <a:pt x="0" y="536123"/>
                  </a:lnTo>
                  <a:lnTo>
                    <a:pt x="531" y="502639"/>
                  </a:lnTo>
                  <a:lnTo>
                    <a:pt x="3185" y="469255"/>
                  </a:lnTo>
                  <a:lnTo>
                    <a:pt x="7951" y="436107"/>
                  </a:lnTo>
                  <a:lnTo>
                    <a:pt x="14810" y="403328"/>
                  </a:lnTo>
                  <a:lnTo>
                    <a:pt x="23733" y="371050"/>
                  </a:lnTo>
                  <a:lnTo>
                    <a:pt x="34687" y="339403"/>
                  </a:lnTo>
                  <a:lnTo>
                    <a:pt x="47625" y="308514"/>
                  </a:lnTo>
                  <a:lnTo>
                    <a:pt x="62496" y="278509"/>
                  </a:lnTo>
                  <a:lnTo>
                    <a:pt x="79241" y="249506"/>
                  </a:lnTo>
                  <a:lnTo>
                    <a:pt x="97791" y="221625"/>
                  </a:lnTo>
                  <a:lnTo>
                    <a:pt x="118072" y="194975"/>
                  </a:lnTo>
                  <a:lnTo>
                    <a:pt x="140002" y="169666"/>
                  </a:lnTo>
                  <a:lnTo>
                    <a:pt x="163494" y="145799"/>
                  </a:lnTo>
                  <a:lnTo>
                    <a:pt x="188452" y="123470"/>
                  </a:lnTo>
                  <a:lnTo>
                    <a:pt x="214776" y="102768"/>
                  </a:lnTo>
                  <a:lnTo>
                    <a:pt x="242360" y="83778"/>
                  </a:lnTo>
                  <a:lnTo>
                    <a:pt x="271093" y="66576"/>
                  </a:lnTo>
                  <a:lnTo>
                    <a:pt x="300859" y="51230"/>
                  </a:lnTo>
                  <a:lnTo>
                    <a:pt x="331538" y="37803"/>
                  </a:lnTo>
                  <a:lnTo>
                    <a:pt x="363008" y="26349"/>
                  </a:lnTo>
                  <a:lnTo>
                    <a:pt x="395140" y="16915"/>
                  </a:lnTo>
                  <a:lnTo>
                    <a:pt x="427806" y="9537"/>
                  </a:lnTo>
                  <a:lnTo>
                    <a:pt x="460874" y="4245"/>
                  </a:lnTo>
                  <a:lnTo>
                    <a:pt x="494211" y="1062"/>
                  </a:lnTo>
                  <a:lnTo>
                    <a:pt x="527683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36" name="pl636"/>
            <p:cNvSpPr/>
            <p:nvPr/>
          </p:nvSpPr>
          <p:spPr>
            <a:xfrm>
              <a:off x="5248959" y="5410538"/>
              <a:ext cx="1187288" cy="1187139"/>
            </a:xfrm>
            <a:custGeom>
              <a:avLst/>
              <a:pathLst>
                <a:path w="1187288" h="1187139">
                  <a:moveTo>
                    <a:pt x="593644" y="0"/>
                  </a:moveTo>
                  <a:lnTo>
                    <a:pt x="631300" y="1195"/>
                  </a:lnTo>
                  <a:lnTo>
                    <a:pt x="668804" y="4776"/>
                  </a:lnTo>
                  <a:lnTo>
                    <a:pt x="706006" y="10729"/>
                  </a:lnTo>
                  <a:lnTo>
                    <a:pt x="742755" y="19029"/>
                  </a:lnTo>
                  <a:lnTo>
                    <a:pt x="778904" y="29643"/>
                  </a:lnTo>
                  <a:lnTo>
                    <a:pt x="814307" y="42529"/>
                  </a:lnTo>
                  <a:lnTo>
                    <a:pt x="848821" y="57634"/>
                  </a:lnTo>
                  <a:lnTo>
                    <a:pt x="882308" y="74898"/>
                  </a:lnTo>
                  <a:lnTo>
                    <a:pt x="914633" y="94250"/>
                  </a:lnTo>
                  <a:lnTo>
                    <a:pt x="945665" y="115614"/>
                  </a:lnTo>
                  <a:lnTo>
                    <a:pt x="975279" y="138903"/>
                  </a:lnTo>
                  <a:lnTo>
                    <a:pt x="1003357" y="164024"/>
                  </a:lnTo>
                  <a:lnTo>
                    <a:pt x="1029785" y="190875"/>
                  </a:lnTo>
                  <a:lnTo>
                    <a:pt x="1054457" y="219347"/>
                  </a:lnTo>
                  <a:lnTo>
                    <a:pt x="1077273" y="249328"/>
                  </a:lnTo>
                  <a:lnTo>
                    <a:pt x="1098142" y="280695"/>
                  </a:lnTo>
                  <a:lnTo>
                    <a:pt x="1116980" y="313322"/>
                  </a:lnTo>
                  <a:lnTo>
                    <a:pt x="1133710" y="347079"/>
                  </a:lnTo>
                  <a:lnTo>
                    <a:pt x="1148265" y="381829"/>
                  </a:lnTo>
                  <a:lnTo>
                    <a:pt x="1160588" y="417431"/>
                  </a:lnTo>
                  <a:lnTo>
                    <a:pt x="1170627" y="453744"/>
                  </a:lnTo>
                  <a:lnTo>
                    <a:pt x="1178343" y="490620"/>
                  </a:lnTo>
                  <a:lnTo>
                    <a:pt x="1183705" y="527912"/>
                  </a:lnTo>
                  <a:lnTo>
                    <a:pt x="1186691" y="565468"/>
                  </a:lnTo>
                  <a:lnTo>
                    <a:pt x="1187288" y="603139"/>
                  </a:lnTo>
                  <a:lnTo>
                    <a:pt x="1185496" y="640771"/>
                  </a:lnTo>
                  <a:lnTo>
                    <a:pt x="1181320" y="678214"/>
                  </a:lnTo>
                  <a:lnTo>
                    <a:pt x="1174778" y="715316"/>
                  </a:lnTo>
                  <a:lnTo>
                    <a:pt x="1165896" y="751929"/>
                  </a:lnTo>
                  <a:lnTo>
                    <a:pt x="1154709" y="787905"/>
                  </a:lnTo>
                  <a:lnTo>
                    <a:pt x="1141263" y="823099"/>
                  </a:lnTo>
                  <a:lnTo>
                    <a:pt x="1125613" y="857370"/>
                  </a:lnTo>
                  <a:lnTo>
                    <a:pt x="1107820" y="890578"/>
                  </a:lnTo>
                  <a:lnTo>
                    <a:pt x="1087957" y="922592"/>
                  </a:lnTo>
                  <a:lnTo>
                    <a:pt x="1066103" y="953281"/>
                  </a:lnTo>
                  <a:lnTo>
                    <a:pt x="1042347" y="982522"/>
                  </a:lnTo>
                  <a:lnTo>
                    <a:pt x="1016784" y="1010198"/>
                  </a:lnTo>
                  <a:lnTo>
                    <a:pt x="989518" y="1036197"/>
                  </a:lnTo>
                  <a:lnTo>
                    <a:pt x="960657" y="1060414"/>
                  </a:lnTo>
                  <a:lnTo>
                    <a:pt x="930318" y="1082751"/>
                  </a:lnTo>
                  <a:lnTo>
                    <a:pt x="898624" y="1103120"/>
                  </a:lnTo>
                  <a:lnTo>
                    <a:pt x="865702" y="1121437"/>
                  </a:lnTo>
                  <a:lnTo>
                    <a:pt x="831684" y="1137630"/>
                  </a:lnTo>
                  <a:lnTo>
                    <a:pt x="796708" y="1151632"/>
                  </a:lnTo>
                  <a:lnTo>
                    <a:pt x="760914" y="1163388"/>
                  </a:lnTo>
                  <a:lnTo>
                    <a:pt x="724447" y="1172850"/>
                  </a:lnTo>
                  <a:lnTo>
                    <a:pt x="687452" y="1179980"/>
                  </a:lnTo>
                  <a:lnTo>
                    <a:pt x="650081" y="1184750"/>
                  </a:lnTo>
                  <a:lnTo>
                    <a:pt x="612481" y="1187139"/>
                  </a:lnTo>
                  <a:lnTo>
                    <a:pt x="574806" y="1187139"/>
                  </a:lnTo>
                  <a:lnTo>
                    <a:pt x="537207" y="1184750"/>
                  </a:lnTo>
                  <a:lnTo>
                    <a:pt x="499836" y="1179980"/>
                  </a:lnTo>
                  <a:lnTo>
                    <a:pt x="462841" y="1172850"/>
                  </a:lnTo>
                  <a:lnTo>
                    <a:pt x="426374" y="1163388"/>
                  </a:lnTo>
                  <a:lnTo>
                    <a:pt x="390580" y="1151632"/>
                  </a:lnTo>
                  <a:lnTo>
                    <a:pt x="355604" y="1137630"/>
                  </a:lnTo>
                  <a:lnTo>
                    <a:pt x="321586" y="1121437"/>
                  </a:lnTo>
                  <a:lnTo>
                    <a:pt x="288664" y="1103120"/>
                  </a:lnTo>
                  <a:lnTo>
                    <a:pt x="256970" y="1082751"/>
                  </a:lnTo>
                  <a:lnTo>
                    <a:pt x="226631" y="1060414"/>
                  </a:lnTo>
                  <a:lnTo>
                    <a:pt x="197770" y="1036197"/>
                  </a:lnTo>
                  <a:lnTo>
                    <a:pt x="170504" y="1010198"/>
                  </a:lnTo>
                  <a:lnTo>
                    <a:pt x="144941" y="982522"/>
                  </a:lnTo>
                  <a:lnTo>
                    <a:pt x="121185" y="953281"/>
                  </a:lnTo>
                  <a:lnTo>
                    <a:pt x="99331" y="922592"/>
                  </a:lnTo>
                  <a:lnTo>
                    <a:pt x="79468" y="890578"/>
                  </a:lnTo>
                  <a:lnTo>
                    <a:pt x="61675" y="857370"/>
                  </a:lnTo>
                  <a:lnTo>
                    <a:pt x="46025" y="823099"/>
                  </a:lnTo>
                  <a:lnTo>
                    <a:pt x="32579" y="787905"/>
                  </a:lnTo>
                  <a:lnTo>
                    <a:pt x="21392" y="751929"/>
                  </a:lnTo>
                  <a:lnTo>
                    <a:pt x="12510" y="715316"/>
                  </a:lnTo>
                  <a:lnTo>
                    <a:pt x="5968" y="678214"/>
                  </a:lnTo>
                  <a:lnTo>
                    <a:pt x="1792" y="640771"/>
                  </a:lnTo>
                  <a:lnTo>
                    <a:pt x="0" y="603139"/>
                  </a:lnTo>
                  <a:lnTo>
                    <a:pt x="597" y="565468"/>
                  </a:lnTo>
                  <a:lnTo>
                    <a:pt x="3583" y="527912"/>
                  </a:lnTo>
                  <a:lnTo>
                    <a:pt x="8945" y="490620"/>
                  </a:lnTo>
                  <a:lnTo>
                    <a:pt x="16661" y="453744"/>
                  </a:lnTo>
                  <a:lnTo>
                    <a:pt x="26700" y="417431"/>
                  </a:lnTo>
                  <a:lnTo>
                    <a:pt x="39022" y="381829"/>
                  </a:lnTo>
                  <a:lnTo>
                    <a:pt x="53578" y="347079"/>
                  </a:lnTo>
                  <a:lnTo>
                    <a:pt x="70308" y="313322"/>
                  </a:lnTo>
                  <a:lnTo>
                    <a:pt x="89146" y="280695"/>
                  </a:lnTo>
                  <a:lnTo>
                    <a:pt x="110015" y="249328"/>
                  </a:lnTo>
                  <a:lnTo>
                    <a:pt x="132831" y="219347"/>
                  </a:lnTo>
                  <a:lnTo>
                    <a:pt x="157503" y="190875"/>
                  </a:lnTo>
                  <a:lnTo>
                    <a:pt x="183931" y="164024"/>
                  </a:lnTo>
                  <a:lnTo>
                    <a:pt x="212009" y="138903"/>
                  </a:lnTo>
                  <a:lnTo>
                    <a:pt x="241623" y="115614"/>
                  </a:lnTo>
                  <a:lnTo>
                    <a:pt x="272655" y="94250"/>
                  </a:lnTo>
                  <a:lnTo>
                    <a:pt x="304980" y="74898"/>
                  </a:lnTo>
                  <a:lnTo>
                    <a:pt x="338466" y="57634"/>
                  </a:lnTo>
                  <a:lnTo>
                    <a:pt x="372981" y="42529"/>
                  </a:lnTo>
                  <a:lnTo>
                    <a:pt x="408384" y="29643"/>
                  </a:lnTo>
                  <a:lnTo>
                    <a:pt x="444533" y="19029"/>
                  </a:lnTo>
                  <a:lnTo>
                    <a:pt x="481282" y="10729"/>
                  </a:lnTo>
                  <a:lnTo>
                    <a:pt x="518484" y="4776"/>
                  </a:lnTo>
                  <a:lnTo>
                    <a:pt x="555988" y="1195"/>
                  </a:lnTo>
                  <a:lnTo>
                    <a:pt x="59364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714532" y="5620014"/>
              <a:ext cx="655822" cy="689907"/>
            </a:xfrm>
            <a:custGeom>
              <a:avLst/>
              <a:pathLst>
                <a:path w="655822" h="689907">
                  <a:moveTo>
                    <a:pt x="655822" y="384243"/>
                  </a:moveTo>
                  <a:lnTo>
                    <a:pt x="648433" y="362720"/>
                  </a:lnTo>
                  <a:lnTo>
                    <a:pt x="640178" y="341808"/>
                  </a:lnTo>
                  <a:lnTo>
                    <a:pt x="631097" y="321541"/>
                  </a:lnTo>
                  <a:lnTo>
                    <a:pt x="621226" y="301950"/>
                  </a:lnTo>
                  <a:lnTo>
                    <a:pt x="610608" y="283065"/>
                  </a:lnTo>
                  <a:lnTo>
                    <a:pt x="599283" y="264916"/>
                  </a:lnTo>
                  <a:lnTo>
                    <a:pt x="587294" y="247526"/>
                  </a:lnTo>
                  <a:lnTo>
                    <a:pt x="574684" y="230920"/>
                  </a:lnTo>
                  <a:lnTo>
                    <a:pt x="561497" y="215119"/>
                  </a:lnTo>
                  <a:lnTo>
                    <a:pt x="547779" y="200142"/>
                  </a:lnTo>
                  <a:lnTo>
                    <a:pt x="533574" y="186005"/>
                  </a:lnTo>
                  <a:lnTo>
                    <a:pt x="518928" y="172721"/>
                  </a:lnTo>
                  <a:lnTo>
                    <a:pt x="503888" y="160305"/>
                  </a:lnTo>
                  <a:lnTo>
                    <a:pt x="488499" y="148763"/>
                  </a:lnTo>
                  <a:lnTo>
                    <a:pt x="472809" y="138105"/>
                  </a:lnTo>
                  <a:lnTo>
                    <a:pt x="456863" y="128334"/>
                  </a:lnTo>
                  <a:lnTo>
                    <a:pt x="440707" y="119453"/>
                  </a:lnTo>
                  <a:lnTo>
                    <a:pt x="424389" y="111463"/>
                  </a:lnTo>
                  <a:lnTo>
                    <a:pt x="407953" y="104361"/>
                  </a:lnTo>
                  <a:lnTo>
                    <a:pt x="391445" y="98143"/>
                  </a:lnTo>
                  <a:lnTo>
                    <a:pt x="374909" y="92802"/>
                  </a:lnTo>
                  <a:lnTo>
                    <a:pt x="358389" y="88330"/>
                  </a:lnTo>
                  <a:lnTo>
                    <a:pt x="341929" y="84717"/>
                  </a:lnTo>
                  <a:lnTo>
                    <a:pt x="325570" y="81948"/>
                  </a:lnTo>
                  <a:lnTo>
                    <a:pt x="309354" y="80010"/>
                  </a:lnTo>
                  <a:lnTo>
                    <a:pt x="293322" y="78886"/>
                  </a:lnTo>
                  <a:lnTo>
                    <a:pt x="277512" y="78556"/>
                  </a:lnTo>
                  <a:lnTo>
                    <a:pt x="261963" y="79001"/>
                  </a:lnTo>
                  <a:lnTo>
                    <a:pt x="246710" y="80197"/>
                  </a:lnTo>
                  <a:lnTo>
                    <a:pt x="231789" y="82122"/>
                  </a:lnTo>
                  <a:lnTo>
                    <a:pt x="217234" y="84750"/>
                  </a:lnTo>
                  <a:lnTo>
                    <a:pt x="203077" y="88052"/>
                  </a:lnTo>
                  <a:lnTo>
                    <a:pt x="189348" y="92002"/>
                  </a:lnTo>
                  <a:lnTo>
                    <a:pt x="176075" y="96569"/>
                  </a:lnTo>
                  <a:lnTo>
                    <a:pt x="163287" y="101722"/>
                  </a:lnTo>
                  <a:lnTo>
                    <a:pt x="151009" y="107428"/>
                  </a:lnTo>
                  <a:lnTo>
                    <a:pt x="139263" y="113655"/>
                  </a:lnTo>
                  <a:lnTo>
                    <a:pt x="128071" y="120367"/>
                  </a:lnTo>
                  <a:lnTo>
                    <a:pt x="137918" y="108549"/>
                  </a:lnTo>
                  <a:lnTo>
                    <a:pt x="148607" y="97112"/>
                  </a:lnTo>
                  <a:lnTo>
                    <a:pt x="160125" y="86103"/>
                  </a:lnTo>
                  <a:lnTo>
                    <a:pt x="172452" y="75564"/>
                  </a:lnTo>
                  <a:lnTo>
                    <a:pt x="185571" y="65541"/>
                  </a:lnTo>
                  <a:lnTo>
                    <a:pt x="199459" y="56077"/>
                  </a:lnTo>
                  <a:lnTo>
                    <a:pt x="214093" y="47212"/>
                  </a:lnTo>
                  <a:lnTo>
                    <a:pt x="229447" y="38989"/>
                  </a:lnTo>
                  <a:lnTo>
                    <a:pt x="245493" y="31446"/>
                  </a:lnTo>
                  <a:lnTo>
                    <a:pt x="262202" y="24624"/>
                  </a:lnTo>
                  <a:lnTo>
                    <a:pt x="279542" y="18559"/>
                  </a:lnTo>
                  <a:lnTo>
                    <a:pt x="297480" y="13288"/>
                  </a:lnTo>
                  <a:lnTo>
                    <a:pt x="315982" y="8846"/>
                  </a:lnTo>
                  <a:lnTo>
                    <a:pt x="335009" y="5265"/>
                  </a:lnTo>
                  <a:lnTo>
                    <a:pt x="354524" y="2577"/>
                  </a:lnTo>
                  <a:lnTo>
                    <a:pt x="374487" y="812"/>
                  </a:lnTo>
                  <a:lnTo>
                    <a:pt x="394856" y="0"/>
                  </a:lnTo>
                  <a:lnTo>
                    <a:pt x="415588" y="165"/>
                  </a:lnTo>
                  <a:lnTo>
                    <a:pt x="436640" y="1332"/>
                  </a:lnTo>
                  <a:lnTo>
                    <a:pt x="457965" y="3525"/>
                  </a:lnTo>
                  <a:lnTo>
                    <a:pt x="479517" y="6764"/>
                  </a:lnTo>
                  <a:lnTo>
                    <a:pt x="501247" y="11067"/>
                  </a:lnTo>
                  <a:lnTo>
                    <a:pt x="518034" y="38766"/>
                  </a:lnTo>
                  <a:lnTo>
                    <a:pt x="532855" y="67115"/>
                  </a:lnTo>
                  <a:lnTo>
                    <a:pt x="545696" y="95977"/>
                  </a:lnTo>
                  <a:lnTo>
                    <a:pt x="556549" y="125219"/>
                  </a:lnTo>
                  <a:lnTo>
                    <a:pt x="565416" y="154707"/>
                  </a:lnTo>
                  <a:lnTo>
                    <a:pt x="572307" y="184308"/>
                  </a:lnTo>
                  <a:lnTo>
                    <a:pt x="577242" y="213895"/>
                  </a:lnTo>
                  <a:lnTo>
                    <a:pt x="580248" y="243339"/>
                  </a:lnTo>
                  <a:lnTo>
                    <a:pt x="581361" y="272517"/>
                  </a:lnTo>
                  <a:lnTo>
                    <a:pt x="580625" y="301309"/>
                  </a:lnTo>
                  <a:lnTo>
                    <a:pt x="578090" y="329601"/>
                  </a:lnTo>
                  <a:lnTo>
                    <a:pt x="573815" y="357280"/>
                  </a:lnTo>
                  <a:lnTo>
                    <a:pt x="567863" y="384243"/>
                  </a:lnTo>
                  <a:lnTo>
                    <a:pt x="560307" y="410388"/>
                  </a:lnTo>
                  <a:lnTo>
                    <a:pt x="551223" y="435623"/>
                  </a:lnTo>
                  <a:lnTo>
                    <a:pt x="540694" y="459859"/>
                  </a:lnTo>
                  <a:lnTo>
                    <a:pt x="528806" y="483015"/>
                  </a:lnTo>
                  <a:lnTo>
                    <a:pt x="515651" y="505018"/>
                  </a:lnTo>
                  <a:lnTo>
                    <a:pt x="501326" y="525799"/>
                  </a:lnTo>
                  <a:lnTo>
                    <a:pt x="485928" y="545301"/>
                  </a:lnTo>
                  <a:lnTo>
                    <a:pt x="469559" y="563470"/>
                  </a:lnTo>
                  <a:lnTo>
                    <a:pt x="452325" y="580261"/>
                  </a:lnTo>
                  <a:lnTo>
                    <a:pt x="434330" y="595638"/>
                  </a:lnTo>
                  <a:lnTo>
                    <a:pt x="415681" y="609571"/>
                  </a:lnTo>
                  <a:lnTo>
                    <a:pt x="396487" y="622038"/>
                  </a:lnTo>
                  <a:lnTo>
                    <a:pt x="376855" y="633027"/>
                  </a:lnTo>
                  <a:lnTo>
                    <a:pt x="356893" y="642529"/>
                  </a:lnTo>
                  <a:lnTo>
                    <a:pt x="336708" y="650548"/>
                  </a:lnTo>
                  <a:lnTo>
                    <a:pt x="316405" y="657091"/>
                  </a:lnTo>
                  <a:lnTo>
                    <a:pt x="296087" y="662174"/>
                  </a:lnTo>
                  <a:lnTo>
                    <a:pt x="275855" y="665821"/>
                  </a:lnTo>
                  <a:lnTo>
                    <a:pt x="255807" y="668060"/>
                  </a:lnTo>
                  <a:lnTo>
                    <a:pt x="236038" y="668928"/>
                  </a:lnTo>
                  <a:lnTo>
                    <a:pt x="216639" y="668468"/>
                  </a:lnTo>
                  <a:lnTo>
                    <a:pt x="197698" y="666728"/>
                  </a:lnTo>
                  <a:lnTo>
                    <a:pt x="179295" y="663761"/>
                  </a:lnTo>
                  <a:lnTo>
                    <a:pt x="161509" y="659627"/>
                  </a:lnTo>
                  <a:lnTo>
                    <a:pt x="144412" y="654390"/>
                  </a:lnTo>
                  <a:lnTo>
                    <a:pt x="128071" y="648118"/>
                  </a:lnTo>
                  <a:lnTo>
                    <a:pt x="112547" y="640883"/>
                  </a:lnTo>
                  <a:lnTo>
                    <a:pt x="97896" y="632761"/>
                  </a:lnTo>
                  <a:lnTo>
                    <a:pt x="84165" y="623830"/>
                  </a:lnTo>
                  <a:lnTo>
                    <a:pt x="71399" y="614172"/>
                  </a:lnTo>
                  <a:lnTo>
                    <a:pt x="59632" y="603872"/>
                  </a:lnTo>
                  <a:lnTo>
                    <a:pt x="48895" y="593012"/>
                  </a:lnTo>
                  <a:lnTo>
                    <a:pt x="39211" y="581681"/>
                  </a:lnTo>
                  <a:lnTo>
                    <a:pt x="30597" y="569964"/>
                  </a:lnTo>
                  <a:lnTo>
                    <a:pt x="23061" y="557950"/>
                  </a:lnTo>
                  <a:lnTo>
                    <a:pt x="16608" y="545724"/>
                  </a:lnTo>
                  <a:lnTo>
                    <a:pt x="11234" y="533374"/>
                  </a:lnTo>
                  <a:lnTo>
                    <a:pt x="6930" y="520983"/>
                  </a:lnTo>
                  <a:lnTo>
                    <a:pt x="3679" y="508635"/>
                  </a:lnTo>
                  <a:lnTo>
                    <a:pt x="1460" y="496410"/>
                  </a:lnTo>
                  <a:lnTo>
                    <a:pt x="245" y="484388"/>
                  </a:lnTo>
                  <a:lnTo>
                    <a:pt x="0" y="472644"/>
                  </a:lnTo>
                  <a:lnTo>
                    <a:pt x="686" y="461250"/>
                  </a:lnTo>
                  <a:lnTo>
                    <a:pt x="2260" y="450274"/>
                  </a:lnTo>
                  <a:lnTo>
                    <a:pt x="4672" y="439780"/>
                  </a:lnTo>
                  <a:lnTo>
                    <a:pt x="7871" y="429829"/>
                  </a:lnTo>
                  <a:lnTo>
                    <a:pt x="11797" y="420475"/>
                  </a:lnTo>
                  <a:lnTo>
                    <a:pt x="16391" y="411769"/>
                  </a:lnTo>
                  <a:lnTo>
                    <a:pt x="21588" y="403756"/>
                  </a:lnTo>
                  <a:lnTo>
                    <a:pt x="27321" y="396476"/>
                  </a:lnTo>
                  <a:lnTo>
                    <a:pt x="33520" y="389962"/>
                  </a:lnTo>
                  <a:lnTo>
                    <a:pt x="40113" y="384243"/>
                  </a:lnTo>
                  <a:lnTo>
                    <a:pt x="47027" y="379340"/>
                  </a:lnTo>
                  <a:lnTo>
                    <a:pt x="54187" y="375272"/>
                  </a:lnTo>
                  <a:lnTo>
                    <a:pt x="61519" y="372047"/>
                  </a:lnTo>
                  <a:lnTo>
                    <a:pt x="68946" y="369670"/>
                  </a:lnTo>
                  <a:lnTo>
                    <a:pt x="76394" y="368139"/>
                  </a:lnTo>
                  <a:lnTo>
                    <a:pt x="83787" y="367448"/>
                  </a:lnTo>
                  <a:lnTo>
                    <a:pt x="91052" y="367582"/>
                  </a:lnTo>
                  <a:lnTo>
                    <a:pt x="98116" y="368521"/>
                  </a:lnTo>
                  <a:lnTo>
                    <a:pt x="104910" y="370241"/>
                  </a:lnTo>
                  <a:lnTo>
                    <a:pt x="111366" y="372712"/>
                  </a:lnTo>
                  <a:lnTo>
                    <a:pt x="117419" y="375897"/>
                  </a:lnTo>
                  <a:lnTo>
                    <a:pt x="123007" y="379756"/>
                  </a:lnTo>
                  <a:lnTo>
                    <a:pt x="128071" y="384243"/>
                  </a:lnTo>
                  <a:lnTo>
                    <a:pt x="118826" y="384753"/>
                  </a:lnTo>
                  <a:lnTo>
                    <a:pt x="109666" y="386280"/>
                  </a:lnTo>
                  <a:lnTo>
                    <a:pt x="100674" y="388815"/>
                  </a:lnTo>
                  <a:lnTo>
                    <a:pt x="91932" y="392342"/>
                  </a:lnTo>
                  <a:lnTo>
                    <a:pt x="83524" y="396839"/>
                  </a:lnTo>
                  <a:lnTo>
                    <a:pt x="75529" y="402281"/>
                  </a:lnTo>
                  <a:lnTo>
                    <a:pt x="68024" y="408632"/>
                  </a:lnTo>
                  <a:lnTo>
                    <a:pt x="61085" y="415854"/>
                  </a:lnTo>
                  <a:lnTo>
                    <a:pt x="54786" y="423903"/>
                  </a:lnTo>
                  <a:lnTo>
                    <a:pt x="49194" y="432728"/>
                  </a:lnTo>
                  <a:lnTo>
                    <a:pt x="44376" y="442276"/>
                  </a:lnTo>
                  <a:lnTo>
                    <a:pt x="40393" y="452485"/>
                  </a:lnTo>
                  <a:lnTo>
                    <a:pt x="37304" y="463292"/>
                  </a:lnTo>
                  <a:lnTo>
                    <a:pt x="35160" y="474628"/>
                  </a:lnTo>
                  <a:lnTo>
                    <a:pt x="34009" y="486421"/>
                  </a:lnTo>
                  <a:lnTo>
                    <a:pt x="33895" y="498595"/>
                  </a:lnTo>
                  <a:lnTo>
                    <a:pt x="34854" y="511070"/>
                  </a:lnTo>
                  <a:lnTo>
                    <a:pt x="36918" y="523763"/>
                  </a:lnTo>
                  <a:lnTo>
                    <a:pt x="40113" y="536591"/>
                  </a:lnTo>
                  <a:lnTo>
                    <a:pt x="44458" y="549466"/>
                  </a:lnTo>
                  <a:lnTo>
                    <a:pt x="49968" y="562300"/>
                  </a:lnTo>
                  <a:lnTo>
                    <a:pt x="56649" y="575004"/>
                  </a:lnTo>
                  <a:lnTo>
                    <a:pt x="64502" y="587485"/>
                  </a:lnTo>
                  <a:lnTo>
                    <a:pt x="73522" y="599654"/>
                  </a:lnTo>
                  <a:lnTo>
                    <a:pt x="83696" y="611419"/>
                  </a:lnTo>
                  <a:lnTo>
                    <a:pt x="95006" y="622689"/>
                  </a:lnTo>
                  <a:lnTo>
                    <a:pt x="107427" y="633376"/>
                  </a:lnTo>
                  <a:lnTo>
                    <a:pt x="120928" y="643390"/>
                  </a:lnTo>
                  <a:lnTo>
                    <a:pt x="135470" y="652645"/>
                  </a:lnTo>
                  <a:lnTo>
                    <a:pt x="151009" y="661057"/>
                  </a:lnTo>
                  <a:lnTo>
                    <a:pt x="167495" y="668544"/>
                  </a:lnTo>
                  <a:lnTo>
                    <a:pt x="184871" y="675028"/>
                  </a:lnTo>
                  <a:lnTo>
                    <a:pt x="203077" y="680433"/>
                  </a:lnTo>
                  <a:lnTo>
                    <a:pt x="222043" y="684688"/>
                  </a:lnTo>
                  <a:lnTo>
                    <a:pt x="241698" y="687726"/>
                  </a:lnTo>
                  <a:lnTo>
                    <a:pt x="261963" y="689485"/>
                  </a:lnTo>
                  <a:lnTo>
                    <a:pt x="282755" y="689907"/>
                  </a:lnTo>
                  <a:lnTo>
                    <a:pt x="303988" y="688940"/>
                  </a:lnTo>
                  <a:lnTo>
                    <a:pt x="325570" y="686537"/>
                  </a:lnTo>
                  <a:lnTo>
                    <a:pt x="347406" y="682659"/>
                  </a:lnTo>
                  <a:lnTo>
                    <a:pt x="369398" y="677270"/>
                  </a:lnTo>
                  <a:lnTo>
                    <a:pt x="391445" y="670343"/>
                  </a:lnTo>
                  <a:lnTo>
                    <a:pt x="413442" y="661856"/>
                  </a:lnTo>
                  <a:lnTo>
                    <a:pt x="435284" y="651794"/>
                  </a:lnTo>
                  <a:lnTo>
                    <a:pt x="456863" y="640151"/>
                  </a:lnTo>
                  <a:lnTo>
                    <a:pt x="478070" y="626926"/>
                  </a:lnTo>
                  <a:lnTo>
                    <a:pt x="498795" y="612126"/>
                  </a:lnTo>
                  <a:lnTo>
                    <a:pt x="518928" y="595764"/>
                  </a:lnTo>
                  <a:lnTo>
                    <a:pt x="538360" y="577863"/>
                  </a:lnTo>
                  <a:lnTo>
                    <a:pt x="556981" y="558451"/>
                  </a:lnTo>
                  <a:lnTo>
                    <a:pt x="574684" y="537565"/>
                  </a:lnTo>
                  <a:lnTo>
                    <a:pt x="591361" y="515249"/>
                  </a:lnTo>
                  <a:lnTo>
                    <a:pt x="606909" y="491553"/>
                  </a:lnTo>
                  <a:lnTo>
                    <a:pt x="621226" y="466536"/>
                  </a:lnTo>
                  <a:lnTo>
                    <a:pt x="634213" y="440262"/>
                  </a:lnTo>
                  <a:lnTo>
                    <a:pt x="645775" y="412805"/>
                  </a:lnTo>
                  <a:close/>
                </a:path>
              </a:pathLst>
            </a:custGeom>
            <a:solidFill>
              <a:srgbClr val="C3A4FF">
                <a:alpha val="25882"/>
              </a:srgbClr>
            </a:solidFill>
            <a:ln w="24933" cap="flat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l638"/>
            <p:cNvSpPr/>
            <p:nvPr/>
          </p:nvSpPr>
          <p:spPr>
            <a:xfrm>
              <a:off x="5842603" y="5620014"/>
              <a:ext cx="527750" cy="485223"/>
            </a:xfrm>
            <a:custGeom>
              <a:avLst/>
              <a:pathLst>
                <a:path w="527750" h="485223">
                  <a:moveTo>
                    <a:pt x="0" y="120367"/>
                  </a:moveTo>
                  <a:lnTo>
                    <a:pt x="9846" y="108549"/>
                  </a:lnTo>
                  <a:lnTo>
                    <a:pt x="20535" y="97112"/>
                  </a:lnTo>
                  <a:lnTo>
                    <a:pt x="32053" y="86103"/>
                  </a:lnTo>
                  <a:lnTo>
                    <a:pt x="44381" y="75564"/>
                  </a:lnTo>
                  <a:lnTo>
                    <a:pt x="57500" y="65541"/>
                  </a:lnTo>
                  <a:lnTo>
                    <a:pt x="71388" y="56077"/>
                  </a:lnTo>
                  <a:lnTo>
                    <a:pt x="86021" y="47212"/>
                  </a:lnTo>
                  <a:lnTo>
                    <a:pt x="101375" y="38989"/>
                  </a:lnTo>
                  <a:lnTo>
                    <a:pt x="117421" y="31446"/>
                  </a:lnTo>
                  <a:lnTo>
                    <a:pt x="134130" y="24624"/>
                  </a:lnTo>
                  <a:lnTo>
                    <a:pt x="151471" y="18559"/>
                  </a:lnTo>
                  <a:lnTo>
                    <a:pt x="169409" y="13288"/>
                  </a:lnTo>
                  <a:lnTo>
                    <a:pt x="187910" y="8846"/>
                  </a:lnTo>
                  <a:lnTo>
                    <a:pt x="206937" y="5265"/>
                  </a:lnTo>
                  <a:lnTo>
                    <a:pt x="226452" y="2577"/>
                  </a:lnTo>
                  <a:lnTo>
                    <a:pt x="246415" y="812"/>
                  </a:lnTo>
                  <a:lnTo>
                    <a:pt x="266784" y="0"/>
                  </a:lnTo>
                  <a:lnTo>
                    <a:pt x="287517" y="165"/>
                  </a:lnTo>
                  <a:lnTo>
                    <a:pt x="308568" y="1332"/>
                  </a:lnTo>
                  <a:lnTo>
                    <a:pt x="329893" y="3525"/>
                  </a:lnTo>
                  <a:lnTo>
                    <a:pt x="351445" y="6764"/>
                  </a:lnTo>
                  <a:lnTo>
                    <a:pt x="373175" y="11067"/>
                  </a:lnTo>
                  <a:lnTo>
                    <a:pt x="385698" y="24025"/>
                  </a:lnTo>
                  <a:lnTo>
                    <a:pt x="397772" y="37403"/>
                  </a:lnTo>
                  <a:lnTo>
                    <a:pt x="409381" y="51186"/>
                  </a:lnTo>
                  <a:lnTo>
                    <a:pt x="420514" y="65357"/>
                  </a:lnTo>
                  <a:lnTo>
                    <a:pt x="431156" y="79899"/>
                  </a:lnTo>
                  <a:lnTo>
                    <a:pt x="441295" y="94797"/>
                  </a:lnTo>
                  <a:lnTo>
                    <a:pt x="450920" y="110032"/>
                  </a:lnTo>
                  <a:lnTo>
                    <a:pt x="460019" y="125587"/>
                  </a:lnTo>
                  <a:lnTo>
                    <a:pt x="468581" y="141443"/>
                  </a:lnTo>
                  <a:lnTo>
                    <a:pt x="476598" y="157583"/>
                  </a:lnTo>
                  <a:lnTo>
                    <a:pt x="484058" y="173986"/>
                  </a:lnTo>
                  <a:lnTo>
                    <a:pt x="490954" y="190635"/>
                  </a:lnTo>
                  <a:lnTo>
                    <a:pt x="497278" y="207510"/>
                  </a:lnTo>
                  <a:lnTo>
                    <a:pt x="503022" y="224591"/>
                  </a:lnTo>
                  <a:lnTo>
                    <a:pt x="508179" y="241857"/>
                  </a:lnTo>
                  <a:lnTo>
                    <a:pt x="512744" y="259290"/>
                  </a:lnTo>
                  <a:lnTo>
                    <a:pt x="516712" y="276869"/>
                  </a:lnTo>
                  <a:lnTo>
                    <a:pt x="520076" y="294572"/>
                  </a:lnTo>
                  <a:lnTo>
                    <a:pt x="522834" y="312381"/>
                  </a:lnTo>
                  <a:lnTo>
                    <a:pt x="524983" y="330273"/>
                  </a:lnTo>
                  <a:lnTo>
                    <a:pt x="526520" y="348228"/>
                  </a:lnTo>
                  <a:lnTo>
                    <a:pt x="527442" y="366225"/>
                  </a:lnTo>
                  <a:lnTo>
                    <a:pt x="527750" y="384243"/>
                  </a:lnTo>
                  <a:lnTo>
                    <a:pt x="511104" y="396790"/>
                  </a:lnTo>
                  <a:lnTo>
                    <a:pt x="494170" y="408520"/>
                  </a:lnTo>
                  <a:lnTo>
                    <a:pt x="476977" y="419427"/>
                  </a:lnTo>
                  <a:lnTo>
                    <a:pt x="459557" y="429505"/>
                  </a:lnTo>
                  <a:lnTo>
                    <a:pt x="441940" y="438751"/>
                  </a:lnTo>
                  <a:lnTo>
                    <a:pt x="424156" y="447160"/>
                  </a:lnTo>
                  <a:lnTo>
                    <a:pt x="406234" y="454731"/>
                  </a:lnTo>
                  <a:lnTo>
                    <a:pt x="388207" y="461462"/>
                  </a:lnTo>
                  <a:lnTo>
                    <a:pt x="370103" y="467352"/>
                  </a:lnTo>
                  <a:lnTo>
                    <a:pt x="351954" y="472403"/>
                  </a:lnTo>
                  <a:lnTo>
                    <a:pt x="333790" y="476615"/>
                  </a:lnTo>
                  <a:lnTo>
                    <a:pt x="315641" y="479991"/>
                  </a:lnTo>
                  <a:lnTo>
                    <a:pt x="297536" y="482535"/>
                  </a:lnTo>
                  <a:lnTo>
                    <a:pt x="279506" y="484252"/>
                  </a:lnTo>
                  <a:lnTo>
                    <a:pt x="261580" y="485146"/>
                  </a:lnTo>
                  <a:lnTo>
                    <a:pt x="243788" y="485223"/>
                  </a:lnTo>
                  <a:lnTo>
                    <a:pt x="226159" y="484493"/>
                  </a:lnTo>
                  <a:lnTo>
                    <a:pt x="208722" y="482961"/>
                  </a:lnTo>
                  <a:lnTo>
                    <a:pt x="191506" y="480639"/>
                  </a:lnTo>
                  <a:lnTo>
                    <a:pt x="174537" y="477535"/>
                  </a:lnTo>
                  <a:lnTo>
                    <a:pt x="157846" y="473661"/>
                  </a:lnTo>
                  <a:lnTo>
                    <a:pt x="141458" y="469030"/>
                  </a:lnTo>
                  <a:lnTo>
                    <a:pt x="125401" y="463652"/>
                  </a:lnTo>
                  <a:lnTo>
                    <a:pt x="109702" y="457543"/>
                  </a:lnTo>
                  <a:lnTo>
                    <a:pt x="94386" y="450717"/>
                  </a:lnTo>
                  <a:lnTo>
                    <a:pt x="79479" y="443189"/>
                  </a:lnTo>
                  <a:lnTo>
                    <a:pt x="65007" y="434975"/>
                  </a:lnTo>
                  <a:lnTo>
                    <a:pt x="50994" y="426093"/>
                  </a:lnTo>
                  <a:lnTo>
                    <a:pt x="37464" y="416559"/>
                  </a:lnTo>
                  <a:lnTo>
                    <a:pt x="24439" y="406394"/>
                  </a:lnTo>
                  <a:lnTo>
                    <a:pt x="11944" y="395615"/>
                  </a:lnTo>
                  <a:lnTo>
                    <a:pt x="0" y="384243"/>
                  </a:lnTo>
                  <a:lnTo>
                    <a:pt x="0" y="384243"/>
                  </a:lnTo>
                  <a:lnTo>
                    <a:pt x="0" y="384243"/>
                  </a:lnTo>
                  <a:lnTo>
                    <a:pt x="0" y="384243"/>
                  </a:lnTo>
                  <a:lnTo>
                    <a:pt x="0" y="384243"/>
                  </a:lnTo>
                </a:path>
              </a:pathLst>
            </a:custGeom>
            <a:ln w="24933" cap="flat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t639"/>
            <p:cNvSpPr/>
            <p:nvPr/>
          </p:nvSpPr>
          <p:spPr>
            <a:xfrm>
              <a:off x="6338753" y="5972656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t640"/>
            <p:cNvSpPr/>
            <p:nvPr/>
          </p:nvSpPr>
          <p:spPr>
            <a:xfrm>
              <a:off x="5811002" y="5708781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t641"/>
            <p:cNvSpPr/>
            <p:nvPr/>
          </p:nvSpPr>
          <p:spPr>
            <a:xfrm>
              <a:off x="6184178" y="5599480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t642"/>
            <p:cNvSpPr/>
            <p:nvPr/>
          </p:nvSpPr>
          <p:spPr>
            <a:xfrm>
              <a:off x="5811002" y="5972656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t643"/>
            <p:cNvSpPr/>
            <p:nvPr/>
          </p:nvSpPr>
          <p:spPr>
            <a:xfrm>
              <a:off x="5811002" y="5972656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t644"/>
            <p:cNvSpPr/>
            <p:nvPr/>
          </p:nvSpPr>
          <p:spPr>
            <a:xfrm>
              <a:off x="5811002" y="5972656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t645"/>
            <p:cNvSpPr/>
            <p:nvPr/>
          </p:nvSpPr>
          <p:spPr>
            <a:xfrm>
              <a:off x="5811002" y="5972656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t646"/>
            <p:cNvSpPr/>
            <p:nvPr/>
          </p:nvSpPr>
          <p:spPr>
            <a:xfrm>
              <a:off x="5811002" y="5972656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l647"/>
            <p:cNvSpPr/>
            <p:nvPr/>
          </p:nvSpPr>
          <p:spPr>
            <a:xfrm>
              <a:off x="5842603" y="5476507"/>
              <a:ext cx="0" cy="527750"/>
            </a:xfrm>
            <a:custGeom>
              <a:avLst/>
              <a:pathLst>
                <a:path w="0" h="527750">
                  <a:moveTo>
                    <a:pt x="0" y="527750"/>
                  </a:moveTo>
                  <a:lnTo>
                    <a:pt x="0" y="509552"/>
                  </a:lnTo>
                  <a:lnTo>
                    <a:pt x="0" y="491353"/>
                  </a:lnTo>
                  <a:lnTo>
                    <a:pt x="0" y="473155"/>
                  </a:lnTo>
                  <a:lnTo>
                    <a:pt x="0" y="454957"/>
                  </a:lnTo>
                  <a:lnTo>
                    <a:pt x="0" y="436758"/>
                  </a:lnTo>
                  <a:lnTo>
                    <a:pt x="0" y="418560"/>
                  </a:lnTo>
                  <a:lnTo>
                    <a:pt x="0" y="400362"/>
                  </a:lnTo>
                  <a:lnTo>
                    <a:pt x="0" y="382164"/>
                  </a:lnTo>
                  <a:lnTo>
                    <a:pt x="0" y="363965"/>
                  </a:lnTo>
                  <a:lnTo>
                    <a:pt x="0" y="345767"/>
                  </a:lnTo>
                  <a:lnTo>
                    <a:pt x="0" y="327569"/>
                  </a:lnTo>
                  <a:lnTo>
                    <a:pt x="0" y="309370"/>
                  </a:lnTo>
                  <a:lnTo>
                    <a:pt x="0" y="291172"/>
                  </a:lnTo>
                  <a:lnTo>
                    <a:pt x="0" y="272974"/>
                  </a:lnTo>
                  <a:lnTo>
                    <a:pt x="0" y="254776"/>
                  </a:lnTo>
                  <a:lnTo>
                    <a:pt x="0" y="236577"/>
                  </a:lnTo>
                  <a:lnTo>
                    <a:pt x="0" y="218379"/>
                  </a:lnTo>
                  <a:lnTo>
                    <a:pt x="0" y="200181"/>
                  </a:lnTo>
                  <a:lnTo>
                    <a:pt x="0" y="181982"/>
                  </a:lnTo>
                  <a:lnTo>
                    <a:pt x="0" y="163784"/>
                  </a:lnTo>
                  <a:lnTo>
                    <a:pt x="0" y="145586"/>
                  </a:lnTo>
                  <a:lnTo>
                    <a:pt x="0" y="127388"/>
                  </a:lnTo>
                  <a:lnTo>
                    <a:pt x="0" y="109189"/>
                  </a:lnTo>
                  <a:lnTo>
                    <a:pt x="0" y="90991"/>
                  </a:lnTo>
                  <a:lnTo>
                    <a:pt x="0" y="72793"/>
                  </a:lnTo>
                  <a:lnTo>
                    <a:pt x="0" y="54594"/>
                  </a:lnTo>
                  <a:lnTo>
                    <a:pt x="0" y="36396"/>
                  </a:lnTo>
                  <a:lnTo>
                    <a:pt x="0" y="18198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l648"/>
            <p:cNvSpPr/>
            <p:nvPr/>
          </p:nvSpPr>
          <p:spPr>
            <a:xfrm>
              <a:off x="5842603" y="5631081"/>
              <a:ext cx="373175" cy="373175"/>
            </a:xfrm>
            <a:custGeom>
              <a:avLst/>
              <a:pathLst>
                <a:path w="373175" h="373175">
                  <a:moveTo>
                    <a:pt x="0" y="373175"/>
                  </a:moveTo>
                  <a:lnTo>
                    <a:pt x="12868" y="360307"/>
                  </a:lnTo>
                  <a:lnTo>
                    <a:pt x="25736" y="347439"/>
                  </a:lnTo>
                  <a:lnTo>
                    <a:pt x="38604" y="334571"/>
                  </a:lnTo>
                  <a:lnTo>
                    <a:pt x="51472" y="321703"/>
                  </a:lnTo>
                  <a:lnTo>
                    <a:pt x="64340" y="308835"/>
                  </a:lnTo>
                  <a:lnTo>
                    <a:pt x="77208" y="295967"/>
                  </a:lnTo>
                  <a:lnTo>
                    <a:pt x="90076" y="283098"/>
                  </a:lnTo>
                  <a:lnTo>
                    <a:pt x="102945" y="270230"/>
                  </a:lnTo>
                  <a:lnTo>
                    <a:pt x="115813" y="257362"/>
                  </a:lnTo>
                  <a:lnTo>
                    <a:pt x="128681" y="244494"/>
                  </a:lnTo>
                  <a:lnTo>
                    <a:pt x="141549" y="231626"/>
                  </a:lnTo>
                  <a:lnTo>
                    <a:pt x="154417" y="218758"/>
                  </a:lnTo>
                  <a:lnTo>
                    <a:pt x="167285" y="205890"/>
                  </a:lnTo>
                  <a:lnTo>
                    <a:pt x="180153" y="193022"/>
                  </a:lnTo>
                  <a:lnTo>
                    <a:pt x="193022" y="180153"/>
                  </a:lnTo>
                  <a:lnTo>
                    <a:pt x="205890" y="167285"/>
                  </a:lnTo>
                  <a:lnTo>
                    <a:pt x="218758" y="154417"/>
                  </a:lnTo>
                  <a:lnTo>
                    <a:pt x="231626" y="141549"/>
                  </a:lnTo>
                  <a:lnTo>
                    <a:pt x="244494" y="128681"/>
                  </a:lnTo>
                  <a:lnTo>
                    <a:pt x="257362" y="115813"/>
                  </a:lnTo>
                  <a:lnTo>
                    <a:pt x="270230" y="102945"/>
                  </a:lnTo>
                  <a:lnTo>
                    <a:pt x="283098" y="90076"/>
                  </a:lnTo>
                  <a:lnTo>
                    <a:pt x="295967" y="77208"/>
                  </a:lnTo>
                  <a:lnTo>
                    <a:pt x="308835" y="64340"/>
                  </a:lnTo>
                  <a:lnTo>
                    <a:pt x="321703" y="51472"/>
                  </a:lnTo>
                  <a:lnTo>
                    <a:pt x="334571" y="38604"/>
                  </a:lnTo>
                  <a:lnTo>
                    <a:pt x="347439" y="25736"/>
                  </a:lnTo>
                  <a:lnTo>
                    <a:pt x="360307" y="12868"/>
                  </a:lnTo>
                  <a:lnTo>
                    <a:pt x="37317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l649"/>
            <p:cNvSpPr/>
            <p:nvPr/>
          </p:nvSpPr>
          <p:spPr>
            <a:xfrm>
              <a:off x="5842603" y="6004257"/>
              <a:ext cx="527750" cy="0"/>
            </a:xfrm>
            <a:custGeom>
              <a:avLst/>
              <a:pathLst>
                <a:path w="527750" h="0">
                  <a:moveTo>
                    <a:pt x="0" y="0"/>
                  </a:moveTo>
                  <a:lnTo>
                    <a:pt x="18198" y="0"/>
                  </a:lnTo>
                  <a:lnTo>
                    <a:pt x="36396" y="0"/>
                  </a:lnTo>
                  <a:lnTo>
                    <a:pt x="54594" y="0"/>
                  </a:lnTo>
                  <a:lnTo>
                    <a:pt x="72793" y="0"/>
                  </a:lnTo>
                  <a:lnTo>
                    <a:pt x="90991" y="0"/>
                  </a:lnTo>
                  <a:lnTo>
                    <a:pt x="109189" y="0"/>
                  </a:lnTo>
                  <a:lnTo>
                    <a:pt x="127388" y="0"/>
                  </a:lnTo>
                  <a:lnTo>
                    <a:pt x="145586" y="0"/>
                  </a:lnTo>
                  <a:lnTo>
                    <a:pt x="163784" y="0"/>
                  </a:lnTo>
                  <a:lnTo>
                    <a:pt x="181982" y="0"/>
                  </a:lnTo>
                  <a:lnTo>
                    <a:pt x="200181" y="0"/>
                  </a:lnTo>
                  <a:lnTo>
                    <a:pt x="218379" y="0"/>
                  </a:lnTo>
                  <a:lnTo>
                    <a:pt x="236577" y="0"/>
                  </a:lnTo>
                  <a:lnTo>
                    <a:pt x="254776" y="0"/>
                  </a:lnTo>
                  <a:lnTo>
                    <a:pt x="272974" y="0"/>
                  </a:lnTo>
                  <a:lnTo>
                    <a:pt x="291172" y="0"/>
                  </a:lnTo>
                  <a:lnTo>
                    <a:pt x="309370" y="0"/>
                  </a:lnTo>
                  <a:lnTo>
                    <a:pt x="327569" y="0"/>
                  </a:lnTo>
                  <a:lnTo>
                    <a:pt x="345767" y="0"/>
                  </a:lnTo>
                  <a:lnTo>
                    <a:pt x="363965" y="0"/>
                  </a:lnTo>
                  <a:lnTo>
                    <a:pt x="382164" y="0"/>
                  </a:lnTo>
                  <a:lnTo>
                    <a:pt x="400362" y="0"/>
                  </a:lnTo>
                  <a:lnTo>
                    <a:pt x="418560" y="0"/>
                  </a:lnTo>
                  <a:lnTo>
                    <a:pt x="436758" y="0"/>
                  </a:lnTo>
                  <a:lnTo>
                    <a:pt x="454957" y="0"/>
                  </a:lnTo>
                  <a:lnTo>
                    <a:pt x="473155" y="0"/>
                  </a:lnTo>
                  <a:lnTo>
                    <a:pt x="491353" y="0"/>
                  </a:lnTo>
                  <a:lnTo>
                    <a:pt x="509552" y="0"/>
                  </a:lnTo>
                  <a:lnTo>
                    <a:pt x="52775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l650"/>
            <p:cNvSpPr/>
            <p:nvPr/>
          </p:nvSpPr>
          <p:spPr>
            <a:xfrm>
              <a:off x="5842603" y="6004257"/>
              <a:ext cx="373175" cy="373175"/>
            </a:xfrm>
            <a:custGeom>
              <a:avLst/>
              <a:pathLst>
                <a:path w="373175" h="373175">
                  <a:moveTo>
                    <a:pt x="0" y="0"/>
                  </a:moveTo>
                  <a:lnTo>
                    <a:pt x="12868" y="12868"/>
                  </a:lnTo>
                  <a:lnTo>
                    <a:pt x="25736" y="25736"/>
                  </a:lnTo>
                  <a:lnTo>
                    <a:pt x="38604" y="38604"/>
                  </a:lnTo>
                  <a:lnTo>
                    <a:pt x="51472" y="51472"/>
                  </a:lnTo>
                  <a:lnTo>
                    <a:pt x="64340" y="64340"/>
                  </a:lnTo>
                  <a:lnTo>
                    <a:pt x="77208" y="77208"/>
                  </a:lnTo>
                  <a:lnTo>
                    <a:pt x="90076" y="90076"/>
                  </a:lnTo>
                  <a:lnTo>
                    <a:pt x="102945" y="102945"/>
                  </a:lnTo>
                  <a:lnTo>
                    <a:pt x="115813" y="115813"/>
                  </a:lnTo>
                  <a:lnTo>
                    <a:pt x="128681" y="128681"/>
                  </a:lnTo>
                  <a:lnTo>
                    <a:pt x="141549" y="141549"/>
                  </a:lnTo>
                  <a:lnTo>
                    <a:pt x="154417" y="154417"/>
                  </a:lnTo>
                  <a:lnTo>
                    <a:pt x="167285" y="167285"/>
                  </a:lnTo>
                  <a:lnTo>
                    <a:pt x="180153" y="180153"/>
                  </a:lnTo>
                  <a:lnTo>
                    <a:pt x="193022" y="193022"/>
                  </a:lnTo>
                  <a:lnTo>
                    <a:pt x="205890" y="205890"/>
                  </a:lnTo>
                  <a:lnTo>
                    <a:pt x="218758" y="218758"/>
                  </a:lnTo>
                  <a:lnTo>
                    <a:pt x="231626" y="231626"/>
                  </a:lnTo>
                  <a:lnTo>
                    <a:pt x="244494" y="244494"/>
                  </a:lnTo>
                  <a:lnTo>
                    <a:pt x="257362" y="257362"/>
                  </a:lnTo>
                  <a:lnTo>
                    <a:pt x="270230" y="270230"/>
                  </a:lnTo>
                  <a:lnTo>
                    <a:pt x="283098" y="283098"/>
                  </a:lnTo>
                  <a:lnTo>
                    <a:pt x="295967" y="295967"/>
                  </a:lnTo>
                  <a:lnTo>
                    <a:pt x="308835" y="308835"/>
                  </a:lnTo>
                  <a:lnTo>
                    <a:pt x="321703" y="321703"/>
                  </a:lnTo>
                  <a:lnTo>
                    <a:pt x="334571" y="334571"/>
                  </a:lnTo>
                  <a:lnTo>
                    <a:pt x="347439" y="347439"/>
                  </a:lnTo>
                  <a:lnTo>
                    <a:pt x="360307" y="360307"/>
                  </a:lnTo>
                  <a:lnTo>
                    <a:pt x="373175" y="37317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l651"/>
            <p:cNvSpPr/>
            <p:nvPr/>
          </p:nvSpPr>
          <p:spPr>
            <a:xfrm>
              <a:off x="5842603" y="6004257"/>
              <a:ext cx="0" cy="527750"/>
            </a:xfrm>
            <a:custGeom>
              <a:avLst/>
              <a:pathLst>
                <a:path w="0" h="527750">
                  <a:moveTo>
                    <a:pt x="0" y="0"/>
                  </a:moveTo>
                  <a:lnTo>
                    <a:pt x="0" y="18198"/>
                  </a:lnTo>
                  <a:lnTo>
                    <a:pt x="0" y="36396"/>
                  </a:lnTo>
                  <a:lnTo>
                    <a:pt x="0" y="54594"/>
                  </a:lnTo>
                  <a:lnTo>
                    <a:pt x="0" y="72793"/>
                  </a:lnTo>
                  <a:lnTo>
                    <a:pt x="0" y="90991"/>
                  </a:lnTo>
                  <a:lnTo>
                    <a:pt x="0" y="109189"/>
                  </a:lnTo>
                  <a:lnTo>
                    <a:pt x="0" y="127388"/>
                  </a:lnTo>
                  <a:lnTo>
                    <a:pt x="0" y="145586"/>
                  </a:lnTo>
                  <a:lnTo>
                    <a:pt x="0" y="163784"/>
                  </a:lnTo>
                  <a:lnTo>
                    <a:pt x="0" y="181982"/>
                  </a:lnTo>
                  <a:lnTo>
                    <a:pt x="0" y="200181"/>
                  </a:lnTo>
                  <a:lnTo>
                    <a:pt x="0" y="218379"/>
                  </a:lnTo>
                  <a:lnTo>
                    <a:pt x="0" y="236577"/>
                  </a:lnTo>
                  <a:lnTo>
                    <a:pt x="0" y="254776"/>
                  </a:lnTo>
                  <a:lnTo>
                    <a:pt x="0" y="272974"/>
                  </a:lnTo>
                  <a:lnTo>
                    <a:pt x="0" y="291172"/>
                  </a:lnTo>
                  <a:lnTo>
                    <a:pt x="0" y="309370"/>
                  </a:lnTo>
                  <a:lnTo>
                    <a:pt x="0" y="327569"/>
                  </a:lnTo>
                  <a:lnTo>
                    <a:pt x="0" y="345767"/>
                  </a:lnTo>
                  <a:lnTo>
                    <a:pt x="0" y="363965"/>
                  </a:lnTo>
                  <a:lnTo>
                    <a:pt x="0" y="382164"/>
                  </a:lnTo>
                  <a:lnTo>
                    <a:pt x="0" y="400362"/>
                  </a:lnTo>
                  <a:lnTo>
                    <a:pt x="0" y="418560"/>
                  </a:lnTo>
                  <a:lnTo>
                    <a:pt x="0" y="436758"/>
                  </a:lnTo>
                  <a:lnTo>
                    <a:pt x="0" y="454957"/>
                  </a:lnTo>
                  <a:lnTo>
                    <a:pt x="0" y="473155"/>
                  </a:lnTo>
                  <a:lnTo>
                    <a:pt x="0" y="491353"/>
                  </a:lnTo>
                  <a:lnTo>
                    <a:pt x="0" y="509552"/>
                  </a:lnTo>
                  <a:lnTo>
                    <a:pt x="0" y="52775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l652"/>
            <p:cNvSpPr/>
            <p:nvPr/>
          </p:nvSpPr>
          <p:spPr>
            <a:xfrm>
              <a:off x="5469428" y="6004257"/>
              <a:ext cx="373175" cy="373175"/>
            </a:xfrm>
            <a:custGeom>
              <a:avLst/>
              <a:pathLst>
                <a:path w="373175" h="373175">
                  <a:moveTo>
                    <a:pt x="373175" y="0"/>
                  </a:moveTo>
                  <a:lnTo>
                    <a:pt x="360307" y="12868"/>
                  </a:lnTo>
                  <a:lnTo>
                    <a:pt x="347439" y="25736"/>
                  </a:lnTo>
                  <a:lnTo>
                    <a:pt x="334571" y="38604"/>
                  </a:lnTo>
                  <a:lnTo>
                    <a:pt x="321703" y="51472"/>
                  </a:lnTo>
                  <a:lnTo>
                    <a:pt x="308835" y="64340"/>
                  </a:lnTo>
                  <a:lnTo>
                    <a:pt x="295967" y="77208"/>
                  </a:lnTo>
                  <a:lnTo>
                    <a:pt x="283098" y="90076"/>
                  </a:lnTo>
                  <a:lnTo>
                    <a:pt x="270230" y="102945"/>
                  </a:lnTo>
                  <a:lnTo>
                    <a:pt x="257362" y="115813"/>
                  </a:lnTo>
                  <a:lnTo>
                    <a:pt x="244494" y="128681"/>
                  </a:lnTo>
                  <a:lnTo>
                    <a:pt x="231626" y="141549"/>
                  </a:lnTo>
                  <a:lnTo>
                    <a:pt x="218758" y="154417"/>
                  </a:lnTo>
                  <a:lnTo>
                    <a:pt x="205890" y="167285"/>
                  </a:lnTo>
                  <a:lnTo>
                    <a:pt x="193022" y="180153"/>
                  </a:lnTo>
                  <a:lnTo>
                    <a:pt x="180153" y="193022"/>
                  </a:lnTo>
                  <a:lnTo>
                    <a:pt x="167285" y="205890"/>
                  </a:lnTo>
                  <a:lnTo>
                    <a:pt x="154417" y="218758"/>
                  </a:lnTo>
                  <a:lnTo>
                    <a:pt x="141549" y="231626"/>
                  </a:lnTo>
                  <a:lnTo>
                    <a:pt x="128681" y="244494"/>
                  </a:lnTo>
                  <a:lnTo>
                    <a:pt x="115813" y="257362"/>
                  </a:lnTo>
                  <a:lnTo>
                    <a:pt x="102945" y="270230"/>
                  </a:lnTo>
                  <a:lnTo>
                    <a:pt x="90076" y="283098"/>
                  </a:lnTo>
                  <a:lnTo>
                    <a:pt x="77208" y="295967"/>
                  </a:lnTo>
                  <a:lnTo>
                    <a:pt x="64340" y="308835"/>
                  </a:lnTo>
                  <a:lnTo>
                    <a:pt x="51472" y="321703"/>
                  </a:lnTo>
                  <a:lnTo>
                    <a:pt x="38604" y="334571"/>
                  </a:lnTo>
                  <a:lnTo>
                    <a:pt x="25736" y="347439"/>
                  </a:lnTo>
                  <a:lnTo>
                    <a:pt x="12868" y="360307"/>
                  </a:lnTo>
                  <a:lnTo>
                    <a:pt x="0" y="37317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l653"/>
            <p:cNvSpPr/>
            <p:nvPr/>
          </p:nvSpPr>
          <p:spPr>
            <a:xfrm>
              <a:off x="5314853" y="6004257"/>
              <a:ext cx="527750" cy="0"/>
            </a:xfrm>
            <a:custGeom>
              <a:avLst/>
              <a:pathLst>
                <a:path w="527750" h="0">
                  <a:moveTo>
                    <a:pt x="527750" y="0"/>
                  </a:moveTo>
                  <a:lnTo>
                    <a:pt x="509552" y="0"/>
                  </a:lnTo>
                  <a:lnTo>
                    <a:pt x="491353" y="0"/>
                  </a:lnTo>
                  <a:lnTo>
                    <a:pt x="473155" y="0"/>
                  </a:lnTo>
                  <a:lnTo>
                    <a:pt x="454957" y="0"/>
                  </a:lnTo>
                  <a:lnTo>
                    <a:pt x="436758" y="0"/>
                  </a:lnTo>
                  <a:lnTo>
                    <a:pt x="418560" y="0"/>
                  </a:lnTo>
                  <a:lnTo>
                    <a:pt x="400362" y="0"/>
                  </a:lnTo>
                  <a:lnTo>
                    <a:pt x="382164" y="0"/>
                  </a:lnTo>
                  <a:lnTo>
                    <a:pt x="363965" y="0"/>
                  </a:lnTo>
                  <a:lnTo>
                    <a:pt x="345767" y="0"/>
                  </a:lnTo>
                  <a:lnTo>
                    <a:pt x="327569" y="0"/>
                  </a:lnTo>
                  <a:lnTo>
                    <a:pt x="309370" y="0"/>
                  </a:lnTo>
                  <a:lnTo>
                    <a:pt x="291172" y="0"/>
                  </a:lnTo>
                  <a:lnTo>
                    <a:pt x="272974" y="0"/>
                  </a:lnTo>
                  <a:lnTo>
                    <a:pt x="254776" y="0"/>
                  </a:lnTo>
                  <a:lnTo>
                    <a:pt x="236577" y="0"/>
                  </a:lnTo>
                  <a:lnTo>
                    <a:pt x="218379" y="0"/>
                  </a:lnTo>
                  <a:lnTo>
                    <a:pt x="200181" y="0"/>
                  </a:lnTo>
                  <a:lnTo>
                    <a:pt x="181982" y="0"/>
                  </a:lnTo>
                  <a:lnTo>
                    <a:pt x="163784" y="0"/>
                  </a:lnTo>
                  <a:lnTo>
                    <a:pt x="145586" y="0"/>
                  </a:lnTo>
                  <a:lnTo>
                    <a:pt x="127388" y="0"/>
                  </a:lnTo>
                  <a:lnTo>
                    <a:pt x="109189" y="0"/>
                  </a:lnTo>
                  <a:lnTo>
                    <a:pt x="90991" y="0"/>
                  </a:lnTo>
                  <a:lnTo>
                    <a:pt x="72793" y="0"/>
                  </a:lnTo>
                  <a:lnTo>
                    <a:pt x="54594" y="0"/>
                  </a:lnTo>
                  <a:lnTo>
                    <a:pt x="36396" y="0"/>
                  </a:lnTo>
                  <a:lnTo>
                    <a:pt x="18198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l654"/>
            <p:cNvSpPr/>
            <p:nvPr/>
          </p:nvSpPr>
          <p:spPr>
            <a:xfrm>
              <a:off x="5469428" y="5631081"/>
              <a:ext cx="373175" cy="373175"/>
            </a:xfrm>
            <a:custGeom>
              <a:avLst/>
              <a:pathLst>
                <a:path w="373175" h="373175">
                  <a:moveTo>
                    <a:pt x="373175" y="373175"/>
                  </a:moveTo>
                  <a:lnTo>
                    <a:pt x="360307" y="360307"/>
                  </a:lnTo>
                  <a:lnTo>
                    <a:pt x="347439" y="347439"/>
                  </a:lnTo>
                  <a:lnTo>
                    <a:pt x="334571" y="334571"/>
                  </a:lnTo>
                  <a:lnTo>
                    <a:pt x="321703" y="321703"/>
                  </a:lnTo>
                  <a:lnTo>
                    <a:pt x="308835" y="308835"/>
                  </a:lnTo>
                  <a:lnTo>
                    <a:pt x="295967" y="295967"/>
                  </a:lnTo>
                  <a:lnTo>
                    <a:pt x="283098" y="283098"/>
                  </a:lnTo>
                  <a:lnTo>
                    <a:pt x="270230" y="270230"/>
                  </a:lnTo>
                  <a:lnTo>
                    <a:pt x="257362" y="257362"/>
                  </a:lnTo>
                  <a:lnTo>
                    <a:pt x="244494" y="244494"/>
                  </a:lnTo>
                  <a:lnTo>
                    <a:pt x="231626" y="231626"/>
                  </a:lnTo>
                  <a:lnTo>
                    <a:pt x="218758" y="218758"/>
                  </a:lnTo>
                  <a:lnTo>
                    <a:pt x="205890" y="205890"/>
                  </a:lnTo>
                  <a:lnTo>
                    <a:pt x="193022" y="193022"/>
                  </a:lnTo>
                  <a:lnTo>
                    <a:pt x="180153" y="180153"/>
                  </a:lnTo>
                  <a:lnTo>
                    <a:pt x="167285" y="167285"/>
                  </a:lnTo>
                  <a:lnTo>
                    <a:pt x="154417" y="154417"/>
                  </a:lnTo>
                  <a:lnTo>
                    <a:pt x="141549" y="141549"/>
                  </a:lnTo>
                  <a:lnTo>
                    <a:pt x="128681" y="128681"/>
                  </a:lnTo>
                  <a:lnTo>
                    <a:pt x="115813" y="115813"/>
                  </a:lnTo>
                  <a:lnTo>
                    <a:pt x="102945" y="102945"/>
                  </a:lnTo>
                  <a:lnTo>
                    <a:pt x="90076" y="90076"/>
                  </a:lnTo>
                  <a:lnTo>
                    <a:pt x="77208" y="77208"/>
                  </a:lnTo>
                  <a:lnTo>
                    <a:pt x="64340" y="64340"/>
                  </a:lnTo>
                  <a:lnTo>
                    <a:pt x="51472" y="51472"/>
                  </a:lnTo>
                  <a:lnTo>
                    <a:pt x="38604" y="38604"/>
                  </a:lnTo>
                  <a:lnTo>
                    <a:pt x="25736" y="25736"/>
                  </a:lnTo>
                  <a:lnTo>
                    <a:pt x="12868" y="12868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tx655"/>
            <p:cNvSpPr/>
            <p:nvPr/>
          </p:nvSpPr>
          <p:spPr>
            <a:xfrm>
              <a:off x="5710618" y="5369503"/>
              <a:ext cx="263971" cy="79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656" name="tx656"/>
            <p:cNvSpPr/>
            <p:nvPr/>
          </p:nvSpPr>
          <p:spPr>
            <a:xfrm>
              <a:off x="6028420" y="5543294"/>
              <a:ext cx="468011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657" name="tx657"/>
            <p:cNvSpPr/>
            <p:nvPr/>
          </p:nvSpPr>
          <p:spPr>
            <a:xfrm>
              <a:off x="6328320" y="5963380"/>
              <a:ext cx="216005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658" name="tx658"/>
            <p:cNvSpPr/>
            <p:nvPr/>
          </p:nvSpPr>
          <p:spPr>
            <a:xfrm>
              <a:off x="6019354" y="6380990"/>
              <a:ext cx="48614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659" name="tx659"/>
            <p:cNvSpPr/>
            <p:nvPr/>
          </p:nvSpPr>
          <p:spPr>
            <a:xfrm>
              <a:off x="5701552" y="6554886"/>
              <a:ext cx="28210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660" name="tx660"/>
            <p:cNvSpPr/>
            <p:nvPr/>
          </p:nvSpPr>
          <p:spPr>
            <a:xfrm>
              <a:off x="5170748" y="6380990"/>
              <a:ext cx="504065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661" name="tx661"/>
            <p:cNvSpPr/>
            <p:nvPr/>
          </p:nvSpPr>
          <p:spPr>
            <a:xfrm>
              <a:off x="5125938" y="5963380"/>
              <a:ext cx="245891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662" name="tx662"/>
            <p:cNvSpPr/>
            <p:nvPr/>
          </p:nvSpPr>
          <p:spPr>
            <a:xfrm>
              <a:off x="5179814" y="5543294"/>
              <a:ext cx="485933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663" name="tx663"/>
            <p:cNvSpPr/>
            <p:nvPr/>
          </p:nvSpPr>
          <p:spPr>
            <a:xfrm>
              <a:off x="4942355" y="5708412"/>
              <a:ext cx="177930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664" name="tx664"/>
            <p:cNvSpPr/>
            <p:nvPr/>
          </p:nvSpPr>
          <p:spPr>
            <a:xfrm>
              <a:off x="4892913" y="5444536"/>
              <a:ext cx="227372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665" name="rc665"/>
            <p:cNvSpPr/>
            <p:nvPr/>
          </p:nvSpPr>
          <p:spPr>
            <a:xfrm>
              <a:off x="6823205" y="5108705"/>
              <a:ext cx="2251205" cy="19790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66" name="rc666"/>
            <p:cNvSpPr/>
            <p:nvPr/>
          </p:nvSpPr>
          <p:spPr>
            <a:xfrm>
              <a:off x="6823205" y="5306611"/>
              <a:ext cx="2251205" cy="14817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7" name="rc667"/>
            <p:cNvSpPr/>
            <p:nvPr/>
          </p:nvSpPr>
          <p:spPr>
            <a:xfrm>
              <a:off x="7151165" y="5108705"/>
              <a:ext cx="1885287" cy="197906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8" name="tx668"/>
            <p:cNvSpPr/>
            <p:nvPr/>
          </p:nvSpPr>
          <p:spPr>
            <a:xfrm>
              <a:off x="7459925" y="5120054"/>
              <a:ext cx="1267768" cy="1409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Caprimulgiformes</a:t>
              </a:r>
            </a:p>
          </p:txBody>
        </p:sp>
        <p:sp>
          <p:nvSpPr>
            <p:cNvPr id="669" name="rc669"/>
            <p:cNvSpPr/>
            <p:nvPr/>
          </p:nvSpPr>
          <p:spPr>
            <a:xfrm>
              <a:off x="7434121" y="5344569"/>
              <a:ext cx="1319376" cy="13193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0" name="pl670"/>
            <p:cNvSpPr/>
            <p:nvPr/>
          </p:nvSpPr>
          <p:spPr>
            <a:xfrm>
              <a:off x="8093809" y="5410538"/>
              <a:ext cx="0" cy="593719"/>
            </a:xfrm>
            <a:custGeom>
              <a:avLst/>
              <a:pathLst>
                <a:path w="0" h="593719">
                  <a:moveTo>
                    <a:pt x="0" y="593719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71" name="pl671"/>
            <p:cNvSpPr/>
            <p:nvPr/>
          </p:nvSpPr>
          <p:spPr>
            <a:xfrm>
              <a:off x="8093809" y="5584434"/>
              <a:ext cx="419822" cy="419822"/>
            </a:xfrm>
            <a:custGeom>
              <a:avLst/>
              <a:pathLst>
                <a:path w="419822" h="419822">
                  <a:moveTo>
                    <a:pt x="0" y="419822"/>
                  </a:moveTo>
                  <a:lnTo>
                    <a:pt x="419822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72" name="pl672"/>
            <p:cNvSpPr/>
            <p:nvPr/>
          </p:nvSpPr>
          <p:spPr>
            <a:xfrm>
              <a:off x="8093809" y="6004257"/>
              <a:ext cx="593719" cy="0"/>
            </a:xfrm>
            <a:custGeom>
              <a:avLst/>
              <a:pathLst>
                <a:path w="593719" h="0">
                  <a:moveTo>
                    <a:pt x="0" y="0"/>
                  </a:moveTo>
                  <a:lnTo>
                    <a:pt x="59371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73" name="pl673"/>
            <p:cNvSpPr/>
            <p:nvPr/>
          </p:nvSpPr>
          <p:spPr>
            <a:xfrm>
              <a:off x="8093809" y="6004257"/>
              <a:ext cx="419822" cy="419822"/>
            </a:xfrm>
            <a:custGeom>
              <a:avLst/>
              <a:pathLst>
                <a:path w="419822" h="419822">
                  <a:moveTo>
                    <a:pt x="0" y="0"/>
                  </a:moveTo>
                  <a:lnTo>
                    <a:pt x="419822" y="419822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74" name="pl674"/>
            <p:cNvSpPr/>
            <p:nvPr/>
          </p:nvSpPr>
          <p:spPr>
            <a:xfrm>
              <a:off x="8093809" y="6004257"/>
              <a:ext cx="0" cy="593719"/>
            </a:xfrm>
            <a:custGeom>
              <a:avLst/>
              <a:pathLst>
                <a:path w="0" h="593719">
                  <a:moveTo>
                    <a:pt x="0" y="0"/>
                  </a:moveTo>
                  <a:lnTo>
                    <a:pt x="0" y="593719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75" name="pl675"/>
            <p:cNvSpPr/>
            <p:nvPr/>
          </p:nvSpPr>
          <p:spPr>
            <a:xfrm>
              <a:off x="7673986" y="6004257"/>
              <a:ext cx="419822" cy="419822"/>
            </a:xfrm>
            <a:custGeom>
              <a:avLst/>
              <a:pathLst>
                <a:path w="419822" h="419822">
                  <a:moveTo>
                    <a:pt x="419822" y="0"/>
                  </a:moveTo>
                  <a:lnTo>
                    <a:pt x="0" y="419822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76" name="pl676"/>
            <p:cNvSpPr/>
            <p:nvPr/>
          </p:nvSpPr>
          <p:spPr>
            <a:xfrm>
              <a:off x="7500090" y="6004257"/>
              <a:ext cx="593719" cy="0"/>
            </a:xfrm>
            <a:custGeom>
              <a:avLst/>
              <a:pathLst>
                <a:path w="593719" h="0">
                  <a:moveTo>
                    <a:pt x="593719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77" name="pl677"/>
            <p:cNvSpPr/>
            <p:nvPr/>
          </p:nvSpPr>
          <p:spPr>
            <a:xfrm>
              <a:off x="7673986" y="5584434"/>
              <a:ext cx="419822" cy="419822"/>
            </a:xfrm>
            <a:custGeom>
              <a:avLst/>
              <a:pathLst>
                <a:path w="419822" h="419822">
                  <a:moveTo>
                    <a:pt x="419822" y="419822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78" name="pl678"/>
            <p:cNvSpPr/>
            <p:nvPr/>
          </p:nvSpPr>
          <p:spPr>
            <a:xfrm>
              <a:off x="7829967" y="5740382"/>
              <a:ext cx="527683" cy="527617"/>
            </a:xfrm>
            <a:custGeom>
              <a:avLst/>
              <a:pathLst>
                <a:path w="527683" h="527617">
                  <a:moveTo>
                    <a:pt x="263841" y="0"/>
                  </a:moveTo>
                  <a:lnTo>
                    <a:pt x="280577" y="531"/>
                  </a:lnTo>
                  <a:lnTo>
                    <a:pt x="297246" y="2122"/>
                  </a:lnTo>
                  <a:lnTo>
                    <a:pt x="313780" y="4768"/>
                  </a:lnTo>
                  <a:lnTo>
                    <a:pt x="330113" y="8457"/>
                  </a:lnTo>
                  <a:lnTo>
                    <a:pt x="346179" y="13174"/>
                  </a:lnTo>
                  <a:lnTo>
                    <a:pt x="361914" y="18901"/>
                  </a:lnTo>
                  <a:lnTo>
                    <a:pt x="377254" y="25615"/>
                  </a:lnTo>
                  <a:lnTo>
                    <a:pt x="392137" y="33288"/>
                  </a:lnTo>
                  <a:lnTo>
                    <a:pt x="406503" y="41889"/>
                  </a:lnTo>
                  <a:lnTo>
                    <a:pt x="420295" y="51384"/>
                  </a:lnTo>
                  <a:lnTo>
                    <a:pt x="433457" y="61735"/>
                  </a:lnTo>
                  <a:lnTo>
                    <a:pt x="445936" y="72899"/>
                  </a:lnTo>
                  <a:lnTo>
                    <a:pt x="457682" y="84833"/>
                  </a:lnTo>
                  <a:lnTo>
                    <a:pt x="468647" y="97487"/>
                  </a:lnTo>
                  <a:lnTo>
                    <a:pt x="478788" y="110812"/>
                  </a:lnTo>
                  <a:lnTo>
                    <a:pt x="488063" y="124753"/>
                  </a:lnTo>
                  <a:lnTo>
                    <a:pt x="496435" y="139254"/>
                  </a:lnTo>
                  <a:lnTo>
                    <a:pt x="503871" y="154257"/>
                  </a:lnTo>
                  <a:lnTo>
                    <a:pt x="510340" y="169701"/>
                  </a:lnTo>
                  <a:lnTo>
                    <a:pt x="515817" y="185525"/>
                  </a:lnTo>
                  <a:lnTo>
                    <a:pt x="520278" y="201664"/>
                  </a:lnTo>
                  <a:lnTo>
                    <a:pt x="523708" y="218053"/>
                  </a:lnTo>
                  <a:lnTo>
                    <a:pt x="526091" y="234627"/>
                  </a:lnTo>
                  <a:lnTo>
                    <a:pt x="527418" y="251319"/>
                  </a:lnTo>
                  <a:lnTo>
                    <a:pt x="527683" y="268061"/>
                  </a:lnTo>
                  <a:lnTo>
                    <a:pt x="526887" y="284787"/>
                  </a:lnTo>
                  <a:lnTo>
                    <a:pt x="525031" y="301428"/>
                  </a:lnTo>
                  <a:lnTo>
                    <a:pt x="522123" y="317918"/>
                  </a:lnTo>
                  <a:lnTo>
                    <a:pt x="518176" y="334191"/>
                  </a:lnTo>
                  <a:lnTo>
                    <a:pt x="513204" y="350180"/>
                  </a:lnTo>
                  <a:lnTo>
                    <a:pt x="507228" y="365822"/>
                  </a:lnTo>
                  <a:lnTo>
                    <a:pt x="500272" y="381053"/>
                  </a:lnTo>
                  <a:lnTo>
                    <a:pt x="492364" y="395812"/>
                  </a:lnTo>
                  <a:lnTo>
                    <a:pt x="483536" y="410040"/>
                  </a:lnTo>
                  <a:lnTo>
                    <a:pt x="473823" y="423680"/>
                  </a:lnTo>
                  <a:lnTo>
                    <a:pt x="463265" y="436676"/>
                  </a:lnTo>
                  <a:lnTo>
                    <a:pt x="451904" y="448977"/>
                  </a:lnTo>
                  <a:lnTo>
                    <a:pt x="439785" y="460532"/>
                  </a:lnTo>
                  <a:lnTo>
                    <a:pt x="426958" y="471295"/>
                  </a:lnTo>
                  <a:lnTo>
                    <a:pt x="413475" y="481223"/>
                  </a:lnTo>
                  <a:lnTo>
                    <a:pt x="399388" y="490275"/>
                  </a:lnTo>
                  <a:lnTo>
                    <a:pt x="384756" y="498416"/>
                  </a:lnTo>
                  <a:lnTo>
                    <a:pt x="369637" y="505613"/>
                  </a:lnTo>
                  <a:lnTo>
                    <a:pt x="354092" y="511836"/>
                  </a:lnTo>
                  <a:lnTo>
                    <a:pt x="338184" y="517061"/>
                  </a:lnTo>
                  <a:lnTo>
                    <a:pt x="321976" y="521266"/>
                  </a:lnTo>
                  <a:lnTo>
                    <a:pt x="305534" y="524435"/>
                  </a:lnTo>
                  <a:lnTo>
                    <a:pt x="288924" y="526555"/>
                  </a:lnTo>
                  <a:lnTo>
                    <a:pt x="272214" y="527617"/>
                  </a:lnTo>
                  <a:lnTo>
                    <a:pt x="255469" y="527617"/>
                  </a:lnTo>
                  <a:lnTo>
                    <a:pt x="238759" y="526555"/>
                  </a:lnTo>
                  <a:lnTo>
                    <a:pt x="222149" y="524435"/>
                  </a:lnTo>
                  <a:lnTo>
                    <a:pt x="205707" y="521266"/>
                  </a:lnTo>
                  <a:lnTo>
                    <a:pt x="189499" y="517061"/>
                  </a:lnTo>
                  <a:lnTo>
                    <a:pt x="173591" y="511836"/>
                  </a:lnTo>
                  <a:lnTo>
                    <a:pt x="158046" y="505613"/>
                  </a:lnTo>
                  <a:lnTo>
                    <a:pt x="142927" y="498416"/>
                  </a:lnTo>
                  <a:lnTo>
                    <a:pt x="128295" y="490275"/>
                  </a:lnTo>
                  <a:lnTo>
                    <a:pt x="114208" y="481223"/>
                  </a:lnTo>
                  <a:lnTo>
                    <a:pt x="100725" y="471295"/>
                  </a:lnTo>
                  <a:lnTo>
                    <a:pt x="87898" y="460532"/>
                  </a:lnTo>
                  <a:lnTo>
                    <a:pt x="75779" y="448977"/>
                  </a:lnTo>
                  <a:lnTo>
                    <a:pt x="64418" y="436676"/>
                  </a:lnTo>
                  <a:lnTo>
                    <a:pt x="53860" y="423680"/>
                  </a:lnTo>
                  <a:lnTo>
                    <a:pt x="44147" y="410040"/>
                  </a:lnTo>
                  <a:lnTo>
                    <a:pt x="35319" y="395812"/>
                  </a:lnTo>
                  <a:lnTo>
                    <a:pt x="27411" y="381053"/>
                  </a:lnTo>
                  <a:lnTo>
                    <a:pt x="20455" y="365822"/>
                  </a:lnTo>
                  <a:lnTo>
                    <a:pt x="14479" y="350180"/>
                  </a:lnTo>
                  <a:lnTo>
                    <a:pt x="9507" y="334191"/>
                  </a:lnTo>
                  <a:lnTo>
                    <a:pt x="5560" y="317918"/>
                  </a:lnTo>
                  <a:lnTo>
                    <a:pt x="2652" y="301428"/>
                  </a:lnTo>
                  <a:lnTo>
                    <a:pt x="796" y="284787"/>
                  </a:lnTo>
                  <a:lnTo>
                    <a:pt x="0" y="268061"/>
                  </a:lnTo>
                  <a:lnTo>
                    <a:pt x="265" y="251319"/>
                  </a:lnTo>
                  <a:lnTo>
                    <a:pt x="1592" y="234627"/>
                  </a:lnTo>
                  <a:lnTo>
                    <a:pt x="3975" y="218053"/>
                  </a:lnTo>
                  <a:lnTo>
                    <a:pt x="7405" y="201664"/>
                  </a:lnTo>
                  <a:lnTo>
                    <a:pt x="11866" y="185525"/>
                  </a:lnTo>
                  <a:lnTo>
                    <a:pt x="17343" y="169701"/>
                  </a:lnTo>
                  <a:lnTo>
                    <a:pt x="23812" y="154257"/>
                  </a:lnTo>
                  <a:lnTo>
                    <a:pt x="31248" y="139254"/>
                  </a:lnTo>
                  <a:lnTo>
                    <a:pt x="39620" y="124753"/>
                  </a:lnTo>
                  <a:lnTo>
                    <a:pt x="48895" y="110812"/>
                  </a:lnTo>
                  <a:lnTo>
                    <a:pt x="59036" y="97487"/>
                  </a:lnTo>
                  <a:lnTo>
                    <a:pt x="70001" y="84833"/>
                  </a:lnTo>
                  <a:lnTo>
                    <a:pt x="81747" y="72899"/>
                  </a:lnTo>
                  <a:lnTo>
                    <a:pt x="94226" y="61735"/>
                  </a:lnTo>
                  <a:lnTo>
                    <a:pt x="107388" y="51384"/>
                  </a:lnTo>
                  <a:lnTo>
                    <a:pt x="121180" y="41889"/>
                  </a:lnTo>
                  <a:lnTo>
                    <a:pt x="135546" y="33288"/>
                  </a:lnTo>
                  <a:lnTo>
                    <a:pt x="150429" y="25615"/>
                  </a:lnTo>
                  <a:lnTo>
                    <a:pt x="165769" y="18901"/>
                  </a:lnTo>
                  <a:lnTo>
                    <a:pt x="181504" y="13174"/>
                  </a:lnTo>
                  <a:lnTo>
                    <a:pt x="197570" y="8457"/>
                  </a:lnTo>
                  <a:lnTo>
                    <a:pt x="213903" y="4768"/>
                  </a:lnTo>
                  <a:lnTo>
                    <a:pt x="230437" y="2122"/>
                  </a:lnTo>
                  <a:lnTo>
                    <a:pt x="247105" y="531"/>
                  </a:lnTo>
                  <a:lnTo>
                    <a:pt x="2638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79" name="pl679"/>
            <p:cNvSpPr/>
            <p:nvPr/>
          </p:nvSpPr>
          <p:spPr>
            <a:xfrm>
              <a:off x="7566125" y="5476507"/>
              <a:ext cx="1055367" cy="1055235"/>
            </a:xfrm>
            <a:custGeom>
              <a:avLst/>
              <a:pathLst>
                <a:path w="1055367" h="1055235">
                  <a:moveTo>
                    <a:pt x="527683" y="0"/>
                  </a:moveTo>
                  <a:lnTo>
                    <a:pt x="561155" y="1062"/>
                  </a:lnTo>
                  <a:lnTo>
                    <a:pt x="594493" y="4245"/>
                  </a:lnTo>
                  <a:lnTo>
                    <a:pt x="627561" y="9537"/>
                  </a:lnTo>
                  <a:lnTo>
                    <a:pt x="660227" y="16915"/>
                  </a:lnTo>
                  <a:lnTo>
                    <a:pt x="692359" y="26349"/>
                  </a:lnTo>
                  <a:lnTo>
                    <a:pt x="723828" y="37803"/>
                  </a:lnTo>
                  <a:lnTo>
                    <a:pt x="754508" y="51230"/>
                  </a:lnTo>
                  <a:lnTo>
                    <a:pt x="784274" y="66576"/>
                  </a:lnTo>
                  <a:lnTo>
                    <a:pt x="813007" y="83778"/>
                  </a:lnTo>
                  <a:lnTo>
                    <a:pt x="840591" y="102768"/>
                  </a:lnTo>
                  <a:lnTo>
                    <a:pt x="866915" y="123470"/>
                  </a:lnTo>
                  <a:lnTo>
                    <a:pt x="891873" y="145799"/>
                  </a:lnTo>
                  <a:lnTo>
                    <a:pt x="915365" y="169666"/>
                  </a:lnTo>
                  <a:lnTo>
                    <a:pt x="937295" y="194975"/>
                  </a:lnTo>
                  <a:lnTo>
                    <a:pt x="957576" y="221625"/>
                  </a:lnTo>
                  <a:lnTo>
                    <a:pt x="976126" y="249506"/>
                  </a:lnTo>
                  <a:lnTo>
                    <a:pt x="992871" y="278509"/>
                  </a:lnTo>
                  <a:lnTo>
                    <a:pt x="1007742" y="308514"/>
                  </a:lnTo>
                  <a:lnTo>
                    <a:pt x="1020680" y="339403"/>
                  </a:lnTo>
                  <a:lnTo>
                    <a:pt x="1031634" y="371050"/>
                  </a:lnTo>
                  <a:lnTo>
                    <a:pt x="1040557" y="403328"/>
                  </a:lnTo>
                  <a:lnTo>
                    <a:pt x="1047416" y="436107"/>
                  </a:lnTo>
                  <a:lnTo>
                    <a:pt x="1052182" y="469255"/>
                  </a:lnTo>
                  <a:lnTo>
                    <a:pt x="1054836" y="502639"/>
                  </a:lnTo>
                  <a:lnTo>
                    <a:pt x="1055367" y="536123"/>
                  </a:lnTo>
                  <a:lnTo>
                    <a:pt x="1053774" y="569574"/>
                  </a:lnTo>
                  <a:lnTo>
                    <a:pt x="1050062" y="602857"/>
                  </a:lnTo>
                  <a:lnTo>
                    <a:pt x="1044247" y="635837"/>
                  </a:lnTo>
                  <a:lnTo>
                    <a:pt x="1036352" y="668382"/>
                  </a:lnTo>
                  <a:lnTo>
                    <a:pt x="1026408" y="700360"/>
                  </a:lnTo>
                  <a:lnTo>
                    <a:pt x="1014456" y="731644"/>
                  </a:lnTo>
                  <a:lnTo>
                    <a:pt x="1000545" y="762106"/>
                  </a:lnTo>
                  <a:lnTo>
                    <a:pt x="984729" y="791625"/>
                  </a:lnTo>
                  <a:lnTo>
                    <a:pt x="967073" y="820081"/>
                  </a:lnTo>
                  <a:lnTo>
                    <a:pt x="947647" y="847361"/>
                  </a:lnTo>
                  <a:lnTo>
                    <a:pt x="926531" y="873353"/>
                  </a:lnTo>
                  <a:lnTo>
                    <a:pt x="903808" y="897954"/>
                  </a:lnTo>
                  <a:lnTo>
                    <a:pt x="879571" y="921064"/>
                  </a:lnTo>
                  <a:lnTo>
                    <a:pt x="853917" y="942590"/>
                  </a:lnTo>
                  <a:lnTo>
                    <a:pt x="826950" y="962446"/>
                  </a:lnTo>
                  <a:lnTo>
                    <a:pt x="798777" y="980551"/>
                  </a:lnTo>
                  <a:lnTo>
                    <a:pt x="769513" y="996833"/>
                  </a:lnTo>
                  <a:lnTo>
                    <a:pt x="739275" y="1011227"/>
                  </a:lnTo>
                  <a:lnTo>
                    <a:pt x="708185" y="1023673"/>
                  </a:lnTo>
                  <a:lnTo>
                    <a:pt x="676368" y="1034123"/>
                  </a:lnTo>
                  <a:lnTo>
                    <a:pt x="643952" y="1042533"/>
                  </a:lnTo>
                  <a:lnTo>
                    <a:pt x="611069" y="1048871"/>
                  </a:lnTo>
                  <a:lnTo>
                    <a:pt x="577849" y="1053111"/>
                  </a:lnTo>
                  <a:lnTo>
                    <a:pt x="544428" y="1055235"/>
                  </a:lnTo>
                  <a:lnTo>
                    <a:pt x="510939" y="1055235"/>
                  </a:lnTo>
                  <a:lnTo>
                    <a:pt x="477518" y="1053111"/>
                  </a:lnTo>
                  <a:lnTo>
                    <a:pt x="444298" y="1048871"/>
                  </a:lnTo>
                  <a:lnTo>
                    <a:pt x="411415" y="1042533"/>
                  </a:lnTo>
                  <a:lnTo>
                    <a:pt x="378999" y="1034123"/>
                  </a:lnTo>
                  <a:lnTo>
                    <a:pt x="347182" y="1023673"/>
                  </a:lnTo>
                  <a:lnTo>
                    <a:pt x="316092" y="1011227"/>
                  </a:lnTo>
                  <a:lnTo>
                    <a:pt x="285854" y="996833"/>
                  </a:lnTo>
                  <a:lnTo>
                    <a:pt x="256590" y="980551"/>
                  </a:lnTo>
                  <a:lnTo>
                    <a:pt x="228417" y="962446"/>
                  </a:lnTo>
                  <a:lnTo>
                    <a:pt x="201450" y="942590"/>
                  </a:lnTo>
                  <a:lnTo>
                    <a:pt x="175796" y="921064"/>
                  </a:lnTo>
                  <a:lnTo>
                    <a:pt x="151559" y="897954"/>
                  </a:lnTo>
                  <a:lnTo>
                    <a:pt x="128836" y="873353"/>
                  </a:lnTo>
                  <a:lnTo>
                    <a:pt x="107720" y="847361"/>
                  </a:lnTo>
                  <a:lnTo>
                    <a:pt x="88294" y="820081"/>
                  </a:lnTo>
                  <a:lnTo>
                    <a:pt x="70638" y="791625"/>
                  </a:lnTo>
                  <a:lnTo>
                    <a:pt x="54822" y="762106"/>
                  </a:lnTo>
                  <a:lnTo>
                    <a:pt x="40911" y="731644"/>
                  </a:lnTo>
                  <a:lnTo>
                    <a:pt x="28959" y="700360"/>
                  </a:lnTo>
                  <a:lnTo>
                    <a:pt x="19015" y="668382"/>
                  </a:lnTo>
                  <a:lnTo>
                    <a:pt x="11120" y="635837"/>
                  </a:lnTo>
                  <a:lnTo>
                    <a:pt x="5305" y="602857"/>
                  </a:lnTo>
                  <a:lnTo>
                    <a:pt x="1593" y="569574"/>
                  </a:lnTo>
                  <a:lnTo>
                    <a:pt x="0" y="536123"/>
                  </a:lnTo>
                  <a:lnTo>
                    <a:pt x="531" y="502639"/>
                  </a:lnTo>
                  <a:lnTo>
                    <a:pt x="3185" y="469255"/>
                  </a:lnTo>
                  <a:lnTo>
                    <a:pt x="7951" y="436107"/>
                  </a:lnTo>
                  <a:lnTo>
                    <a:pt x="14810" y="403328"/>
                  </a:lnTo>
                  <a:lnTo>
                    <a:pt x="23733" y="371050"/>
                  </a:lnTo>
                  <a:lnTo>
                    <a:pt x="34687" y="339403"/>
                  </a:lnTo>
                  <a:lnTo>
                    <a:pt x="47625" y="308514"/>
                  </a:lnTo>
                  <a:lnTo>
                    <a:pt x="62496" y="278509"/>
                  </a:lnTo>
                  <a:lnTo>
                    <a:pt x="79241" y="249506"/>
                  </a:lnTo>
                  <a:lnTo>
                    <a:pt x="97791" y="221625"/>
                  </a:lnTo>
                  <a:lnTo>
                    <a:pt x="118072" y="194975"/>
                  </a:lnTo>
                  <a:lnTo>
                    <a:pt x="140002" y="169666"/>
                  </a:lnTo>
                  <a:lnTo>
                    <a:pt x="163494" y="145799"/>
                  </a:lnTo>
                  <a:lnTo>
                    <a:pt x="188452" y="123470"/>
                  </a:lnTo>
                  <a:lnTo>
                    <a:pt x="214776" y="102768"/>
                  </a:lnTo>
                  <a:lnTo>
                    <a:pt x="242360" y="83778"/>
                  </a:lnTo>
                  <a:lnTo>
                    <a:pt x="271093" y="66576"/>
                  </a:lnTo>
                  <a:lnTo>
                    <a:pt x="300859" y="51230"/>
                  </a:lnTo>
                  <a:lnTo>
                    <a:pt x="331538" y="37803"/>
                  </a:lnTo>
                  <a:lnTo>
                    <a:pt x="363008" y="26349"/>
                  </a:lnTo>
                  <a:lnTo>
                    <a:pt x="395140" y="16915"/>
                  </a:lnTo>
                  <a:lnTo>
                    <a:pt x="427806" y="9537"/>
                  </a:lnTo>
                  <a:lnTo>
                    <a:pt x="460874" y="4245"/>
                  </a:lnTo>
                  <a:lnTo>
                    <a:pt x="494211" y="1062"/>
                  </a:lnTo>
                  <a:lnTo>
                    <a:pt x="527683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80" name="pl680"/>
            <p:cNvSpPr/>
            <p:nvPr/>
          </p:nvSpPr>
          <p:spPr>
            <a:xfrm>
              <a:off x="7500164" y="5410538"/>
              <a:ext cx="1187288" cy="1187139"/>
            </a:xfrm>
            <a:custGeom>
              <a:avLst/>
              <a:pathLst>
                <a:path w="1187288" h="1187139">
                  <a:moveTo>
                    <a:pt x="593644" y="0"/>
                  </a:moveTo>
                  <a:lnTo>
                    <a:pt x="631300" y="1195"/>
                  </a:lnTo>
                  <a:lnTo>
                    <a:pt x="668804" y="4776"/>
                  </a:lnTo>
                  <a:lnTo>
                    <a:pt x="706006" y="10729"/>
                  </a:lnTo>
                  <a:lnTo>
                    <a:pt x="742755" y="19029"/>
                  </a:lnTo>
                  <a:lnTo>
                    <a:pt x="778904" y="29643"/>
                  </a:lnTo>
                  <a:lnTo>
                    <a:pt x="814307" y="42529"/>
                  </a:lnTo>
                  <a:lnTo>
                    <a:pt x="848821" y="57634"/>
                  </a:lnTo>
                  <a:lnTo>
                    <a:pt x="882308" y="74898"/>
                  </a:lnTo>
                  <a:lnTo>
                    <a:pt x="914633" y="94250"/>
                  </a:lnTo>
                  <a:lnTo>
                    <a:pt x="945665" y="115614"/>
                  </a:lnTo>
                  <a:lnTo>
                    <a:pt x="975279" y="138903"/>
                  </a:lnTo>
                  <a:lnTo>
                    <a:pt x="1003357" y="164024"/>
                  </a:lnTo>
                  <a:lnTo>
                    <a:pt x="1029785" y="190875"/>
                  </a:lnTo>
                  <a:lnTo>
                    <a:pt x="1054457" y="219347"/>
                  </a:lnTo>
                  <a:lnTo>
                    <a:pt x="1077273" y="249328"/>
                  </a:lnTo>
                  <a:lnTo>
                    <a:pt x="1098142" y="280695"/>
                  </a:lnTo>
                  <a:lnTo>
                    <a:pt x="1116980" y="313322"/>
                  </a:lnTo>
                  <a:lnTo>
                    <a:pt x="1133710" y="347079"/>
                  </a:lnTo>
                  <a:lnTo>
                    <a:pt x="1148265" y="381829"/>
                  </a:lnTo>
                  <a:lnTo>
                    <a:pt x="1160588" y="417431"/>
                  </a:lnTo>
                  <a:lnTo>
                    <a:pt x="1170627" y="453744"/>
                  </a:lnTo>
                  <a:lnTo>
                    <a:pt x="1178343" y="490620"/>
                  </a:lnTo>
                  <a:lnTo>
                    <a:pt x="1183705" y="527912"/>
                  </a:lnTo>
                  <a:lnTo>
                    <a:pt x="1186691" y="565468"/>
                  </a:lnTo>
                  <a:lnTo>
                    <a:pt x="1187288" y="603139"/>
                  </a:lnTo>
                  <a:lnTo>
                    <a:pt x="1185496" y="640771"/>
                  </a:lnTo>
                  <a:lnTo>
                    <a:pt x="1181320" y="678214"/>
                  </a:lnTo>
                  <a:lnTo>
                    <a:pt x="1174778" y="715316"/>
                  </a:lnTo>
                  <a:lnTo>
                    <a:pt x="1165896" y="751929"/>
                  </a:lnTo>
                  <a:lnTo>
                    <a:pt x="1154709" y="787905"/>
                  </a:lnTo>
                  <a:lnTo>
                    <a:pt x="1141263" y="823099"/>
                  </a:lnTo>
                  <a:lnTo>
                    <a:pt x="1125613" y="857370"/>
                  </a:lnTo>
                  <a:lnTo>
                    <a:pt x="1107820" y="890578"/>
                  </a:lnTo>
                  <a:lnTo>
                    <a:pt x="1087957" y="922592"/>
                  </a:lnTo>
                  <a:lnTo>
                    <a:pt x="1066103" y="953281"/>
                  </a:lnTo>
                  <a:lnTo>
                    <a:pt x="1042347" y="982522"/>
                  </a:lnTo>
                  <a:lnTo>
                    <a:pt x="1016784" y="1010198"/>
                  </a:lnTo>
                  <a:lnTo>
                    <a:pt x="989518" y="1036197"/>
                  </a:lnTo>
                  <a:lnTo>
                    <a:pt x="960657" y="1060414"/>
                  </a:lnTo>
                  <a:lnTo>
                    <a:pt x="930318" y="1082751"/>
                  </a:lnTo>
                  <a:lnTo>
                    <a:pt x="898624" y="1103120"/>
                  </a:lnTo>
                  <a:lnTo>
                    <a:pt x="865702" y="1121437"/>
                  </a:lnTo>
                  <a:lnTo>
                    <a:pt x="831684" y="1137630"/>
                  </a:lnTo>
                  <a:lnTo>
                    <a:pt x="796708" y="1151632"/>
                  </a:lnTo>
                  <a:lnTo>
                    <a:pt x="760914" y="1163388"/>
                  </a:lnTo>
                  <a:lnTo>
                    <a:pt x="724447" y="1172850"/>
                  </a:lnTo>
                  <a:lnTo>
                    <a:pt x="687452" y="1179980"/>
                  </a:lnTo>
                  <a:lnTo>
                    <a:pt x="650081" y="1184750"/>
                  </a:lnTo>
                  <a:lnTo>
                    <a:pt x="612481" y="1187139"/>
                  </a:lnTo>
                  <a:lnTo>
                    <a:pt x="574806" y="1187139"/>
                  </a:lnTo>
                  <a:lnTo>
                    <a:pt x="537207" y="1184750"/>
                  </a:lnTo>
                  <a:lnTo>
                    <a:pt x="499836" y="1179980"/>
                  </a:lnTo>
                  <a:lnTo>
                    <a:pt x="462841" y="1172850"/>
                  </a:lnTo>
                  <a:lnTo>
                    <a:pt x="426374" y="1163388"/>
                  </a:lnTo>
                  <a:lnTo>
                    <a:pt x="390580" y="1151632"/>
                  </a:lnTo>
                  <a:lnTo>
                    <a:pt x="355604" y="1137630"/>
                  </a:lnTo>
                  <a:lnTo>
                    <a:pt x="321586" y="1121437"/>
                  </a:lnTo>
                  <a:lnTo>
                    <a:pt x="288664" y="1103120"/>
                  </a:lnTo>
                  <a:lnTo>
                    <a:pt x="256970" y="1082751"/>
                  </a:lnTo>
                  <a:lnTo>
                    <a:pt x="226631" y="1060414"/>
                  </a:lnTo>
                  <a:lnTo>
                    <a:pt x="197770" y="1036197"/>
                  </a:lnTo>
                  <a:lnTo>
                    <a:pt x="170504" y="1010198"/>
                  </a:lnTo>
                  <a:lnTo>
                    <a:pt x="144941" y="982522"/>
                  </a:lnTo>
                  <a:lnTo>
                    <a:pt x="121185" y="953281"/>
                  </a:lnTo>
                  <a:lnTo>
                    <a:pt x="99331" y="922592"/>
                  </a:lnTo>
                  <a:lnTo>
                    <a:pt x="79468" y="890578"/>
                  </a:lnTo>
                  <a:lnTo>
                    <a:pt x="61675" y="857370"/>
                  </a:lnTo>
                  <a:lnTo>
                    <a:pt x="46025" y="823099"/>
                  </a:lnTo>
                  <a:lnTo>
                    <a:pt x="32579" y="787905"/>
                  </a:lnTo>
                  <a:lnTo>
                    <a:pt x="21392" y="751929"/>
                  </a:lnTo>
                  <a:lnTo>
                    <a:pt x="12510" y="715316"/>
                  </a:lnTo>
                  <a:lnTo>
                    <a:pt x="5968" y="678214"/>
                  </a:lnTo>
                  <a:lnTo>
                    <a:pt x="1792" y="640771"/>
                  </a:lnTo>
                  <a:lnTo>
                    <a:pt x="0" y="603139"/>
                  </a:lnTo>
                  <a:lnTo>
                    <a:pt x="597" y="565468"/>
                  </a:lnTo>
                  <a:lnTo>
                    <a:pt x="3583" y="527912"/>
                  </a:lnTo>
                  <a:lnTo>
                    <a:pt x="8945" y="490620"/>
                  </a:lnTo>
                  <a:lnTo>
                    <a:pt x="16661" y="453744"/>
                  </a:lnTo>
                  <a:lnTo>
                    <a:pt x="26700" y="417431"/>
                  </a:lnTo>
                  <a:lnTo>
                    <a:pt x="39022" y="381829"/>
                  </a:lnTo>
                  <a:lnTo>
                    <a:pt x="53578" y="347079"/>
                  </a:lnTo>
                  <a:lnTo>
                    <a:pt x="70308" y="313322"/>
                  </a:lnTo>
                  <a:lnTo>
                    <a:pt x="89146" y="280695"/>
                  </a:lnTo>
                  <a:lnTo>
                    <a:pt x="110015" y="249328"/>
                  </a:lnTo>
                  <a:lnTo>
                    <a:pt x="132831" y="219347"/>
                  </a:lnTo>
                  <a:lnTo>
                    <a:pt x="157503" y="190875"/>
                  </a:lnTo>
                  <a:lnTo>
                    <a:pt x="183931" y="164024"/>
                  </a:lnTo>
                  <a:lnTo>
                    <a:pt x="212009" y="138903"/>
                  </a:lnTo>
                  <a:lnTo>
                    <a:pt x="241623" y="115614"/>
                  </a:lnTo>
                  <a:lnTo>
                    <a:pt x="272655" y="94250"/>
                  </a:lnTo>
                  <a:lnTo>
                    <a:pt x="304980" y="74898"/>
                  </a:lnTo>
                  <a:lnTo>
                    <a:pt x="338466" y="57634"/>
                  </a:lnTo>
                  <a:lnTo>
                    <a:pt x="372981" y="42529"/>
                  </a:lnTo>
                  <a:lnTo>
                    <a:pt x="408384" y="29643"/>
                  </a:lnTo>
                  <a:lnTo>
                    <a:pt x="444533" y="19029"/>
                  </a:lnTo>
                  <a:lnTo>
                    <a:pt x="481282" y="10729"/>
                  </a:lnTo>
                  <a:lnTo>
                    <a:pt x="518484" y="4776"/>
                  </a:lnTo>
                  <a:lnTo>
                    <a:pt x="555988" y="1195"/>
                  </a:lnTo>
                  <a:lnTo>
                    <a:pt x="59364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7837610" y="5476507"/>
              <a:ext cx="783949" cy="1055500"/>
            </a:xfrm>
            <a:custGeom>
              <a:avLst/>
              <a:pathLst>
                <a:path w="783949" h="1055500">
                  <a:moveTo>
                    <a:pt x="783949" y="527750"/>
                  </a:moveTo>
                  <a:lnTo>
                    <a:pt x="783641" y="509732"/>
                  </a:lnTo>
                  <a:lnTo>
                    <a:pt x="782718" y="491735"/>
                  </a:lnTo>
                  <a:lnTo>
                    <a:pt x="781182" y="473780"/>
                  </a:lnTo>
                  <a:lnTo>
                    <a:pt x="779033" y="455888"/>
                  </a:lnTo>
                  <a:lnTo>
                    <a:pt x="776275" y="438080"/>
                  </a:lnTo>
                  <a:lnTo>
                    <a:pt x="772910" y="420376"/>
                  </a:lnTo>
                  <a:lnTo>
                    <a:pt x="768943" y="402797"/>
                  </a:lnTo>
                  <a:lnTo>
                    <a:pt x="764378" y="385365"/>
                  </a:lnTo>
                  <a:lnTo>
                    <a:pt x="759221" y="368098"/>
                  </a:lnTo>
                  <a:lnTo>
                    <a:pt x="753477" y="351017"/>
                  </a:lnTo>
                  <a:lnTo>
                    <a:pt x="747153" y="334142"/>
                  </a:lnTo>
                  <a:lnTo>
                    <a:pt x="740257" y="317494"/>
                  </a:lnTo>
                  <a:lnTo>
                    <a:pt x="732796" y="301090"/>
                  </a:lnTo>
                  <a:lnTo>
                    <a:pt x="724780" y="284950"/>
                  </a:lnTo>
                  <a:lnTo>
                    <a:pt x="716217" y="269094"/>
                  </a:lnTo>
                  <a:lnTo>
                    <a:pt x="707118" y="253539"/>
                  </a:lnTo>
                  <a:lnTo>
                    <a:pt x="697494" y="238304"/>
                  </a:lnTo>
                  <a:lnTo>
                    <a:pt x="687354" y="223407"/>
                  </a:lnTo>
                  <a:lnTo>
                    <a:pt x="676712" y="208864"/>
                  </a:lnTo>
                  <a:lnTo>
                    <a:pt x="665580" y="194693"/>
                  </a:lnTo>
                  <a:lnTo>
                    <a:pt x="653971" y="180910"/>
                  </a:lnTo>
                  <a:lnTo>
                    <a:pt x="641897" y="167532"/>
                  </a:lnTo>
                  <a:lnTo>
                    <a:pt x="629374" y="154574"/>
                  </a:lnTo>
                  <a:lnTo>
                    <a:pt x="616416" y="142051"/>
                  </a:lnTo>
                  <a:lnTo>
                    <a:pt x="603038" y="129978"/>
                  </a:lnTo>
                  <a:lnTo>
                    <a:pt x="589255" y="118368"/>
                  </a:lnTo>
                  <a:lnTo>
                    <a:pt x="575084" y="107236"/>
                  </a:lnTo>
                  <a:lnTo>
                    <a:pt x="560541" y="96594"/>
                  </a:lnTo>
                  <a:lnTo>
                    <a:pt x="545644" y="86454"/>
                  </a:lnTo>
                  <a:lnTo>
                    <a:pt x="530409" y="76830"/>
                  </a:lnTo>
                  <a:lnTo>
                    <a:pt x="514854" y="67731"/>
                  </a:lnTo>
                  <a:lnTo>
                    <a:pt x="498998" y="59168"/>
                  </a:lnTo>
                  <a:lnTo>
                    <a:pt x="482858" y="51152"/>
                  </a:lnTo>
                  <a:lnTo>
                    <a:pt x="466454" y="43691"/>
                  </a:lnTo>
                  <a:lnTo>
                    <a:pt x="449806" y="36795"/>
                  </a:lnTo>
                  <a:lnTo>
                    <a:pt x="432931" y="30471"/>
                  </a:lnTo>
                  <a:lnTo>
                    <a:pt x="415850" y="24727"/>
                  </a:lnTo>
                  <a:lnTo>
                    <a:pt x="398584" y="19570"/>
                  </a:lnTo>
                  <a:lnTo>
                    <a:pt x="381151" y="15005"/>
                  </a:lnTo>
                  <a:lnTo>
                    <a:pt x="363572" y="11038"/>
                  </a:lnTo>
                  <a:lnTo>
                    <a:pt x="345868" y="7673"/>
                  </a:lnTo>
                  <a:lnTo>
                    <a:pt x="328060" y="4915"/>
                  </a:lnTo>
                  <a:lnTo>
                    <a:pt x="310168" y="2766"/>
                  </a:lnTo>
                  <a:lnTo>
                    <a:pt x="292213" y="1230"/>
                  </a:lnTo>
                  <a:lnTo>
                    <a:pt x="274216" y="307"/>
                  </a:lnTo>
                  <a:lnTo>
                    <a:pt x="256198" y="0"/>
                  </a:lnTo>
                  <a:lnTo>
                    <a:pt x="274216" y="307"/>
                  </a:lnTo>
                  <a:lnTo>
                    <a:pt x="292213" y="1230"/>
                  </a:lnTo>
                  <a:lnTo>
                    <a:pt x="310168" y="2766"/>
                  </a:lnTo>
                  <a:lnTo>
                    <a:pt x="328060" y="4915"/>
                  </a:lnTo>
                  <a:lnTo>
                    <a:pt x="345868" y="7673"/>
                  </a:lnTo>
                  <a:lnTo>
                    <a:pt x="363572" y="11038"/>
                  </a:lnTo>
                  <a:lnTo>
                    <a:pt x="381151" y="15005"/>
                  </a:lnTo>
                  <a:lnTo>
                    <a:pt x="398584" y="19570"/>
                  </a:lnTo>
                  <a:lnTo>
                    <a:pt x="415850" y="24727"/>
                  </a:lnTo>
                  <a:lnTo>
                    <a:pt x="432931" y="30471"/>
                  </a:lnTo>
                  <a:lnTo>
                    <a:pt x="449806" y="36795"/>
                  </a:lnTo>
                  <a:lnTo>
                    <a:pt x="466454" y="43691"/>
                  </a:lnTo>
                  <a:lnTo>
                    <a:pt x="482858" y="51152"/>
                  </a:lnTo>
                  <a:lnTo>
                    <a:pt x="498998" y="59168"/>
                  </a:lnTo>
                  <a:lnTo>
                    <a:pt x="514854" y="67731"/>
                  </a:lnTo>
                  <a:lnTo>
                    <a:pt x="530409" y="76830"/>
                  </a:lnTo>
                  <a:lnTo>
                    <a:pt x="545644" y="86454"/>
                  </a:lnTo>
                  <a:lnTo>
                    <a:pt x="560541" y="96594"/>
                  </a:lnTo>
                  <a:lnTo>
                    <a:pt x="575084" y="107236"/>
                  </a:lnTo>
                  <a:lnTo>
                    <a:pt x="589255" y="118368"/>
                  </a:lnTo>
                  <a:lnTo>
                    <a:pt x="603038" y="129978"/>
                  </a:lnTo>
                  <a:lnTo>
                    <a:pt x="616416" y="142051"/>
                  </a:lnTo>
                  <a:lnTo>
                    <a:pt x="629374" y="154574"/>
                  </a:lnTo>
                  <a:lnTo>
                    <a:pt x="646161" y="182273"/>
                  </a:lnTo>
                  <a:lnTo>
                    <a:pt x="660982" y="210622"/>
                  </a:lnTo>
                  <a:lnTo>
                    <a:pt x="673823" y="239484"/>
                  </a:lnTo>
                  <a:lnTo>
                    <a:pt x="684676" y="268726"/>
                  </a:lnTo>
                  <a:lnTo>
                    <a:pt x="693543" y="298214"/>
                  </a:lnTo>
                  <a:lnTo>
                    <a:pt x="700434" y="327816"/>
                  </a:lnTo>
                  <a:lnTo>
                    <a:pt x="705369" y="357402"/>
                  </a:lnTo>
                  <a:lnTo>
                    <a:pt x="708375" y="386846"/>
                  </a:lnTo>
                  <a:lnTo>
                    <a:pt x="709488" y="416024"/>
                  </a:lnTo>
                  <a:lnTo>
                    <a:pt x="708752" y="444816"/>
                  </a:lnTo>
                  <a:lnTo>
                    <a:pt x="706217" y="473108"/>
                  </a:lnTo>
                  <a:lnTo>
                    <a:pt x="701941" y="500787"/>
                  </a:lnTo>
                  <a:lnTo>
                    <a:pt x="695990" y="527750"/>
                  </a:lnTo>
                  <a:lnTo>
                    <a:pt x="688434" y="553895"/>
                  </a:lnTo>
                  <a:lnTo>
                    <a:pt x="679350" y="579130"/>
                  </a:lnTo>
                  <a:lnTo>
                    <a:pt x="668821" y="603366"/>
                  </a:lnTo>
                  <a:lnTo>
                    <a:pt x="656933" y="626522"/>
                  </a:lnTo>
                  <a:lnTo>
                    <a:pt x="643778" y="648525"/>
                  </a:lnTo>
                  <a:lnTo>
                    <a:pt x="629453" y="669307"/>
                  </a:lnTo>
                  <a:lnTo>
                    <a:pt x="614055" y="688808"/>
                  </a:lnTo>
                  <a:lnTo>
                    <a:pt x="597686" y="706977"/>
                  </a:lnTo>
                  <a:lnTo>
                    <a:pt x="580452" y="723768"/>
                  </a:lnTo>
                  <a:lnTo>
                    <a:pt x="562457" y="739145"/>
                  </a:lnTo>
                  <a:lnTo>
                    <a:pt x="543808" y="753078"/>
                  </a:lnTo>
                  <a:lnTo>
                    <a:pt x="524614" y="765545"/>
                  </a:lnTo>
                  <a:lnTo>
                    <a:pt x="504982" y="776534"/>
                  </a:lnTo>
                  <a:lnTo>
                    <a:pt x="485020" y="786037"/>
                  </a:lnTo>
                  <a:lnTo>
                    <a:pt x="464835" y="794055"/>
                  </a:lnTo>
                  <a:lnTo>
                    <a:pt x="444532" y="800598"/>
                  </a:lnTo>
                  <a:lnTo>
                    <a:pt x="424214" y="805682"/>
                  </a:lnTo>
                  <a:lnTo>
                    <a:pt x="403982" y="809328"/>
                  </a:lnTo>
                  <a:lnTo>
                    <a:pt x="383934" y="811567"/>
                  </a:lnTo>
                  <a:lnTo>
                    <a:pt x="364165" y="812436"/>
                  </a:lnTo>
                  <a:lnTo>
                    <a:pt x="344766" y="811975"/>
                  </a:lnTo>
                  <a:lnTo>
                    <a:pt x="325824" y="810235"/>
                  </a:lnTo>
                  <a:lnTo>
                    <a:pt x="307422" y="807268"/>
                  </a:lnTo>
                  <a:lnTo>
                    <a:pt x="289636" y="803135"/>
                  </a:lnTo>
                  <a:lnTo>
                    <a:pt x="272539" y="797897"/>
                  </a:lnTo>
                  <a:lnTo>
                    <a:pt x="256198" y="791625"/>
                  </a:lnTo>
                  <a:lnTo>
                    <a:pt x="240674" y="784390"/>
                  </a:lnTo>
                  <a:lnTo>
                    <a:pt x="226023" y="776268"/>
                  </a:lnTo>
                  <a:lnTo>
                    <a:pt x="212292" y="767337"/>
                  </a:lnTo>
                  <a:lnTo>
                    <a:pt x="199526" y="757680"/>
                  </a:lnTo>
                  <a:lnTo>
                    <a:pt x="187759" y="747379"/>
                  </a:lnTo>
                  <a:lnTo>
                    <a:pt x="177022" y="736519"/>
                  </a:lnTo>
                  <a:lnTo>
                    <a:pt x="167338" y="725188"/>
                  </a:lnTo>
                  <a:lnTo>
                    <a:pt x="158724" y="713472"/>
                  </a:lnTo>
                  <a:lnTo>
                    <a:pt x="151188" y="701457"/>
                  </a:lnTo>
                  <a:lnTo>
                    <a:pt x="144735" y="689232"/>
                  </a:lnTo>
                  <a:lnTo>
                    <a:pt x="139361" y="676881"/>
                  </a:lnTo>
                  <a:lnTo>
                    <a:pt x="135057" y="664490"/>
                  </a:lnTo>
                  <a:lnTo>
                    <a:pt x="131806" y="652142"/>
                  </a:lnTo>
                  <a:lnTo>
                    <a:pt x="129587" y="639918"/>
                  </a:lnTo>
                  <a:lnTo>
                    <a:pt x="128372" y="627896"/>
                  </a:lnTo>
                  <a:lnTo>
                    <a:pt x="128126" y="616151"/>
                  </a:lnTo>
                  <a:lnTo>
                    <a:pt x="128813" y="604757"/>
                  </a:lnTo>
                  <a:lnTo>
                    <a:pt x="130387" y="593781"/>
                  </a:lnTo>
                  <a:lnTo>
                    <a:pt x="132799" y="583287"/>
                  </a:lnTo>
                  <a:lnTo>
                    <a:pt x="135998" y="573336"/>
                  </a:lnTo>
                  <a:lnTo>
                    <a:pt x="139924" y="563982"/>
                  </a:lnTo>
                  <a:lnTo>
                    <a:pt x="144518" y="555277"/>
                  </a:lnTo>
                  <a:lnTo>
                    <a:pt x="149715" y="547264"/>
                  </a:lnTo>
                  <a:lnTo>
                    <a:pt x="155448" y="539983"/>
                  </a:lnTo>
                  <a:lnTo>
                    <a:pt x="161647" y="533469"/>
                  </a:lnTo>
                  <a:lnTo>
                    <a:pt x="168240" y="527750"/>
                  </a:lnTo>
                  <a:lnTo>
                    <a:pt x="175154" y="522848"/>
                  </a:lnTo>
                  <a:lnTo>
                    <a:pt x="182314" y="518779"/>
                  </a:lnTo>
                  <a:lnTo>
                    <a:pt x="189646" y="515554"/>
                  </a:lnTo>
                  <a:lnTo>
                    <a:pt x="197073" y="513177"/>
                  </a:lnTo>
                  <a:lnTo>
                    <a:pt x="204521" y="511647"/>
                  </a:lnTo>
                  <a:lnTo>
                    <a:pt x="211914" y="510955"/>
                  </a:lnTo>
                  <a:lnTo>
                    <a:pt x="219179" y="511089"/>
                  </a:lnTo>
                  <a:lnTo>
                    <a:pt x="226243" y="512028"/>
                  </a:lnTo>
                  <a:lnTo>
                    <a:pt x="233037" y="513749"/>
                  </a:lnTo>
                  <a:lnTo>
                    <a:pt x="239493" y="516219"/>
                  </a:lnTo>
                  <a:lnTo>
                    <a:pt x="245546" y="519404"/>
                  </a:lnTo>
                  <a:lnTo>
                    <a:pt x="251134" y="523263"/>
                  </a:lnTo>
                  <a:lnTo>
                    <a:pt x="256198" y="527750"/>
                  </a:lnTo>
                  <a:lnTo>
                    <a:pt x="247870" y="520218"/>
                  </a:lnTo>
                  <a:lnTo>
                    <a:pt x="238809" y="513539"/>
                  </a:lnTo>
                  <a:lnTo>
                    <a:pt x="229078" y="507768"/>
                  </a:lnTo>
                  <a:lnTo>
                    <a:pt x="218749" y="502953"/>
                  </a:lnTo>
                  <a:lnTo>
                    <a:pt x="207892" y="499138"/>
                  </a:lnTo>
                  <a:lnTo>
                    <a:pt x="196583" y="496364"/>
                  </a:lnTo>
                  <a:lnTo>
                    <a:pt x="184900" y="494664"/>
                  </a:lnTo>
                  <a:lnTo>
                    <a:pt x="172922" y="494068"/>
                  </a:lnTo>
                  <a:lnTo>
                    <a:pt x="160731" y="494600"/>
                  </a:lnTo>
                  <a:lnTo>
                    <a:pt x="148411" y="496279"/>
                  </a:lnTo>
                  <a:lnTo>
                    <a:pt x="136047" y="499116"/>
                  </a:lnTo>
                  <a:lnTo>
                    <a:pt x="123723" y="503121"/>
                  </a:lnTo>
                  <a:lnTo>
                    <a:pt x="111527" y="508294"/>
                  </a:lnTo>
                  <a:lnTo>
                    <a:pt x="99544" y="514630"/>
                  </a:lnTo>
                  <a:lnTo>
                    <a:pt x="87861" y="522122"/>
                  </a:lnTo>
                  <a:lnTo>
                    <a:pt x="76564" y="530752"/>
                  </a:lnTo>
                  <a:lnTo>
                    <a:pt x="65736" y="540500"/>
                  </a:lnTo>
                  <a:lnTo>
                    <a:pt x="55462" y="551339"/>
                  </a:lnTo>
                  <a:lnTo>
                    <a:pt x="45824" y="563236"/>
                  </a:lnTo>
                  <a:lnTo>
                    <a:pt x="36902" y="576153"/>
                  </a:lnTo>
                  <a:lnTo>
                    <a:pt x="28773" y="590048"/>
                  </a:lnTo>
                  <a:lnTo>
                    <a:pt x="21513" y="604872"/>
                  </a:lnTo>
                  <a:lnTo>
                    <a:pt x="15194" y="620571"/>
                  </a:lnTo>
                  <a:lnTo>
                    <a:pt x="9885" y="637087"/>
                  </a:lnTo>
                  <a:lnTo>
                    <a:pt x="5652" y="654357"/>
                  </a:lnTo>
                  <a:lnTo>
                    <a:pt x="2555" y="672313"/>
                  </a:lnTo>
                  <a:lnTo>
                    <a:pt x="654" y="690883"/>
                  </a:lnTo>
                  <a:lnTo>
                    <a:pt x="0" y="709993"/>
                  </a:lnTo>
                  <a:lnTo>
                    <a:pt x="641" y="729561"/>
                  </a:lnTo>
                  <a:lnTo>
                    <a:pt x="2623" y="749506"/>
                  </a:lnTo>
                  <a:lnTo>
                    <a:pt x="5982" y="769740"/>
                  </a:lnTo>
                  <a:lnTo>
                    <a:pt x="10753" y="790175"/>
                  </a:lnTo>
                  <a:lnTo>
                    <a:pt x="16962" y="810720"/>
                  </a:lnTo>
                  <a:lnTo>
                    <a:pt x="24632" y="831280"/>
                  </a:lnTo>
                  <a:lnTo>
                    <a:pt x="33778" y="851760"/>
                  </a:lnTo>
                  <a:lnTo>
                    <a:pt x="44411" y="872063"/>
                  </a:lnTo>
                  <a:lnTo>
                    <a:pt x="56534" y="892090"/>
                  </a:lnTo>
                  <a:lnTo>
                    <a:pt x="70146" y="911743"/>
                  </a:lnTo>
                  <a:lnTo>
                    <a:pt x="85239" y="930921"/>
                  </a:lnTo>
                  <a:lnTo>
                    <a:pt x="101797" y="949526"/>
                  </a:lnTo>
                  <a:lnTo>
                    <a:pt x="119799" y="967458"/>
                  </a:lnTo>
                  <a:lnTo>
                    <a:pt x="139220" y="984619"/>
                  </a:lnTo>
                  <a:lnTo>
                    <a:pt x="160024" y="1000910"/>
                  </a:lnTo>
                  <a:lnTo>
                    <a:pt x="182173" y="1016237"/>
                  </a:lnTo>
                  <a:lnTo>
                    <a:pt x="205621" y="1030505"/>
                  </a:lnTo>
                  <a:lnTo>
                    <a:pt x="230315" y="1043623"/>
                  </a:lnTo>
                  <a:lnTo>
                    <a:pt x="256198" y="1055500"/>
                  </a:lnTo>
                  <a:lnTo>
                    <a:pt x="268745" y="1038854"/>
                  </a:lnTo>
                  <a:lnTo>
                    <a:pt x="280475" y="1021920"/>
                  </a:lnTo>
                  <a:lnTo>
                    <a:pt x="291382" y="1004728"/>
                  </a:lnTo>
                  <a:lnTo>
                    <a:pt x="301461" y="987308"/>
                  </a:lnTo>
                  <a:lnTo>
                    <a:pt x="310706" y="969691"/>
                  </a:lnTo>
                  <a:lnTo>
                    <a:pt x="319116" y="951906"/>
                  </a:lnTo>
                  <a:lnTo>
                    <a:pt x="326687" y="933985"/>
                  </a:lnTo>
                  <a:lnTo>
                    <a:pt x="333417" y="915957"/>
                  </a:lnTo>
                  <a:lnTo>
                    <a:pt x="339308" y="897854"/>
                  </a:lnTo>
                  <a:lnTo>
                    <a:pt x="344358" y="879705"/>
                  </a:lnTo>
                  <a:lnTo>
                    <a:pt x="348570" y="861540"/>
                  </a:lnTo>
                  <a:lnTo>
                    <a:pt x="351947" y="843391"/>
                  </a:lnTo>
                  <a:lnTo>
                    <a:pt x="354491" y="825286"/>
                  </a:lnTo>
                  <a:lnTo>
                    <a:pt x="356207" y="807256"/>
                  </a:lnTo>
                  <a:lnTo>
                    <a:pt x="357101" y="789331"/>
                  </a:lnTo>
                  <a:lnTo>
                    <a:pt x="357179" y="771539"/>
                  </a:lnTo>
                  <a:lnTo>
                    <a:pt x="356448" y="753910"/>
                  </a:lnTo>
                  <a:lnTo>
                    <a:pt x="354917" y="736473"/>
                  </a:lnTo>
                  <a:lnTo>
                    <a:pt x="352594" y="719256"/>
                  </a:lnTo>
                  <a:lnTo>
                    <a:pt x="349491" y="702288"/>
                  </a:lnTo>
                  <a:lnTo>
                    <a:pt x="345617" y="685596"/>
                  </a:lnTo>
                  <a:lnTo>
                    <a:pt x="340985" y="669208"/>
                  </a:lnTo>
                  <a:lnTo>
                    <a:pt x="335608" y="653151"/>
                  </a:lnTo>
                  <a:lnTo>
                    <a:pt x="329499" y="637452"/>
                  </a:lnTo>
                  <a:lnTo>
                    <a:pt x="322673" y="622136"/>
                  </a:lnTo>
                  <a:lnTo>
                    <a:pt x="315145" y="607230"/>
                  </a:lnTo>
                  <a:lnTo>
                    <a:pt x="306931" y="592758"/>
                  </a:lnTo>
                  <a:lnTo>
                    <a:pt x="298048" y="578744"/>
                  </a:lnTo>
                  <a:lnTo>
                    <a:pt x="288515" y="565214"/>
                  </a:lnTo>
                  <a:lnTo>
                    <a:pt x="278349" y="552190"/>
                  </a:lnTo>
                  <a:lnTo>
                    <a:pt x="267570" y="539694"/>
                  </a:lnTo>
                  <a:lnTo>
                    <a:pt x="256198" y="527750"/>
                  </a:lnTo>
                  <a:lnTo>
                    <a:pt x="246953" y="528260"/>
                  </a:lnTo>
                  <a:lnTo>
                    <a:pt x="237793" y="529787"/>
                  </a:lnTo>
                  <a:lnTo>
                    <a:pt x="228801" y="532322"/>
                  </a:lnTo>
                  <a:lnTo>
                    <a:pt x="220059" y="535849"/>
                  </a:lnTo>
                  <a:lnTo>
                    <a:pt x="211651" y="540347"/>
                  </a:lnTo>
                  <a:lnTo>
                    <a:pt x="203655" y="545788"/>
                  </a:lnTo>
                  <a:lnTo>
                    <a:pt x="196151" y="552139"/>
                  </a:lnTo>
                  <a:lnTo>
                    <a:pt x="189212" y="559361"/>
                  </a:lnTo>
                  <a:lnTo>
                    <a:pt x="182912" y="567410"/>
                  </a:lnTo>
                  <a:lnTo>
                    <a:pt x="177321" y="576236"/>
                  </a:lnTo>
                  <a:lnTo>
                    <a:pt x="172503" y="585783"/>
                  </a:lnTo>
                  <a:lnTo>
                    <a:pt x="168520" y="595992"/>
                  </a:lnTo>
                  <a:lnTo>
                    <a:pt x="165431" y="606799"/>
                  </a:lnTo>
                  <a:lnTo>
                    <a:pt x="163287" y="618136"/>
                  </a:lnTo>
                  <a:lnTo>
                    <a:pt x="162136" y="629928"/>
                  </a:lnTo>
                  <a:lnTo>
                    <a:pt x="162022" y="642102"/>
                  </a:lnTo>
                  <a:lnTo>
                    <a:pt x="162981" y="654577"/>
                  </a:lnTo>
                  <a:lnTo>
                    <a:pt x="165045" y="667270"/>
                  </a:lnTo>
                  <a:lnTo>
                    <a:pt x="168240" y="680098"/>
                  </a:lnTo>
                  <a:lnTo>
                    <a:pt x="172585" y="692974"/>
                  </a:lnTo>
                  <a:lnTo>
                    <a:pt x="178095" y="705808"/>
                  </a:lnTo>
                  <a:lnTo>
                    <a:pt x="184776" y="718511"/>
                  </a:lnTo>
                  <a:lnTo>
                    <a:pt x="192629" y="730992"/>
                  </a:lnTo>
                  <a:lnTo>
                    <a:pt x="201649" y="743161"/>
                  </a:lnTo>
                  <a:lnTo>
                    <a:pt x="211823" y="754926"/>
                  </a:lnTo>
                  <a:lnTo>
                    <a:pt x="223133" y="766197"/>
                  </a:lnTo>
                  <a:lnTo>
                    <a:pt x="235554" y="776883"/>
                  </a:lnTo>
                  <a:lnTo>
                    <a:pt x="249055" y="786897"/>
                  </a:lnTo>
                  <a:lnTo>
                    <a:pt x="263597" y="796153"/>
                  </a:lnTo>
                  <a:lnTo>
                    <a:pt x="279136" y="804565"/>
                  </a:lnTo>
                  <a:lnTo>
                    <a:pt x="295622" y="812052"/>
                  </a:lnTo>
                  <a:lnTo>
                    <a:pt x="312998" y="818535"/>
                  </a:lnTo>
                  <a:lnTo>
                    <a:pt x="331204" y="823940"/>
                  </a:lnTo>
                  <a:lnTo>
                    <a:pt x="350170" y="828195"/>
                  </a:lnTo>
                  <a:lnTo>
                    <a:pt x="369825" y="831233"/>
                  </a:lnTo>
                  <a:lnTo>
                    <a:pt x="390090" y="832992"/>
                  </a:lnTo>
                  <a:lnTo>
                    <a:pt x="410882" y="833414"/>
                  </a:lnTo>
                  <a:lnTo>
                    <a:pt x="432115" y="832447"/>
                  </a:lnTo>
                  <a:lnTo>
                    <a:pt x="453697" y="830044"/>
                  </a:lnTo>
                  <a:lnTo>
                    <a:pt x="475533" y="826166"/>
                  </a:lnTo>
                  <a:lnTo>
                    <a:pt x="497525" y="820777"/>
                  </a:lnTo>
                  <a:lnTo>
                    <a:pt x="519572" y="813850"/>
                  </a:lnTo>
                  <a:lnTo>
                    <a:pt x="541569" y="805363"/>
                  </a:lnTo>
                  <a:lnTo>
                    <a:pt x="563411" y="795302"/>
                  </a:lnTo>
                  <a:lnTo>
                    <a:pt x="584990" y="783659"/>
                  </a:lnTo>
                  <a:lnTo>
                    <a:pt x="606196" y="770433"/>
                  </a:lnTo>
                  <a:lnTo>
                    <a:pt x="626922" y="755633"/>
                  </a:lnTo>
                  <a:lnTo>
                    <a:pt x="647055" y="739271"/>
                  </a:lnTo>
                  <a:lnTo>
                    <a:pt x="666487" y="721370"/>
                  </a:lnTo>
                  <a:lnTo>
                    <a:pt x="685108" y="701958"/>
                  </a:lnTo>
                  <a:lnTo>
                    <a:pt x="702811" y="681072"/>
                  </a:lnTo>
                  <a:lnTo>
                    <a:pt x="719488" y="658756"/>
                  </a:lnTo>
                  <a:lnTo>
                    <a:pt x="735036" y="635060"/>
                  </a:lnTo>
                  <a:lnTo>
                    <a:pt x="749353" y="610043"/>
                  </a:lnTo>
                  <a:lnTo>
                    <a:pt x="762340" y="583770"/>
                  </a:lnTo>
                  <a:lnTo>
                    <a:pt x="773902" y="556312"/>
                  </a:lnTo>
                  <a:close/>
                </a:path>
              </a:pathLst>
            </a:custGeom>
            <a:solidFill>
              <a:srgbClr val="E2A9E5">
                <a:alpha val="25882"/>
              </a:srgbClr>
            </a:solidFill>
            <a:ln w="24933" cap="flat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l682"/>
            <p:cNvSpPr/>
            <p:nvPr/>
          </p:nvSpPr>
          <p:spPr>
            <a:xfrm>
              <a:off x="7992828" y="5476507"/>
              <a:ext cx="628731" cy="1055500"/>
            </a:xfrm>
            <a:custGeom>
              <a:avLst/>
              <a:pathLst>
                <a:path w="628731" h="1055500">
                  <a:moveTo>
                    <a:pt x="100980" y="0"/>
                  </a:moveTo>
                  <a:lnTo>
                    <a:pt x="118998" y="307"/>
                  </a:lnTo>
                  <a:lnTo>
                    <a:pt x="136995" y="1230"/>
                  </a:lnTo>
                  <a:lnTo>
                    <a:pt x="154950" y="2766"/>
                  </a:lnTo>
                  <a:lnTo>
                    <a:pt x="172842" y="4915"/>
                  </a:lnTo>
                  <a:lnTo>
                    <a:pt x="190650" y="7673"/>
                  </a:lnTo>
                  <a:lnTo>
                    <a:pt x="208354" y="11038"/>
                  </a:lnTo>
                  <a:lnTo>
                    <a:pt x="225933" y="15005"/>
                  </a:lnTo>
                  <a:lnTo>
                    <a:pt x="243366" y="19570"/>
                  </a:lnTo>
                  <a:lnTo>
                    <a:pt x="260632" y="24727"/>
                  </a:lnTo>
                  <a:lnTo>
                    <a:pt x="277713" y="30471"/>
                  </a:lnTo>
                  <a:lnTo>
                    <a:pt x="294588" y="36795"/>
                  </a:lnTo>
                  <a:lnTo>
                    <a:pt x="311237" y="43691"/>
                  </a:lnTo>
                  <a:lnTo>
                    <a:pt x="327640" y="51152"/>
                  </a:lnTo>
                  <a:lnTo>
                    <a:pt x="343780" y="59168"/>
                  </a:lnTo>
                  <a:lnTo>
                    <a:pt x="359636" y="67731"/>
                  </a:lnTo>
                  <a:lnTo>
                    <a:pt x="375191" y="76830"/>
                  </a:lnTo>
                  <a:lnTo>
                    <a:pt x="390426" y="86454"/>
                  </a:lnTo>
                  <a:lnTo>
                    <a:pt x="405323" y="96594"/>
                  </a:lnTo>
                  <a:lnTo>
                    <a:pt x="419866" y="107236"/>
                  </a:lnTo>
                  <a:lnTo>
                    <a:pt x="434037" y="118368"/>
                  </a:lnTo>
                  <a:lnTo>
                    <a:pt x="447820" y="129978"/>
                  </a:lnTo>
                  <a:lnTo>
                    <a:pt x="461198" y="142051"/>
                  </a:lnTo>
                  <a:lnTo>
                    <a:pt x="474156" y="154574"/>
                  </a:lnTo>
                  <a:lnTo>
                    <a:pt x="486679" y="167532"/>
                  </a:lnTo>
                  <a:lnTo>
                    <a:pt x="498753" y="180910"/>
                  </a:lnTo>
                  <a:lnTo>
                    <a:pt x="510362" y="194693"/>
                  </a:lnTo>
                  <a:lnTo>
                    <a:pt x="521494" y="208864"/>
                  </a:lnTo>
                  <a:lnTo>
                    <a:pt x="532136" y="223407"/>
                  </a:lnTo>
                  <a:lnTo>
                    <a:pt x="542276" y="238304"/>
                  </a:lnTo>
                  <a:lnTo>
                    <a:pt x="551900" y="253539"/>
                  </a:lnTo>
                  <a:lnTo>
                    <a:pt x="560999" y="269094"/>
                  </a:lnTo>
                  <a:lnTo>
                    <a:pt x="569562" y="284950"/>
                  </a:lnTo>
                  <a:lnTo>
                    <a:pt x="577578" y="301090"/>
                  </a:lnTo>
                  <a:lnTo>
                    <a:pt x="585039" y="317494"/>
                  </a:lnTo>
                  <a:lnTo>
                    <a:pt x="591935" y="334142"/>
                  </a:lnTo>
                  <a:lnTo>
                    <a:pt x="598259" y="351017"/>
                  </a:lnTo>
                  <a:lnTo>
                    <a:pt x="604003" y="368098"/>
                  </a:lnTo>
                  <a:lnTo>
                    <a:pt x="609160" y="385365"/>
                  </a:lnTo>
                  <a:lnTo>
                    <a:pt x="613725" y="402797"/>
                  </a:lnTo>
                  <a:lnTo>
                    <a:pt x="617692" y="420376"/>
                  </a:lnTo>
                  <a:lnTo>
                    <a:pt x="621057" y="438080"/>
                  </a:lnTo>
                  <a:lnTo>
                    <a:pt x="623815" y="455888"/>
                  </a:lnTo>
                  <a:lnTo>
                    <a:pt x="625964" y="473780"/>
                  </a:lnTo>
                  <a:lnTo>
                    <a:pt x="627500" y="491735"/>
                  </a:lnTo>
                  <a:lnTo>
                    <a:pt x="628423" y="509732"/>
                  </a:lnTo>
                  <a:lnTo>
                    <a:pt x="628731" y="527750"/>
                  </a:lnTo>
                  <a:lnTo>
                    <a:pt x="612084" y="540297"/>
                  </a:lnTo>
                  <a:lnTo>
                    <a:pt x="595150" y="552027"/>
                  </a:lnTo>
                  <a:lnTo>
                    <a:pt x="577958" y="562934"/>
                  </a:lnTo>
                  <a:lnTo>
                    <a:pt x="560538" y="573012"/>
                  </a:lnTo>
                  <a:lnTo>
                    <a:pt x="542921" y="582258"/>
                  </a:lnTo>
                  <a:lnTo>
                    <a:pt x="525136" y="590668"/>
                  </a:lnTo>
                  <a:lnTo>
                    <a:pt x="507215" y="598238"/>
                  </a:lnTo>
                  <a:lnTo>
                    <a:pt x="489188" y="604969"/>
                  </a:lnTo>
                  <a:lnTo>
                    <a:pt x="471084" y="610860"/>
                  </a:lnTo>
                  <a:lnTo>
                    <a:pt x="452935" y="615910"/>
                  </a:lnTo>
                  <a:lnTo>
                    <a:pt x="434771" y="620122"/>
                  </a:lnTo>
                  <a:lnTo>
                    <a:pt x="416621" y="623499"/>
                  </a:lnTo>
                  <a:lnTo>
                    <a:pt x="398517" y="626043"/>
                  </a:lnTo>
                  <a:lnTo>
                    <a:pt x="380487" y="627759"/>
                  </a:lnTo>
                  <a:lnTo>
                    <a:pt x="362561" y="628653"/>
                  </a:lnTo>
                  <a:lnTo>
                    <a:pt x="344769" y="628731"/>
                  </a:lnTo>
                  <a:lnTo>
                    <a:pt x="327140" y="628000"/>
                  </a:lnTo>
                  <a:lnTo>
                    <a:pt x="309703" y="626468"/>
                  </a:lnTo>
                  <a:lnTo>
                    <a:pt x="292486" y="624146"/>
                  </a:lnTo>
                  <a:lnTo>
                    <a:pt x="275518" y="621042"/>
                  </a:lnTo>
                  <a:lnTo>
                    <a:pt x="258826" y="617169"/>
                  </a:lnTo>
                  <a:lnTo>
                    <a:pt x="242438" y="612537"/>
                  </a:lnTo>
                  <a:lnTo>
                    <a:pt x="226382" y="607159"/>
                  </a:lnTo>
                  <a:lnTo>
                    <a:pt x="210682" y="601051"/>
                  </a:lnTo>
                  <a:lnTo>
                    <a:pt x="195367" y="594224"/>
                  </a:lnTo>
                  <a:lnTo>
                    <a:pt x="180460" y="586696"/>
                  </a:lnTo>
                  <a:lnTo>
                    <a:pt x="165988" y="578483"/>
                  </a:lnTo>
                  <a:lnTo>
                    <a:pt x="151975" y="569600"/>
                  </a:lnTo>
                  <a:lnTo>
                    <a:pt x="138444" y="560067"/>
                  </a:lnTo>
                  <a:lnTo>
                    <a:pt x="125420" y="549901"/>
                  </a:lnTo>
                  <a:lnTo>
                    <a:pt x="112925" y="539122"/>
                  </a:lnTo>
                  <a:lnTo>
                    <a:pt x="100980" y="527750"/>
                  </a:lnTo>
                  <a:lnTo>
                    <a:pt x="112352" y="539694"/>
                  </a:lnTo>
                  <a:lnTo>
                    <a:pt x="123131" y="552190"/>
                  </a:lnTo>
                  <a:lnTo>
                    <a:pt x="133297" y="565214"/>
                  </a:lnTo>
                  <a:lnTo>
                    <a:pt x="142830" y="578744"/>
                  </a:lnTo>
                  <a:lnTo>
                    <a:pt x="151713" y="592758"/>
                  </a:lnTo>
                  <a:lnTo>
                    <a:pt x="159927" y="607230"/>
                  </a:lnTo>
                  <a:lnTo>
                    <a:pt x="167455" y="622136"/>
                  </a:lnTo>
                  <a:lnTo>
                    <a:pt x="174281" y="637452"/>
                  </a:lnTo>
                  <a:lnTo>
                    <a:pt x="180390" y="653151"/>
                  </a:lnTo>
                  <a:lnTo>
                    <a:pt x="185767" y="669208"/>
                  </a:lnTo>
                  <a:lnTo>
                    <a:pt x="190399" y="685596"/>
                  </a:lnTo>
                  <a:lnTo>
                    <a:pt x="194273" y="702288"/>
                  </a:lnTo>
                  <a:lnTo>
                    <a:pt x="197376" y="719256"/>
                  </a:lnTo>
                  <a:lnTo>
                    <a:pt x="199699" y="736473"/>
                  </a:lnTo>
                  <a:lnTo>
                    <a:pt x="201230" y="753910"/>
                  </a:lnTo>
                  <a:lnTo>
                    <a:pt x="201961" y="771539"/>
                  </a:lnTo>
                  <a:lnTo>
                    <a:pt x="201883" y="789331"/>
                  </a:lnTo>
                  <a:lnTo>
                    <a:pt x="200989" y="807256"/>
                  </a:lnTo>
                  <a:lnTo>
                    <a:pt x="199273" y="825286"/>
                  </a:lnTo>
                  <a:lnTo>
                    <a:pt x="196729" y="843391"/>
                  </a:lnTo>
                  <a:lnTo>
                    <a:pt x="193352" y="861540"/>
                  </a:lnTo>
                  <a:lnTo>
                    <a:pt x="189140" y="879705"/>
                  </a:lnTo>
                  <a:lnTo>
                    <a:pt x="184090" y="897854"/>
                  </a:lnTo>
                  <a:lnTo>
                    <a:pt x="178199" y="915957"/>
                  </a:lnTo>
                  <a:lnTo>
                    <a:pt x="171469" y="933985"/>
                  </a:lnTo>
                  <a:lnTo>
                    <a:pt x="163898" y="951906"/>
                  </a:lnTo>
                  <a:lnTo>
                    <a:pt x="155488" y="969691"/>
                  </a:lnTo>
                  <a:lnTo>
                    <a:pt x="146243" y="987308"/>
                  </a:lnTo>
                  <a:lnTo>
                    <a:pt x="136164" y="1004728"/>
                  </a:lnTo>
                  <a:lnTo>
                    <a:pt x="125257" y="1021920"/>
                  </a:lnTo>
                  <a:lnTo>
                    <a:pt x="113527" y="1038854"/>
                  </a:lnTo>
                  <a:lnTo>
                    <a:pt x="100980" y="1055500"/>
                  </a:lnTo>
                  <a:lnTo>
                    <a:pt x="88433" y="1038854"/>
                  </a:lnTo>
                  <a:lnTo>
                    <a:pt x="76703" y="1021920"/>
                  </a:lnTo>
                  <a:lnTo>
                    <a:pt x="65796" y="1004728"/>
                  </a:lnTo>
                  <a:lnTo>
                    <a:pt x="55718" y="987308"/>
                  </a:lnTo>
                  <a:lnTo>
                    <a:pt x="46472" y="969691"/>
                  </a:lnTo>
                  <a:lnTo>
                    <a:pt x="38063" y="951906"/>
                  </a:lnTo>
                  <a:lnTo>
                    <a:pt x="30492" y="933985"/>
                  </a:lnTo>
                  <a:lnTo>
                    <a:pt x="23761" y="915957"/>
                  </a:lnTo>
                  <a:lnTo>
                    <a:pt x="17871" y="897854"/>
                  </a:lnTo>
                  <a:lnTo>
                    <a:pt x="12820" y="879705"/>
                  </a:lnTo>
                  <a:lnTo>
                    <a:pt x="8608" y="861540"/>
                  </a:lnTo>
                  <a:lnTo>
                    <a:pt x="5232" y="843391"/>
                  </a:lnTo>
                  <a:lnTo>
                    <a:pt x="2687" y="825286"/>
                  </a:lnTo>
                  <a:lnTo>
                    <a:pt x="971" y="807256"/>
                  </a:lnTo>
                  <a:lnTo>
                    <a:pt x="77" y="789331"/>
                  </a:lnTo>
                  <a:lnTo>
                    <a:pt x="0" y="771539"/>
                  </a:lnTo>
                  <a:lnTo>
                    <a:pt x="730" y="753910"/>
                  </a:lnTo>
                  <a:lnTo>
                    <a:pt x="2262" y="736473"/>
                  </a:lnTo>
                  <a:lnTo>
                    <a:pt x="4584" y="719256"/>
                  </a:lnTo>
                  <a:lnTo>
                    <a:pt x="7688" y="702288"/>
                  </a:lnTo>
                  <a:lnTo>
                    <a:pt x="11561" y="685596"/>
                  </a:lnTo>
                  <a:lnTo>
                    <a:pt x="16193" y="669208"/>
                  </a:lnTo>
                  <a:lnTo>
                    <a:pt x="21571" y="653151"/>
                  </a:lnTo>
                  <a:lnTo>
                    <a:pt x="27680" y="637452"/>
                  </a:lnTo>
                  <a:lnTo>
                    <a:pt x="34506" y="622136"/>
                  </a:lnTo>
                  <a:lnTo>
                    <a:pt x="42034" y="607230"/>
                  </a:lnTo>
                  <a:lnTo>
                    <a:pt x="50248" y="592758"/>
                  </a:lnTo>
                  <a:lnTo>
                    <a:pt x="59130" y="578744"/>
                  </a:lnTo>
                  <a:lnTo>
                    <a:pt x="68663" y="565214"/>
                  </a:lnTo>
                  <a:lnTo>
                    <a:pt x="78829" y="552190"/>
                  </a:lnTo>
                  <a:lnTo>
                    <a:pt x="89608" y="539694"/>
                  </a:lnTo>
                  <a:lnTo>
                    <a:pt x="100980" y="527750"/>
                  </a:lnTo>
                  <a:lnTo>
                    <a:pt x="100980" y="527750"/>
                  </a:lnTo>
                  <a:lnTo>
                    <a:pt x="100980" y="527750"/>
                  </a:lnTo>
                </a:path>
              </a:pathLst>
            </a:custGeom>
            <a:ln w="24933" cap="flat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t683"/>
            <p:cNvSpPr/>
            <p:nvPr/>
          </p:nvSpPr>
          <p:spPr>
            <a:xfrm>
              <a:off x="8589958" y="5972656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t684"/>
            <p:cNvSpPr/>
            <p:nvPr/>
          </p:nvSpPr>
          <p:spPr>
            <a:xfrm>
              <a:off x="8062208" y="5444905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t685"/>
            <p:cNvSpPr/>
            <p:nvPr/>
          </p:nvSpPr>
          <p:spPr>
            <a:xfrm>
              <a:off x="8435384" y="5599480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t686"/>
            <p:cNvSpPr/>
            <p:nvPr/>
          </p:nvSpPr>
          <p:spPr>
            <a:xfrm>
              <a:off x="8062208" y="5972656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t687"/>
            <p:cNvSpPr/>
            <p:nvPr/>
          </p:nvSpPr>
          <p:spPr>
            <a:xfrm>
              <a:off x="8062208" y="6500406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t688"/>
            <p:cNvSpPr/>
            <p:nvPr/>
          </p:nvSpPr>
          <p:spPr>
            <a:xfrm>
              <a:off x="8062208" y="5972656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t689"/>
            <p:cNvSpPr/>
            <p:nvPr/>
          </p:nvSpPr>
          <p:spPr>
            <a:xfrm>
              <a:off x="8062208" y="5972656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t690"/>
            <p:cNvSpPr/>
            <p:nvPr/>
          </p:nvSpPr>
          <p:spPr>
            <a:xfrm>
              <a:off x="8062208" y="5972656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l691"/>
            <p:cNvSpPr/>
            <p:nvPr/>
          </p:nvSpPr>
          <p:spPr>
            <a:xfrm>
              <a:off x="8093809" y="5476507"/>
              <a:ext cx="0" cy="527750"/>
            </a:xfrm>
            <a:custGeom>
              <a:avLst/>
              <a:pathLst>
                <a:path w="0" h="527750">
                  <a:moveTo>
                    <a:pt x="0" y="527750"/>
                  </a:moveTo>
                  <a:lnTo>
                    <a:pt x="0" y="509552"/>
                  </a:lnTo>
                  <a:lnTo>
                    <a:pt x="0" y="491353"/>
                  </a:lnTo>
                  <a:lnTo>
                    <a:pt x="0" y="473155"/>
                  </a:lnTo>
                  <a:lnTo>
                    <a:pt x="0" y="454957"/>
                  </a:lnTo>
                  <a:lnTo>
                    <a:pt x="0" y="436758"/>
                  </a:lnTo>
                  <a:lnTo>
                    <a:pt x="0" y="418560"/>
                  </a:lnTo>
                  <a:lnTo>
                    <a:pt x="0" y="400362"/>
                  </a:lnTo>
                  <a:lnTo>
                    <a:pt x="0" y="382164"/>
                  </a:lnTo>
                  <a:lnTo>
                    <a:pt x="0" y="363965"/>
                  </a:lnTo>
                  <a:lnTo>
                    <a:pt x="0" y="345767"/>
                  </a:lnTo>
                  <a:lnTo>
                    <a:pt x="0" y="327569"/>
                  </a:lnTo>
                  <a:lnTo>
                    <a:pt x="0" y="309370"/>
                  </a:lnTo>
                  <a:lnTo>
                    <a:pt x="0" y="291172"/>
                  </a:lnTo>
                  <a:lnTo>
                    <a:pt x="0" y="272974"/>
                  </a:lnTo>
                  <a:lnTo>
                    <a:pt x="0" y="254776"/>
                  </a:lnTo>
                  <a:lnTo>
                    <a:pt x="0" y="236577"/>
                  </a:lnTo>
                  <a:lnTo>
                    <a:pt x="0" y="218379"/>
                  </a:lnTo>
                  <a:lnTo>
                    <a:pt x="0" y="200181"/>
                  </a:lnTo>
                  <a:lnTo>
                    <a:pt x="0" y="181982"/>
                  </a:lnTo>
                  <a:lnTo>
                    <a:pt x="0" y="163784"/>
                  </a:lnTo>
                  <a:lnTo>
                    <a:pt x="0" y="145586"/>
                  </a:lnTo>
                  <a:lnTo>
                    <a:pt x="0" y="127388"/>
                  </a:lnTo>
                  <a:lnTo>
                    <a:pt x="0" y="109189"/>
                  </a:lnTo>
                  <a:lnTo>
                    <a:pt x="0" y="90991"/>
                  </a:lnTo>
                  <a:lnTo>
                    <a:pt x="0" y="72793"/>
                  </a:lnTo>
                  <a:lnTo>
                    <a:pt x="0" y="54594"/>
                  </a:lnTo>
                  <a:lnTo>
                    <a:pt x="0" y="36396"/>
                  </a:lnTo>
                  <a:lnTo>
                    <a:pt x="0" y="18198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l692"/>
            <p:cNvSpPr/>
            <p:nvPr/>
          </p:nvSpPr>
          <p:spPr>
            <a:xfrm>
              <a:off x="8093809" y="5631081"/>
              <a:ext cx="373175" cy="373175"/>
            </a:xfrm>
            <a:custGeom>
              <a:avLst/>
              <a:pathLst>
                <a:path w="373175" h="373175">
                  <a:moveTo>
                    <a:pt x="0" y="373175"/>
                  </a:moveTo>
                  <a:lnTo>
                    <a:pt x="12868" y="360307"/>
                  </a:lnTo>
                  <a:lnTo>
                    <a:pt x="25736" y="347439"/>
                  </a:lnTo>
                  <a:lnTo>
                    <a:pt x="38604" y="334571"/>
                  </a:lnTo>
                  <a:lnTo>
                    <a:pt x="51472" y="321703"/>
                  </a:lnTo>
                  <a:lnTo>
                    <a:pt x="64340" y="308835"/>
                  </a:lnTo>
                  <a:lnTo>
                    <a:pt x="77208" y="295967"/>
                  </a:lnTo>
                  <a:lnTo>
                    <a:pt x="90076" y="283098"/>
                  </a:lnTo>
                  <a:lnTo>
                    <a:pt x="102945" y="270230"/>
                  </a:lnTo>
                  <a:lnTo>
                    <a:pt x="115813" y="257362"/>
                  </a:lnTo>
                  <a:lnTo>
                    <a:pt x="128681" y="244494"/>
                  </a:lnTo>
                  <a:lnTo>
                    <a:pt x="141549" y="231626"/>
                  </a:lnTo>
                  <a:lnTo>
                    <a:pt x="154417" y="218758"/>
                  </a:lnTo>
                  <a:lnTo>
                    <a:pt x="167285" y="205890"/>
                  </a:lnTo>
                  <a:lnTo>
                    <a:pt x="180153" y="193022"/>
                  </a:lnTo>
                  <a:lnTo>
                    <a:pt x="193022" y="180153"/>
                  </a:lnTo>
                  <a:lnTo>
                    <a:pt x="205890" y="167285"/>
                  </a:lnTo>
                  <a:lnTo>
                    <a:pt x="218758" y="154417"/>
                  </a:lnTo>
                  <a:lnTo>
                    <a:pt x="231626" y="141549"/>
                  </a:lnTo>
                  <a:lnTo>
                    <a:pt x="244494" y="128681"/>
                  </a:lnTo>
                  <a:lnTo>
                    <a:pt x="257362" y="115813"/>
                  </a:lnTo>
                  <a:lnTo>
                    <a:pt x="270230" y="102945"/>
                  </a:lnTo>
                  <a:lnTo>
                    <a:pt x="283098" y="90076"/>
                  </a:lnTo>
                  <a:lnTo>
                    <a:pt x="295967" y="77208"/>
                  </a:lnTo>
                  <a:lnTo>
                    <a:pt x="308835" y="64340"/>
                  </a:lnTo>
                  <a:lnTo>
                    <a:pt x="321703" y="51472"/>
                  </a:lnTo>
                  <a:lnTo>
                    <a:pt x="334571" y="38604"/>
                  </a:lnTo>
                  <a:lnTo>
                    <a:pt x="347439" y="25736"/>
                  </a:lnTo>
                  <a:lnTo>
                    <a:pt x="360307" y="12868"/>
                  </a:lnTo>
                  <a:lnTo>
                    <a:pt x="37317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l693"/>
            <p:cNvSpPr/>
            <p:nvPr/>
          </p:nvSpPr>
          <p:spPr>
            <a:xfrm>
              <a:off x="8093809" y="6004257"/>
              <a:ext cx="527750" cy="0"/>
            </a:xfrm>
            <a:custGeom>
              <a:avLst/>
              <a:pathLst>
                <a:path w="527750" h="0">
                  <a:moveTo>
                    <a:pt x="0" y="0"/>
                  </a:moveTo>
                  <a:lnTo>
                    <a:pt x="18198" y="0"/>
                  </a:lnTo>
                  <a:lnTo>
                    <a:pt x="36396" y="0"/>
                  </a:lnTo>
                  <a:lnTo>
                    <a:pt x="54594" y="0"/>
                  </a:lnTo>
                  <a:lnTo>
                    <a:pt x="72793" y="0"/>
                  </a:lnTo>
                  <a:lnTo>
                    <a:pt x="90991" y="0"/>
                  </a:lnTo>
                  <a:lnTo>
                    <a:pt x="109189" y="0"/>
                  </a:lnTo>
                  <a:lnTo>
                    <a:pt x="127388" y="0"/>
                  </a:lnTo>
                  <a:lnTo>
                    <a:pt x="145586" y="0"/>
                  </a:lnTo>
                  <a:lnTo>
                    <a:pt x="163784" y="0"/>
                  </a:lnTo>
                  <a:lnTo>
                    <a:pt x="181982" y="0"/>
                  </a:lnTo>
                  <a:lnTo>
                    <a:pt x="200181" y="0"/>
                  </a:lnTo>
                  <a:lnTo>
                    <a:pt x="218379" y="0"/>
                  </a:lnTo>
                  <a:lnTo>
                    <a:pt x="236577" y="0"/>
                  </a:lnTo>
                  <a:lnTo>
                    <a:pt x="254776" y="0"/>
                  </a:lnTo>
                  <a:lnTo>
                    <a:pt x="272974" y="0"/>
                  </a:lnTo>
                  <a:lnTo>
                    <a:pt x="291172" y="0"/>
                  </a:lnTo>
                  <a:lnTo>
                    <a:pt x="309370" y="0"/>
                  </a:lnTo>
                  <a:lnTo>
                    <a:pt x="327569" y="0"/>
                  </a:lnTo>
                  <a:lnTo>
                    <a:pt x="345767" y="0"/>
                  </a:lnTo>
                  <a:lnTo>
                    <a:pt x="363965" y="0"/>
                  </a:lnTo>
                  <a:lnTo>
                    <a:pt x="382164" y="0"/>
                  </a:lnTo>
                  <a:lnTo>
                    <a:pt x="400362" y="0"/>
                  </a:lnTo>
                  <a:lnTo>
                    <a:pt x="418560" y="0"/>
                  </a:lnTo>
                  <a:lnTo>
                    <a:pt x="436758" y="0"/>
                  </a:lnTo>
                  <a:lnTo>
                    <a:pt x="454957" y="0"/>
                  </a:lnTo>
                  <a:lnTo>
                    <a:pt x="473155" y="0"/>
                  </a:lnTo>
                  <a:lnTo>
                    <a:pt x="491353" y="0"/>
                  </a:lnTo>
                  <a:lnTo>
                    <a:pt x="509552" y="0"/>
                  </a:lnTo>
                  <a:lnTo>
                    <a:pt x="52775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l694"/>
            <p:cNvSpPr/>
            <p:nvPr/>
          </p:nvSpPr>
          <p:spPr>
            <a:xfrm>
              <a:off x="8093809" y="6004257"/>
              <a:ext cx="373175" cy="373175"/>
            </a:xfrm>
            <a:custGeom>
              <a:avLst/>
              <a:pathLst>
                <a:path w="373175" h="373175">
                  <a:moveTo>
                    <a:pt x="0" y="0"/>
                  </a:moveTo>
                  <a:lnTo>
                    <a:pt x="12868" y="12868"/>
                  </a:lnTo>
                  <a:lnTo>
                    <a:pt x="25736" y="25736"/>
                  </a:lnTo>
                  <a:lnTo>
                    <a:pt x="38604" y="38604"/>
                  </a:lnTo>
                  <a:lnTo>
                    <a:pt x="51472" y="51472"/>
                  </a:lnTo>
                  <a:lnTo>
                    <a:pt x="64340" y="64340"/>
                  </a:lnTo>
                  <a:lnTo>
                    <a:pt x="77208" y="77208"/>
                  </a:lnTo>
                  <a:lnTo>
                    <a:pt x="90076" y="90076"/>
                  </a:lnTo>
                  <a:lnTo>
                    <a:pt x="102945" y="102945"/>
                  </a:lnTo>
                  <a:lnTo>
                    <a:pt x="115813" y="115813"/>
                  </a:lnTo>
                  <a:lnTo>
                    <a:pt x="128681" y="128681"/>
                  </a:lnTo>
                  <a:lnTo>
                    <a:pt x="141549" y="141549"/>
                  </a:lnTo>
                  <a:lnTo>
                    <a:pt x="154417" y="154417"/>
                  </a:lnTo>
                  <a:lnTo>
                    <a:pt x="167285" y="167285"/>
                  </a:lnTo>
                  <a:lnTo>
                    <a:pt x="180153" y="180153"/>
                  </a:lnTo>
                  <a:lnTo>
                    <a:pt x="193022" y="193022"/>
                  </a:lnTo>
                  <a:lnTo>
                    <a:pt x="205890" y="205890"/>
                  </a:lnTo>
                  <a:lnTo>
                    <a:pt x="218758" y="218758"/>
                  </a:lnTo>
                  <a:lnTo>
                    <a:pt x="231626" y="231626"/>
                  </a:lnTo>
                  <a:lnTo>
                    <a:pt x="244494" y="244494"/>
                  </a:lnTo>
                  <a:lnTo>
                    <a:pt x="257362" y="257362"/>
                  </a:lnTo>
                  <a:lnTo>
                    <a:pt x="270230" y="270230"/>
                  </a:lnTo>
                  <a:lnTo>
                    <a:pt x="283098" y="283098"/>
                  </a:lnTo>
                  <a:lnTo>
                    <a:pt x="295967" y="295967"/>
                  </a:lnTo>
                  <a:lnTo>
                    <a:pt x="308835" y="308835"/>
                  </a:lnTo>
                  <a:lnTo>
                    <a:pt x="321703" y="321703"/>
                  </a:lnTo>
                  <a:lnTo>
                    <a:pt x="334571" y="334571"/>
                  </a:lnTo>
                  <a:lnTo>
                    <a:pt x="347439" y="347439"/>
                  </a:lnTo>
                  <a:lnTo>
                    <a:pt x="360307" y="360307"/>
                  </a:lnTo>
                  <a:lnTo>
                    <a:pt x="373175" y="37317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l695"/>
            <p:cNvSpPr/>
            <p:nvPr/>
          </p:nvSpPr>
          <p:spPr>
            <a:xfrm>
              <a:off x="8093809" y="6004257"/>
              <a:ext cx="0" cy="527750"/>
            </a:xfrm>
            <a:custGeom>
              <a:avLst/>
              <a:pathLst>
                <a:path w="0" h="527750">
                  <a:moveTo>
                    <a:pt x="0" y="0"/>
                  </a:moveTo>
                  <a:lnTo>
                    <a:pt x="0" y="18198"/>
                  </a:lnTo>
                  <a:lnTo>
                    <a:pt x="0" y="36396"/>
                  </a:lnTo>
                  <a:lnTo>
                    <a:pt x="0" y="54594"/>
                  </a:lnTo>
                  <a:lnTo>
                    <a:pt x="0" y="72793"/>
                  </a:lnTo>
                  <a:lnTo>
                    <a:pt x="0" y="90991"/>
                  </a:lnTo>
                  <a:lnTo>
                    <a:pt x="0" y="109189"/>
                  </a:lnTo>
                  <a:lnTo>
                    <a:pt x="0" y="127388"/>
                  </a:lnTo>
                  <a:lnTo>
                    <a:pt x="0" y="145586"/>
                  </a:lnTo>
                  <a:lnTo>
                    <a:pt x="0" y="163784"/>
                  </a:lnTo>
                  <a:lnTo>
                    <a:pt x="0" y="181982"/>
                  </a:lnTo>
                  <a:lnTo>
                    <a:pt x="0" y="200181"/>
                  </a:lnTo>
                  <a:lnTo>
                    <a:pt x="0" y="218379"/>
                  </a:lnTo>
                  <a:lnTo>
                    <a:pt x="0" y="236577"/>
                  </a:lnTo>
                  <a:lnTo>
                    <a:pt x="0" y="254776"/>
                  </a:lnTo>
                  <a:lnTo>
                    <a:pt x="0" y="272974"/>
                  </a:lnTo>
                  <a:lnTo>
                    <a:pt x="0" y="291172"/>
                  </a:lnTo>
                  <a:lnTo>
                    <a:pt x="0" y="309370"/>
                  </a:lnTo>
                  <a:lnTo>
                    <a:pt x="0" y="327569"/>
                  </a:lnTo>
                  <a:lnTo>
                    <a:pt x="0" y="345767"/>
                  </a:lnTo>
                  <a:lnTo>
                    <a:pt x="0" y="363965"/>
                  </a:lnTo>
                  <a:lnTo>
                    <a:pt x="0" y="382164"/>
                  </a:lnTo>
                  <a:lnTo>
                    <a:pt x="0" y="400362"/>
                  </a:lnTo>
                  <a:lnTo>
                    <a:pt x="0" y="418560"/>
                  </a:lnTo>
                  <a:lnTo>
                    <a:pt x="0" y="436758"/>
                  </a:lnTo>
                  <a:lnTo>
                    <a:pt x="0" y="454957"/>
                  </a:lnTo>
                  <a:lnTo>
                    <a:pt x="0" y="473155"/>
                  </a:lnTo>
                  <a:lnTo>
                    <a:pt x="0" y="491353"/>
                  </a:lnTo>
                  <a:lnTo>
                    <a:pt x="0" y="509552"/>
                  </a:lnTo>
                  <a:lnTo>
                    <a:pt x="0" y="52775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l696"/>
            <p:cNvSpPr/>
            <p:nvPr/>
          </p:nvSpPr>
          <p:spPr>
            <a:xfrm>
              <a:off x="7720633" y="6004257"/>
              <a:ext cx="373175" cy="373175"/>
            </a:xfrm>
            <a:custGeom>
              <a:avLst/>
              <a:pathLst>
                <a:path w="373175" h="373175">
                  <a:moveTo>
                    <a:pt x="373175" y="0"/>
                  </a:moveTo>
                  <a:lnTo>
                    <a:pt x="360307" y="12868"/>
                  </a:lnTo>
                  <a:lnTo>
                    <a:pt x="347439" y="25736"/>
                  </a:lnTo>
                  <a:lnTo>
                    <a:pt x="334571" y="38604"/>
                  </a:lnTo>
                  <a:lnTo>
                    <a:pt x="321703" y="51472"/>
                  </a:lnTo>
                  <a:lnTo>
                    <a:pt x="308835" y="64340"/>
                  </a:lnTo>
                  <a:lnTo>
                    <a:pt x="295967" y="77208"/>
                  </a:lnTo>
                  <a:lnTo>
                    <a:pt x="283098" y="90076"/>
                  </a:lnTo>
                  <a:lnTo>
                    <a:pt x="270230" y="102945"/>
                  </a:lnTo>
                  <a:lnTo>
                    <a:pt x="257362" y="115813"/>
                  </a:lnTo>
                  <a:lnTo>
                    <a:pt x="244494" y="128681"/>
                  </a:lnTo>
                  <a:lnTo>
                    <a:pt x="231626" y="141549"/>
                  </a:lnTo>
                  <a:lnTo>
                    <a:pt x="218758" y="154417"/>
                  </a:lnTo>
                  <a:lnTo>
                    <a:pt x="205890" y="167285"/>
                  </a:lnTo>
                  <a:lnTo>
                    <a:pt x="193022" y="180153"/>
                  </a:lnTo>
                  <a:lnTo>
                    <a:pt x="180153" y="193022"/>
                  </a:lnTo>
                  <a:lnTo>
                    <a:pt x="167285" y="205890"/>
                  </a:lnTo>
                  <a:lnTo>
                    <a:pt x="154417" y="218758"/>
                  </a:lnTo>
                  <a:lnTo>
                    <a:pt x="141549" y="231626"/>
                  </a:lnTo>
                  <a:lnTo>
                    <a:pt x="128681" y="244494"/>
                  </a:lnTo>
                  <a:lnTo>
                    <a:pt x="115813" y="257362"/>
                  </a:lnTo>
                  <a:lnTo>
                    <a:pt x="102945" y="270230"/>
                  </a:lnTo>
                  <a:lnTo>
                    <a:pt x="90076" y="283098"/>
                  </a:lnTo>
                  <a:lnTo>
                    <a:pt x="77208" y="295967"/>
                  </a:lnTo>
                  <a:lnTo>
                    <a:pt x="64340" y="308835"/>
                  </a:lnTo>
                  <a:lnTo>
                    <a:pt x="51472" y="321703"/>
                  </a:lnTo>
                  <a:lnTo>
                    <a:pt x="38604" y="334571"/>
                  </a:lnTo>
                  <a:lnTo>
                    <a:pt x="25736" y="347439"/>
                  </a:lnTo>
                  <a:lnTo>
                    <a:pt x="12868" y="360307"/>
                  </a:lnTo>
                  <a:lnTo>
                    <a:pt x="0" y="37317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l697"/>
            <p:cNvSpPr/>
            <p:nvPr/>
          </p:nvSpPr>
          <p:spPr>
            <a:xfrm>
              <a:off x="7566058" y="6004257"/>
              <a:ext cx="527750" cy="0"/>
            </a:xfrm>
            <a:custGeom>
              <a:avLst/>
              <a:pathLst>
                <a:path w="527750" h="0">
                  <a:moveTo>
                    <a:pt x="527750" y="0"/>
                  </a:moveTo>
                  <a:lnTo>
                    <a:pt x="509552" y="0"/>
                  </a:lnTo>
                  <a:lnTo>
                    <a:pt x="491353" y="0"/>
                  </a:lnTo>
                  <a:lnTo>
                    <a:pt x="473155" y="0"/>
                  </a:lnTo>
                  <a:lnTo>
                    <a:pt x="454957" y="0"/>
                  </a:lnTo>
                  <a:lnTo>
                    <a:pt x="436758" y="0"/>
                  </a:lnTo>
                  <a:lnTo>
                    <a:pt x="418560" y="0"/>
                  </a:lnTo>
                  <a:lnTo>
                    <a:pt x="400362" y="0"/>
                  </a:lnTo>
                  <a:lnTo>
                    <a:pt x="382164" y="0"/>
                  </a:lnTo>
                  <a:lnTo>
                    <a:pt x="363965" y="0"/>
                  </a:lnTo>
                  <a:lnTo>
                    <a:pt x="345767" y="0"/>
                  </a:lnTo>
                  <a:lnTo>
                    <a:pt x="327569" y="0"/>
                  </a:lnTo>
                  <a:lnTo>
                    <a:pt x="309370" y="0"/>
                  </a:lnTo>
                  <a:lnTo>
                    <a:pt x="291172" y="0"/>
                  </a:lnTo>
                  <a:lnTo>
                    <a:pt x="272974" y="0"/>
                  </a:lnTo>
                  <a:lnTo>
                    <a:pt x="254776" y="0"/>
                  </a:lnTo>
                  <a:lnTo>
                    <a:pt x="236577" y="0"/>
                  </a:lnTo>
                  <a:lnTo>
                    <a:pt x="218379" y="0"/>
                  </a:lnTo>
                  <a:lnTo>
                    <a:pt x="200181" y="0"/>
                  </a:lnTo>
                  <a:lnTo>
                    <a:pt x="181982" y="0"/>
                  </a:lnTo>
                  <a:lnTo>
                    <a:pt x="163784" y="0"/>
                  </a:lnTo>
                  <a:lnTo>
                    <a:pt x="145586" y="0"/>
                  </a:lnTo>
                  <a:lnTo>
                    <a:pt x="127388" y="0"/>
                  </a:lnTo>
                  <a:lnTo>
                    <a:pt x="109189" y="0"/>
                  </a:lnTo>
                  <a:lnTo>
                    <a:pt x="90991" y="0"/>
                  </a:lnTo>
                  <a:lnTo>
                    <a:pt x="72793" y="0"/>
                  </a:lnTo>
                  <a:lnTo>
                    <a:pt x="54594" y="0"/>
                  </a:lnTo>
                  <a:lnTo>
                    <a:pt x="36396" y="0"/>
                  </a:lnTo>
                  <a:lnTo>
                    <a:pt x="18198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l698"/>
            <p:cNvSpPr/>
            <p:nvPr/>
          </p:nvSpPr>
          <p:spPr>
            <a:xfrm>
              <a:off x="7720633" y="5631081"/>
              <a:ext cx="373175" cy="373175"/>
            </a:xfrm>
            <a:custGeom>
              <a:avLst/>
              <a:pathLst>
                <a:path w="373175" h="373175">
                  <a:moveTo>
                    <a:pt x="373175" y="373175"/>
                  </a:moveTo>
                  <a:lnTo>
                    <a:pt x="360307" y="360307"/>
                  </a:lnTo>
                  <a:lnTo>
                    <a:pt x="347439" y="347439"/>
                  </a:lnTo>
                  <a:lnTo>
                    <a:pt x="334571" y="334571"/>
                  </a:lnTo>
                  <a:lnTo>
                    <a:pt x="321703" y="321703"/>
                  </a:lnTo>
                  <a:lnTo>
                    <a:pt x="308835" y="308835"/>
                  </a:lnTo>
                  <a:lnTo>
                    <a:pt x="295967" y="295967"/>
                  </a:lnTo>
                  <a:lnTo>
                    <a:pt x="283098" y="283098"/>
                  </a:lnTo>
                  <a:lnTo>
                    <a:pt x="270230" y="270230"/>
                  </a:lnTo>
                  <a:lnTo>
                    <a:pt x="257362" y="257362"/>
                  </a:lnTo>
                  <a:lnTo>
                    <a:pt x="244494" y="244494"/>
                  </a:lnTo>
                  <a:lnTo>
                    <a:pt x="231626" y="231626"/>
                  </a:lnTo>
                  <a:lnTo>
                    <a:pt x="218758" y="218758"/>
                  </a:lnTo>
                  <a:lnTo>
                    <a:pt x="205890" y="205890"/>
                  </a:lnTo>
                  <a:lnTo>
                    <a:pt x="193022" y="193022"/>
                  </a:lnTo>
                  <a:lnTo>
                    <a:pt x="180153" y="180153"/>
                  </a:lnTo>
                  <a:lnTo>
                    <a:pt x="167285" y="167285"/>
                  </a:lnTo>
                  <a:lnTo>
                    <a:pt x="154417" y="154417"/>
                  </a:lnTo>
                  <a:lnTo>
                    <a:pt x="141549" y="141549"/>
                  </a:lnTo>
                  <a:lnTo>
                    <a:pt x="128681" y="128681"/>
                  </a:lnTo>
                  <a:lnTo>
                    <a:pt x="115813" y="115813"/>
                  </a:lnTo>
                  <a:lnTo>
                    <a:pt x="102945" y="102945"/>
                  </a:lnTo>
                  <a:lnTo>
                    <a:pt x="90076" y="90076"/>
                  </a:lnTo>
                  <a:lnTo>
                    <a:pt x="77208" y="77208"/>
                  </a:lnTo>
                  <a:lnTo>
                    <a:pt x="64340" y="64340"/>
                  </a:lnTo>
                  <a:lnTo>
                    <a:pt x="51472" y="51472"/>
                  </a:lnTo>
                  <a:lnTo>
                    <a:pt x="38604" y="38604"/>
                  </a:lnTo>
                  <a:lnTo>
                    <a:pt x="25736" y="25736"/>
                  </a:lnTo>
                  <a:lnTo>
                    <a:pt x="12868" y="12868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tx699"/>
            <p:cNvSpPr/>
            <p:nvPr/>
          </p:nvSpPr>
          <p:spPr>
            <a:xfrm>
              <a:off x="7961823" y="5369503"/>
              <a:ext cx="263971" cy="79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700" name="tx700"/>
            <p:cNvSpPr/>
            <p:nvPr/>
          </p:nvSpPr>
          <p:spPr>
            <a:xfrm>
              <a:off x="8279626" y="5543294"/>
              <a:ext cx="468011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701" name="tx701"/>
            <p:cNvSpPr/>
            <p:nvPr/>
          </p:nvSpPr>
          <p:spPr>
            <a:xfrm>
              <a:off x="8579525" y="5963380"/>
              <a:ext cx="216005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702" name="tx702"/>
            <p:cNvSpPr/>
            <p:nvPr/>
          </p:nvSpPr>
          <p:spPr>
            <a:xfrm>
              <a:off x="8270560" y="6380990"/>
              <a:ext cx="48614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703" name="tx703"/>
            <p:cNvSpPr/>
            <p:nvPr/>
          </p:nvSpPr>
          <p:spPr>
            <a:xfrm>
              <a:off x="7952757" y="6554886"/>
              <a:ext cx="28210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704" name="tx704"/>
            <p:cNvSpPr/>
            <p:nvPr/>
          </p:nvSpPr>
          <p:spPr>
            <a:xfrm>
              <a:off x="7421953" y="6380990"/>
              <a:ext cx="504065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705" name="tx705"/>
            <p:cNvSpPr/>
            <p:nvPr/>
          </p:nvSpPr>
          <p:spPr>
            <a:xfrm>
              <a:off x="7377144" y="5963380"/>
              <a:ext cx="245891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706" name="tx706"/>
            <p:cNvSpPr/>
            <p:nvPr/>
          </p:nvSpPr>
          <p:spPr>
            <a:xfrm>
              <a:off x="7431019" y="5543294"/>
              <a:ext cx="485933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707" name="tx707"/>
            <p:cNvSpPr/>
            <p:nvPr/>
          </p:nvSpPr>
          <p:spPr>
            <a:xfrm>
              <a:off x="7193561" y="5708412"/>
              <a:ext cx="177930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708" name="tx708"/>
            <p:cNvSpPr/>
            <p:nvPr/>
          </p:nvSpPr>
          <p:spPr>
            <a:xfrm>
              <a:off x="7144119" y="5444536"/>
              <a:ext cx="227372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2026-04-01T18:12:23Z</dcterms:modified>
  <cp:category/>
</cp:coreProperties>
</file>