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78779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684575" y="117034"/>
              <a:ext cx="1021231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323566" y="316736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93183" y="1403214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357229" y="975724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310177" y="545912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1142368" y="961211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04661" y="723497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954" y="485784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1071485" y="36808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1062988" y="1581145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624756" y="545912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802688" y="975724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624756" y="1403214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666954" y="485784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95191" y="485779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32545" y="640502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248017" y="1014036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2545" y="1051390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195191" y="1066862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821657" y="1051390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66934" y="1014036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21657" y="640502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120885" y="899726"/>
              <a:ext cx="298974" cy="184320"/>
            </a:xfrm>
            <a:custGeom>
              <a:avLst/>
              <a:pathLst>
                <a:path w="298974" h="184320">
                  <a:moveTo>
                    <a:pt x="74306" y="24252"/>
                  </a:moveTo>
                  <a:lnTo>
                    <a:pt x="188616" y="0"/>
                  </a:lnTo>
                  <a:lnTo>
                    <a:pt x="298974" y="114310"/>
                  </a:lnTo>
                  <a:lnTo>
                    <a:pt x="144062" y="184067"/>
                  </a:lnTo>
                  <a:lnTo>
                    <a:pt x="74306" y="184320"/>
                  </a:lnTo>
                  <a:lnTo>
                    <a:pt x="7587" y="181029"/>
                  </a:lnTo>
                  <a:lnTo>
                    <a:pt x="0" y="114310"/>
                  </a:lnTo>
                  <a:lnTo>
                    <a:pt x="14675" y="54680"/>
                  </a:lnTo>
                  <a:lnTo>
                    <a:pt x="74306" y="24252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1159921" y="888708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274232" y="86445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384590" y="97876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229678" y="1048523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159921" y="104877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093202" y="1045485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085615" y="97876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100291" y="91913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159921" y="888708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1054625" y="939379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020863" y="701663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987101" y="463947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3" name="rc43"/>
            <p:cNvSpPr/>
            <p:nvPr/>
          </p:nvSpPr>
          <p:spPr>
            <a:xfrm>
              <a:off x="2320794" y="69589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320794" y="278779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358752" y="69589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2874183" y="115877"/>
              <a:ext cx="1144427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47" name="rc47"/>
            <p:cNvSpPr/>
            <p:nvPr/>
          </p:nvSpPr>
          <p:spPr>
            <a:xfrm>
              <a:off x="2574772" y="316736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2544388" y="1403214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608434" y="975724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561383" y="545912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51" name="pl51"/>
            <p:cNvSpPr/>
            <p:nvPr/>
          </p:nvSpPr>
          <p:spPr>
            <a:xfrm>
              <a:off x="3393573" y="961211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55866" y="723497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18159" y="485784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3322691" y="36808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314193" y="1581145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875961" y="545912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4053893" y="975724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875961" y="1403214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59" name="pg59"/>
            <p:cNvSpPr/>
            <p:nvPr/>
          </p:nvSpPr>
          <p:spPr>
            <a:xfrm>
              <a:off x="2918159" y="485784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446397" y="485779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483750" y="640502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499223" y="1014036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483750" y="1051390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446397" y="1066862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072862" y="1051390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918139" y="1014036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072862" y="640502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352151" y="940479"/>
              <a:ext cx="329929" cy="193663"/>
            </a:xfrm>
            <a:custGeom>
              <a:avLst/>
              <a:pathLst>
                <a:path w="329929" h="193663">
                  <a:moveTo>
                    <a:pt x="94245" y="20731"/>
                  </a:moveTo>
                  <a:lnTo>
                    <a:pt x="167803" y="0"/>
                  </a:lnTo>
                  <a:lnTo>
                    <a:pt x="329929" y="73557"/>
                  </a:lnTo>
                  <a:lnTo>
                    <a:pt x="214351" y="193663"/>
                  </a:lnTo>
                  <a:lnTo>
                    <a:pt x="94245" y="148326"/>
                  </a:lnTo>
                  <a:lnTo>
                    <a:pt x="0" y="167803"/>
                  </a:lnTo>
                  <a:lnTo>
                    <a:pt x="34105" y="73557"/>
                  </a:lnTo>
                  <a:lnTo>
                    <a:pt x="46548" y="25860"/>
                  </a:lnTo>
                  <a:lnTo>
                    <a:pt x="94245" y="20731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411127" y="925940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484684" y="905209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646811" y="97876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531232" y="1098872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411127" y="1053535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316881" y="1073012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350986" y="97876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363429" y="931069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411127" y="925940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3305831" y="939379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272068" y="701663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238306" y="463947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81" name="rc81"/>
            <p:cNvSpPr/>
            <p:nvPr/>
          </p:nvSpPr>
          <p:spPr>
            <a:xfrm>
              <a:off x="4571999" y="69589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571999" y="278779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4609957" y="69589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5154216" y="88749"/>
              <a:ext cx="1086772" cy="138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85" name="rc85"/>
            <p:cNvSpPr/>
            <p:nvPr/>
          </p:nvSpPr>
          <p:spPr>
            <a:xfrm>
              <a:off x="4825977" y="316736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4795594" y="1403214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59639" y="975724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12588" y="545912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89" name="pl89"/>
            <p:cNvSpPr/>
            <p:nvPr/>
          </p:nvSpPr>
          <p:spPr>
            <a:xfrm>
              <a:off x="5644778" y="961211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407072" y="723497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169365" y="485784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92" name="tx92"/>
            <p:cNvSpPr/>
            <p:nvPr/>
          </p:nvSpPr>
          <p:spPr>
            <a:xfrm>
              <a:off x="5573896" y="36808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5565399" y="1581145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6127167" y="545912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6305099" y="975724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6127167" y="1403214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97" name="pg97"/>
            <p:cNvSpPr/>
            <p:nvPr/>
          </p:nvSpPr>
          <p:spPr>
            <a:xfrm>
              <a:off x="5169365" y="485784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697602" y="485779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734956" y="640502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750428" y="1014036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734956" y="1051390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697602" y="1066862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324068" y="1051390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169345" y="1014036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324068" y="640502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632265" y="886142"/>
              <a:ext cx="268299" cy="209481"/>
            </a:xfrm>
            <a:custGeom>
              <a:avLst/>
              <a:pathLst>
                <a:path w="268299" h="209481">
                  <a:moveTo>
                    <a:pt x="65337" y="0"/>
                  </a:moveTo>
                  <a:lnTo>
                    <a:pt x="173465" y="19765"/>
                  </a:lnTo>
                  <a:lnTo>
                    <a:pt x="268299" y="127893"/>
                  </a:lnTo>
                  <a:lnTo>
                    <a:pt x="146924" y="209481"/>
                  </a:lnTo>
                  <a:lnTo>
                    <a:pt x="65337" y="180719"/>
                  </a:lnTo>
                  <a:lnTo>
                    <a:pt x="1443" y="191788"/>
                  </a:lnTo>
                  <a:lnTo>
                    <a:pt x="0" y="127893"/>
                  </a:lnTo>
                  <a:lnTo>
                    <a:pt x="1443" y="63999"/>
                  </a:lnTo>
                  <a:lnTo>
                    <a:pt x="65337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662332" y="850872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5770460" y="870638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5865294" y="97876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5743920" y="1060354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662332" y="1031592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5598438" y="1042660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596995" y="97876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598438" y="914872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5662332" y="850872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5557036" y="939379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5523274" y="701663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489512" y="463947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119" name="rc119"/>
            <p:cNvSpPr/>
            <p:nvPr/>
          </p:nvSpPr>
          <p:spPr>
            <a:xfrm>
              <a:off x="6823205" y="69589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6823205" y="278779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6861163" y="69589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tx122"/>
            <p:cNvSpPr/>
            <p:nvPr/>
          </p:nvSpPr>
          <p:spPr>
            <a:xfrm>
              <a:off x="7471251" y="117034"/>
              <a:ext cx="955112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123" name="rc123"/>
            <p:cNvSpPr/>
            <p:nvPr/>
          </p:nvSpPr>
          <p:spPr>
            <a:xfrm>
              <a:off x="7077183" y="316736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tx124"/>
            <p:cNvSpPr/>
            <p:nvPr/>
          </p:nvSpPr>
          <p:spPr>
            <a:xfrm>
              <a:off x="7046799" y="1403214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110845" y="975724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7063794" y="545912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27" name="pl127"/>
            <p:cNvSpPr/>
            <p:nvPr/>
          </p:nvSpPr>
          <p:spPr>
            <a:xfrm>
              <a:off x="7895984" y="961211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7658277" y="723497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420570" y="485784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30" name="tx130"/>
            <p:cNvSpPr/>
            <p:nvPr/>
          </p:nvSpPr>
          <p:spPr>
            <a:xfrm>
              <a:off x="7825102" y="36808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7816604" y="1581145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8378372" y="545912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8556304" y="975724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8378372" y="1403214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135" name="pg135"/>
            <p:cNvSpPr/>
            <p:nvPr/>
          </p:nvSpPr>
          <p:spPr>
            <a:xfrm>
              <a:off x="7420570" y="485784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7948808" y="485779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7986161" y="640502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001633" y="1014036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7986161" y="1051390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7948808" y="1066862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7575273" y="1051390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7420550" y="1014036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7575273" y="640502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7869569" y="948004"/>
              <a:ext cx="316954" cy="187430"/>
            </a:xfrm>
            <a:custGeom>
              <a:avLst/>
              <a:pathLst>
                <a:path w="316954" h="187430">
                  <a:moveTo>
                    <a:pt x="79238" y="0"/>
                  </a:moveTo>
                  <a:lnTo>
                    <a:pt x="135268" y="10002"/>
                  </a:lnTo>
                  <a:lnTo>
                    <a:pt x="316954" y="66032"/>
                  </a:lnTo>
                  <a:lnTo>
                    <a:pt x="200637" y="187430"/>
                  </a:lnTo>
                  <a:lnTo>
                    <a:pt x="79238" y="184890"/>
                  </a:lnTo>
                  <a:lnTo>
                    <a:pt x="13870" y="131400"/>
                  </a:lnTo>
                  <a:lnTo>
                    <a:pt x="0" y="66032"/>
                  </a:lnTo>
                  <a:lnTo>
                    <a:pt x="41885" y="28678"/>
                  </a:lnTo>
                  <a:lnTo>
                    <a:pt x="79238" y="0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7913538" y="912734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7969568" y="92273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8151253" y="97876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8034936" y="1100165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7913538" y="1097624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7848169" y="1044135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7834299" y="97876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7876184" y="941413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7913538" y="912734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tx154"/>
            <p:cNvSpPr/>
            <p:nvPr/>
          </p:nvSpPr>
          <p:spPr>
            <a:xfrm>
              <a:off x="7808242" y="939379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7774479" y="701663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7740717" y="463947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157" name="rc157"/>
            <p:cNvSpPr/>
            <p:nvPr/>
          </p:nvSpPr>
          <p:spPr>
            <a:xfrm>
              <a:off x="69589" y="1749294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69589" y="1958484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107546" y="1749294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tx160"/>
            <p:cNvSpPr/>
            <p:nvPr/>
          </p:nvSpPr>
          <p:spPr>
            <a:xfrm>
              <a:off x="647573" y="1796740"/>
              <a:ext cx="1095236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161" name="rc161"/>
            <p:cNvSpPr/>
            <p:nvPr/>
          </p:nvSpPr>
          <p:spPr>
            <a:xfrm>
              <a:off x="323566" y="1996442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tx162"/>
            <p:cNvSpPr/>
            <p:nvPr/>
          </p:nvSpPr>
          <p:spPr>
            <a:xfrm>
              <a:off x="293183" y="3082919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357229" y="2655429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310177" y="2225618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65" name="pl165"/>
            <p:cNvSpPr/>
            <p:nvPr/>
          </p:nvSpPr>
          <p:spPr>
            <a:xfrm>
              <a:off x="1142368" y="2640917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904661" y="2403203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666954" y="2165489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8" name="tx168"/>
            <p:cNvSpPr/>
            <p:nvPr/>
          </p:nvSpPr>
          <p:spPr>
            <a:xfrm>
              <a:off x="1071485" y="2047785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1062988" y="3260851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1624756" y="2225618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1802688" y="2655429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624756" y="3082919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173" name="pg173"/>
            <p:cNvSpPr/>
            <p:nvPr/>
          </p:nvSpPr>
          <p:spPr>
            <a:xfrm>
              <a:off x="666954" y="2165489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1195191" y="2165484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1232545" y="2320207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1248017" y="2693742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1232545" y="2731095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1195191" y="2746568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821657" y="2731095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666934" y="2693742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821657" y="2320207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1101808" y="2561677"/>
              <a:ext cx="278273" cy="225448"/>
            </a:xfrm>
            <a:custGeom>
              <a:avLst/>
              <a:pathLst>
                <a:path w="278273" h="225448">
                  <a:moveTo>
                    <a:pt x="93383" y="0"/>
                  </a:moveTo>
                  <a:lnTo>
                    <a:pt x="224120" y="1327"/>
                  </a:lnTo>
                  <a:lnTo>
                    <a:pt x="278273" y="132064"/>
                  </a:lnTo>
                  <a:lnTo>
                    <a:pt x="149413" y="188094"/>
                  </a:lnTo>
                  <a:lnTo>
                    <a:pt x="93383" y="184890"/>
                  </a:lnTo>
                  <a:lnTo>
                    <a:pt x="0" y="225448"/>
                  </a:lnTo>
                  <a:lnTo>
                    <a:pt x="14144" y="132064"/>
                  </a:lnTo>
                  <a:lnTo>
                    <a:pt x="56030" y="94710"/>
                  </a:lnTo>
                  <a:lnTo>
                    <a:pt x="93383" y="0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1159921" y="2526407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1290658" y="2527734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1344811" y="2658472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1215951" y="2714502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1159921" y="2711297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1066537" y="2751855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1080682" y="2658472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1122568" y="2621118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159921" y="2526407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tx192"/>
            <p:cNvSpPr/>
            <p:nvPr/>
          </p:nvSpPr>
          <p:spPr>
            <a:xfrm>
              <a:off x="1054625" y="2619085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1020863" y="2381369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987101" y="2143653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195" name="rc195"/>
            <p:cNvSpPr/>
            <p:nvPr/>
          </p:nvSpPr>
          <p:spPr>
            <a:xfrm>
              <a:off x="2320794" y="1749294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2320794" y="1958484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2358752" y="1749294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tx198"/>
            <p:cNvSpPr/>
            <p:nvPr/>
          </p:nvSpPr>
          <p:spPr>
            <a:xfrm>
              <a:off x="2903119" y="1795583"/>
              <a:ext cx="1086555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199" name="rc199"/>
            <p:cNvSpPr/>
            <p:nvPr/>
          </p:nvSpPr>
          <p:spPr>
            <a:xfrm>
              <a:off x="2574772" y="1996442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tx200"/>
            <p:cNvSpPr/>
            <p:nvPr/>
          </p:nvSpPr>
          <p:spPr>
            <a:xfrm>
              <a:off x="2544388" y="3082919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2608434" y="2655429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2561383" y="2225618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203" name="pl203"/>
            <p:cNvSpPr/>
            <p:nvPr/>
          </p:nvSpPr>
          <p:spPr>
            <a:xfrm>
              <a:off x="3393573" y="2640917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3155866" y="2403203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2918159" y="2165489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06" name="tx206"/>
            <p:cNvSpPr/>
            <p:nvPr/>
          </p:nvSpPr>
          <p:spPr>
            <a:xfrm>
              <a:off x="3322691" y="2047785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3314193" y="3260851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3875961" y="2225618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4053893" y="2655429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3875961" y="3082919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1" name="pg211"/>
            <p:cNvSpPr/>
            <p:nvPr/>
          </p:nvSpPr>
          <p:spPr>
            <a:xfrm>
              <a:off x="2918159" y="2165489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3446397" y="2165484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3483750" y="2320207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3499223" y="2693742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3483750" y="2731095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3446397" y="2746568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3072862" y="2731095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2918139" y="2693742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3072862" y="2320207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3346009" y="2551332"/>
              <a:ext cx="301785" cy="200774"/>
            </a:xfrm>
            <a:custGeom>
              <a:avLst/>
              <a:pathLst>
                <a:path w="301785" h="200774">
                  <a:moveTo>
                    <a:pt x="100387" y="30155"/>
                  </a:moveTo>
                  <a:lnTo>
                    <a:pt x="242797" y="0"/>
                  </a:lnTo>
                  <a:lnTo>
                    <a:pt x="301785" y="142410"/>
                  </a:lnTo>
                  <a:lnTo>
                    <a:pt x="137740" y="179763"/>
                  </a:lnTo>
                  <a:lnTo>
                    <a:pt x="100387" y="195235"/>
                  </a:lnTo>
                  <a:lnTo>
                    <a:pt x="42022" y="200774"/>
                  </a:lnTo>
                  <a:lnTo>
                    <a:pt x="47561" y="142410"/>
                  </a:lnTo>
                  <a:lnTo>
                    <a:pt x="0" y="42022"/>
                  </a:lnTo>
                  <a:lnTo>
                    <a:pt x="100387" y="30155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411127" y="2546217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553537" y="2516062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612525" y="2658472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448480" y="2695825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411127" y="2711297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352762" y="271683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358301" y="2658472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310739" y="2558084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411127" y="2546217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tx230"/>
            <p:cNvSpPr/>
            <p:nvPr/>
          </p:nvSpPr>
          <p:spPr>
            <a:xfrm>
              <a:off x="3305831" y="2619085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3272068" y="2381369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3238306" y="2143653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233" name="rc233"/>
            <p:cNvSpPr/>
            <p:nvPr/>
          </p:nvSpPr>
          <p:spPr>
            <a:xfrm>
              <a:off x="4571999" y="1749294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4571999" y="1958484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4609957" y="1749294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tx236"/>
            <p:cNvSpPr/>
            <p:nvPr/>
          </p:nvSpPr>
          <p:spPr>
            <a:xfrm>
              <a:off x="5298318" y="1795004"/>
              <a:ext cx="798567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237" name="rc237"/>
            <p:cNvSpPr/>
            <p:nvPr/>
          </p:nvSpPr>
          <p:spPr>
            <a:xfrm>
              <a:off x="4825977" y="1996442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tx238"/>
            <p:cNvSpPr/>
            <p:nvPr/>
          </p:nvSpPr>
          <p:spPr>
            <a:xfrm>
              <a:off x="4795594" y="3082919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4859639" y="2655429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4812588" y="2225618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241" name="pl241"/>
            <p:cNvSpPr/>
            <p:nvPr/>
          </p:nvSpPr>
          <p:spPr>
            <a:xfrm>
              <a:off x="5644778" y="2640917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5407072" y="2403203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5169365" y="2165489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44" name="tx244"/>
            <p:cNvSpPr/>
            <p:nvPr/>
          </p:nvSpPr>
          <p:spPr>
            <a:xfrm>
              <a:off x="5573896" y="2047785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5565399" y="3260851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6127167" y="2225618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305099" y="2655429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6127167" y="3082919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49" name="pg249"/>
            <p:cNvSpPr/>
            <p:nvPr/>
          </p:nvSpPr>
          <p:spPr>
            <a:xfrm>
              <a:off x="5169365" y="2165489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5697602" y="2165484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5734956" y="2320207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5750428" y="2693742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5734956" y="2731095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5697602" y="2746568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5324068" y="2731095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5169345" y="2693742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5324068" y="2320207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5556808" y="2567773"/>
              <a:ext cx="303334" cy="266762"/>
            </a:xfrm>
            <a:custGeom>
              <a:avLst/>
              <a:pathLst>
                <a:path w="303334" h="266762">
                  <a:moveTo>
                    <a:pt x="140793" y="0"/>
                  </a:moveTo>
                  <a:lnTo>
                    <a:pt x="229867" y="36895"/>
                  </a:lnTo>
                  <a:lnTo>
                    <a:pt x="303334" y="125969"/>
                  </a:lnTo>
                  <a:lnTo>
                    <a:pt x="178147" y="163322"/>
                  </a:lnTo>
                  <a:lnTo>
                    <a:pt x="140793" y="215366"/>
                  </a:lnTo>
                  <a:lnTo>
                    <a:pt x="0" y="266762"/>
                  </a:lnTo>
                  <a:lnTo>
                    <a:pt x="87968" y="125969"/>
                  </a:lnTo>
                  <a:lnTo>
                    <a:pt x="77580" y="62755"/>
                  </a:lnTo>
                  <a:lnTo>
                    <a:pt x="140793" y="0"/>
                  </a:lnTo>
                </a:path>
              </a:pathLst>
            </a:custGeom>
            <a:ln w="31166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5662332" y="2532502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5751406" y="2569398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824873" y="2658472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5699685" y="2695825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5662332" y="2747869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521538" y="2799265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609506" y="2658472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5599118" y="2595258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5662332" y="2532502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tx268"/>
            <p:cNvSpPr/>
            <p:nvPr/>
          </p:nvSpPr>
          <p:spPr>
            <a:xfrm>
              <a:off x="5557036" y="2619085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5523274" y="2381369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5489512" y="2143653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271" name="rc271"/>
            <p:cNvSpPr/>
            <p:nvPr/>
          </p:nvSpPr>
          <p:spPr>
            <a:xfrm>
              <a:off x="6823205" y="1749294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6823205" y="1958484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6861163" y="1749294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4" name="tx274"/>
            <p:cNvSpPr/>
            <p:nvPr/>
          </p:nvSpPr>
          <p:spPr>
            <a:xfrm>
              <a:off x="7450671" y="1795583"/>
              <a:ext cx="996274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275" name="rc275"/>
            <p:cNvSpPr/>
            <p:nvPr/>
          </p:nvSpPr>
          <p:spPr>
            <a:xfrm>
              <a:off x="7077183" y="1996442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tx276"/>
            <p:cNvSpPr/>
            <p:nvPr/>
          </p:nvSpPr>
          <p:spPr>
            <a:xfrm>
              <a:off x="7046799" y="3082919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7110845" y="2655429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7063794" y="2225618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279" name="pl279"/>
            <p:cNvSpPr/>
            <p:nvPr/>
          </p:nvSpPr>
          <p:spPr>
            <a:xfrm>
              <a:off x="7895984" y="2640917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7658277" y="2403203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7420570" y="2165489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282" name="tx282"/>
            <p:cNvSpPr/>
            <p:nvPr/>
          </p:nvSpPr>
          <p:spPr>
            <a:xfrm>
              <a:off x="7825102" y="2047785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7816604" y="3260851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8378372" y="2225618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8556304" y="2655429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8378372" y="3082919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87" name="pg287"/>
            <p:cNvSpPr/>
            <p:nvPr/>
          </p:nvSpPr>
          <p:spPr>
            <a:xfrm>
              <a:off x="7420570" y="2165489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7948808" y="2165484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7986161" y="2320207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8001633" y="2693742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7986161" y="2731095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7948808" y="2746568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7575273" y="2731095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7420550" y="2693742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7575273" y="2320207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7852761" y="2534141"/>
              <a:ext cx="278535" cy="212426"/>
            </a:xfrm>
            <a:custGeom>
              <a:avLst/>
              <a:pathLst>
                <a:path w="278535" h="212426">
                  <a:moveTo>
                    <a:pt x="96046" y="20333"/>
                  </a:moveTo>
                  <a:lnTo>
                    <a:pt x="255647" y="0"/>
                  </a:lnTo>
                  <a:lnTo>
                    <a:pt x="278535" y="159601"/>
                  </a:lnTo>
                  <a:lnTo>
                    <a:pt x="133400" y="196954"/>
                  </a:lnTo>
                  <a:lnTo>
                    <a:pt x="96046" y="212426"/>
                  </a:lnTo>
                  <a:lnTo>
                    <a:pt x="58693" y="196954"/>
                  </a:lnTo>
                  <a:lnTo>
                    <a:pt x="0" y="159601"/>
                  </a:lnTo>
                  <a:lnTo>
                    <a:pt x="28131" y="91685"/>
                  </a:lnTo>
                  <a:lnTo>
                    <a:pt x="96046" y="20333"/>
                  </a:lnTo>
                </a:path>
              </a:pathLst>
            </a:custGeom>
            <a:ln w="31166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7913538" y="2519204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8073139" y="2498870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8096027" y="2658472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7950891" y="2695825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7913538" y="2711297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7876184" y="2695825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7817491" y="2658472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7845622" y="2590556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7913538" y="2519204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tx306"/>
            <p:cNvSpPr/>
            <p:nvPr/>
          </p:nvSpPr>
          <p:spPr>
            <a:xfrm>
              <a:off x="7808242" y="2619085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7774479" y="2381369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7740717" y="2143653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309" name="rc309"/>
            <p:cNvSpPr/>
            <p:nvPr/>
          </p:nvSpPr>
          <p:spPr>
            <a:xfrm>
              <a:off x="69589" y="3429000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69589" y="3638190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107546" y="3429000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2" name="tx312"/>
            <p:cNvSpPr/>
            <p:nvPr/>
          </p:nvSpPr>
          <p:spPr>
            <a:xfrm>
              <a:off x="816416" y="3476445"/>
              <a:ext cx="757550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sp>
          <p:nvSpPr>
            <p:cNvPr id="313" name="rc313"/>
            <p:cNvSpPr/>
            <p:nvPr/>
          </p:nvSpPr>
          <p:spPr>
            <a:xfrm>
              <a:off x="323566" y="3676147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tx314"/>
            <p:cNvSpPr/>
            <p:nvPr/>
          </p:nvSpPr>
          <p:spPr>
            <a:xfrm>
              <a:off x="293183" y="476262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315" name="tx315"/>
            <p:cNvSpPr/>
            <p:nvPr/>
          </p:nvSpPr>
          <p:spPr>
            <a:xfrm>
              <a:off x="357229" y="4335135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316" name="tx316"/>
            <p:cNvSpPr/>
            <p:nvPr/>
          </p:nvSpPr>
          <p:spPr>
            <a:xfrm>
              <a:off x="310177" y="3905323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317" name="pl317"/>
            <p:cNvSpPr/>
            <p:nvPr/>
          </p:nvSpPr>
          <p:spPr>
            <a:xfrm>
              <a:off x="1142368" y="4320622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904661" y="4082908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666954" y="3845195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20" name="tx320"/>
            <p:cNvSpPr/>
            <p:nvPr/>
          </p:nvSpPr>
          <p:spPr>
            <a:xfrm>
              <a:off x="1071485" y="372749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1062988" y="4940556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322" name="tx322"/>
            <p:cNvSpPr/>
            <p:nvPr/>
          </p:nvSpPr>
          <p:spPr>
            <a:xfrm>
              <a:off x="1624756" y="3905323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323" name="tx323"/>
            <p:cNvSpPr/>
            <p:nvPr/>
          </p:nvSpPr>
          <p:spPr>
            <a:xfrm>
              <a:off x="1802688" y="4335135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324" name="tx324"/>
            <p:cNvSpPr/>
            <p:nvPr/>
          </p:nvSpPr>
          <p:spPr>
            <a:xfrm>
              <a:off x="1624756" y="476262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325" name="pg325"/>
            <p:cNvSpPr/>
            <p:nvPr/>
          </p:nvSpPr>
          <p:spPr>
            <a:xfrm>
              <a:off x="666954" y="3845195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1195191" y="3845190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1232545" y="3999913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1248017" y="4373447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1232545" y="4410801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1195191" y="4426273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821657" y="4410801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666934" y="4373447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821657" y="3999913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1124220" y="4225535"/>
              <a:ext cx="313970" cy="200737"/>
            </a:xfrm>
            <a:custGeom>
              <a:avLst/>
              <a:pathLst>
                <a:path w="313970" h="200737">
                  <a:moveTo>
                    <a:pt x="70971" y="0"/>
                  </a:moveTo>
                  <a:lnTo>
                    <a:pt x="209179" y="9704"/>
                  </a:lnTo>
                  <a:lnTo>
                    <a:pt x="313970" y="147912"/>
                  </a:lnTo>
                  <a:lnTo>
                    <a:pt x="108325" y="185265"/>
                  </a:lnTo>
                  <a:lnTo>
                    <a:pt x="70971" y="200737"/>
                  </a:lnTo>
                  <a:lnTo>
                    <a:pt x="33618" y="185265"/>
                  </a:lnTo>
                  <a:lnTo>
                    <a:pt x="18145" y="147912"/>
                  </a:lnTo>
                  <a:lnTo>
                    <a:pt x="0" y="76940"/>
                  </a:lnTo>
                  <a:lnTo>
                    <a:pt x="70971" y="0"/>
                  </a:lnTo>
                </a:path>
              </a:pathLst>
            </a:custGeom>
            <a:ln w="31166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159921" y="4190265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1298129" y="4199969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1402920" y="4338177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1197275" y="4375530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1159921" y="4391003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1122568" y="4375530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1107095" y="4338177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1088950" y="4267205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1159921" y="4190265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tx344"/>
            <p:cNvSpPr/>
            <p:nvPr/>
          </p:nvSpPr>
          <p:spPr>
            <a:xfrm>
              <a:off x="1054625" y="4298790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45" name="tx345"/>
            <p:cNvSpPr/>
            <p:nvPr/>
          </p:nvSpPr>
          <p:spPr>
            <a:xfrm>
              <a:off x="1020863" y="4061074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46" name="tx346"/>
            <p:cNvSpPr/>
            <p:nvPr/>
          </p:nvSpPr>
          <p:spPr>
            <a:xfrm>
              <a:off x="987101" y="3823358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347" name="rc347"/>
            <p:cNvSpPr/>
            <p:nvPr/>
          </p:nvSpPr>
          <p:spPr>
            <a:xfrm>
              <a:off x="2320794" y="3429000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2320794" y="3638190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2358752" y="3429000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0" name="tx350"/>
            <p:cNvSpPr/>
            <p:nvPr/>
          </p:nvSpPr>
          <p:spPr>
            <a:xfrm>
              <a:off x="3010075" y="3444905"/>
              <a:ext cx="872644" cy="142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351" name="rc351"/>
            <p:cNvSpPr/>
            <p:nvPr/>
          </p:nvSpPr>
          <p:spPr>
            <a:xfrm>
              <a:off x="2574772" y="3676147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tx352"/>
            <p:cNvSpPr/>
            <p:nvPr/>
          </p:nvSpPr>
          <p:spPr>
            <a:xfrm>
              <a:off x="2544388" y="476262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2608434" y="4335135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2561383" y="3905323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355" name="pl355"/>
            <p:cNvSpPr/>
            <p:nvPr/>
          </p:nvSpPr>
          <p:spPr>
            <a:xfrm>
              <a:off x="3393573" y="4320622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3155866" y="4082908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2918159" y="3845195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58" name="tx358"/>
            <p:cNvSpPr/>
            <p:nvPr/>
          </p:nvSpPr>
          <p:spPr>
            <a:xfrm>
              <a:off x="3322691" y="372749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3314193" y="4940556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3875961" y="3905323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4053893" y="4335135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3875961" y="476262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363" name="pg363"/>
            <p:cNvSpPr/>
            <p:nvPr/>
          </p:nvSpPr>
          <p:spPr>
            <a:xfrm>
              <a:off x="2918159" y="3845195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3446397" y="3845190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3483750" y="3999913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3499223" y="4373447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3483750" y="4410801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3446397" y="4426273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3072862" y="4410801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2918139" y="4373447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3072862" y="3999913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3375425" y="4177992"/>
              <a:ext cx="313970" cy="266426"/>
            </a:xfrm>
            <a:custGeom>
              <a:avLst/>
              <a:pathLst>
                <a:path w="313970" h="266426">
                  <a:moveTo>
                    <a:pt x="70971" y="0"/>
                  </a:moveTo>
                  <a:lnTo>
                    <a:pt x="175561" y="90865"/>
                  </a:lnTo>
                  <a:lnTo>
                    <a:pt x="313970" y="195455"/>
                  </a:lnTo>
                  <a:lnTo>
                    <a:pt x="108325" y="232808"/>
                  </a:lnTo>
                  <a:lnTo>
                    <a:pt x="70971" y="248281"/>
                  </a:lnTo>
                  <a:lnTo>
                    <a:pt x="0" y="266426"/>
                  </a:lnTo>
                  <a:lnTo>
                    <a:pt x="18145" y="195455"/>
                  </a:lnTo>
                  <a:lnTo>
                    <a:pt x="33618" y="158101"/>
                  </a:lnTo>
                  <a:lnTo>
                    <a:pt x="70971" y="0"/>
                  </a:lnTo>
                </a:path>
              </a:pathLst>
            </a:custGeom>
            <a:ln w="31166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3411127" y="4142722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3515716" y="4233587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3654125" y="4338177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3448480" y="4375530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3411127" y="4391003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340155" y="4409149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3358301" y="4338177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373773" y="4300824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3411127" y="4142722"/>
              <a:ext cx="70540" cy="70540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12272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tx382"/>
            <p:cNvSpPr/>
            <p:nvPr/>
          </p:nvSpPr>
          <p:spPr>
            <a:xfrm>
              <a:off x="3305831" y="4298790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3272068" y="4061074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3238306" y="3823358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385" name="rc385"/>
            <p:cNvSpPr/>
            <p:nvPr/>
          </p:nvSpPr>
          <p:spPr>
            <a:xfrm>
              <a:off x="4571999" y="3429000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4571999" y="3638190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4609957" y="3429000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8" name="tx388"/>
            <p:cNvSpPr/>
            <p:nvPr/>
          </p:nvSpPr>
          <p:spPr>
            <a:xfrm>
              <a:off x="5224242" y="3475288"/>
              <a:ext cx="946721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sp>
          <p:nvSpPr>
            <p:cNvPr id="389" name="rc389"/>
            <p:cNvSpPr/>
            <p:nvPr/>
          </p:nvSpPr>
          <p:spPr>
            <a:xfrm>
              <a:off x="4825977" y="3676147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tx390"/>
            <p:cNvSpPr/>
            <p:nvPr/>
          </p:nvSpPr>
          <p:spPr>
            <a:xfrm>
              <a:off x="4795594" y="476262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4859639" y="4335135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4812588" y="3905323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393" name="pl393"/>
            <p:cNvSpPr/>
            <p:nvPr/>
          </p:nvSpPr>
          <p:spPr>
            <a:xfrm>
              <a:off x="5644778" y="4320622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5407072" y="4082908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5169365" y="3845195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396" name="tx396"/>
            <p:cNvSpPr/>
            <p:nvPr/>
          </p:nvSpPr>
          <p:spPr>
            <a:xfrm>
              <a:off x="5573896" y="372749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5565399" y="4940556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6127167" y="3905323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6305099" y="4335135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6127167" y="476262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01" name="pg401"/>
            <p:cNvSpPr/>
            <p:nvPr/>
          </p:nvSpPr>
          <p:spPr>
            <a:xfrm>
              <a:off x="5169365" y="3845195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5697602" y="3845190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5734956" y="3999913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5750428" y="4373447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5734956" y="4410801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5697602" y="4426273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5324068" y="4410801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5169345" y="4373447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5324068" y="3999913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5576204" y="4201764"/>
              <a:ext cx="284820" cy="224509"/>
            </a:xfrm>
            <a:custGeom>
              <a:avLst/>
              <a:pathLst>
                <a:path w="284820" h="224509">
                  <a:moveTo>
                    <a:pt x="121398" y="0"/>
                  </a:moveTo>
                  <a:lnTo>
                    <a:pt x="284820" y="8262"/>
                  </a:lnTo>
                  <a:lnTo>
                    <a:pt x="233653" y="171683"/>
                  </a:lnTo>
                  <a:lnTo>
                    <a:pt x="158752" y="209037"/>
                  </a:lnTo>
                  <a:lnTo>
                    <a:pt x="121398" y="224509"/>
                  </a:lnTo>
                  <a:lnTo>
                    <a:pt x="84045" y="209037"/>
                  </a:lnTo>
                  <a:lnTo>
                    <a:pt x="68572" y="171683"/>
                  </a:lnTo>
                  <a:lnTo>
                    <a:pt x="0" y="50285"/>
                  </a:lnTo>
                  <a:lnTo>
                    <a:pt x="121398" y="0"/>
                  </a:lnTo>
                </a:path>
              </a:pathLst>
            </a:custGeom>
            <a:ln w="31166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5662332" y="4166493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5825753" y="4174756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5774587" y="4338177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5699685" y="4375530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5662332" y="4391003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5624979" y="4375530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5609506" y="4338177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5540933" y="4216778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662332" y="4166493"/>
              <a:ext cx="70540" cy="70540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12272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tx420"/>
            <p:cNvSpPr/>
            <p:nvPr/>
          </p:nvSpPr>
          <p:spPr>
            <a:xfrm>
              <a:off x="5557036" y="4298790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5523274" y="4061074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5489512" y="3823358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23" name="rc423"/>
            <p:cNvSpPr/>
            <p:nvPr/>
          </p:nvSpPr>
          <p:spPr>
            <a:xfrm>
              <a:off x="6823205" y="3429000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6823205" y="3638190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6861163" y="3429000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6" name="tx426"/>
            <p:cNvSpPr/>
            <p:nvPr/>
          </p:nvSpPr>
          <p:spPr>
            <a:xfrm>
              <a:off x="7541241" y="3474709"/>
              <a:ext cx="815133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sp>
          <p:nvSpPr>
            <p:cNvPr id="427" name="rc427"/>
            <p:cNvSpPr/>
            <p:nvPr/>
          </p:nvSpPr>
          <p:spPr>
            <a:xfrm>
              <a:off x="7077183" y="3676147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tx428"/>
            <p:cNvSpPr/>
            <p:nvPr/>
          </p:nvSpPr>
          <p:spPr>
            <a:xfrm>
              <a:off x="7046799" y="476262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7110845" y="4335135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7063794" y="3905323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31" name="pl431"/>
            <p:cNvSpPr/>
            <p:nvPr/>
          </p:nvSpPr>
          <p:spPr>
            <a:xfrm>
              <a:off x="7895984" y="4320622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7658277" y="4082908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7420570" y="3845195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34" name="tx434"/>
            <p:cNvSpPr/>
            <p:nvPr/>
          </p:nvSpPr>
          <p:spPr>
            <a:xfrm>
              <a:off x="7825102" y="372749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35" name="tx435"/>
            <p:cNvSpPr/>
            <p:nvPr/>
          </p:nvSpPr>
          <p:spPr>
            <a:xfrm>
              <a:off x="7816604" y="4940556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8378372" y="3905323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8556304" y="4335135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8378372" y="476262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9" name="pg439"/>
            <p:cNvSpPr/>
            <p:nvPr/>
          </p:nvSpPr>
          <p:spPr>
            <a:xfrm>
              <a:off x="7420570" y="3845195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7948808" y="3845190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7986161" y="3999913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8001633" y="4373447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7986161" y="4410801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7948808" y="4426273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7575273" y="4410801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7420550" y="4373447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7575273" y="3999913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7869432" y="4168003"/>
              <a:ext cx="284820" cy="317698"/>
            </a:xfrm>
            <a:custGeom>
              <a:avLst/>
              <a:pathLst>
                <a:path w="284820" h="317698">
                  <a:moveTo>
                    <a:pt x="79376" y="152618"/>
                  </a:moveTo>
                  <a:lnTo>
                    <a:pt x="284820" y="0"/>
                  </a:lnTo>
                  <a:lnTo>
                    <a:pt x="191630" y="205444"/>
                  </a:lnTo>
                  <a:lnTo>
                    <a:pt x="158752" y="284820"/>
                  </a:lnTo>
                  <a:lnTo>
                    <a:pt x="79376" y="317698"/>
                  </a:lnTo>
                  <a:lnTo>
                    <a:pt x="42022" y="242797"/>
                  </a:lnTo>
                  <a:lnTo>
                    <a:pt x="26550" y="205444"/>
                  </a:lnTo>
                  <a:lnTo>
                    <a:pt x="0" y="126067"/>
                  </a:lnTo>
                  <a:lnTo>
                    <a:pt x="79376" y="152618"/>
                  </a:lnTo>
                </a:path>
              </a:pathLst>
            </a:custGeom>
            <a:ln w="31166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7913538" y="4285351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8118982" y="4132733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8025792" y="4338177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7992914" y="4417553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7913538" y="4450432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7876184" y="4375530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7860712" y="4338177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7834161" y="4258801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7913538" y="4285351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tx458"/>
            <p:cNvSpPr/>
            <p:nvPr/>
          </p:nvSpPr>
          <p:spPr>
            <a:xfrm>
              <a:off x="7808242" y="4298790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59" name="tx459"/>
            <p:cNvSpPr/>
            <p:nvPr/>
          </p:nvSpPr>
          <p:spPr>
            <a:xfrm>
              <a:off x="7774479" y="4061074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60" name="tx460"/>
            <p:cNvSpPr/>
            <p:nvPr/>
          </p:nvSpPr>
          <p:spPr>
            <a:xfrm>
              <a:off x="7740717" y="3823358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61" name="rc461"/>
            <p:cNvSpPr/>
            <p:nvPr/>
          </p:nvSpPr>
          <p:spPr>
            <a:xfrm>
              <a:off x="69589" y="5108705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69589" y="5317895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107546" y="5108705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4" name="tx464"/>
            <p:cNvSpPr/>
            <p:nvPr/>
          </p:nvSpPr>
          <p:spPr>
            <a:xfrm>
              <a:off x="701250" y="5154993"/>
              <a:ext cx="987882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sp>
          <p:nvSpPr>
            <p:cNvPr id="465" name="rc465"/>
            <p:cNvSpPr/>
            <p:nvPr/>
          </p:nvSpPr>
          <p:spPr>
            <a:xfrm>
              <a:off x="323566" y="5355853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tx466"/>
            <p:cNvSpPr/>
            <p:nvPr/>
          </p:nvSpPr>
          <p:spPr>
            <a:xfrm>
              <a:off x="293183" y="6442330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67" name="tx467"/>
            <p:cNvSpPr/>
            <p:nvPr/>
          </p:nvSpPr>
          <p:spPr>
            <a:xfrm>
              <a:off x="357229" y="601484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8" name="tx468"/>
            <p:cNvSpPr/>
            <p:nvPr/>
          </p:nvSpPr>
          <p:spPr>
            <a:xfrm>
              <a:off x="310177" y="5585029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69" name="pl469"/>
            <p:cNvSpPr/>
            <p:nvPr/>
          </p:nvSpPr>
          <p:spPr>
            <a:xfrm>
              <a:off x="1142368" y="6000327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904661" y="5762614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666954" y="5524900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472" name="tx472"/>
            <p:cNvSpPr/>
            <p:nvPr/>
          </p:nvSpPr>
          <p:spPr>
            <a:xfrm>
              <a:off x="1071485" y="5407196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73" name="tx473"/>
            <p:cNvSpPr/>
            <p:nvPr/>
          </p:nvSpPr>
          <p:spPr>
            <a:xfrm>
              <a:off x="1062988" y="6620262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74" name="tx474"/>
            <p:cNvSpPr/>
            <p:nvPr/>
          </p:nvSpPr>
          <p:spPr>
            <a:xfrm>
              <a:off x="1624756" y="5585029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75" name="tx475"/>
            <p:cNvSpPr/>
            <p:nvPr/>
          </p:nvSpPr>
          <p:spPr>
            <a:xfrm>
              <a:off x="1802688" y="601484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76" name="tx476"/>
            <p:cNvSpPr/>
            <p:nvPr/>
          </p:nvSpPr>
          <p:spPr>
            <a:xfrm>
              <a:off x="1624756" y="6442330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77" name="pg477"/>
            <p:cNvSpPr/>
            <p:nvPr/>
          </p:nvSpPr>
          <p:spPr>
            <a:xfrm>
              <a:off x="666954" y="5524900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1195191" y="5524895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1232545" y="5679618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1248017" y="6053153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1232545" y="6090506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l482"/>
            <p:cNvSpPr/>
            <p:nvPr/>
          </p:nvSpPr>
          <p:spPr>
            <a:xfrm>
              <a:off x="1195191" y="6105978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821657" y="6090506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666934" y="6053153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821657" y="5679618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1101808" y="5903739"/>
              <a:ext cx="304686" cy="242797"/>
            </a:xfrm>
            <a:custGeom>
              <a:avLst/>
              <a:pathLst>
                <a:path w="304686" h="242797">
                  <a:moveTo>
                    <a:pt x="93383" y="96588"/>
                  </a:moveTo>
                  <a:lnTo>
                    <a:pt x="242797" y="0"/>
                  </a:lnTo>
                  <a:lnTo>
                    <a:pt x="304686" y="149413"/>
                  </a:lnTo>
                  <a:lnTo>
                    <a:pt x="186767" y="242797"/>
                  </a:lnTo>
                  <a:lnTo>
                    <a:pt x="93383" y="202239"/>
                  </a:lnTo>
                  <a:lnTo>
                    <a:pt x="0" y="242797"/>
                  </a:lnTo>
                  <a:lnTo>
                    <a:pt x="40557" y="149413"/>
                  </a:lnTo>
                  <a:lnTo>
                    <a:pt x="56030" y="112060"/>
                  </a:lnTo>
                  <a:lnTo>
                    <a:pt x="93383" y="96588"/>
                  </a:lnTo>
                </a:path>
              </a:pathLst>
            </a:custGeom>
            <a:ln w="31166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1159921" y="5965057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1309335" y="5868469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1371224" y="6017883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1253305" y="6111266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1159921" y="6070708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1066537" y="6111266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1107095" y="6017883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1122568" y="5980529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1159921" y="5965057"/>
              <a:ext cx="70540" cy="70540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12272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tx496"/>
            <p:cNvSpPr/>
            <p:nvPr/>
          </p:nvSpPr>
          <p:spPr>
            <a:xfrm>
              <a:off x="1054625" y="5978496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97" name="tx497"/>
            <p:cNvSpPr/>
            <p:nvPr/>
          </p:nvSpPr>
          <p:spPr>
            <a:xfrm>
              <a:off x="1020863" y="5740780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98" name="tx498"/>
            <p:cNvSpPr/>
            <p:nvPr/>
          </p:nvSpPr>
          <p:spPr>
            <a:xfrm>
              <a:off x="987101" y="5503064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99" name="rc499"/>
            <p:cNvSpPr/>
            <p:nvPr/>
          </p:nvSpPr>
          <p:spPr>
            <a:xfrm>
              <a:off x="2320794" y="5108705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2320794" y="5317895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2358752" y="5108705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2" name="tx502"/>
            <p:cNvSpPr/>
            <p:nvPr/>
          </p:nvSpPr>
          <p:spPr>
            <a:xfrm>
              <a:off x="3018213" y="5154415"/>
              <a:ext cx="856367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sp>
          <p:nvSpPr>
            <p:cNvPr id="503" name="rc503"/>
            <p:cNvSpPr/>
            <p:nvPr/>
          </p:nvSpPr>
          <p:spPr>
            <a:xfrm>
              <a:off x="2574772" y="5355853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tx504"/>
            <p:cNvSpPr/>
            <p:nvPr/>
          </p:nvSpPr>
          <p:spPr>
            <a:xfrm>
              <a:off x="2544388" y="6442330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505" name="tx505"/>
            <p:cNvSpPr/>
            <p:nvPr/>
          </p:nvSpPr>
          <p:spPr>
            <a:xfrm>
              <a:off x="2608434" y="601484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506" name="tx506"/>
            <p:cNvSpPr/>
            <p:nvPr/>
          </p:nvSpPr>
          <p:spPr>
            <a:xfrm>
              <a:off x="2561383" y="5585029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507" name="pl507"/>
            <p:cNvSpPr/>
            <p:nvPr/>
          </p:nvSpPr>
          <p:spPr>
            <a:xfrm>
              <a:off x="3393573" y="6000327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3155866" y="5762614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2918159" y="5524900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10" name="tx510"/>
            <p:cNvSpPr/>
            <p:nvPr/>
          </p:nvSpPr>
          <p:spPr>
            <a:xfrm>
              <a:off x="3322691" y="5407196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511" name="tx511"/>
            <p:cNvSpPr/>
            <p:nvPr/>
          </p:nvSpPr>
          <p:spPr>
            <a:xfrm>
              <a:off x="3314193" y="6620262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512" name="tx512"/>
            <p:cNvSpPr/>
            <p:nvPr/>
          </p:nvSpPr>
          <p:spPr>
            <a:xfrm>
              <a:off x="3875961" y="5585029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513" name="tx513"/>
            <p:cNvSpPr/>
            <p:nvPr/>
          </p:nvSpPr>
          <p:spPr>
            <a:xfrm>
              <a:off x="4053893" y="601484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514" name="tx514"/>
            <p:cNvSpPr/>
            <p:nvPr/>
          </p:nvSpPr>
          <p:spPr>
            <a:xfrm>
              <a:off x="3875961" y="6442330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515" name="pg515"/>
            <p:cNvSpPr/>
            <p:nvPr/>
          </p:nvSpPr>
          <p:spPr>
            <a:xfrm>
              <a:off x="2918159" y="5524900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3446397" y="5524895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3483750" y="5679618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3499223" y="6053153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3483750" y="6090506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3446397" y="6105978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3072862" y="6090506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2918139" y="6053153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3072862" y="5679618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l524"/>
            <p:cNvSpPr/>
            <p:nvPr/>
          </p:nvSpPr>
          <p:spPr>
            <a:xfrm>
              <a:off x="3393571" y="6000327"/>
              <a:ext cx="295824" cy="224651"/>
            </a:xfrm>
            <a:custGeom>
              <a:avLst/>
              <a:pathLst>
                <a:path w="295824" h="224651">
                  <a:moveTo>
                    <a:pt x="52825" y="0"/>
                  </a:moveTo>
                  <a:lnTo>
                    <a:pt x="90179" y="15472"/>
                  </a:lnTo>
                  <a:lnTo>
                    <a:pt x="295824" y="52825"/>
                  </a:lnTo>
                  <a:lnTo>
                    <a:pt x="224651" y="224651"/>
                  </a:lnTo>
                  <a:lnTo>
                    <a:pt x="52825" y="200737"/>
                  </a:lnTo>
                  <a:lnTo>
                    <a:pt x="15472" y="90179"/>
                  </a:lnTo>
                  <a:lnTo>
                    <a:pt x="0" y="52825"/>
                  </a:lnTo>
                  <a:lnTo>
                    <a:pt x="15472" y="15472"/>
                  </a:lnTo>
                  <a:lnTo>
                    <a:pt x="52825" y="0"/>
                  </a:lnTo>
                </a:path>
              </a:pathLst>
            </a:custGeom>
            <a:ln w="31166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3411127" y="5965057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3448480" y="5980529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3654125" y="6017883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3582952" y="6189708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3411127" y="6165795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3373773" y="6055236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358301" y="6017883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3373773" y="5980529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3411127" y="5965057"/>
              <a:ext cx="70540" cy="70540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12272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tx534"/>
            <p:cNvSpPr/>
            <p:nvPr/>
          </p:nvSpPr>
          <p:spPr>
            <a:xfrm>
              <a:off x="3305831" y="5978496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3272068" y="5740780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3238306" y="5503064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537" name="rc537"/>
            <p:cNvSpPr/>
            <p:nvPr/>
          </p:nvSpPr>
          <p:spPr>
            <a:xfrm>
              <a:off x="4571999" y="5108705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4571999" y="5317895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4609957" y="5108705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0" name="tx540"/>
            <p:cNvSpPr/>
            <p:nvPr/>
          </p:nvSpPr>
          <p:spPr>
            <a:xfrm>
              <a:off x="5314776" y="5154125"/>
              <a:ext cx="765652" cy="1124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541" name="rc541"/>
            <p:cNvSpPr/>
            <p:nvPr/>
          </p:nvSpPr>
          <p:spPr>
            <a:xfrm>
              <a:off x="4825977" y="5355853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tx542"/>
            <p:cNvSpPr/>
            <p:nvPr/>
          </p:nvSpPr>
          <p:spPr>
            <a:xfrm>
              <a:off x="4795594" y="6442330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4859639" y="601484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544" name="tx544"/>
            <p:cNvSpPr/>
            <p:nvPr/>
          </p:nvSpPr>
          <p:spPr>
            <a:xfrm>
              <a:off x="4812588" y="5585029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545" name="pl545"/>
            <p:cNvSpPr/>
            <p:nvPr/>
          </p:nvSpPr>
          <p:spPr>
            <a:xfrm>
              <a:off x="5644778" y="6000327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5407072" y="5762614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5169365" y="5524900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48" name="tx548"/>
            <p:cNvSpPr/>
            <p:nvPr/>
          </p:nvSpPr>
          <p:spPr>
            <a:xfrm>
              <a:off x="5573896" y="5407196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549" name="tx549"/>
            <p:cNvSpPr/>
            <p:nvPr/>
          </p:nvSpPr>
          <p:spPr>
            <a:xfrm>
              <a:off x="5565399" y="6620262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550" name="tx550"/>
            <p:cNvSpPr/>
            <p:nvPr/>
          </p:nvSpPr>
          <p:spPr>
            <a:xfrm>
              <a:off x="6127167" y="5585029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551" name="tx551"/>
            <p:cNvSpPr/>
            <p:nvPr/>
          </p:nvSpPr>
          <p:spPr>
            <a:xfrm>
              <a:off x="6305099" y="601484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552" name="tx552"/>
            <p:cNvSpPr/>
            <p:nvPr/>
          </p:nvSpPr>
          <p:spPr>
            <a:xfrm>
              <a:off x="6127167" y="6442330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553" name="pg553"/>
            <p:cNvSpPr/>
            <p:nvPr/>
          </p:nvSpPr>
          <p:spPr>
            <a:xfrm>
              <a:off x="5169365" y="5524900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5697602" y="5524895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5734956" y="5679618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5750428" y="6053153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5734956" y="6090506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5697602" y="6105978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5324068" y="6090506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5169345" y="6053153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5324068" y="5679618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5644776" y="5881327"/>
              <a:ext cx="295824" cy="224651"/>
            </a:xfrm>
            <a:custGeom>
              <a:avLst/>
              <a:pathLst>
                <a:path w="295824" h="224651">
                  <a:moveTo>
                    <a:pt x="52825" y="23913"/>
                  </a:moveTo>
                  <a:lnTo>
                    <a:pt x="224651" y="0"/>
                  </a:lnTo>
                  <a:lnTo>
                    <a:pt x="295824" y="171825"/>
                  </a:lnTo>
                  <a:lnTo>
                    <a:pt x="90179" y="209179"/>
                  </a:lnTo>
                  <a:lnTo>
                    <a:pt x="52825" y="224651"/>
                  </a:lnTo>
                  <a:lnTo>
                    <a:pt x="15472" y="209179"/>
                  </a:lnTo>
                  <a:lnTo>
                    <a:pt x="0" y="171825"/>
                  </a:lnTo>
                  <a:lnTo>
                    <a:pt x="15472" y="134472"/>
                  </a:lnTo>
                  <a:lnTo>
                    <a:pt x="52825" y="23913"/>
                  </a:lnTo>
                </a:path>
              </a:pathLst>
            </a:custGeom>
            <a:ln w="31166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5662332" y="5869970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5834158" y="5846057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905331" y="6017883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5699685" y="6055236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5662332" y="6070708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5624979" y="6055236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609506" y="6017883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5624979" y="5980529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5662332" y="5869970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tx572"/>
            <p:cNvSpPr/>
            <p:nvPr/>
          </p:nvSpPr>
          <p:spPr>
            <a:xfrm>
              <a:off x="5557036" y="5978496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5523274" y="5740780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5489512" y="5503064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575" name="rc575"/>
            <p:cNvSpPr/>
            <p:nvPr/>
          </p:nvSpPr>
          <p:spPr>
            <a:xfrm>
              <a:off x="6823205" y="5108705"/>
              <a:ext cx="2251205" cy="20919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6823205" y="5317895"/>
              <a:ext cx="2251205" cy="147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6861163" y="5108705"/>
              <a:ext cx="2175290" cy="20919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8" name="tx578"/>
            <p:cNvSpPr/>
            <p:nvPr/>
          </p:nvSpPr>
          <p:spPr>
            <a:xfrm>
              <a:off x="7314923" y="5125696"/>
              <a:ext cx="1267768" cy="1409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Caprimulgiformes</a:t>
              </a:r>
            </a:p>
          </p:txBody>
        </p:sp>
        <p:sp>
          <p:nvSpPr>
            <p:cNvPr id="579" name="rc579"/>
            <p:cNvSpPr/>
            <p:nvPr/>
          </p:nvSpPr>
          <p:spPr>
            <a:xfrm>
              <a:off x="7077183" y="5355853"/>
              <a:ext cx="1743250" cy="1394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tx580"/>
            <p:cNvSpPr/>
            <p:nvPr/>
          </p:nvSpPr>
          <p:spPr>
            <a:xfrm>
              <a:off x="7046799" y="6442330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581" name="tx581"/>
            <p:cNvSpPr/>
            <p:nvPr/>
          </p:nvSpPr>
          <p:spPr>
            <a:xfrm>
              <a:off x="7110845" y="601484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582" name="tx582"/>
            <p:cNvSpPr/>
            <p:nvPr/>
          </p:nvSpPr>
          <p:spPr>
            <a:xfrm>
              <a:off x="7063794" y="5585029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583" name="pl583"/>
            <p:cNvSpPr/>
            <p:nvPr/>
          </p:nvSpPr>
          <p:spPr>
            <a:xfrm>
              <a:off x="7895984" y="6000327"/>
              <a:ext cx="105649" cy="105650"/>
            </a:xfrm>
            <a:custGeom>
              <a:avLst/>
              <a:pathLst>
                <a:path w="105649" h="105650">
                  <a:moveTo>
                    <a:pt x="105649" y="52825"/>
                  </a:moveTo>
                  <a:lnTo>
                    <a:pt x="105641" y="51900"/>
                  </a:lnTo>
                  <a:lnTo>
                    <a:pt x="105617" y="50976"/>
                  </a:lnTo>
                  <a:lnTo>
                    <a:pt x="105576" y="50052"/>
                  </a:lnTo>
                  <a:lnTo>
                    <a:pt x="105520" y="49130"/>
                  </a:lnTo>
                  <a:lnTo>
                    <a:pt x="105447" y="48208"/>
                  </a:lnTo>
                  <a:lnTo>
                    <a:pt x="105358" y="47288"/>
                  </a:lnTo>
                  <a:lnTo>
                    <a:pt x="105253" y="46369"/>
                  </a:lnTo>
                  <a:lnTo>
                    <a:pt x="105132" y="45452"/>
                  </a:lnTo>
                  <a:lnTo>
                    <a:pt x="104995" y="44538"/>
                  </a:lnTo>
                  <a:lnTo>
                    <a:pt x="104842" y="43626"/>
                  </a:lnTo>
                  <a:lnTo>
                    <a:pt x="104673" y="42717"/>
                  </a:lnTo>
                  <a:lnTo>
                    <a:pt x="104488" y="41812"/>
                  </a:lnTo>
                  <a:lnTo>
                    <a:pt x="104288" y="40909"/>
                  </a:lnTo>
                  <a:lnTo>
                    <a:pt x="104071" y="40010"/>
                  </a:lnTo>
                  <a:lnTo>
                    <a:pt x="103839" y="39115"/>
                  </a:lnTo>
                  <a:lnTo>
                    <a:pt x="103591" y="38225"/>
                  </a:lnTo>
                  <a:lnTo>
                    <a:pt x="103328" y="37338"/>
                  </a:lnTo>
                  <a:lnTo>
                    <a:pt x="103049" y="36457"/>
                  </a:lnTo>
                  <a:lnTo>
                    <a:pt x="102755" y="35580"/>
                  </a:lnTo>
                  <a:lnTo>
                    <a:pt x="102446" y="34709"/>
                  </a:lnTo>
                  <a:lnTo>
                    <a:pt x="102121" y="33843"/>
                  </a:lnTo>
                  <a:lnTo>
                    <a:pt x="101781" y="32984"/>
                  </a:lnTo>
                  <a:lnTo>
                    <a:pt x="101427" y="32130"/>
                  </a:lnTo>
                  <a:lnTo>
                    <a:pt x="101057" y="31282"/>
                  </a:lnTo>
                  <a:lnTo>
                    <a:pt x="100672" y="30441"/>
                  </a:lnTo>
                  <a:lnTo>
                    <a:pt x="100273" y="29607"/>
                  </a:lnTo>
                  <a:lnTo>
                    <a:pt x="99860" y="28781"/>
                  </a:lnTo>
                  <a:lnTo>
                    <a:pt x="99432" y="27961"/>
                  </a:lnTo>
                  <a:lnTo>
                    <a:pt x="98990" y="27149"/>
                  </a:lnTo>
                  <a:lnTo>
                    <a:pt x="98533" y="26345"/>
                  </a:lnTo>
                  <a:lnTo>
                    <a:pt x="98063" y="25549"/>
                  </a:lnTo>
                  <a:lnTo>
                    <a:pt x="97578" y="24762"/>
                  </a:lnTo>
                  <a:lnTo>
                    <a:pt x="97080" y="23983"/>
                  </a:lnTo>
                  <a:lnTo>
                    <a:pt x="96569" y="23213"/>
                  </a:lnTo>
                  <a:lnTo>
                    <a:pt x="96044" y="22452"/>
                  </a:lnTo>
                  <a:lnTo>
                    <a:pt x="95506" y="21700"/>
                  </a:lnTo>
                  <a:lnTo>
                    <a:pt x="94955" y="20958"/>
                  </a:lnTo>
                  <a:lnTo>
                    <a:pt x="94390" y="20225"/>
                  </a:lnTo>
                  <a:lnTo>
                    <a:pt x="93813" y="19503"/>
                  </a:lnTo>
                  <a:lnTo>
                    <a:pt x="93224" y="18790"/>
                  </a:lnTo>
                  <a:lnTo>
                    <a:pt x="92622" y="18089"/>
                  </a:lnTo>
                  <a:lnTo>
                    <a:pt x="92008" y="17397"/>
                  </a:lnTo>
                  <a:lnTo>
                    <a:pt x="91382" y="16717"/>
                  </a:lnTo>
                  <a:lnTo>
                    <a:pt x="90744" y="16048"/>
                  </a:lnTo>
                  <a:lnTo>
                    <a:pt x="90095" y="15390"/>
                  </a:lnTo>
                  <a:lnTo>
                    <a:pt x="89434" y="14743"/>
                  </a:lnTo>
                  <a:lnTo>
                    <a:pt x="88762" y="14108"/>
                  </a:lnTo>
                  <a:lnTo>
                    <a:pt x="88079" y="13485"/>
                  </a:lnTo>
                  <a:lnTo>
                    <a:pt x="87385" y="12874"/>
                  </a:lnTo>
                  <a:lnTo>
                    <a:pt x="86681" y="12275"/>
                  </a:lnTo>
                  <a:lnTo>
                    <a:pt x="85966" y="11689"/>
                  </a:lnTo>
                  <a:lnTo>
                    <a:pt x="85241" y="11115"/>
                  </a:lnTo>
                  <a:lnTo>
                    <a:pt x="84506" y="10554"/>
                  </a:lnTo>
                  <a:lnTo>
                    <a:pt x="83761" y="10006"/>
                  </a:lnTo>
                  <a:lnTo>
                    <a:pt x="83007" y="9472"/>
                  </a:lnTo>
                  <a:lnTo>
                    <a:pt x="82244" y="8950"/>
                  </a:lnTo>
                  <a:lnTo>
                    <a:pt x="81471" y="8442"/>
                  </a:lnTo>
                  <a:lnTo>
                    <a:pt x="80690" y="7947"/>
                  </a:lnTo>
                  <a:lnTo>
                    <a:pt x="79901" y="7466"/>
                  </a:lnTo>
                  <a:lnTo>
                    <a:pt x="79103" y="6999"/>
                  </a:lnTo>
                  <a:lnTo>
                    <a:pt x="78297" y="6547"/>
                  </a:lnTo>
                  <a:lnTo>
                    <a:pt x="77483" y="6108"/>
                  </a:lnTo>
                  <a:lnTo>
                    <a:pt x="76661" y="5683"/>
                  </a:lnTo>
                  <a:lnTo>
                    <a:pt x="75833" y="5273"/>
                  </a:lnTo>
                  <a:lnTo>
                    <a:pt x="74997" y="4878"/>
                  </a:lnTo>
                  <a:lnTo>
                    <a:pt x="74154" y="4497"/>
                  </a:lnTo>
                  <a:lnTo>
                    <a:pt x="73305" y="4131"/>
                  </a:lnTo>
                  <a:lnTo>
                    <a:pt x="72450" y="3780"/>
                  </a:lnTo>
                  <a:lnTo>
                    <a:pt x="71589" y="3444"/>
                  </a:lnTo>
                  <a:lnTo>
                    <a:pt x="70722" y="3124"/>
                  </a:lnTo>
                  <a:lnTo>
                    <a:pt x="69849" y="2818"/>
                  </a:lnTo>
                  <a:lnTo>
                    <a:pt x="68971" y="2528"/>
                  </a:lnTo>
                  <a:lnTo>
                    <a:pt x="68089" y="2253"/>
                  </a:lnTo>
                  <a:lnTo>
                    <a:pt x="67201" y="1993"/>
                  </a:lnTo>
                  <a:lnTo>
                    <a:pt x="66309" y="1749"/>
                  </a:lnTo>
                  <a:lnTo>
                    <a:pt x="65413" y="1521"/>
                  </a:lnTo>
                  <a:lnTo>
                    <a:pt x="64514" y="1309"/>
                  </a:lnTo>
                  <a:lnTo>
                    <a:pt x="63610" y="1112"/>
                  </a:lnTo>
                  <a:lnTo>
                    <a:pt x="62704" y="931"/>
                  </a:lnTo>
                  <a:lnTo>
                    <a:pt x="61794" y="766"/>
                  </a:lnTo>
                  <a:lnTo>
                    <a:pt x="60881" y="617"/>
                  </a:lnTo>
                  <a:lnTo>
                    <a:pt x="59967" y="484"/>
                  </a:lnTo>
                  <a:lnTo>
                    <a:pt x="59049" y="367"/>
                  </a:lnTo>
                  <a:lnTo>
                    <a:pt x="58130" y="266"/>
                  </a:lnTo>
                  <a:lnTo>
                    <a:pt x="57210" y="181"/>
                  </a:lnTo>
                  <a:lnTo>
                    <a:pt x="56288" y="113"/>
                  </a:lnTo>
                  <a:lnTo>
                    <a:pt x="55365" y="60"/>
                  </a:lnTo>
                  <a:lnTo>
                    <a:pt x="54441" y="24"/>
                  </a:lnTo>
                  <a:lnTo>
                    <a:pt x="53517" y="4"/>
                  </a:lnTo>
                  <a:lnTo>
                    <a:pt x="52592" y="0"/>
                  </a:lnTo>
                  <a:lnTo>
                    <a:pt x="51668" y="12"/>
                  </a:lnTo>
                  <a:lnTo>
                    <a:pt x="50744" y="40"/>
                  </a:lnTo>
                  <a:lnTo>
                    <a:pt x="49820" y="84"/>
                  </a:lnTo>
                  <a:lnTo>
                    <a:pt x="48898" y="145"/>
                  </a:lnTo>
                  <a:lnTo>
                    <a:pt x="47976" y="222"/>
                  </a:lnTo>
                  <a:lnTo>
                    <a:pt x="47056" y="315"/>
                  </a:lnTo>
                  <a:lnTo>
                    <a:pt x="46138" y="424"/>
                  </a:lnTo>
                  <a:lnTo>
                    <a:pt x="45222" y="549"/>
                  </a:lnTo>
                  <a:lnTo>
                    <a:pt x="44308" y="690"/>
                  </a:lnTo>
                  <a:lnTo>
                    <a:pt x="43397" y="847"/>
                  </a:lnTo>
                  <a:lnTo>
                    <a:pt x="42489" y="1020"/>
                  </a:lnTo>
                  <a:lnTo>
                    <a:pt x="41584" y="1208"/>
                  </a:lnTo>
                  <a:lnTo>
                    <a:pt x="40682" y="1413"/>
                  </a:lnTo>
                  <a:lnTo>
                    <a:pt x="39785" y="1633"/>
                  </a:lnTo>
                  <a:lnTo>
                    <a:pt x="38891" y="1869"/>
                  </a:lnTo>
                  <a:lnTo>
                    <a:pt x="38001" y="2121"/>
                  </a:lnTo>
                  <a:lnTo>
                    <a:pt x="37116" y="2388"/>
                  </a:lnTo>
                  <a:lnTo>
                    <a:pt x="36236" y="2671"/>
                  </a:lnTo>
                  <a:lnTo>
                    <a:pt x="35360" y="2969"/>
                  </a:lnTo>
                  <a:lnTo>
                    <a:pt x="34491" y="3282"/>
                  </a:lnTo>
                  <a:lnTo>
                    <a:pt x="33626" y="3611"/>
                  </a:lnTo>
                  <a:lnTo>
                    <a:pt x="32768" y="3954"/>
                  </a:lnTo>
                  <a:lnTo>
                    <a:pt x="31916" y="4313"/>
                  </a:lnTo>
                  <a:lnTo>
                    <a:pt x="31070" y="4686"/>
                  </a:lnTo>
                  <a:lnTo>
                    <a:pt x="30231" y="5074"/>
                  </a:lnTo>
                  <a:lnTo>
                    <a:pt x="29399" y="5477"/>
                  </a:lnTo>
                  <a:lnTo>
                    <a:pt x="28574" y="5894"/>
                  </a:lnTo>
                  <a:lnTo>
                    <a:pt x="27756" y="6325"/>
                  </a:lnTo>
                  <a:lnTo>
                    <a:pt x="26946" y="6771"/>
                  </a:lnTo>
                  <a:lnTo>
                    <a:pt x="26144" y="7231"/>
                  </a:lnTo>
                  <a:lnTo>
                    <a:pt x="25350" y="7705"/>
                  </a:lnTo>
                  <a:lnTo>
                    <a:pt x="24565" y="8193"/>
                  </a:lnTo>
                  <a:lnTo>
                    <a:pt x="23788" y="8694"/>
                  </a:lnTo>
                  <a:lnTo>
                    <a:pt x="23020" y="9209"/>
                  </a:lnTo>
                  <a:lnTo>
                    <a:pt x="22261" y="9737"/>
                  </a:lnTo>
                  <a:lnTo>
                    <a:pt x="21512" y="10279"/>
                  </a:lnTo>
                  <a:lnTo>
                    <a:pt x="20772" y="10833"/>
                  </a:lnTo>
                  <a:lnTo>
                    <a:pt x="20042" y="11401"/>
                  </a:lnTo>
                  <a:lnTo>
                    <a:pt x="19322" y="11981"/>
                  </a:lnTo>
                  <a:lnTo>
                    <a:pt x="18612" y="12573"/>
                  </a:lnTo>
                  <a:lnTo>
                    <a:pt x="17913" y="13178"/>
                  </a:lnTo>
                  <a:lnTo>
                    <a:pt x="17225" y="13795"/>
                  </a:lnTo>
                  <a:lnTo>
                    <a:pt x="16547" y="14424"/>
                  </a:lnTo>
                  <a:lnTo>
                    <a:pt x="15881" y="15065"/>
                  </a:lnTo>
                  <a:lnTo>
                    <a:pt x="15225" y="15717"/>
                  </a:lnTo>
                  <a:lnTo>
                    <a:pt x="14582" y="16381"/>
                  </a:lnTo>
                  <a:lnTo>
                    <a:pt x="13950" y="17056"/>
                  </a:lnTo>
                  <a:lnTo>
                    <a:pt x="13330" y="17742"/>
                  </a:lnTo>
                  <a:lnTo>
                    <a:pt x="12722" y="18438"/>
                  </a:lnTo>
                  <a:lnTo>
                    <a:pt x="12126" y="19145"/>
                  </a:lnTo>
                  <a:lnTo>
                    <a:pt x="11543" y="19863"/>
                  </a:lnTo>
                  <a:lnTo>
                    <a:pt x="10972" y="20590"/>
                  </a:lnTo>
                  <a:lnTo>
                    <a:pt x="10415" y="21327"/>
                  </a:lnTo>
                  <a:lnTo>
                    <a:pt x="9870" y="22075"/>
                  </a:lnTo>
                  <a:lnTo>
                    <a:pt x="9338" y="22831"/>
                  </a:lnTo>
                  <a:lnTo>
                    <a:pt x="8820" y="23597"/>
                  </a:lnTo>
                  <a:lnTo>
                    <a:pt x="8315" y="24371"/>
                  </a:lnTo>
                  <a:lnTo>
                    <a:pt x="7824" y="25154"/>
                  </a:lnTo>
                  <a:lnTo>
                    <a:pt x="7347" y="25946"/>
                  </a:lnTo>
                  <a:lnTo>
                    <a:pt x="6883" y="26746"/>
                  </a:lnTo>
                  <a:lnTo>
                    <a:pt x="6434" y="27554"/>
                  </a:lnTo>
                  <a:lnTo>
                    <a:pt x="5999" y="28370"/>
                  </a:lnTo>
                  <a:lnTo>
                    <a:pt x="5578" y="29193"/>
                  </a:lnTo>
                  <a:lnTo>
                    <a:pt x="5172" y="30024"/>
                  </a:lnTo>
                  <a:lnTo>
                    <a:pt x="4780" y="30861"/>
                  </a:lnTo>
                  <a:lnTo>
                    <a:pt x="4403" y="31705"/>
                  </a:lnTo>
                  <a:lnTo>
                    <a:pt x="4041" y="32556"/>
                  </a:lnTo>
                  <a:lnTo>
                    <a:pt x="3693" y="33413"/>
                  </a:lnTo>
                  <a:lnTo>
                    <a:pt x="3361" y="34275"/>
                  </a:lnTo>
                  <a:lnTo>
                    <a:pt x="3044" y="35144"/>
                  </a:lnTo>
                  <a:lnTo>
                    <a:pt x="2742" y="36018"/>
                  </a:lnTo>
                  <a:lnTo>
                    <a:pt x="2456" y="36897"/>
                  </a:lnTo>
                  <a:lnTo>
                    <a:pt x="2185" y="37781"/>
                  </a:lnTo>
                  <a:lnTo>
                    <a:pt x="1929" y="38669"/>
                  </a:lnTo>
                  <a:lnTo>
                    <a:pt x="1689" y="39562"/>
                  </a:lnTo>
                  <a:lnTo>
                    <a:pt x="1465" y="40459"/>
                  </a:lnTo>
                  <a:lnTo>
                    <a:pt x="1257" y="41360"/>
                  </a:lnTo>
                  <a:lnTo>
                    <a:pt x="1064" y="42264"/>
                  </a:lnTo>
                  <a:lnTo>
                    <a:pt x="887" y="43172"/>
                  </a:lnTo>
                  <a:lnTo>
                    <a:pt x="726" y="44082"/>
                  </a:lnTo>
                  <a:lnTo>
                    <a:pt x="581" y="44995"/>
                  </a:lnTo>
                  <a:lnTo>
                    <a:pt x="452" y="45911"/>
                  </a:lnTo>
                  <a:lnTo>
                    <a:pt x="339" y="46828"/>
                  </a:lnTo>
                  <a:lnTo>
                    <a:pt x="242" y="47748"/>
                  </a:lnTo>
                  <a:lnTo>
                    <a:pt x="161" y="48669"/>
                  </a:lnTo>
                  <a:lnTo>
                    <a:pt x="97" y="49591"/>
                  </a:lnTo>
                  <a:lnTo>
                    <a:pt x="48" y="50514"/>
                  </a:lnTo>
                  <a:lnTo>
                    <a:pt x="16" y="51438"/>
                  </a:lnTo>
                  <a:lnTo>
                    <a:pt x="0" y="52362"/>
                  </a:lnTo>
                  <a:lnTo>
                    <a:pt x="0" y="53287"/>
                  </a:lnTo>
                  <a:lnTo>
                    <a:pt x="16" y="54211"/>
                  </a:lnTo>
                  <a:lnTo>
                    <a:pt x="48" y="55135"/>
                  </a:lnTo>
                  <a:lnTo>
                    <a:pt x="97" y="56059"/>
                  </a:lnTo>
                  <a:lnTo>
                    <a:pt x="161" y="56981"/>
                  </a:lnTo>
                  <a:lnTo>
                    <a:pt x="242" y="57902"/>
                  </a:lnTo>
                  <a:lnTo>
                    <a:pt x="339" y="58821"/>
                  </a:lnTo>
                  <a:lnTo>
                    <a:pt x="452" y="59739"/>
                  </a:lnTo>
                  <a:lnTo>
                    <a:pt x="581" y="60654"/>
                  </a:lnTo>
                  <a:lnTo>
                    <a:pt x="726" y="61568"/>
                  </a:lnTo>
                  <a:lnTo>
                    <a:pt x="887" y="62478"/>
                  </a:lnTo>
                  <a:lnTo>
                    <a:pt x="1064" y="63385"/>
                  </a:lnTo>
                  <a:lnTo>
                    <a:pt x="1257" y="64290"/>
                  </a:lnTo>
                  <a:lnTo>
                    <a:pt x="1465" y="65190"/>
                  </a:lnTo>
                  <a:lnTo>
                    <a:pt x="1689" y="66087"/>
                  </a:lnTo>
                  <a:lnTo>
                    <a:pt x="1929" y="66980"/>
                  </a:lnTo>
                  <a:lnTo>
                    <a:pt x="2185" y="67869"/>
                  </a:lnTo>
                  <a:lnTo>
                    <a:pt x="2456" y="68753"/>
                  </a:lnTo>
                  <a:lnTo>
                    <a:pt x="2742" y="69632"/>
                  </a:lnTo>
                  <a:lnTo>
                    <a:pt x="3044" y="70506"/>
                  </a:lnTo>
                  <a:lnTo>
                    <a:pt x="3361" y="71374"/>
                  </a:lnTo>
                  <a:lnTo>
                    <a:pt x="3693" y="72237"/>
                  </a:lnTo>
                  <a:lnTo>
                    <a:pt x="4041" y="73094"/>
                  </a:lnTo>
                  <a:lnTo>
                    <a:pt x="4403" y="73944"/>
                  </a:lnTo>
                  <a:lnTo>
                    <a:pt x="4780" y="74788"/>
                  </a:lnTo>
                  <a:lnTo>
                    <a:pt x="5172" y="75626"/>
                  </a:lnTo>
                  <a:lnTo>
                    <a:pt x="5578" y="76456"/>
                  </a:lnTo>
                  <a:lnTo>
                    <a:pt x="5999" y="77280"/>
                  </a:lnTo>
                  <a:lnTo>
                    <a:pt x="6434" y="78095"/>
                  </a:lnTo>
                  <a:lnTo>
                    <a:pt x="6883" y="78903"/>
                  </a:lnTo>
                  <a:lnTo>
                    <a:pt x="7347" y="79703"/>
                  </a:lnTo>
                  <a:lnTo>
                    <a:pt x="7824" y="80495"/>
                  </a:lnTo>
                  <a:lnTo>
                    <a:pt x="8315" y="81278"/>
                  </a:lnTo>
                  <a:lnTo>
                    <a:pt x="8820" y="82053"/>
                  </a:lnTo>
                  <a:lnTo>
                    <a:pt x="9338" y="82819"/>
                  </a:lnTo>
                  <a:lnTo>
                    <a:pt x="9870" y="83575"/>
                  </a:lnTo>
                  <a:lnTo>
                    <a:pt x="10415" y="84322"/>
                  </a:lnTo>
                  <a:lnTo>
                    <a:pt x="10972" y="85059"/>
                  </a:lnTo>
                  <a:lnTo>
                    <a:pt x="11543" y="85787"/>
                  </a:lnTo>
                  <a:lnTo>
                    <a:pt x="12126" y="86504"/>
                  </a:lnTo>
                  <a:lnTo>
                    <a:pt x="12722" y="87211"/>
                  </a:lnTo>
                  <a:lnTo>
                    <a:pt x="13330" y="87908"/>
                  </a:lnTo>
                  <a:lnTo>
                    <a:pt x="13950" y="88594"/>
                  </a:lnTo>
                  <a:lnTo>
                    <a:pt x="14582" y="89269"/>
                  </a:lnTo>
                  <a:lnTo>
                    <a:pt x="15225" y="89932"/>
                  </a:lnTo>
                  <a:lnTo>
                    <a:pt x="15881" y="90585"/>
                  </a:lnTo>
                  <a:lnTo>
                    <a:pt x="16547" y="91225"/>
                  </a:lnTo>
                  <a:lnTo>
                    <a:pt x="17225" y="91854"/>
                  </a:lnTo>
                  <a:lnTo>
                    <a:pt x="17913" y="92471"/>
                  </a:lnTo>
                  <a:lnTo>
                    <a:pt x="18612" y="93076"/>
                  </a:lnTo>
                  <a:lnTo>
                    <a:pt x="19322" y="93669"/>
                  </a:lnTo>
                  <a:lnTo>
                    <a:pt x="20042" y="94249"/>
                  </a:lnTo>
                  <a:lnTo>
                    <a:pt x="20772" y="94816"/>
                  </a:lnTo>
                  <a:lnTo>
                    <a:pt x="21512" y="95371"/>
                  </a:lnTo>
                  <a:lnTo>
                    <a:pt x="22261" y="95912"/>
                  </a:lnTo>
                  <a:lnTo>
                    <a:pt x="23020" y="96440"/>
                  </a:lnTo>
                  <a:lnTo>
                    <a:pt x="23788" y="96955"/>
                  </a:lnTo>
                  <a:lnTo>
                    <a:pt x="24565" y="97457"/>
                  </a:lnTo>
                  <a:lnTo>
                    <a:pt x="25350" y="97944"/>
                  </a:lnTo>
                  <a:lnTo>
                    <a:pt x="26144" y="98418"/>
                  </a:lnTo>
                  <a:lnTo>
                    <a:pt x="26946" y="98878"/>
                  </a:lnTo>
                  <a:lnTo>
                    <a:pt x="27756" y="99324"/>
                  </a:lnTo>
                  <a:lnTo>
                    <a:pt x="28574" y="99756"/>
                  </a:lnTo>
                  <a:lnTo>
                    <a:pt x="29399" y="100173"/>
                  </a:lnTo>
                  <a:lnTo>
                    <a:pt x="30231" y="100576"/>
                  </a:lnTo>
                  <a:lnTo>
                    <a:pt x="31070" y="100964"/>
                  </a:lnTo>
                  <a:lnTo>
                    <a:pt x="31916" y="101337"/>
                  </a:lnTo>
                  <a:lnTo>
                    <a:pt x="32768" y="101695"/>
                  </a:lnTo>
                  <a:lnTo>
                    <a:pt x="33626" y="102039"/>
                  </a:lnTo>
                  <a:lnTo>
                    <a:pt x="34491" y="102367"/>
                  </a:lnTo>
                  <a:lnTo>
                    <a:pt x="35360" y="102681"/>
                  </a:lnTo>
                  <a:lnTo>
                    <a:pt x="36236" y="102979"/>
                  </a:lnTo>
                  <a:lnTo>
                    <a:pt x="37116" y="103261"/>
                  </a:lnTo>
                  <a:lnTo>
                    <a:pt x="38001" y="103528"/>
                  </a:lnTo>
                  <a:lnTo>
                    <a:pt x="38891" y="103780"/>
                  </a:lnTo>
                  <a:lnTo>
                    <a:pt x="39785" y="104016"/>
                  </a:lnTo>
                  <a:lnTo>
                    <a:pt x="40682" y="104236"/>
                  </a:lnTo>
                  <a:lnTo>
                    <a:pt x="41584" y="104441"/>
                  </a:lnTo>
                  <a:lnTo>
                    <a:pt x="42489" y="104630"/>
                  </a:lnTo>
                  <a:lnTo>
                    <a:pt x="43397" y="104803"/>
                  </a:lnTo>
                  <a:lnTo>
                    <a:pt x="44308" y="104960"/>
                  </a:lnTo>
                  <a:lnTo>
                    <a:pt x="45222" y="105101"/>
                  </a:lnTo>
                  <a:lnTo>
                    <a:pt x="46138" y="105226"/>
                  </a:lnTo>
                  <a:lnTo>
                    <a:pt x="47056" y="105335"/>
                  </a:lnTo>
                  <a:lnTo>
                    <a:pt x="47976" y="105428"/>
                  </a:lnTo>
                  <a:lnTo>
                    <a:pt x="48898" y="105504"/>
                  </a:lnTo>
                  <a:lnTo>
                    <a:pt x="49820" y="105565"/>
                  </a:lnTo>
                  <a:lnTo>
                    <a:pt x="50744" y="105610"/>
                  </a:lnTo>
                  <a:lnTo>
                    <a:pt x="51668" y="105638"/>
                  </a:lnTo>
                  <a:lnTo>
                    <a:pt x="52592" y="105650"/>
                  </a:lnTo>
                  <a:lnTo>
                    <a:pt x="53517" y="105646"/>
                  </a:lnTo>
                  <a:lnTo>
                    <a:pt x="54441" y="105626"/>
                  </a:lnTo>
                  <a:lnTo>
                    <a:pt x="55365" y="105589"/>
                  </a:lnTo>
                  <a:lnTo>
                    <a:pt x="56288" y="105537"/>
                  </a:lnTo>
                  <a:lnTo>
                    <a:pt x="57210" y="105468"/>
                  </a:lnTo>
                  <a:lnTo>
                    <a:pt x="58130" y="105383"/>
                  </a:lnTo>
                  <a:lnTo>
                    <a:pt x="59049" y="105282"/>
                  </a:lnTo>
                  <a:lnTo>
                    <a:pt x="59967" y="105165"/>
                  </a:lnTo>
                  <a:lnTo>
                    <a:pt x="60881" y="105032"/>
                  </a:lnTo>
                  <a:lnTo>
                    <a:pt x="61794" y="104883"/>
                  </a:lnTo>
                  <a:lnTo>
                    <a:pt x="62704" y="104718"/>
                  </a:lnTo>
                  <a:lnTo>
                    <a:pt x="63610" y="104537"/>
                  </a:lnTo>
                  <a:lnTo>
                    <a:pt x="64514" y="104341"/>
                  </a:lnTo>
                  <a:lnTo>
                    <a:pt x="65413" y="104128"/>
                  </a:lnTo>
                  <a:lnTo>
                    <a:pt x="66309" y="103900"/>
                  </a:lnTo>
                  <a:lnTo>
                    <a:pt x="67201" y="103656"/>
                  </a:lnTo>
                  <a:lnTo>
                    <a:pt x="68089" y="103397"/>
                  </a:lnTo>
                  <a:lnTo>
                    <a:pt x="68971" y="103122"/>
                  </a:lnTo>
                  <a:lnTo>
                    <a:pt x="69849" y="102832"/>
                  </a:lnTo>
                  <a:lnTo>
                    <a:pt x="70722" y="102526"/>
                  </a:lnTo>
                  <a:lnTo>
                    <a:pt x="71589" y="102205"/>
                  </a:lnTo>
                  <a:lnTo>
                    <a:pt x="72450" y="101869"/>
                  </a:lnTo>
                  <a:lnTo>
                    <a:pt x="73305" y="101518"/>
                  </a:lnTo>
                  <a:lnTo>
                    <a:pt x="74154" y="101152"/>
                  </a:lnTo>
                  <a:lnTo>
                    <a:pt x="74997" y="100771"/>
                  </a:lnTo>
                  <a:lnTo>
                    <a:pt x="75833" y="100376"/>
                  </a:lnTo>
                  <a:lnTo>
                    <a:pt x="76661" y="99966"/>
                  </a:lnTo>
                  <a:lnTo>
                    <a:pt x="77483" y="99542"/>
                  </a:lnTo>
                  <a:lnTo>
                    <a:pt x="78297" y="99103"/>
                  </a:lnTo>
                  <a:lnTo>
                    <a:pt x="79103" y="98650"/>
                  </a:lnTo>
                  <a:lnTo>
                    <a:pt x="79901" y="98183"/>
                  </a:lnTo>
                  <a:lnTo>
                    <a:pt x="80690" y="97702"/>
                  </a:lnTo>
                  <a:lnTo>
                    <a:pt x="81471" y="97208"/>
                  </a:lnTo>
                  <a:lnTo>
                    <a:pt x="82244" y="96700"/>
                  </a:lnTo>
                  <a:lnTo>
                    <a:pt x="83007" y="96178"/>
                  </a:lnTo>
                  <a:lnTo>
                    <a:pt x="83761" y="95643"/>
                  </a:lnTo>
                  <a:lnTo>
                    <a:pt x="84506" y="95095"/>
                  </a:lnTo>
                  <a:lnTo>
                    <a:pt x="85241" y="94534"/>
                  </a:lnTo>
                  <a:lnTo>
                    <a:pt x="85966" y="93960"/>
                  </a:lnTo>
                  <a:lnTo>
                    <a:pt x="86681" y="93374"/>
                  </a:lnTo>
                  <a:lnTo>
                    <a:pt x="87385" y="92775"/>
                  </a:lnTo>
                  <a:lnTo>
                    <a:pt x="88079" y="92164"/>
                  </a:lnTo>
                  <a:lnTo>
                    <a:pt x="88762" y="91541"/>
                  </a:lnTo>
                  <a:lnTo>
                    <a:pt x="89434" y="90906"/>
                  </a:lnTo>
                  <a:lnTo>
                    <a:pt x="90095" y="90260"/>
                  </a:lnTo>
                  <a:lnTo>
                    <a:pt x="90744" y="89602"/>
                  </a:lnTo>
                  <a:lnTo>
                    <a:pt x="91382" y="88933"/>
                  </a:lnTo>
                  <a:lnTo>
                    <a:pt x="92008" y="88252"/>
                  </a:lnTo>
                  <a:lnTo>
                    <a:pt x="92622" y="87561"/>
                  </a:lnTo>
                  <a:lnTo>
                    <a:pt x="93224" y="86859"/>
                  </a:lnTo>
                  <a:lnTo>
                    <a:pt x="93813" y="86147"/>
                  </a:lnTo>
                  <a:lnTo>
                    <a:pt x="94390" y="85424"/>
                  </a:lnTo>
                  <a:lnTo>
                    <a:pt x="94955" y="84692"/>
                  </a:lnTo>
                  <a:lnTo>
                    <a:pt x="95506" y="83950"/>
                  </a:lnTo>
                  <a:lnTo>
                    <a:pt x="96044" y="83198"/>
                  </a:lnTo>
                  <a:lnTo>
                    <a:pt x="96569" y="82437"/>
                  </a:lnTo>
                  <a:lnTo>
                    <a:pt x="97080" y="81667"/>
                  </a:lnTo>
                  <a:lnTo>
                    <a:pt x="97578" y="80888"/>
                  </a:lnTo>
                  <a:lnTo>
                    <a:pt x="98063" y="80100"/>
                  </a:lnTo>
                  <a:lnTo>
                    <a:pt x="98533" y="79304"/>
                  </a:lnTo>
                  <a:lnTo>
                    <a:pt x="98990" y="78500"/>
                  </a:lnTo>
                  <a:lnTo>
                    <a:pt x="99432" y="77688"/>
                  </a:lnTo>
                  <a:lnTo>
                    <a:pt x="99860" y="76869"/>
                  </a:lnTo>
                  <a:lnTo>
                    <a:pt x="100273" y="76042"/>
                  </a:lnTo>
                  <a:lnTo>
                    <a:pt x="100672" y="75208"/>
                  </a:lnTo>
                  <a:lnTo>
                    <a:pt x="101057" y="74367"/>
                  </a:lnTo>
                  <a:lnTo>
                    <a:pt x="101427" y="73520"/>
                  </a:lnTo>
                  <a:lnTo>
                    <a:pt x="101781" y="72666"/>
                  </a:lnTo>
                  <a:lnTo>
                    <a:pt x="102121" y="71806"/>
                  </a:lnTo>
                  <a:lnTo>
                    <a:pt x="102446" y="70940"/>
                  </a:lnTo>
                  <a:lnTo>
                    <a:pt x="102755" y="70069"/>
                  </a:lnTo>
                  <a:lnTo>
                    <a:pt x="103049" y="69193"/>
                  </a:lnTo>
                  <a:lnTo>
                    <a:pt x="103328" y="68311"/>
                  </a:lnTo>
                  <a:lnTo>
                    <a:pt x="103591" y="67425"/>
                  </a:lnTo>
                  <a:lnTo>
                    <a:pt x="103839" y="66534"/>
                  </a:lnTo>
                  <a:lnTo>
                    <a:pt x="104071" y="65639"/>
                  </a:lnTo>
                  <a:lnTo>
                    <a:pt x="104288" y="64740"/>
                  </a:lnTo>
                  <a:lnTo>
                    <a:pt x="104488" y="63838"/>
                  </a:lnTo>
                  <a:lnTo>
                    <a:pt x="104673" y="62932"/>
                  </a:lnTo>
                  <a:lnTo>
                    <a:pt x="104842" y="62023"/>
                  </a:lnTo>
                  <a:lnTo>
                    <a:pt x="104995" y="61111"/>
                  </a:lnTo>
                  <a:lnTo>
                    <a:pt x="105132" y="60197"/>
                  </a:lnTo>
                  <a:lnTo>
                    <a:pt x="105253" y="59280"/>
                  </a:lnTo>
                  <a:lnTo>
                    <a:pt x="105358" y="58362"/>
                  </a:lnTo>
                  <a:lnTo>
                    <a:pt x="105447" y="57442"/>
                  </a:lnTo>
                  <a:lnTo>
                    <a:pt x="105520" y="56520"/>
                  </a:lnTo>
                  <a:lnTo>
                    <a:pt x="105576" y="55597"/>
                  </a:lnTo>
                  <a:lnTo>
                    <a:pt x="105617" y="54673"/>
                  </a:lnTo>
                  <a:lnTo>
                    <a:pt x="105641" y="53749"/>
                  </a:lnTo>
                  <a:lnTo>
                    <a:pt x="105649" y="52825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7658277" y="5762614"/>
              <a:ext cx="581072" cy="581077"/>
            </a:xfrm>
            <a:custGeom>
              <a:avLst/>
              <a:pathLst>
                <a:path w="581072" h="581077">
                  <a:moveTo>
                    <a:pt x="581072" y="290538"/>
                  </a:moveTo>
                  <a:lnTo>
                    <a:pt x="581027" y="285454"/>
                  </a:lnTo>
                  <a:lnTo>
                    <a:pt x="580894" y="280370"/>
                  </a:lnTo>
                  <a:lnTo>
                    <a:pt x="580671" y="275290"/>
                  </a:lnTo>
                  <a:lnTo>
                    <a:pt x="580360" y="270215"/>
                  </a:lnTo>
                  <a:lnTo>
                    <a:pt x="579960" y="265146"/>
                  </a:lnTo>
                  <a:lnTo>
                    <a:pt x="579471" y="260084"/>
                  </a:lnTo>
                  <a:lnTo>
                    <a:pt x="578894" y="255032"/>
                  </a:lnTo>
                  <a:lnTo>
                    <a:pt x="578228" y="249991"/>
                  </a:lnTo>
                  <a:lnTo>
                    <a:pt x="577475" y="244962"/>
                  </a:lnTo>
                  <a:lnTo>
                    <a:pt x="576633" y="239947"/>
                  </a:lnTo>
                  <a:lnTo>
                    <a:pt x="575704" y="234948"/>
                  </a:lnTo>
                  <a:lnTo>
                    <a:pt x="574687" y="229966"/>
                  </a:lnTo>
                  <a:lnTo>
                    <a:pt x="573584" y="225002"/>
                  </a:lnTo>
                  <a:lnTo>
                    <a:pt x="572394" y="220058"/>
                  </a:lnTo>
                  <a:lnTo>
                    <a:pt x="571117" y="215136"/>
                  </a:lnTo>
                  <a:lnTo>
                    <a:pt x="569754" y="210237"/>
                  </a:lnTo>
                  <a:lnTo>
                    <a:pt x="568306" y="205363"/>
                  </a:lnTo>
                  <a:lnTo>
                    <a:pt x="566773" y="200514"/>
                  </a:lnTo>
                  <a:lnTo>
                    <a:pt x="565155" y="195694"/>
                  </a:lnTo>
                  <a:lnTo>
                    <a:pt x="563453" y="190902"/>
                  </a:lnTo>
                  <a:lnTo>
                    <a:pt x="561668" y="186141"/>
                  </a:lnTo>
                  <a:lnTo>
                    <a:pt x="559799" y="181412"/>
                  </a:lnTo>
                  <a:lnTo>
                    <a:pt x="557848" y="176716"/>
                  </a:lnTo>
                  <a:lnTo>
                    <a:pt x="555815" y="172055"/>
                  </a:lnTo>
                  <a:lnTo>
                    <a:pt x="553701" y="167430"/>
                  </a:lnTo>
                  <a:lnTo>
                    <a:pt x="551506" y="162843"/>
                  </a:lnTo>
                  <a:lnTo>
                    <a:pt x="549231" y="158296"/>
                  </a:lnTo>
                  <a:lnTo>
                    <a:pt x="546877" y="153788"/>
                  </a:lnTo>
                  <a:lnTo>
                    <a:pt x="544445" y="149323"/>
                  </a:lnTo>
                  <a:lnTo>
                    <a:pt x="541934" y="144901"/>
                  </a:lnTo>
                  <a:lnTo>
                    <a:pt x="539347" y="140523"/>
                  </a:lnTo>
                  <a:lnTo>
                    <a:pt x="536684" y="136192"/>
                  </a:lnTo>
                  <a:lnTo>
                    <a:pt x="533945" y="131907"/>
                  </a:lnTo>
                  <a:lnTo>
                    <a:pt x="531131" y="127672"/>
                  </a:lnTo>
                  <a:lnTo>
                    <a:pt x="528244" y="123486"/>
                  </a:lnTo>
                  <a:lnTo>
                    <a:pt x="525284" y="119351"/>
                  </a:lnTo>
                  <a:lnTo>
                    <a:pt x="522252" y="115269"/>
                  </a:lnTo>
                  <a:lnTo>
                    <a:pt x="519149" y="111240"/>
                  </a:lnTo>
                  <a:lnTo>
                    <a:pt x="515976" y="107267"/>
                  </a:lnTo>
                  <a:lnTo>
                    <a:pt x="512734" y="103349"/>
                  </a:lnTo>
                  <a:lnTo>
                    <a:pt x="509424" y="99489"/>
                  </a:lnTo>
                  <a:lnTo>
                    <a:pt x="506047" y="95688"/>
                  </a:lnTo>
                  <a:lnTo>
                    <a:pt x="502604" y="91946"/>
                  </a:lnTo>
                  <a:lnTo>
                    <a:pt x="499096" y="88265"/>
                  </a:lnTo>
                  <a:lnTo>
                    <a:pt x="495524" y="84645"/>
                  </a:lnTo>
                  <a:lnTo>
                    <a:pt x="491889" y="81089"/>
                  </a:lnTo>
                  <a:lnTo>
                    <a:pt x="488193" y="77597"/>
                  </a:lnTo>
                  <a:lnTo>
                    <a:pt x="484436" y="74171"/>
                  </a:lnTo>
                  <a:lnTo>
                    <a:pt x="480620" y="70810"/>
                  </a:lnTo>
                  <a:lnTo>
                    <a:pt x="476745" y="67517"/>
                  </a:lnTo>
                  <a:lnTo>
                    <a:pt x="472813" y="64292"/>
                  </a:lnTo>
                  <a:lnTo>
                    <a:pt x="468826" y="61137"/>
                  </a:lnTo>
                  <a:lnTo>
                    <a:pt x="464784" y="58052"/>
                  </a:lnTo>
                  <a:lnTo>
                    <a:pt x="460689" y="55038"/>
                  </a:lnTo>
                  <a:lnTo>
                    <a:pt x="456541" y="52096"/>
                  </a:lnTo>
                  <a:lnTo>
                    <a:pt x="452343" y="49227"/>
                  </a:lnTo>
                  <a:lnTo>
                    <a:pt x="448095" y="46432"/>
                  </a:lnTo>
                  <a:lnTo>
                    <a:pt x="443798" y="43712"/>
                  </a:lnTo>
                  <a:lnTo>
                    <a:pt x="439455" y="41067"/>
                  </a:lnTo>
                  <a:lnTo>
                    <a:pt x="435066" y="38499"/>
                  </a:lnTo>
                  <a:lnTo>
                    <a:pt x="430633" y="36008"/>
                  </a:lnTo>
                  <a:lnTo>
                    <a:pt x="426157" y="33595"/>
                  </a:lnTo>
                  <a:lnTo>
                    <a:pt x="421640" y="31261"/>
                  </a:lnTo>
                  <a:lnTo>
                    <a:pt x="417082" y="29006"/>
                  </a:lnTo>
                  <a:lnTo>
                    <a:pt x="412486" y="26832"/>
                  </a:lnTo>
                  <a:lnTo>
                    <a:pt x="407852" y="24738"/>
                  </a:lnTo>
                  <a:lnTo>
                    <a:pt x="403182" y="22725"/>
                  </a:lnTo>
                  <a:lnTo>
                    <a:pt x="398478" y="20795"/>
                  </a:lnTo>
                  <a:lnTo>
                    <a:pt x="393740" y="18947"/>
                  </a:lnTo>
                  <a:lnTo>
                    <a:pt x="388971" y="17182"/>
                  </a:lnTo>
                  <a:lnTo>
                    <a:pt x="384172" y="15501"/>
                  </a:lnTo>
                  <a:lnTo>
                    <a:pt x="379345" y="13904"/>
                  </a:lnTo>
                  <a:lnTo>
                    <a:pt x="374490" y="12392"/>
                  </a:lnTo>
                  <a:lnTo>
                    <a:pt x="369609" y="10966"/>
                  </a:lnTo>
                  <a:lnTo>
                    <a:pt x="364704" y="9624"/>
                  </a:lnTo>
                  <a:lnTo>
                    <a:pt x="359776" y="8369"/>
                  </a:lnTo>
                  <a:lnTo>
                    <a:pt x="354828" y="7201"/>
                  </a:lnTo>
                  <a:lnTo>
                    <a:pt x="349859" y="6119"/>
                  </a:lnTo>
                  <a:lnTo>
                    <a:pt x="344872" y="5124"/>
                  </a:lnTo>
                  <a:lnTo>
                    <a:pt x="339869" y="4217"/>
                  </a:lnTo>
                  <a:lnTo>
                    <a:pt x="334850" y="3397"/>
                  </a:lnTo>
                  <a:lnTo>
                    <a:pt x="329818" y="2665"/>
                  </a:lnTo>
                  <a:lnTo>
                    <a:pt x="324774" y="2022"/>
                  </a:lnTo>
                  <a:lnTo>
                    <a:pt x="319720" y="1467"/>
                  </a:lnTo>
                  <a:lnTo>
                    <a:pt x="314656" y="1000"/>
                  </a:lnTo>
                  <a:lnTo>
                    <a:pt x="309585" y="622"/>
                  </a:lnTo>
                  <a:lnTo>
                    <a:pt x="304509" y="333"/>
                  </a:lnTo>
                  <a:lnTo>
                    <a:pt x="299427" y="133"/>
                  </a:lnTo>
                  <a:lnTo>
                    <a:pt x="294344" y="22"/>
                  </a:lnTo>
                  <a:lnTo>
                    <a:pt x="289259" y="0"/>
                  </a:lnTo>
                  <a:lnTo>
                    <a:pt x="284174" y="66"/>
                  </a:lnTo>
                  <a:lnTo>
                    <a:pt x="279092" y="222"/>
                  </a:lnTo>
                  <a:lnTo>
                    <a:pt x="274013" y="467"/>
                  </a:lnTo>
                  <a:lnTo>
                    <a:pt x="268939" y="800"/>
                  </a:lnTo>
                  <a:lnTo>
                    <a:pt x="263871" y="1222"/>
                  </a:lnTo>
                  <a:lnTo>
                    <a:pt x="258812" y="1733"/>
                  </a:lnTo>
                  <a:lnTo>
                    <a:pt x="253762" y="2333"/>
                  </a:lnTo>
                  <a:lnTo>
                    <a:pt x="248724" y="3020"/>
                  </a:lnTo>
                  <a:lnTo>
                    <a:pt x="243699" y="3796"/>
                  </a:lnTo>
                  <a:lnTo>
                    <a:pt x="238688" y="4659"/>
                  </a:lnTo>
                  <a:lnTo>
                    <a:pt x="233692" y="5610"/>
                  </a:lnTo>
                  <a:lnTo>
                    <a:pt x="228715" y="6649"/>
                  </a:lnTo>
                  <a:lnTo>
                    <a:pt x="223756" y="7774"/>
                  </a:lnTo>
                  <a:lnTo>
                    <a:pt x="218817" y="8986"/>
                  </a:lnTo>
                  <a:lnTo>
                    <a:pt x="213901" y="10284"/>
                  </a:lnTo>
                  <a:lnTo>
                    <a:pt x="209008" y="11668"/>
                  </a:lnTo>
                  <a:lnTo>
                    <a:pt x="204140" y="13138"/>
                  </a:lnTo>
                  <a:lnTo>
                    <a:pt x="199298" y="14692"/>
                  </a:lnTo>
                  <a:lnTo>
                    <a:pt x="194485" y="16331"/>
                  </a:lnTo>
                  <a:lnTo>
                    <a:pt x="189700" y="18054"/>
                  </a:lnTo>
                  <a:lnTo>
                    <a:pt x="184947" y="19860"/>
                  </a:lnTo>
                  <a:lnTo>
                    <a:pt x="180226" y="21749"/>
                  </a:lnTo>
                  <a:lnTo>
                    <a:pt x="175539" y="23721"/>
                  </a:lnTo>
                  <a:lnTo>
                    <a:pt x="170887" y="25774"/>
                  </a:lnTo>
                  <a:lnTo>
                    <a:pt x="166272" y="27909"/>
                  </a:lnTo>
                  <a:lnTo>
                    <a:pt x="161694" y="30124"/>
                  </a:lnTo>
                  <a:lnTo>
                    <a:pt x="157157" y="32418"/>
                  </a:lnTo>
                  <a:lnTo>
                    <a:pt x="152660" y="34792"/>
                  </a:lnTo>
                  <a:lnTo>
                    <a:pt x="148205" y="37244"/>
                  </a:lnTo>
                  <a:lnTo>
                    <a:pt x="143794" y="39774"/>
                  </a:lnTo>
                  <a:lnTo>
                    <a:pt x="139428" y="42380"/>
                  </a:lnTo>
                  <a:lnTo>
                    <a:pt x="135108" y="45063"/>
                  </a:lnTo>
                  <a:lnTo>
                    <a:pt x="130835" y="47820"/>
                  </a:lnTo>
                  <a:lnTo>
                    <a:pt x="126612" y="50652"/>
                  </a:lnTo>
                  <a:lnTo>
                    <a:pt x="122439" y="53558"/>
                  </a:lnTo>
                  <a:lnTo>
                    <a:pt x="118317" y="56536"/>
                  </a:lnTo>
                  <a:lnTo>
                    <a:pt x="114248" y="59586"/>
                  </a:lnTo>
                  <a:lnTo>
                    <a:pt x="110233" y="62706"/>
                  </a:lnTo>
                  <a:lnTo>
                    <a:pt x="106274" y="65896"/>
                  </a:lnTo>
                  <a:lnTo>
                    <a:pt x="102371" y="69155"/>
                  </a:lnTo>
                  <a:lnTo>
                    <a:pt x="98525" y="72482"/>
                  </a:lnTo>
                  <a:lnTo>
                    <a:pt x="94738" y="75876"/>
                  </a:lnTo>
                  <a:lnTo>
                    <a:pt x="91011" y="79335"/>
                  </a:lnTo>
                  <a:lnTo>
                    <a:pt x="87346" y="82859"/>
                  </a:lnTo>
                  <a:lnTo>
                    <a:pt x="83742" y="86447"/>
                  </a:lnTo>
                  <a:lnTo>
                    <a:pt x="80202" y="90097"/>
                  </a:lnTo>
                  <a:lnTo>
                    <a:pt x="76726" y="93809"/>
                  </a:lnTo>
                  <a:lnTo>
                    <a:pt x="73316" y="97581"/>
                  </a:lnTo>
                  <a:lnTo>
                    <a:pt x="69972" y="101412"/>
                  </a:lnTo>
                  <a:lnTo>
                    <a:pt x="66696" y="105301"/>
                  </a:lnTo>
                  <a:lnTo>
                    <a:pt x="63489" y="109247"/>
                  </a:lnTo>
                  <a:lnTo>
                    <a:pt x="60351" y="113248"/>
                  </a:lnTo>
                  <a:lnTo>
                    <a:pt x="57283" y="117303"/>
                  </a:lnTo>
                  <a:lnTo>
                    <a:pt x="54287" y="121412"/>
                  </a:lnTo>
                  <a:lnTo>
                    <a:pt x="51363" y="125572"/>
                  </a:lnTo>
                  <a:lnTo>
                    <a:pt x="48513" y="129783"/>
                  </a:lnTo>
                  <a:lnTo>
                    <a:pt x="45737" y="134043"/>
                  </a:lnTo>
                  <a:lnTo>
                    <a:pt x="43035" y="138352"/>
                  </a:lnTo>
                  <a:lnTo>
                    <a:pt x="40410" y="142706"/>
                  </a:lnTo>
                  <a:lnTo>
                    <a:pt x="37861" y="147106"/>
                  </a:lnTo>
                  <a:lnTo>
                    <a:pt x="35389" y="151550"/>
                  </a:lnTo>
                  <a:lnTo>
                    <a:pt x="32996" y="156037"/>
                  </a:lnTo>
                  <a:lnTo>
                    <a:pt x="30682" y="160564"/>
                  </a:lnTo>
                  <a:lnTo>
                    <a:pt x="28447" y="165132"/>
                  </a:lnTo>
                  <a:lnTo>
                    <a:pt x="26292" y="169738"/>
                  </a:lnTo>
                  <a:lnTo>
                    <a:pt x="24218" y="174381"/>
                  </a:lnTo>
                  <a:lnTo>
                    <a:pt x="22226" y="179059"/>
                  </a:lnTo>
                  <a:lnTo>
                    <a:pt x="20316" y="183772"/>
                  </a:lnTo>
                  <a:lnTo>
                    <a:pt x="18489" y="188517"/>
                  </a:lnTo>
                  <a:lnTo>
                    <a:pt x="16745" y="193294"/>
                  </a:lnTo>
                  <a:lnTo>
                    <a:pt x="15086" y="198100"/>
                  </a:lnTo>
                  <a:lnTo>
                    <a:pt x="13510" y="202935"/>
                  </a:lnTo>
                  <a:lnTo>
                    <a:pt x="12019" y="207797"/>
                  </a:lnTo>
                  <a:lnTo>
                    <a:pt x="10614" y="212684"/>
                  </a:lnTo>
                  <a:lnTo>
                    <a:pt x="9294" y="217594"/>
                  </a:lnTo>
                  <a:lnTo>
                    <a:pt x="8061" y="222527"/>
                  </a:lnTo>
                  <a:lnTo>
                    <a:pt x="6914" y="227481"/>
                  </a:lnTo>
                  <a:lnTo>
                    <a:pt x="5854" y="232455"/>
                  </a:lnTo>
                  <a:lnTo>
                    <a:pt x="4881" y="237446"/>
                  </a:lnTo>
                  <a:lnTo>
                    <a:pt x="3995" y="242453"/>
                  </a:lnTo>
                  <a:lnTo>
                    <a:pt x="3197" y="247475"/>
                  </a:lnTo>
                  <a:lnTo>
                    <a:pt x="2488" y="252510"/>
                  </a:lnTo>
                  <a:lnTo>
                    <a:pt x="1866" y="257557"/>
                  </a:lnTo>
                  <a:lnTo>
                    <a:pt x="1333" y="262614"/>
                  </a:lnTo>
                  <a:lnTo>
                    <a:pt x="889" y="267679"/>
                  </a:lnTo>
                  <a:lnTo>
                    <a:pt x="533" y="272752"/>
                  </a:lnTo>
                  <a:lnTo>
                    <a:pt x="266" y="277830"/>
                  </a:lnTo>
                  <a:lnTo>
                    <a:pt x="88" y="282912"/>
                  </a:lnTo>
                  <a:lnTo>
                    <a:pt x="0" y="287996"/>
                  </a:lnTo>
                  <a:lnTo>
                    <a:pt x="0" y="293081"/>
                  </a:lnTo>
                  <a:lnTo>
                    <a:pt x="88" y="298165"/>
                  </a:lnTo>
                  <a:lnTo>
                    <a:pt x="266" y="303247"/>
                  </a:lnTo>
                  <a:lnTo>
                    <a:pt x="533" y="308325"/>
                  </a:lnTo>
                  <a:lnTo>
                    <a:pt x="889" y="313397"/>
                  </a:lnTo>
                  <a:lnTo>
                    <a:pt x="1333" y="318463"/>
                  </a:lnTo>
                  <a:lnTo>
                    <a:pt x="1866" y="323520"/>
                  </a:lnTo>
                  <a:lnTo>
                    <a:pt x="2488" y="328567"/>
                  </a:lnTo>
                  <a:lnTo>
                    <a:pt x="3197" y="333602"/>
                  </a:lnTo>
                  <a:lnTo>
                    <a:pt x="3995" y="338624"/>
                  </a:lnTo>
                  <a:lnTo>
                    <a:pt x="4881" y="343631"/>
                  </a:lnTo>
                  <a:lnTo>
                    <a:pt x="5854" y="348622"/>
                  </a:lnTo>
                  <a:lnTo>
                    <a:pt x="6914" y="353596"/>
                  </a:lnTo>
                  <a:lnTo>
                    <a:pt x="8061" y="358549"/>
                  </a:lnTo>
                  <a:lnTo>
                    <a:pt x="9294" y="363483"/>
                  </a:lnTo>
                  <a:lnTo>
                    <a:pt x="10614" y="368393"/>
                  </a:lnTo>
                  <a:lnTo>
                    <a:pt x="12019" y="373280"/>
                  </a:lnTo>
                  <a:lnTo>
                    <a:pt x="13510" y="378142"/>
                  </a:lnTo>
                  <a:lnTo>
                    <a:pt x="15086" y="382976"/>
                  </a:lnTo>
                  <a:lnTo>
                    <a:pt x="16745" y="387783"/>
                  </a:lnTo>
                  <a:lnTo>
                    <a:pt x="18489" y="392559"/>
                  </a:lnTo>
                  <a:lnTo>
                    <a:pt x="20316" y="397305"/>
                  </a:lnTo>
                  <a:lnTo>
                    <a:pt x="22226" y="402017"/>
                  </a:lnTo>
                  <a:lnTo>
                    <a:pt x="24218" y="406696"/>
                  </a:lnTo>
                  <a:lnTo>
                    <a:pt x="26292" y="411339"/>
                  </a:lnTo>
                  <a:lnTo>
                    <a:pt x="28447" y="415945"/>
                  </a:lnTo>
                  <a:lnTo>
                    <a:pt x="30682" y="420512"/>
                  </a:lnTo>
                  <a:lnTo>
                    <a:pt x="32996" y="425040"/>
                  </a:lnTo>
                  <a:lnTo>
                    <a:pt x="35389" y="429527"/>
                  </a:lnTo>
                  <a:lnTo>
                    <a:pt x="37861" y="433971"/>
                  </a:lnTo>
                  <a:lnTo>
                    <a:pt x="40410" y="438371"/>
                  </a:lnTo>
                  <a:lnTo>
                    <a:pt x="43035" y="442725"/>
                  </a:lnTo>
                  <a:lnTo>
                    <a:pt x="45737" y="447033"/>
                  </a:lnTo>
                  <a:lnTo>
                    <a:pt x="48513" y="451293"/>
                  </a:lnTo>
                  <a:lnTo>
                    <a:pt x="51363" y="455504"/>
                  </a:lnTo>
                  <a:lnTo>
                    <a:pt x="54287" y="459665"/>
                  </a:lnTo>
                  <a:lnTo>
                    <a:pt x="57283" y="463773"/>
                  </a:lnTo>
                  <a:lnTo>
                    <a:pt x="60351" y="467829"/>
                  </a:lnTo>
                  <a:lnTo>
                    <a:pt x="63489" y="471830"/>
                  </a:lnTo>
                  <a:lnTo>
                    <a:pt x="66696" y="475776"/>
                  </a:lnTo>
                  <a:lnTo>
                    <a:pt x="69972" y="479665"/>
                  </a:lnTo>
                  <a:lnTo>
                    <a:pt x="73316" y="483496"/>
                  </a:lnTo>
                  <a:lnTo>
                    <a:pt x="76726" y="487268"/>
                  </a:lnTo>
                  <a:lnTo>
                    <a:pt x="80202" y="490979"/>
                  </a:lnTo>
                  <a:lnTo>
                    <a:pt x="83742" y="494630"/>
                  </a:lnTo>
                  <a:lnTo>
                    <a:pt x="87346" y="498217"/>
                  </a:lnTo>
                  <a:lnTo>
                    <a:pt x="91011" y="501741"/>
                  </a:lnTo>
                  <a:lnTo>
                    <a:pt x="94738" y="505201"/>
                  </a:lnTo>
                  <a:lnTo>
                    <a:pt x="98525" y="508595"/>
                  </a:lnTo>
                  <a:lnTo>
                    <a:pt x="102371" y="511922"/>
                  </a:lnTo>
                  <a:lnTo>
                    <a:pt x="106274" y="515181"/>
                  </a:lnTo>
                  <a:lnTo>
                    <a:pt x="110233" y="518371"/>
                  </a:lnTo>
                  <a:lnTo>
                    <a:pt x="114248" y="521491"/>
                  </a:lnTo>
                  <a:lnTo>
                    <a:pt x="118317" y="524541"/>
                  </a:lnTo>
                  <a:lnTo>
                    <a:pt x="122439" y="527519"/>
                  </a:lnTo>
                  <a:lnTo>
                    <a:pt x="126612" y="530425"/>
                  </a:lnTo>
                  <a:lnTo>
                    <a:pt x="130835" y="533257"/>
                  </a:lnTo>
                  <a:lnTo>
                    <a:pt x="135108" y="536014"/>
                  </a:lnTo>
                  <a:lnTo>
                    <a:pt x="139428" y="538697"/>
                  </a:lnTo>
                  <a:lnTo>
                    <a:pt x="143794" y="541303"/>
                  </a:lnTo>
                  <a:lnTo>
                    <a:pt x="148205" y="543833"/>
                  </a:lnTo>
                  <a:lnTo>
                    <a:pt x="152660" y="546285"/>
                  </a:lnTo>
                  <a:lnTo>
                    <a:pt x="157157" y="548658"/>
                  </a:lnTo>
                  <a:lnTo>
                    <a:pt x="161694" y="550953"/>
                  </a:lnTo>
                  <a:lnTo>
                    <a:pt x="166272" y="553168"/>
                  </a:lnTo>
                  <a:lnTo>
                    <a:pt x="170887" y="555302"/>
                  </a:lnTo>
                  <a:lnTo>
                    <a:pt x="175539" y="557356"/>
                  </a:lnTo>
                  <a:lnTo>
                    <a:pt x="180226" y="559327"/>
                  </a:lnTo>
                  <a:lnTo>
                    <a:pt x="184947" y="561217"/>
                  </a:lnTo>
                  <a:lnTo>
                    <a:pt x="189700" y="563023"/>
                  </a:lnTo>
                  <a:lnTo>
                    <a:pt x="194485" y="564746"/>
                  </a:lnTo>
                  <a:lnTo>
                    <a:pt x="199298" y="566385"/>
                  </a:lnTo>
                  <a:lnTo>
                    <a:pt x="204140" y="567939"/>
                  </a:lnTo>
                  <a:lnTo>
                    <a:pt x="209008" y="569409"/>
                  </a:lnTo>
                  <a:lnTo>
                    <a:pt x="213901" y="570793"/>
                  </a:lnTo>
                  <a:lnTo>
                    <a:pt x="218817" y="572091"/>
                  </a:lnTo>
                  <a:lnTo>
                    <a:pt x="223756" y="573303"/>
                  </a:lnTo>
                  <a:lnTo>
                    <a:pt x="228715" y="574428"/>
                  </a:lnTo>
                  <a:lnTo>
                    <a:pt x="233692" y="575466"/>
                  </a:lnTo>
                  <a:lnTo>
                    <a:pt x="238688" y="576417"/>
                  </a:lnTo>
                  <a:lnTo>
                    <a:pt x="243699" y="577281"/>
                  </a:lnTo>
                  <a:lnTo>
                    <a:pt x="248724" y="578057"/>
                  </a:lnTo>
                  <a:lnTo>
                    <a:pt x="253762" y="578744"/>
                  </a:lnTo>
                  <a:lnTo>
                    <a:pt x="258812" y="579344"/>
                  </a:lnTo>
                  <a:lnTo>
                    <a:pt x="263871" y="579854"/>
                  </a:lnTo>
                  <a:lnTo>
                    <a:pt x="268939" y="580277"/>
                  </a:lnTo>
                  <a:lnTo>
                    <a:pt x="274013" y="580610"/>
                  </a:lnTo>
                  <a:lnTo>
                    <a:pt x="279092" y="580855"/>
                  </a:lnTo>
                  <a:lnTo>
                    <a:pt x="284174" y="581011"/>
                  </a:lnTo>
                  <a:lnTo>
                    <a:pt x="289259" y="581077"/>
                  </a:lnTo>
                  <a:lnTo>
                    <a:pt x="294344" y="581055"/>
                  </a:lnTo>
                  <a:lnTo>
                    <a:pt x="299427" y="580944"/>
                  </a:lnTo>
                  <a:lnTo>
                    <a:pt x="304509" y="580744"/>
                  </a:lnTo>
                  <a:lnTo>
                    <a:pt x="309585" y="580455"/>
                  </a:lnTo>
                  <a:lnTo>
                    <a:pt x="314656" y="580077"/>
                  </a:lnTo>
                  <a:lnTo>
                    <a:pt x="319720" y="579610"/>
                  </a:lnTo>
                  <a:lnTo>
                    <a:pt x="324774" y="579055"/>
                  </a:lnTo>
                  <a:lnTo>
                    <a:pt x="329818" y="578411"/>
                  </a:lnTo>
                  <a:lnTo>
                    <a:pt x="334850" y="577680"/>
                  </a:lnTo>
                  <a:lnTo>
                    <a:pt x="339869" y="576860"/>
                  </a:lnTo>
                  <a:lnTo>
                    <a:pt x="344872" y="575953"/>
                  </a:lnTo>
                  <a:lnTo>
                    <a:pt x="349859" y="574958"/>
                  </a:lnTo>
                  <a:lnTo>
                    <a:pt x="354828" y="573876"/>
                  </a:lnTo>
                  <a:lnTo>
                    <a:pt x="359776" y="572708"/>
                  </a:lnTo>
                  <a:lnTo>
                    <a:pt x="364704" y="571452"/>
                  </a:lnTo>
                  <a:lnTo>
                    <a:pt x="369609" y="570111"/>
                  </a:lnTo>
                  <a:lnTo>
                    <a:pt x="374490" y="568685"/>
                  </a:lnTo>
                  <a:lnTo>
                    <a:pt x="379345" y="567173"/>
                  </a:lnTo>
                  <a:lnTo>
                    <a:pt x="384172" y="565576"/>
                  </a:lnTo>
                  <a:lnTo>
                    <a:pt x="388971" y="563895"/>
                  </a:lnTo>
                  <a:lnTo>
                    <a:pt x="393740" y="562130"/>
                  </a:lnTo>
                  <a:lnTo>
                    <a:pt x="398478" y="560282"/>
                  </a:lnTo>
                  <a:lnTo>
                    <a:pt x="403182" y="558352"/>
                  </a:lnTo>
                  <a:lnTo>
                    <a:pt x="407852" y="556339"/>
                  </a:lnTo>
                  <a:lnTo>
                    <a:pt x="412486" y="554245"/>
                  </a:lnTo>
                  <a:lnTo>
                    <a:pt x="417082" y="552071"/>
                  </a:lnTo>
                  <a:lnTo>
                    <a:pt x="421640" y="549816"/>
                  </a:lnTo>
                  <a:lnTo>
                    <a:pt x="426157" y="547481"/>
                  </a:lnTo>
                  <a:lnTo>
                    <a:pt x="430633" y="545069"/>
                  </a:lnTo>
                  <a:lnTo>
                    <a:pt x="435066" y="542578"/>
                  </a:lnTo>
                  <a:lnTo>
                    <a:pt x="439455" y="540009"/>
                  </a:lnTo>
                  <a:lnTo>
                    <a:pt x="443798" y="537365"/>
                  </a:lnTo>
                  <a:lnTo>
                    <a:pt x="448095" y="534645"/>
                  </a:lnTo>
                  <a:lnTo>
                    <a:pt x="452343" y="531850"/>
                  </a:lnTo>
                  <a:lnTo>
                    <a:pt x="456541" y="528981"/>
                  </a:lnTo>
                  <a:lnTo>
                    <a:pt x="460689" y="526039"/>
                  </a:lnTo>
                  <a:lnTo>
                    <a:pt x="464784" y="523025"/>
                  </a:lnTo>
                  <a:lnTo>
                    <a:pt x="468826" y="519940"/>
                  </a:lnTo>
                  <a:lnTo>
                    <a:pt x="472813" y="516784"/>
                  </a:lnTo>
                  <a:lnTo>
                    <a:pt x="476745" y="513560"/>
                  </a:lnTo>
                  <a:lnTo>
                    <a:pt x="480620" y="510266"/>
                  </a:lnTo>
                  <a:lnTo>
                    <a:pt x="484436" y="506906"/>
                  </a:lnTo>
                  <a:lnTo>
                    <a:pt x="488193" y="503479"/>
                  </a:lnTo>
                  <a:lnTo>
                    <a:pt x="491889" y="499987"/>
                  </a:lnTo>
                  <a:lnTo>
                    <a:pt x="495524" y="496431"/>
                  </a:lnTo>
                  <a:lnTo>
                    <a:pt x="499096" y="492812"/>
                  </a:lnTo>
                  <a:lnTo>
                    <a:pt x="502604" y="489131"/>
                  </a:lnTo>
                  <a:lnTo>
                    <a:pt x="506047" y="485389"/>
                  </a:lnTo>
                  <a:lnTo>
                    <a:pt x="509424" y="481588"/>
                  </a:lnTo>
                  <a:lnTo>
                    <a:pt x="512734" y="477727"/>
                  </a:lnTo>
                  <a:lnTo>
                    <a:pt x="515976" y="473810"/>
                  </a:lnTo>
                  <a:lnTo>
                    <a:pt x="519149" y="469836"/>
                  </a:lnTo>
                  <a:lnTo>
                    <a:pt x="522252" y="465808"/>
                  </a:lnTo>
                  <a:lnTo>
                    <a:pt x="525284" y="461726"/>
                  </a:lnTo>
                  <a:lnTo>
                    <a:pt x="528244" y="457591"/>
                  </a:lnTo>
                  <a:lnTo>
                    <a:pt x="531131" y="453405"/>
                  </a:lnTo>
                  <a:lnTo>
                    <a:pt x="533945" y="449169"/>
                  </a:lnTo>
                  <a:lnTo>
                    <a:pt x="536684" y="444885"/>
                  </a:lnTo>
                  <a:lnTo>
                    <a:pt x="539347" y="440554"/>
                  </a:lnTo>
                  <a:lnTo>
                    <a:pt x="541934" y="436176"/>
                  </a:lnTo>
                  <a:lnTo>
                    <a:pt x="544445" y="431754"/>
                  </a:lnTo>
                  <a:lnTo>
                    <a:pt x="546877" y="427289"/>
                  </a:lnTo>
                  <a:lnTo>
                    <a:pt x="549231" y="422781"/>
                  </a:lnTo>
                  <a:lnTo>
                    <a:pt x="551506" y="418233"/>
                  </a:lnTo>
                  <a:lnTo>
                    <a:pt x="553701" y="413647"/>
                  </a:lnTo>
                  <a:lnTo>
                    <a:pt x="555815" y="409022"/>
                  </a:lnTo>
                  <a:lnTo>
                    <a:pt x="557848" y="404361"/>
                  </a:lnTo>
                  <a:lnTo>
                    <a:pt x="559799" y="399665"/>
                  </a:lnTo>
                  <a:lnTo>
                    <a:pt x="561668" y="394936"/>
                  </a:lnTo>
                  <a:lnTo>
                    <a:pt x="563453" y="390175"/>
                  </a:lnTo>
                  <a:lnTo>
                    <a:pt x="565155" y="385383"/>
                  </a:lnTo>
                  <a:lnTo>
                    <a:pt x="566773" y="380563"/>
                  </a:lnTo>
                  <a:lnTo>
                    <a:pt x="568306" y="375714"/>
                  </a:lnTo>
                  <a:lnTo>
                    <a:pt x="569754" y="370840"/>
                  </a:lnTo>
                  <a:lnTo>
                    <a:pt x="571117" y="365941"/>
                  </a:lnTo>
                  <a:lnTo>
                    <a:pt x="572394" y="361019"/>
                  </a:lnTo>
                  <a:lnTo>
                    <a:pt x="573584" y="356075"/>
                  </a:lnTo>
                  <a:lnTo>
                    <a:pt x="574687" y="351111"/>
                  </a:lnTo>
                  <a:lnTo>
                    <a:pt x="575704" y="346129"/>
                  </a:lnTo>
                  <a:lnTo>
                    <a:pt x="576633" y="341130"/>
                  </a:lnTo>
                  <a:lnTo>
                    <a:pt x="577475" y="336115"/>
                  </a:lnTo>
                  <a:lnTo>
                    <a:pt x="578228" y="331086"/>
                  </a:lnTo>
                  <a:lnTo>
                    <a:pt x="578894" y="326045"/>
                  </a:lnTo>
                  <a:lnTo>
                    <a:pt x="579471" y="320993"/>
                  </a:lnTo>
                  <a:lnTo>
                    <a:pt x="579960" y="315931"/>
                  </a:lnTo>
                  <a:lnTo>
                    <a:pt x="580360" y="310862"/>
                  </a:lnTo>
                  <a:lnTo>
                    <a:pt x="580671" y="305787"/>
                  </a:lnTo>
                  <a:lnTo>
                    <a:pt x="580894" y="300706"/>
                  </a:lnTo>
                  <a:lnTo>
                    <a:pt x="581027" y="295623"/>
                  </a:lnTo>
                  <a:lnTo>
                    <a:pt x="581072" y="290538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7420570" y="5524900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lnTo>
                    <a:pt x="1056495" y="52825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586" name="tx586"/>
            <p:cNvSpPr/>
            <p:nvPr/>
          </p:nvSpPr>
          <p:spPr>
            <a:xfrm>
              <a:off x="7825102" y="5407196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587" name="tx587"/>
            <p:cNvSpPr/>
            <p:nvPr/>
          </p:nvSpPr>
          <p:spPr>
            <a:xfrm>
              <a:off x="7816604" y="6620262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588" name="tx588"/>
            <p:cNvSpPr/>
            <p:nvPr/>
          </p:nvSpPr>
          <p:spPr>
            <a:xfrm>
              <a:off x="8378372" y="5585029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589" name="tx589"/>
            <p:cNvSpPr/>
            <p:nvPr/>
          </p:nvSpPr>
          <p:spPr>
            <a:xfrm>
              <a:off x="8556304" y="601484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590" name="tx590"/>
            <p:cNvSpPr/>
            <p:nvPr/>
          </p:nvSpPr>
          <p:spPr>
            <a:xfrm>
              <a:off x="8378372" y="6442330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591" name="pg591"/>
            <p:cNvSpPr/>
            <p:nvPr/>
          </p:nvSpPr>
          <p:spPr>
            <a:xfrm>
              <a:off x="7420570" y="5524900"/>
              <a:ext cx="1056495" cy="1056505"/>
            </a:xfrm>
            <a:custGeom>
              <a:avLst/>
              <a:pathLst>
                <a:path w="1056495" h="1056505">
                  <a:moveTo>
                    <a:pt x="1056495" y="528252"/>
                  </a:moveTo>
                  <a:lnTo>
                    <a:pt x="1056414" y="519007"/>
                  </a:lnTo>
                  <a:lnTo>
                    <a:pt x="1056171" y="509765"/>
                  </a:lnTo>
                  <a:lnTo>
                    <a:pt x="1055767" y="500528"/>
                  </a:lnTo>
                  <a:lnTo>
                    <a:pt x="1055201" y="491300"/>
                  </a:lnTo>
                  <a:lnTo>
                    <a:pt x="1054473" y="482083"/>
                  </a:lnTo>
                  <a:lnTo>
                    <a:pt x="1053585" y="472881"/>
                  </a:lnTo>
                  <a:lnTo>
                    <a:pt x="1052535" y="463695"/>
                  </a:lnTo>
                  <a:lnTo>
                    <a:pt x="1051325" y="454529"/>
                  </a:lnTo>
                  <a:lnTo>
                    <a:pt x="1049955" y="445386"/>
                  </a:lnTo>
                  <a:lnTo>
                    <a:pt x="1048424" y="436268"/>
                  </a:lnTo>
                  <a:lnTo>
                    <a:pt x="1046735" y="427178"/>
                  </a:lnTo>
                  <a:lnTo>
                    <a:pt x="1044887" y="418120"/>
                  </a:lnTo>
                  <a:lnTo>
                    <a:pt x="1042880" y="409095"/>
                  </a:lnTo>
                  <a:lnTo>
                    <a:pt x="1040716" y="400106"/>
                  </a:lnTo>
                  <a:lnTo>
                    <a:pt x="1038395" y="391157"/>
                  </a:lnTo>
                  <a:lnTo>
                    <a:pt x="1035917" y="382250"/>
                  </a:lnTo>
                  <a:lnTo>
                    <a:pt x="1033284" y="373387"/>
                  </a:lnTo>
                  <a:lnTo>
                    <a:pt x="1030497" y="364572"/>
                  </a:lnTo>
                  <a:lnTo>
                    <a:pt x="1027555" y="355807"/>
                  </a:lnTo>
                  <a:lnTo>
                    <a:pt x="1024461" y="347095"/>
                  </a:lnTo>
                  <a:lnTo>
                    <a:pt x="1021214" y="338438"/>
                  </a:lnTo>
                  <a:lnTo>
                    <a:pt x="1017817" y="329840"/>
                  </a:lnTo>
                  <a:lnTo>
                    <a:pt x="1014270" y="321302"/>
                  </a:lnTo>
                  <a:lnTo>
                    <a:pt x="1010573" y="312827"/>
                  </a:lnTo>
                  <a:lnTo>
                    <a:pt x="1006729" y="304419"/>
                  </a:lnTo>
                  <a:lnTo>
                    <a:pt x="1002739" y="296079"/>
                  </a:lnTo>
                  <a:lnTo>
                    <a:pt x="998603" y="287810"/>
                  </a:lnTo>
                  <a:lnTo>
                    <a:pt x="994323" y="279615"/>
                  </a:lnTo>
                  <a:lnTo>
                    <a:pt x="989900" y="271497"/>
                  </a:lnTo>
                  <a:lnTo>
                    <a:pt x="985336" y="263456"/>
                  </a:lnTo>
                  <a:lnTo>
                    <a:pt x="980632" y="255497"/>
                  </a:lnTo>
                  <a:lnTo>
                    <a:pt x="975789" y="247622"/>
                  </a:lnTo>
                  <a:lnTo>
                    <a:pt x="970809" y="239832"/>
                  </a:lnTo>
                  <a:lnTo>
                    <a:pt x="965693" y="232131"/>
                  </a:lnTo>
                  <a:lnTo>
                    <a:pt x="960444" y="224520"/>
                  </a:lnTo>
                  <a:lnTo>
                    <a:pt x="955062" y="217003"/>
                  </a:lnTo>
                  <a:lnTo>
                    <a:pt x="949550" y="209580"/>
                  </a:lnTo>
                  <a:lnTo>
                    <a:pt x="943908" y="202256"/>
                  </a:lnTo>
                  <a:lnTo>
                    <a:pt x="938139" y="195031"/>
                  </a:lnTo>
                  <a:lnTo>
                    <a:pt x="932245" y="187908"/>
                  </a:lnTo>
                  <a:lnTo>
                    <a:pt x="926226" y="180890"/>
                  </a:lnTo>
                  <a:lnTo>
                    <a:pt x="920086" y="173978"/>
                  </a:lnTo>
                  <a:lnTo>
                    <a:pt x="913826" y="167174"/>
                  </a:lnTo>
                  <a:lnTo>
                    <a:pt x="907448" y="160481"/>
                  </a:lnTo>
                  <a:lnTo>
                    <a:pt x="900953" y="153901"/>
                  </a:lnTo>
                  <a:lnTo>
                    <a:pt x="894345" y="147436"/>
                  </a:lnTo>
                  <a:lnTo>
                    <a:pt x="887624" y="141087"/>
                  </a:lnTo>
                  <a:lnTo>
                    <a:pt x="880793" y="134856"/>
                  </a:lnTo>
                  <a:lnTo>
                    <a:pt x="873854" y="128747"/>
                  </a:lnTo>
                  <a:lnTo>
                    <a:pt x="866810" y="122759"/>
                  </a:lnTo>
                  <a:lnTo>
                    <a:pt x="859661" y="116896"/>
                  </a:lnTo>
                  <a:lnTo>
                    <a:pt x="852411" y="111159"/>
                  </a:lnTo>
                  <a:lnTo>
                    <a:pt x="845062" y="105549"/>
                  </a:lnTo>
                  <a:lnTo>
                    <a:pt x="837616" y="100069"/>
                  </a:lnTo>
                  <a:lnTo>
                    <a:pt x="830075" y="94720"/>
                  </a:lnTo>
                  <a:lnTo>
                    <a:pt x="822441" y="89504"/>
                  </a:lnTo>
                  <a:lnTo>
                    <a:pt x="814718" y="84422"/>
                  </a:lnTo>
                  <a:lnTo>
                    <a:pt x="806906" y="79477"/>
                  </a:lnTo>
                  <a:lnTo>
                    <a:pt x="799010" y="74668"/>
                  </a:lnTo>
                  <a:lnTo>
                    <a:pt x="791030" y="69999"/>
                  </a:lnTo>
                  <a:lnTo>
                    <a:pt x="782970" y="65470"/>
                  </a:lnTo>
                  <a:lnTo>
                    <a:pt x="774832" y="61083"/>
                  </a:lnTo>
                  <a:lnTo>
                    <a:pt x="766618" y="56839"/>
                  </a:lnTo>
                  <a:lnTo>
                    <a:pt x="758331" y="52739"/>
                  </a:lnTo>
                  <a:lnTo>
                    <a:pt x="749974" y="48785"/>
                  </a:lnTo>
                  <a:lnTo>
                    <a:pt x="741549" y="44978"/>
                  </a:lnTo>
                  <a:lnTo>
                    <a:pt x="733059" y="41319"/>
                  </a:lnTo>
                  <a:lnTo>
                    <a:pt x="724505" y="37809"/>
                  </a:lnTo>
                  <a:lnTo>
                    <a:pt x="715892" y="34449"/>
                  </a:lnTo>
                  <a:lnTo>
                    <a:pt x="707221" y="31240"/>
                  </a:lnTo>
                  <a:lnTo>
                    <a:pt x="698496" y="28184"/>
                  </a:lnTo>
                  <a:lnTo>
                    <a:pt x="689718" y="25281"/>
                  </a:lnTo>
                  <a:lnTo>
                    <a:pt x="680891" y="22532"/>
                  </a:lnTo>
                  <a:lnTo>
                    <a:pt x="672017" y="19938"/>
                  </a:lnTo>
                  <a:lnTo>
                    <a:pt x="663099" y="17499"/>
                  </a:lnTo>
                  <a:lnTo>
                    <a:pt x="654139" y="15217"/>
                  </a:lnTo>
                  <a:lnTo>
                    <a:pt x="645141" y="13092"/>
                  </a:lnTo>
                  <a:lnTo>
                    <a:pt x="636108" y="11125"/>
                  </a:lnTo>
                  <a:lnTo>
                    <a:pt x="627041" y="9317"/>
                  </a:lnTo>
                  <a:lnTo>
                    <a:pt x="617944" y="7667"/>
                  </a:lnTo>
                  <a:lnTo>
                    <a:pt x="608819" y="6177"/>
                  </a:lnTo>
                  <a:lnTo>
                    <a:pt x="599670" y="4846"/>
                  </a:lnTo>
                  <a:lnTo>
                    <a:pt x="590499" y="3676"/>
                  </a:lnTo>
                  <a:lnTo>
                    <a:pt x="581309" y="2667"/>
                  </a:lnTo>
                  <a:lnTo>
                    <a:pt x="572103" y="1819"/>
                  </a:lnTo>
                  <a:lnTo>
                    <a:pt x="562883" y="1132"/>
                  </a:lnTo>
                  <a:lnTo>
                    <a:pt x="553652" y="606"/>
                  </a:lnTo>
                  <a:lnTo>
                    <a:pt x="544414" y="242"/>
                  </a:lnTo>
                  <a:lnTo>
                    <a:pt x="535171" y="40"/>
                  </a:lnTo>
                  <a:lnTo>
                    <a:pt x="525926" y="0"/>
                  </a:lnTo>
                  <a:lnTo>
                    <a:pt x="516681" y="121"/>
                  </a:lnTo>
                  <a:lnTo>
                    <a:pt x="507440" y="404"/>
                  </a:lnTo>
                  <a:lnTo>
                    <a:pt x="498205" y="849"/>
                  </a:lnTo>
                  <a:lnTo>
                    <a:pt x="488980" y="1455"/>
                  </a:lnTo>
                  <a:lnTo>
                    <a:pt x="479766" y="2223"/>
                  </a:lnTo>
                  <a:lnTo>
                    <a:pt x="470568" y="3152"/>
                  </a:lnTo>
                  <a:lnTo>
                    <a:pt x="461387" y="4241"/>
                  </a:lnTo>
                  <a:lnTo>
                    <a:pt x="452226" y="5492"/>
                  </a:lnTo>
                  <a:lnTo>
                    <a:pt x="443089" y="6902"/>
                  </a:lnTo>
                  <a:lnTo>
                    <a:pt x="433978" y="8472"/>
                  </a:lnTo>
                  <a:lnTo>
                    <a:pt x="424896" y="10201"/>
                  </a:lnTo>
                  <a:lnTo>
                    <a:pt x="415845" y="12089"/>
                  </a:lnTo>
                  <a:lnTo>
                    <a:pt x="406829" y="14135"/>
                  </a:lnTo>
                  <a:lnTo>
                    <a:pt x="397850" y="16339"/>
                  </a:lnTo>
                  <a:lnTo>
                    <a:pt x="388911" y="18699"/>
                  </a:lnTo>
                  <a:lnTo>
                    <a:pt x="380014" y="21215"/>
                  </a:lnTo>
                  <a:lnTo>
                    <a:pt x="371164" y="23887"/>
                  </a:lnTo>
                  <a:lnTo>
                    <a:pt x="362361" y="26713"/>
                  </a:lnTo>
                  <a:lnTo>
                    <a:pt x="353609" y="29693"/>
                  </a:lnTo>
                  <a:lnTo>
                    <a:pt x="344910" y="32826"/>
                  </a:lnTo>
                  <a:lnTo>
                    <a:pt x="336268" y="36110"/>
                  </a:lnTo>
                  <a:lnTo>
                    <a:pt x="327684" y="39545"/>
                  </a:lnTo>
                  <a:lnTo>
                    <a:pt x="319162" y="43130"/>
                  </a:lnTo>
                  <a:lnTo>
                    <a:pt x="310704" y="46863"/>
                  </a:lnTo>
                  <a:lnTo>
                    <a:pt x="302312" y="50744"/>
                  </a:lnTo>
                  <a:lnTo>
                    <a:pt x="293990" y="54771"/>
                  </a:lnTo>
                  <a:lnTo>
                    <a:pt x="285740" y="58943"/>
                  </a:lnTo>
                  <a:lnTo>
                    <a:pt x="277563" y="63259"/>
                  </a:lnTo>
                  <a:lnTo>
                    <a:pt x="269464" y="67717"/>
                  </a:lnTo>
                  <a:lnTo>
                    <a:pt x="261444" y="72316"/>
                  </a:lnTo>
                  <a:lnTo>
                    <a:pt x="253505" y="77055"/>
                  </a:lnTo>
                  <a:lnTo>
                    <a:pt x="245651" y="81932"/>
                  </a:lnTo>
                  <a:lnTo>
                    <a:pt x="237883" y="86946"/>
                  </a:lnTo>
                  <a:lnTo>
                    <a:pt x="230204" y="92095"/>
                  </a:lnTo>
                  <a:lnTo>
                    <a:pt x="222617" y="97378"/>
                  </a:lnTo>
                  <a:lnTo>
                    <a:pt x="215123" y="102793"/>
                  </a:lnTo>
                  <a:lnTo>
                    <a:pt x="207725" y="108338"/>
                  </a:lnTo>
                  <a:lnTo>
                    <a:pt x="200425" y="114011"/>
                  </a:lnTo>
                  <a:lnTo>
                    <a:pt x="193225" y="119812"/>
                  </a:lnTo>
                  <a:lnTo>
                    <a:pt x="186129" y="125737"/>
                  </a:lnTo>
                  <a:lnTo>
                    <a:pt x="179137" y="131786"/>
                  </a:lnTo>
                  <a:lnTo>
                    <a:pt x="172252" y="137957"/>
                  </a:lnTo>
                  <a:lnTo>
                    <a:pt x="165476" y="144246"/>
                  </a:lnTo>
                  <a:lnTo>
                    <a:pt x="158811" y="150654"/>
                  </a:lnTo>
                  <a:lnTo>
                    <a:pt x="152259" y="157177"/>
                  </a:lnTo>
                  <a:lnTo>
                    <a:pt x="145822" y="163814"/>
                  </a:lnTo>
                  <a:lnTo>
                    <a:pt x="139503" y="170562"/>
                  </a:lnTo>
                  <a:lnTo>
                    <a:pt x="133302" y="177420"/>
                  </a:lnTo>
                  <a:lnTo>
                    <a:pt x="127223" y="184386"/>
                  </a:lnTo>
                  <a:lnTo>
                    <a:pt x="121266" y="191457"/>
                  </a:lnTo>
                  <a:lnTo>
                    <a:pt x="115434" y="198631"/>
                  </a:lnTo>
                  <a:lnTo>
                    <a:pt x="109729" y="205906"/>
                  </a:lnTo>
                  <a:lnTo>
                    <a:pt x="104152" y="213279"/>
                  </a:lnTo>
                  <a:lnTo>
                    <a:pt x="98704" y="220750"/>
                  </a:lnTo>
                  <a:lnTo>
                    <a:pt x="93388" y="228314"/>
                  </a:lnTo>
                  <a:lnTo>
                    <a:pt x="88206" y="235970"/>
                  </a:lnTo>
                  <a:lnTo>
                    <a:pt x="83158" y="243716"/>
                  </a:lnTo>
                  <a:lnTo>
                    <a:pt x="78246" y="251549"/>
                  </a:lnTo>
                  <a:lnTo>
                    <a:pt x="73473" y="259466"/>
                  </a:lnTo>
                  <a:lnTo>
                    <a:pt x="68838" y="267466"/>
                  </a:lnTo>
                  <a:lnTo>
                    <a:pt x="64345" y="275546"/>
                  </a:lnTo>
                  <a:lnTo>
                    <a:pt x="59993" y="283704"/>
                  </a:lnTo>
                  <a:lnTo>
                    <a:pt x="55785" y="291936"/>
                  </a:lnTo>
                  <a:lnTo>
                    <a:pt x="51722" y="300240"/>
                  </a:lnTo>
                  <a:lnTo>
                    <a:pt x="47804" y="308615"/>
                  </a:lnTo>
                  <a:lnTo>
                    <a:pt x="44034" y="317057"/>
                  </a:lnTo>
                  <a:lnTo>
                    <a:pt x="40412" y="325563"/>
                  </a:lnTo>
                  <a:lnTo>
                    <a:pt x="36939" y="334131"/>
                  </a:lnTo>
                  <a:lnTo>
                    <a:pt x="33617" y="342759"/>
                  </a:lnTo>
                  <a:lnTo>
                    <a:pt x="30447" y="351444"/>
                  </a:lnTo>
                  <a:lnTo>
                    <a:pt x="27429" y="360183"/>
                  </a:lnTo>
                  <a:lnTo>
                    <a:pt x="24564" y="368973"/>
                  </a:lnTo>
                  <a:lnTo>
                    <a:pt x="21854" y="377813"/>
                  </a:lnTo>
                  <a:lnTo>
                    <a:pt x="19298" y="386698"/>
                  </a:lnTo>
                  <a:lnTo>
                    <a:pt x="16899" y="395626"/>
                  </a:lnTo>
                  <a:lnTo>
                    <a:pt x="14656" y="404596"/>
                  </a:lnTo>
                  <a:lnTo>
                    <a:pt x="12571" y="413603"/>
                  </a:lnTo>
                  <a:lnTo>
                    <a:pt x="10643" y="422645"/>
                  </a:lnTo>
                  <a:lnTo>
                    <a:pt x="8874" y="431720"/>
                  </a:lnTo>
                  <a:lnTo>
                    <a:pt x="7264" y="440824"/>
                  </a:lnTo>
                  <a:lnTo>
                    <a:pt x="5814" y="449955"/>
                  </a:lnTo>
                  <a:lnTo>
                    <a:pt x="4524" y="459110"/>
                  </a:lnTo>
                  <a:lnTo>
                    <a:pt x="3394" y="468286"/>
                  </a:lnTo>
                  <a:lnTo>
                    <a:pt x="2425" y="477480"/>
                  </a:lnTo>
                  <a:lnTo>
                    <a:pt x="1617" y="486690"/>
                  </a:lnTo>
                  <a:lnTo>
                    <a:pt x="970" y="495913"/>
                  </a:lnTo>
                  <a:lnTo>
                    <a:pt x="485" y="505146"/>
                  </a:lnTo>
                  <a:lnTo>
                    <a:pt x="161" y="514385"/>
                  </a:lnTo>
                  <a:lnTo>
                    <a:pt x="0" y="523629"/>
                  </a:lnTo>
                  <a:lnTo>
                    <a:pt x="0" y="532875"/>
                  </a:lnTo>
                  <a:lnTo>
                    <a:pt x="161" y="542119"/>
                  </a:lnTo>
                  <a:lnTo>
                    <a:pt x="485" y="551358"/>
                  </a:lnTo>
                  <a:lnTo>
                    <a:pt x="970" y="560591"/>
                  </a:lnTo>
                  <a:lnTo>
                    <a:pt x="1617" y="569814"/>
                  </a:lnTo>
                  <a:lnTo>
                    <a:pt x="2425" y="579024"/>
                  </a:lnTo>
                  <a:lnTo>
                    <a:pt x="3394" y="588218"/>
                  </a:lnTo>
                  <a:lnTo>
                    <a:pt x="4524" y="597394"/>
                  </a:lnTo>
                  <a:lnTo>
                    <a:pt x="5814" y="606549"/>
                  </a:lnTo>
                  <a:lnTo>
                    <a:pt x="7264" y="615680"/>
                  </a:lnTo>
                  <a:lnTo>
                    <a:pt x="8874" y="624785"/>
                  </a:lnTo>
                  <a:lnTo>
                    <a:pt x="10643" y="633859"/>
                  </a:lnTo>
                  <a:lnTo>
                    <a:pt x="12571" y="642901"/>
                  </a:lnTo>
                  <a:lnTo>
                    <a:pt x="14656" y="651908"/>
                  </a:lnTo>
                  <a:lnTo>
                    <a:pt x="16899" y="660878"/>
                  </a:lnTo>
                  <a:lnTo>
                    <a:pt x="19298" y="669806"/>
                  </a:lnTo>
                  <a:lnTo>
                    <a:pt x="21854" y="678692"/>
                  </a:lnTo>
                  <a:lnTo>
                    <a:pt x="24564" y="687531"/>
                  </a:lnTo>
                  <a:lnTo>
                    <a:pt x="27429" y="696321"/>
                  </a:lnTo>
                  <a:lnTo>
                    <a:pt x="30447" y="705060"/>
                  </a:lnTo>
                  <a:lnTo>
                    <a:pt x="33617" y="713745"/>
                  </a:lnTo>
                  <a:lnTo>
                    <a:pt x="36939" y="722373"/>
                  </a:lnTo>
                  <a:lnTo>
                    <a:pt x="40412" y="730941"/>
                  </a:lnTo>
                  <a:lnTo>
                    <a:pt x="44034" y="739448"/>
                  </a:lnTo>
                  <a:lnTo>
                    <a:pt x="47804" y="747889"/>
                  </a:lnTo>
                  <a:lnTo>
                    <a:pt x="51722" y="756264"/>
                  </a:lnTo>
                  <a:lnTo>
                    <a:pt x="55785" y="764568"/>
                  </a:lnTo>
                  <a:lnTo>
                    <a:pt x="59993" y="772801"/>
                  </a:lnTo>
                  <a:lnTo>
                    <a:pt x="64345" y="780958"/>
                  </a:lnTo>
                  <a:lnTo>
                    <a:pt x="68838" y="789038"/>
                  </a:lnTo>
                  <a:lnTo>
                    <a:pt x="73473" y="797038"/>
                  </a:lnTo>
                  <a:lnTo>
                    <a:pt x="78246" y="804955"/>
                  </a:lnTo>
                  <a:lnTo>
                    <a:pt x="83158" y="812788"/>
                  </a:lnTo>
                  <a:lnTo>
                    <a:pt x="88206" y="820534"/>
                  </a:lnTo>
                  <a:lnTo>
                    <a:pt x="93388" y="828190"/>
                  </a:lnTo>
                  <a:lnTo>
                    <a:pt x="98704" y="835755"/>
                  </a:lnTo>
                  <a:lnTo>
                    <a:pt x="104152" y="843225"/>
                  </a:lnTo>
                  <a:lnTo>
                    <a:pt x="109729" y="850598"/>
                  </a:lnTo>
                  <a:lnTo>
                    <a:pt x="115434" y="857873"/>
                  </a:lnTo>
                  <a:lnTo>
                    <a:pt x="121266" y="865047"/>
                  </a:lnTo>
                  <a:lnTo>
                    <a:pt x="127223" y="872118"/>
                  </a:lnTo>
                  <a:lnTo>
                    <a:pt x="133302" y="879084"/>
                  </a:lnTo>
                  <a:lnTo>
                    <a:pt x="139503" y="885942"/>
                  </a:lnTo>
                  <a:lnTo>
                    <a:pt x="145822" y="892690"/>
                  </a:lnTo>
                  <a:lnTo>
                    <a:pt x="152259" y="899327"/>
                  </a:lnTo>
                  <a:lnTo>
                    <a:pt x="158811" y="905850"/>
                  </a:lnTo>
                  <a:lnTo>
                    <a:pt x="165476" y="912258"/>
                  </a:lnTo>
                  <a:lnTo>
                    <a:pt x="172252" y="918548"/>
                  </a:lnTo>
                  <a:lnTo>
                    <a:pt x="179137" y="924718"/>
                  </a:lnTo>
                  <a:lnTo>
                    <a:pt x="186129" y="930767"/>
                  </a:lnTo>
                  <a:lnTo>
                    <a:pt x="193225" y="936692"/>
                  </a:lnTo>
                  <a:lnTo>
                    <a:pt x="200425" y="942493"/>
                  </a:lnTo>
                  <a:lnTo>
                    <a:pt x="207725" y="948166"/>
                  </a:lnTo>
                  <a:lnTo>
                    <a:pt x="215123" y="953711"/>
                  </a:lnTo>
                  <a:lnTo>
                    <a:pt x="222617" y="959126"/>
                  </a:lnTo>
                  <a:lnTo>
                    <a:pt x="230204" y="964409"/>
                  </a:lnTo>
                  <a:lnTo>
                    <a:pt x="237883" y="969558"/>
                  </a:lnTo>
                  <a:lnTo>
                    <a:pt x="245651" y="974572"/>
                  </a:lnTo>
                  <a:lnTo>
                    <a:pt x="253505" y="979449"/>
                  </a:lnTo>
                  <a:lnTo>
                    <a:pt x="261444" y="984188"/>
                  </a:lnTo>
                  <a:lnTo>
                    <a:pt x="269464" y="988787"/>
                  </a:lnTo>
                  <a:lnTo>
                    <a:pt x="277563" y="993245"/>
                  </a:lnTo>
                  <a:lnTo>
                    <a:pt x="285740" y="997561"/>
                  </a:lnTo>
                  <a:lnTo>
                    <a:pt x="293990" y="1001733"/>
                  </a:lnTo>
                  <a:lnTo>
                    <a:pt x="302312" y="1005760"/>
                  </a:lnTo>
                  <a:lnTo>
                    <a:pt x="310704" y="1009641"/>
                  </a:lnTo>
                  <a:lnTo>
                    <a:pt x="319162" y="1013375"/>
                  </a:lnTo>
                  <a:lnTo>
                    <a:pt x="327684" y="1016959"/>
                  </a:lnTo>
                  <a:lnTo>
                    <a:pt x="336268" y="1020394"/>
                  </a:lnTo>
                  <a:lnTo>
                    <a:pt x="344910" y="1023679"/>
                  </a:lnTo>
                  <a:lnTo>
                    <a:pt x="353609" y="1026811"/>
                  </a:lnTo>
                  <a:lnTo>
                    <a:pt x="362361" y="1029791"/>
                  </a:lnTo>
                  <a:lnTo>
                    <a:pt x="371164" y="1032617"/>
                  </a:lnTo>
                  <a:lnTo>
                    <a:pt x="380014" y="1035289"/>
                  </a:lnTo>
                  <a:lnTo>
                    <a:pt x="388911" y="1037805"/>
                  </a:lnTo>
                  <a:lnTo>
                    <a:pt x="397850" y="1040165"/>
                  </a:lnTo>
                  <a:lnTo>
                    <a:pt x="406829" y="1042369"/>
                  </a:lnTo>
                  <a:lnTo>
                    <a:pt x="415845" y="1044415"/>
                  </a:lnTo>
                  <a:lnTo>
                    <a:pt x="424896" y="1046303"/>
                  </a:lnTo>
                  <a:lnTo>
                    <a:pt x="433978" y="1048032"/>
                  </a:lnTo>
                  <a:lnTo>
                    <a:pt x="443089" y="1049602"/>
                  </a:lnTo>
                  <a:lnTo>
                    <a:pt x="452226" y="1051013"/>
                  </a:lnTo>
                  <a:lnTo>
                    <a:pt x="461387" y="1052263"/>
                  </a:lnTo>
                  <a:lnTo>
                    <a:pt x="470568" y="1053352"/>
                  </a:lnTo>
                  <a:lnTo>
                    <a:pt x="479766" y="1054281"/>
                  </a:lnTo>
                  <a:lnTo>
                    <a:pt x="488980" y="1055049"/>
                  </a:lnTo>
                  <a:lnTo>
                    <a:pt x="498205" y="1055655"/>
                  </a:lnTo>
                  <a:lnTo>
                    <a:pt x="507440" y="1056100"/>
                  </a:lnTo>
                  <a:lnTo>
                    <a:pt x="516681" y="1056383"/>
                  </a:lnTo>
                  <a:lnTo>
                    <a:pt x="525926" y="1056505"/>
                  </a:lnTo>
                  <a:lnTo>
                    <a:pt x="535171" y="1056464"/>
                  </a:lnTo>
                  <a:lnTo>
                    <a:pt x="544414" y="1056262"/>
                  </a:lnTo>
                  <a:lnTo>
                    <a:pt x="553652" y="1055898"/>
                  </a:lnTo>
                  <a:lnTo>
                    <a:pt x="562883" y="1055372"/>
                  </a:lnTo>
                  <a:lnTo>
                    <a:pt x="572103" y="1054685"/>
                  </a:lnTo>
                  <a:lnTo>
                    <a:pt x="581309" y="1053837"/>
                  </a:lnTo>
                  <a:lnTo>
                    <a:pt x="590499" y="1052828"/>
                  </a:lnTo>
                  <a:lnTo>
                    <a:pt x="599670" y="1051658"/>
                  </a:lnTo>
                  <a:lnTo>
                    <a:pt x="608819" y="1050327"/>
                  </a:lnTo>
                  <a:lnTo>
                    <a:pt x="617944" y="1048837"/>
                  </a:lnTo>
                  <a:lnTo>
                    <a:pt x="627041" y="1047187"/>
                  </a:lnTo>
                  <a:lnTo>
                    <a:pt x="636108" y="1045379"/>
                  </a:lnTo>
                  <a:lnTo>
                    <a:pt x="645141" y="1043412"/>
                  </a:lnTo>
                  <a:lnTo>
                    <a:pt x="654139" y="1041287"/>
                  </a:lnTo>
                  <a:lnTo>
                    <a:pt x="663099" y="1039005"/>
                  </a:lnTo>
                  <a:lnTo>
                    <a:pt x="672017" y="1036566"/>
                  </a:lnTo>
                  <a:lnTo>
                    <a:pt x="680891" y="1033972"/>
                  </a:lnTo>
                  <a:lnTo>
                    <a:pt x="689718" y="1031223"/>
                  </a:lnTo>
                  <a:lnTo>
                    <a:pt x="698496" y="1028320"/>
                  </a:lnTo>
                  <a:lnTo>
                    <a:pt x="707221" y="1025264"/>
                  </a:lnTo>
                  <a:lnTo>
                    <a:pt x="715892" y="1022055"/>
                  </a:lnTo>
                  <a:lnTo>
                    <a:pt x="724505" y="1018696"/>
                  </a:lnTo>
                  <a:lnTo>
                    <a:pt x="733059" y="1015186"/>
                  </a:lnTo>
                  <a:lnTo>
                    <a:pt x="741549" y="1011526"/>
                  </a:lnTo>
                  <a:lnTo>
                    <a:pt x="749974" y="1007719"/>
                  </a:lnTo>
                  <a:lnTo>
                    <a:pt x="758331" y="1003765"/>
                  </a:lnTo>
                  <a:lnTo>
                    <a:pt x="766618" y="999665"/>
                  </a:lnTo>
                  <a:lnTo>
                    <a:pt x="774832" y="995421"/>
                  </a:lnTo>
                  <a:lnTo>
                    <a:pt x="782970" y="991034"/>
                  </a:lnTo>
                  <a:lnTo>
                    <a:pt x="791030" y="986505"/>
                  </a:lnTo>
                  <a:lnTo>
                    <a:pt x="799010" y="981836"/>
                  </a:lnTo>
                  <a:lnTo>
                    <a:pt x="806906" y="977028"/>
                  </a:lnTo>
                  <a:lnTo>
                    <a:pt x="814718" y="972082"/>
                  </a:lnTo>
                  <a:lnTo>
                    <a:pt x="822441" y="967000"/>
                  </a:lnTo>
                  <a:lnTo>
                    <a:pt x="830075" y="961784"/>
                  </a:lnTo>
                  <a:lnTo>
                    <a:pt x="837616" y="956435"/>
                  </a:lnTo>
                  <a:lnTo>
                    <a:pt x="845062" y="950955"/>
                  </a:lnTo>
                  <a:lnTo>
                    <a:pt x="852411" y="945346"/>
                  </a:lnTo>
                  <a:lnTo>
                    <a:pt x="859661" y="939608"/>
                  </a:lnTo>
                  <a:lnTo>
                    <a:pt x="866810" y="933745"/>
                  </a:lnTo>
                  <a:lnTo>
                    <a:pt x="873854" y="927758"/>
                  </a:lnTo>
                  <a:lnTo>
                    <a:pt x="880793" y="921648"/>
                  </a:lnTo>
                  <a:lnTo>
                    <a:pt x="887624" y="915417"/>
                  </a:lnTo>
                  <a:lnTo>
                    <a:pt x="894345" y="909069"/>
                  </a:lnTo>
                  <a:lnTo>
                    <a:pt x="900953" y="902603"/>
                  </a:lnTo>
                  <a:lnTo>
                    <a:pt x="907448" y="896023"/>
                  </a:lnTo>
                  <a:lnTo>
                    <a:pt x="913826" y="889330"/>
                  </a:lnTo>
                  <a:lnTo>
                    <a:pt x="920086" y="882526"/>
                  </a:lnTo>
                  <a:lnTo>
                    <a:pt x="926226" y="875614"/>
                  </a:lnTo>
                  <a:lnTo>
                    <a:pt x="932245" y="868596"/>
                  </a:lnTo>
                  <a:lnTo>
                    <a:pt x="938139" y="861473"/>
                  </a:lnTo>
                  <a:lnTo>
                    <a:pt x="943908" y="854248"/>
                  </a:lnTo>
                  <a:lnTo>
                    <a:pt x="949550" y="846924"/>
                  </a:lnTo>
                  <a:lnTo>
                    <a:pt x="955062" y="839502"/>
                  </a:lnTo>
                  <a:lnTo>
                    <a:pt x="960444" y="831984"/>
                  </a:lnTo>
                  <a:lnTo>
                    <a:pt x="965693" y="824373"/>
                  </a:lnTo>
                  <a:lnTo>
                    <a:pt x="970809" y="816672"/>
                  </a:lnTo>
                  <a:lnTo>
                    <a:pt x="975789" y="808883"/>
                  </a:lnTo>
                  <a:lnTo>
                    <a:pt x="980632" y="801007"/>
                  </a:lnTo>
                  <a:lnTo>
                    <a:pt x="985336" y="793048"/>
                  </a:lnTo>
                  <a:lnTo>
                    <a:pt x="989900" y="785008"/>
                  </a:lnTo>
                  <a:lnTo>
                    <a:pt x="994323" y="776889"/>
                  </a:lnTo>
                  <a:lnTo>
                    <a:pt x="998603" y="768694"/>
                  </a:lnTo>
                  <a:lnTo>
                    <a:pt x="1002739" y="760425"/>
                  </a:lnTo>
                  <a:lnTo>
                    <a:pt x="1006729" y="752085"/>
                  </a:lnTo>
                  <a:lnTo>
                    <a:pt x="1010573" y="743677"/>
                  </a:lnTo>
                  <a:lnTo>
                    <a:pt x="1014270" y="735202"/>
                  </a:lnTo>
                  <a:lnTo>
                    <a:pt x="1017817" y="726665"/>
                  </a:lnTo>
                  <a:lnTo>
                    <a:pt x="1021214" y="718066"/>
                  </a:lnTo>
                  <a:lnTo>
                    <a:pt x="1024461" y="709409"/>
                  </a:lnTo>
                  <a:lnTo>
                    <a:pt x="1027555" y="700697"/>
                  </a:lnTo>
                  <a:lnTo>
                    <a:pt x="1030497" y="691932"/>
                  </a:lnTo>
                  <a:lnTo>
                    <a:pt x="1033284" y="683117"/>
                  </a:lnTo>
                  <a:lnTo>
                    <a:pt x="1035917" y="674255"/>
                  </a:lnTo>
                  <a:lnTo>
                    <a:pt x="1038395" y="665347"/>
                  </a:lnTo>
                  <a:lnTo>
                    <a:pt x="1040716" y="656398"/>
                  </a:lnTo>
                  <a:lnTo>
                    <a:pt x="1042880" y="647409"/>
                  </a:lnTo>
                  <a:lnTo>
                    <a:pt x="1044887" y="638384"/>
                  </a:lnTo>
                  <a:lnTo>
                    <a:pt x="1046735" y="629326"/>
                  </a:lnTo>
                  <a:lnTo>
                    <a:pt x="1048424" y="620236"/>
                  </a:lnTo>
                  <a:lnTo>
                    <a:pt x="1049955" y="611118"/>
                  </a:lnTo>
                  <a:lnTo>
                    <a:pt x="1051325" y="601975"/>
                  </a:lnTo>
                  <a:lnTo>
                    <a:pt x="1052535" y="592809"/>
                  </a:lnTo>
                  <a:lnTo>
                    <a:pt x="1053585" y="583623"/>
                  </a:lnTo>
                  <a:lnTo>
                    <a:pt x="1054473" y="574421"/>
                  </a:lnTo>
                  <a:lnTo>
                    <a:pt x="1055201" y="565204"/>
                  </a:lnTo>
                  <a:lnTo>
                    <a:pt x="1055767" y="555976"/>
                  </a:lnTo>
                  <a:lnTo>
                    <a:pt x="1056171" y="546739"/>
                  </a:lnTo>
                  <a:lnTo>
                    <a:pt x="1056414" y="53749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7948808" y="5524895"/>
              <a:ext cx="0" cy="475431"/>
            </a:xfrm>
            <a:custGeom>
              <a:avLst/>
              <a:pathLst>
                <a:path w="0" h="475431">
                  <a:moveTo>
                    <a:pt x="0" y="47543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7986161" y="5679618"/>
              <a:ext cx="336181" cy="336181"/>
            </a:xfrm>
            <a:custGeom>
              <a:avLst/>
              <a:pathLst>
                <a:path w="336181" h="336181">
                  <a:moveTo>
                    <a:pt x="0" y="336181"/>
                  </a:moveTo>
                  <a:lnTo>
                    <a:pt x="33618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8001633" y="6053153"/>
              <a:ext cx="475431" cy="0"/>
            </a:xfrm>
            <a:custGeom>
              <a:avLst/>
              <a:pathLst>
                <a:path w="475431" h="0">
                  <a:moveTo>
                    <a:pt x="0" y="0"/>
                  </a:moveTo>
                  <a:lnTo>
                    <a:pt x="47543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7986161" y="6090506"/>
              <a:ext cx="336181" cy="336181"/>
            </a:xfrm>
            <a:custGeom>
              <a:avLst/>
              <a:pathLst>
                <a:path w="336181" h="336181">
                  <a:moveTo>
                    <a:pt x="0" y="0"/>
                  </a:moveTo>
                  <a:lnTo>
                    <a:pt x="336181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7948808" y="6105978"/>
              <a:ext cx="0" cy="475431"/>
            </a:xfrm>
            <a:custGeom>
              <a:avLst/>
              <a:pathLst>
                <a:path w="0" h="475431">
                  <a:moveTo>
                    <a:pt x="0" y="0"/>
                  </a:moveTo>
                  <a:lnTo>
                    <a:pt x="0" y="47543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7575273" y="6090506"/>
              <a:ext cx="336181" cy="336181"/>
            </a:xfrm>
            <a:custGeom>
              <a:avLst/>
              <a:pathLst>
                <a:path w="336181" h="336181">
                  <a:moveTo>
                    <a:pt x="336181" y="0"/>
                  </a:moveTo>
                  <a:lnTo>
                    <a:pt x="0" y="33618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7420550" y="6053153"/>
              <a:ext cx="475431" cy="0"/>
            </a:xfrm>
            <a:custGeom>
              <a:avLst/>
              <a:pathLst>
                <a:path w="475431" h="0">
                  <a:moveTo>
                    <a:pt x="47543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7575273" y="5679618"/>
              <a:ext cx="336181" cy="336181"/>
            </a:xfrm>
            <a:custGeom>
              <a:avLst/>
              <a:pathLst>
                <a:path w="336181" h="336181">
                  <a:moveTo>
                    <a:pt x="336181" y="33618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7895982" y="5881469"/>
              <a:ext cx="224509" cy="343367"/>
            </a:xfrm>
            <a:custGeom>
              <a:avLst/>
              <a:pathLst>
                <a:path w="224509" h="343367">
                  <a:moveTo>
                    <a:pt x="52825" y="0"/>
                  </a:moveTo>
                  <a:lnTo>
                    <a:pt x="174224" y="50285"/>
                  </a:lnTo>
                  <a:lnTo>
                    <a:pt x="224509" y="171683"/>
                  </a:lnTo>
                  <a:lnTo>
                    <a:pt x="90179" y="209037"/>
                  </a:lnTo>
                  <a:lnTo>
                    <a:pt x="52825" y="343367"/>
                  </a:lnTo>
                  <a:lnTo>
                    <a:pt x="15472" y="209037"/>
                  </a:lnTo>
                  <a:lnTo>
                    <a:pt x="0" y="171683"/>
                  </a:lnTo>
                  <a:lnTo>
                    <a:pt x="15472" y="134330"/>
                  </a:lnTo>
                  <a:lnTo>
                    <a:pt x="52825" y="0"/>
                  </a:lnTo>
                </a:path>
              </a:pathLst>
            </a:custGeom>
            <a:ln w="31166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7913538" y="5846199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8034936" y="5896484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8085221" y="6017883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7950891" y="6055236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7913538" y="6189566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7876184" y="6055236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7860712" y="6017883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7876184" y="5980529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7913538" y="5846199"/>
              <a:ext cx="70540" cy="70540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12272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tx610"/>
            <p:cNvSpPr/>
            <p:nvPr/>
          </p:nvSpPr>
          <p:spPr>
            <a:xfrm>
              <a:off x="7808242" y="5978496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11" name="tx611"/>
            <p:cNvSpPr/>
            <p:nvPr/>
          </p:nvSpPr>
          <p:spPr>
            <a:xfrm>
              <a:off x="7774479" y="5740780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7740717" y="5503064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2026-04-01T18:12:18Z</dcterms:modified>
  <cp:category/>
</cp:coreProperties>
</file>