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142842"/>
            <a:ext cx="14173200" cy="8412480"/>
            <a:chOff x="457200" y="1142842"/>
            <a:chExt cx="14173200" cy="8412480"/>
          </a:xfrm>
        </p:grpSpPr>
        <p:sp>
          <p:nvSpPr>
            <p:cNvPr id="3" name="rc3"/>
            <p:cNvSpPr/>
            <p:nvPr/>
          </p:nvSpPr>
          <p:spPr>
            <a:xfrm>
              <a:off x="457200" y="1142841"/>
              <a:ext cx="14173200" cy="84124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142841"/>
              <a:ext cx="14173200" cy="84124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26789" y="1212430"/>
              <a:ext cx="7597847" cy="40605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8124636" y="1212430"/>
              <a:ext cx="6436173" cy="40605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223110" y="1616755"/>
              <a:ext cx="5130178" cy="3437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333569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60884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88200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5515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42831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456300" y="1960902"/>
              <a:ext cx="2209167" cy="3093458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910931" y="3198285"/>
              <a:ext cx="2209167" cy="1856074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560884" y="1780450"/>
              <a:ext cx="0" cy="387326"/>
            </a:xfrm>
            <a:custGeom>
              <a:avLst/>
              <a:pathLst>
                <a:path w="0" h="387326">
                  <a:moveTo>
                    <a:pt x="0" y="387326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15515" y="2991410"/>
              <a:ext cx="0" cy="387326"/>
            </a:xfrm>
            <a:custGeom>
              <a:avLst/>
              <a:pathLst>
                <a:path w="0" h="387326">
                  <a:moveTo>
                    <a:pt x="0" y="387326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18662" y="1912235"/>
              <a:ext cx="84444" cy="8444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5973293" y="3162508"/>
              <a:ext cx="84444" cy="8444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23110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107400" y="501570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992129" y="4371230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992129" y="3726760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992129" y="3082239"/>
              <a:ext cx="17290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992129" y="2437819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92129" y="1793348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2190846" y="505436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190846" y="440989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190846" y="376541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190846" y="312094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190846" y="247647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190846" y="183200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223110" y="5054360"/>
              <a:ext cx="5130178" cy="0"/>
            </a:xfrm>
            <a:custGeom>
              <a:avLst/>
              <a:pathLst>
                <a:path w="5130178" h="0">
                  <a:moveTo>
                    <a:pt x="0" y="0"/>
                  </a:moveTo>
                  <a:lnTo>
                    <a:pt x="5130178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33569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560884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88200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015515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242831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2244282" y="5110867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488853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716168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943484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70799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43" name="tx43"/>
            <p:cNvSpPr/>
            <p:nvPr/>
          </p:nvSpPr>
          <p:spPr>
            <a:xfrm rot="-5400000">
              <a:off x="528170" y="3287613"/>
              <a:ext cx="374072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7656601" y="3008991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607604" y="3047776"/>
              <a:ext cx="97994" cy="9799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7830857" y="3031482"/>
              <a:ext cx="51816" cy="75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890734" y="3087372"/>
              <a:ext cx="24157" cy="384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4891" y="3086522"/>
              <a:ext cx="40344" cy="393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955236" y="3072955"/>
              <a:ext cx="40344" cy="528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555219" y="3657476"/>
              <a:ext cx="202765" cy="202765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7830857" y="3699275"/>
              <a:ext cx="51816" cy="75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223110" y="1378146"/>
              <a:ext cx="3710691" cy="14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Posterior predictive check: continuous-trait model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91317" y="1316651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54" name="rc54"/>
            <p:cNvSpPr/>
            <p:nvPr/>
          </p:nvSpPr>
          <p:spPr>
            <a:xfrm>
              <a:off x="8659284" y="1616755"/>
              <a:ext cx="5130178" cy="3437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769742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997058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1224374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451689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3679005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8892474" y="1907756"/>
              <a:ext cx="2209167" cy="3146604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1347105" y="3234854"/>
              <a:ext cx="2209167" cy="1819505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997058" y="1780450"/>
              <a:ext cx="0" cy="308355"/>
            </a:xfrm>
            <a:custGeom>
              <a:avLst/>
              <a:pathLst>
                <a:path w="0" h="308355">
                  <a:moveTo>
                    <a:pt x="0" y="308355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2451689" y="3053804"/>
              <a:ext cx="0" cy="308355"/>
            </a:xfrm>
            <a:custGeom>
              <a:avLst/>
              <a:pathLst>
                <a:path w="0" h="308355">
                  <a:moveTo>
                    <a:pt x="0" y="308355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9954836" y="1880546"/>
              <a:ext cx="84444" cy="8444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2409467" y="3177620"/>
              <a:ext cx="84444" cy="8444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659284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543574" y="501570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8428303" y="4415203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428303" y="3814706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428303" y="3214159"/>
              <a:ext cx="17290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428303" y="2613712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428303" y="2013215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73" name="pl73"/>
            <p:cNvSpPr/>
            <p:nvPr/>
          </p:nvSpPr>
          <p:spPr>
            <a:xfrm>
              <a:off x="8627020" y="505436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627020" y="445386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627020" y="385336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627020" y="325286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627020" y="265237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627020" y="205187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659284" y="5054360"/>
              <a:ext cx="5130178" cy="0"/>
            </a:xfrm>
            <a:custGeom>
              <a:avLst/>
              <a:pathLst>
                <a:path w="5130178" h="0">
                  <a:moveTo>
                    <a:pt x="0" y="0"/>
                  </a:moveTo>
                  <a:lnTo>
                    <a:pt x="5130178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769742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9997058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1224374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2451689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3679005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8680456" y="5110867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925027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1152342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2379658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3606973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8133797" y="3287613"/>
              <a:ext cx="374072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  <p:sp>
          <p:nvSpPr>
            <p:cNvPr id="91" name="pl91"/>
            <p:cNvSpPr/>
            <p:nvPr/>
          </p:nvSpPr>
          <p:spPr>
            <a:xfrm>
              <a:off x="14092775" y="3008991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4043778" y="3047776"/>
              <a:ext cx="97994" cy="9799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14267031" y="3031482"/>
              <a:ext cx="51816" cy="75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4326908" y="3087372"/>
              <a:ext cx="24157" cy="384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4351065" y="3086522"/>
              <a:ext cx="40344" cy="393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14391410" y="3072955"/>
              <a:ext cx="40344" cy="528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13991393" y="3657476"/>
              <a:ext cx="202765" cy="202765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14267031" y="3699275"/>
              <a:ext cx="51816" cy="75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659284" y="1376104"/>
              <a:ext cx="3693972" cy="1435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Posterior predictive check: categorical-trait model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189165" y="1290258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526789" y="5272955"/>
              <a:ext cx="6367180" cy="42127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893969" y="5272955"/>
              <a:ext cx="7666841" cy="42127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223110" y="5677279"/>
              <a:ext cx="4606331" cy="3437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81781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441351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500922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560492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620063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620063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970" cap="flat">
              <a:solidFill>
                <a:srgbClr val="8C2D0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851317" y="6881943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820723" y="735938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645635" y="7836833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552464" y="831427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853250" y="6404497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395795" y="8791723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547452" y="5927052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223110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8"/>
            <p:cNvSpPr/>
            <p:nvPr/>
          </p:nvSpPr>
          <p:spPr>
            <a:xfrm>
              <a:off x="1145160" y="8769517"/>
              <a:ext cx="1019874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b_z_log_n_congeners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978175" y="8292072"/>
              <a:ext cx="1186859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b_z_log_range_provinces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588885" y="7814627"/>
              <a:ext cx="576149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b_z_log_hwi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496791" y="7337182"/>
              <a:ext cx="668244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b_z_log_mass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646521" y="6860951"/>
              <a:ext cx="518514" cy="947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b_Intercept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231740" y="6382291"/>
              <a:ext cx="933295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b_z_log_clutch_size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822677" y="5904846"/>
              <a:ext cx="1342358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sd_phylo_species__Intercept</a:t>
              </a:r>
            </a:p>
          </p:txBody>
        </p:sp>
        <p:sp>
          <p:nvSpPr>
            <p:cNvPr id="125" name="pl125"/>
            <p:cNvSpPr/>
            <p:nvPr/>
          </p:nvSpPr>
          <p:spPr>
            <a:xfrm>
              <a:off x="2190846" y="882841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190846" y="835097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190846" y="787352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190846" y="739608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190846" y="691863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190846" y="644119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190846" y="596374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223110" y="9114885"/>
              <a:ext cx="4606331" cy="0"/>
            </a:xfrm>
            <a:custGeom>
              <a:avLst/>
              <a:pathLst>
                <a:path w="4606331" h="0">
                  <a:moveTo>
                    <a:pt x="0" y="0"/>
                  </a:moveTo>
                  <a:lnTo>
                    <a:pt x="4606331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381781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441351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00922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560492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620063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8"/>
            <p:cNvSpPr/>
            <p:nvPr/>
          </p:nvSpPr>
          <p:spPr>
            <a:xfrm>
              <a:off x="2223297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1.0000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3282867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1.0025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342438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1.0050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5402008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6461578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1.0100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382346" y="9299697"/>
              <a:ext cx="287859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Rhat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2223110" y="5434737"/>
              <a:ext cx="3228244" cy="1454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Convergence diagnostic: continuous model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1317" y="5377175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46" name="rc146"/>
            <p:cNvSpPr/>
            <p:nvPr/>
          </p:nvSpPr>
          <p:spPr>
            <a:xfrm>
              <a:off x="9183132" y="5677279"/>
              <a:ext cx="4606331" cy="3437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9329551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039218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1454817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2517451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358008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358008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970" cap="flat">
              <a:solidFill>
                <a:srgbClr val="8C2D0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9355816" y="887597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9495076" y="820193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9441709" y="853895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9643513" y="752789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9652301" y="719087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0007498" y="6179817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9653588" y="685385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9728606" y="6516837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9577174" y="786491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0562306" y="5842797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9183132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8606543" y="8854987"/>
              <a:ext cx="518514" cy="947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b_Intercept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7425806" y="8516752"/>
              <a:ext cx="169925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b_migration_class_avPartial_migrant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7880764" y="8180946"/>
              <a:ext cx="1244292" cy="947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b_endemic_statusEndemic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7477723" y="7841447"/>
              <a:ext cx="1647333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b_forest_associationForest_primary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7045383" y="7505692"/>
              <a:ext cx="2079673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b_migration_class_avLong_distance_migrant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7903737" y="7167356"/>
              <a:ext cx="1221319" cy="97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b_diet_group_avOmnivore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7834363" y="6831652"/>
              <a:ext cx="1290694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b_diet_group_avPlant_seed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7477217" y="6494631"/>
              <a:ext cx="1647839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b_diet_group_avVertebrate_aquatic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7800004" y="6157611"/>
              <a:ext cx="1325052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b_diet_group_avFruit_nectar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7782698" y="5820591"/>
              <a:ext cx="1342358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sd_phylo_species__Intercept</a:t>
              </a:r>
            </a:p>
          </p:txBody>
        </p:sp>
        <p:sp>
          <p:nvSpPr>
            <p:cNvPr id="174" name="pl174"/>
            <p:cNvSpPr/>
            <p:nvPr/>
          </p:nvSpPr>
          <p:spPr>
            <a:xfrm>
              <a:off x="9150868" y="891267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9150868" y="857565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9150868" y="823863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9150868" y="790161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9150868" y="756459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9150868" y="722757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9150868" y="689055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9150868" y="655353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9150868" y="621651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9150868" y="587949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183132" y="9114885"/>
              <a:ext cx="4606331" cy="0"/>
            </a:xfrm>
            <a:custGeom>
              <a:avLst/>
              <a:pathLst>
                <a:path w="4606331" h="0">
                  <a:moveTo>
                    <a:pt x="0" y="0"/>
                  </a:moveTo>
                  <a:lnTo>
                    <a:pt x="4606331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9329551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0392184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1454817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2517451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3580084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9171066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1.0000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0233700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1.0025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1296333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1.0050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2358967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1.0075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3421600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1.0100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1342368" y="9299697"/>
              <a:ext cx="287859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Rhat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9183132" y="5434737"/>
              <a:ext cx="3211524" cy="1454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Convergence diagnostic: categorical model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6958497" y="5350783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2026-04-01T18:15:15Z</dcterms:modified>
</cp:coreProperties>
</file>