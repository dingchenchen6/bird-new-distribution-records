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21396325" cy="15087600"/>
  <p:notesSz cx="6858000" cy="9144000"/>
  <p:defaultTextStyle>
    <a:defPPr>
      <a:defRPr lang="en-US"/>
    </a:defPPr>
    <a:lvl1pPr marL="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4452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48904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3356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297808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2260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46712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1164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5956164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8" d="100"/>
          <a:sy n="38" d="100"/>
        </p:scale>
        <p:origin x="-1291" y="-62"/>
      </p:cViewPr>
      <p:guideLst>
        <p:guide orient="horz" pos="4753"/>
        <p:guide pos="67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686943"/>
            <a:ext cx="18186876" cy="32340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49" y="8549640"/>
            <a:ext cx="14977428" cy="3855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44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89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33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78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22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6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11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56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3" y="9695184"/>
            <a:ext cx="18186876" cy="2996565"/>
          </a:xfrm>
        </p:spPr>
        <p:txBody>
          <a:bodyPr anchor="t"/>
          <a:lstStyle>
            <a:lvl1pPr algn="l">
              <a:defRPr sz="65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3" y="6394774"/>
            <a:ext cx="18186876" cy="3300412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4452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8904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23356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97808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72260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446712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521164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95616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8974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7985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22" y="3377250"/>
            <a:ext cx="9453759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22" y="4784726"/>
            <a:ext cx="9453759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41" y="3377250"/>
            <a:ext cx="9457475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41" y="4784726"/>
            <a:ext cx="9457475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23" y="600711"/>
            <a:ext cx="7039244" cy="255651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71" y="600717"/>
            <a:ext cx="11961138" cy="12876850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23" y="3157224"/>
            <a:ext cx="7039244" cy="10320338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29" y="10561320"/>
            <a:ext cx="12837795" cy="1246825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29" y="1348106"/>
            <a:ext cx="12837795" cy="9052560"/>
          </a:xfrm>
        </p:spPr>
        <p:txBody>
          <a:bodyPr/>
          <a:lstStyle>
            <a:lvl1pPr marL="0" indent="0">
              <a:buNone/>
              <a:defRPr sz="5200"/>
            </a:lvl1pPr>
            <a:lvl2pPr marL="744520" indent="0">
              <a:buNone/>
              <a:defRPr sz="4500"/>
            </a:lvl2pPr>
            <a:lvl3pPr marL="1489040" indent="0">
              <a:buNone/>
              <a:defRPr sz="4000"/>
            </a:lvl3pPr>
            <a:lvl4pPr marL="2233562" indent="0">
              <a:buNone/>
              <a:defRPr sz="3300"/>
            </a:lvl4pPr>
            <a:lvl5pPr marL="2978082" indent="0">
              <a:buNone/>
              <a:defRPr sz="3300"/>
            </a:lvl5pPr>
            <a:lvl6pPr marL="3722602" indent="0">
              <a:buNone/>
              <a:defRPr sz="3300"/>
            </a:lvl6pPr>
            <a:lvl7pPr marL="4467122" indent="0">
              <a:buNone/>
              <a:defRPr sz="3300"/>
            </a:lvl7pPr>
            <a:lvl8pPr marL="5211642" indent="0">
              <a:buNone/>
              <a:defRPr sz="3300"/>
            </a:lvl8pPr>
            <a:lvl9pPr marL="5956164" indent="0">
              <a:buNone/>
              <a:defRPr sz="3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29" y="11808145"/>
            <a:ext cx="12837795" cy="1770696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805030" y="604210"/>
            <a:ext cx="5215356" cy="128733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8974" y="604210"/>
            <a:ext cx="15289459" cy="128733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  <a:prstGeom prst="rect">
            <a:avLst/>
          </a:prstGeom>
        </p:spPr>
        <p:txBody>
          <a:bodyPr vert="horz" lIns="148903" tIns="74452" rIns="148903" bIns="7445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6" y="3520444"/>
            <a:ext cx="19256693" cy="9957118"/>
          </a:xfrm>
          <a:prstGeom prst="rect">
            <a:avLst/>
          </a:prstGeom>
        </p:spPr>
        <p:txBody>
          <a:bodyPr vert="horz" lIns="148903" tIns="74452" rIns="148903" bIns="7445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816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411" y="13983977"/>
            <a:ext cx="6775503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033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89040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8390" indent="-558390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209845" indent="-465325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86130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0582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35034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09486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83938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58390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32842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452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8904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3356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97808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2260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6712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1164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956164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102803" y="3246120"/>
            <a:ext cx="17190720" cy="8595360"/>
            <a:chOff x="2102803" y="3246120"/>
            <a:chExt cx="17190720" cy="8595360"/>
          </a:xfrm>
        </p:grpSpPr>
        <p:sp>
          <p:nvSpPr>
            <p:cNvPr id="3" name="rc3"/>
            <p:cNvSpPr/>
            <p:nvPr/>
          </p:nvSpPr>
          <p:spPr>
            <a:xfrm>
              <a:off x="2102802" y="3246120"/>
              <a:ext cx="17190720" cy="8595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102802" y="3246120"/>
              <a:ext cx="17190720" cy="8595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72391" y="3315709"/>
              <a:ext cx="4258996" cy="39893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431387" y="3315709"/>
              <a:ext cx="4266774" cy="39893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698162" y="3315709"/>
              <a:ext cx="4258996" cy="39893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957158" y="3315709"/>
              <a:ext cx="4266774" cy="39893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618500" y="3511989"/>
              <a:ext cx="3748359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36522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09211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81901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54590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27279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299969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386742" y="505963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096757" y="576558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299054" y="602010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754896" y="638412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001298" y="527088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245431" y="674463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29523" y="541422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19194" y="531280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638986" y="401790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30010" y="639620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85295" y="628607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59281" y="526534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77936" y="556332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597541" y="495197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307424" y="551927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162495" y="518248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64267" y="548240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82150" y="579038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454976" y="533359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06189" y="488873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396002" y="596905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32172" y="497494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043826" y="565153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837538" y="542141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55799" y="652136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827271" y="580958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904828" y="363355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69627" y="478203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914662" y="514020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75645" y="526238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788880" y="4009471"/>
              <a:ext cx="3407599" cy="2413996"/>
            </a:xfrm>
            <a:custGeom>
              <a:avLst/>
              <a:pathLst>
                <a:path w="3407599" h="2413996">
                  <a:moveTo>
                    <a:pt x="0" y="1119499"/>
                  </a:moveTo>
                  <a:lnTo>
                    <a:pt x="43134" y="1130926"/>
                  </a:lnTo>
                  <a:lnTo>
                    <a:pt x="86268" y="1142049"/>
                  </a:lnTo>
                  <a:lnTo>
                    <a:pt x="129402" y="1152831"/>
                  </a:lnTo>
                  <a:lnTo>
                    <a:pt x="172536" y="1163233"/>
                  </a:lnTo>
                  <a:lnTo>
                    <a:pt x="215670" y="1173208"/>
                  </a:lnTo>
                  <a:lnTo>
                    <a:pt x="258805" y="1182706"/>
                  </a:lnTo>
                  <a:lnTo>
                    <a:pt x="301939" y="1191669"/>
                  </a:lnTo>
                  <a:lnTo>
                    <a:pt x="345073" y="1200031"/>
                  </a:lnTo>
                  <a:lnTo>
                    <a:pt x="388207" y="1207719"/>
                  </a:lnTo>
                  <a:lnTo>
                    <a:pt x="431341" y="1214656"/>
                  </a:lnTo>
                  <a:lnTo>
                    <a:pt x="474475" y="1220753"/>
                  </a:lnTo>
                  <a:lnTo>
                    <a:pt x="517610" y="1225917"/>
                  </a:lnTo>
                  <a:lnTo>
                    <a:pt x="560744" y="1230053"/>
                  </a:lnTo>
                  <a:lnTo>
                    <a:pt x="603878" y="1233062"/>
                  </a:lnTo>
                  <a:lnTo>
                    <a:pt x="647012" y="1234847"/>
                  </a:lnTo>
                  <a:lnTo>
                    <a:pt x="690146" y="1235320"/>
                  </a:lnTo>
                  <a:lnTo>
                    <a:pt x="733280" y="1234402"/>
                  </a:lnTo>
                  <a:lnTo>
                    <a:pt x="776415" y="1232033"/>
                  </a:lnTo>
                  <a:lnTo>
                    <a:pt x="819549" y="1228176"/>
                  </a:lnTo>
                  <a:lnTo>
                    <a:pt x="862683" y="1222817"/>
                  </a:lnTo>
                  <a:lnTo>
                    <a:pt x="905817" y="1215968"/>
                  </a:lnTo>
                  <a:lnTo>
                    <a:pt x="948951" y="1207667"/>
                  </a:lnTo>
                  <a:lnTo>
                    <a:pt x="992085" y="1197973"/>
                  </a:lnTo>
                  <a:lnTo>
                    <a:pt x="1035220" y="1186963"/>
                  </a:lnTo>
                  <a:lnTo>
                    <a:pt x="1078354" y="1174726"/>
                  </a:lnTo>
                  <a:lnTo>
                    <a:pt x="1121488" y="1161358"/>
                  </a:lnTo>
                  <a:lnTo>
                    <a:pt x="1164622" y="1146958"/>
                  </a:lnTo>
                  <a:lnTo>
                    <a:pt x="1207756" y="1131623"/>
                  </a:lnTo>
                  <a:lnTo>
                    <a:pt x="1250890" y="1115444"/>
                  </a:lnTo>
                  <a:lnTo>
                    <a:pt x="1294025" y="1098510"/>
                  </a:lnTo>
                  <a:lnTo>
                    <a:pt x="1337159" y="1080901"/>
                  </a:lnTo>
                  <a:lnTo>
                    <a:pt x="1380293" y="1062688"/>
                  </a:lnTo>
                  <a:lnTo>
                    <a:pt x="1423427" y="1043938"/>
                  </a:lnTo>
                  <a:lnTo>
                    <a:pt x="1466561" y="1024708"/>
                  </a:lnTo>
                  <a:lnTo>
                    <a:pt x="1509695" y="1005050"/>
                  </a:lnTo>
                  <a:lnTo>
                    <a:pt x="1552830" y="985010"/>
                  </a:lnTo>
                  <a:lnTo>
                    <a:pt x="1595964" y="964628"/>
                  </a:lnTo>
                  <a:lnTo>
                    <a:pt x="1639098" y="943941"/>
                  </a:lnTo>
                  <a:lnTo>
                    <a:pt x="1682232" y="922978"/>
                  </a:lnTo>
                  <a:lnTo>
                    <a:pt x="1725366" y="901769"/>
                  </a:lnTo>
                  <a:lnTo>
                    <a:pt x="1768500" y="880337"/>
                  </a:lnTo>
                  <a:lnTo>
                    <a:pt x="1811635" y="858704"/>
                  </a:lnTo>
                  <a:lnTo>
                    <a:pt x="1854769" y="836889"/>
                  </a:lnTo>
                  <a:lnTo>
                    <a:pt x="1897903" y="814910"/>
                  </a:lnTo>
                  <a:lnTo>
                    <a:pt x="1941037" y="792780"/>
                  </a:lnTo>
                  <a:lnTo>
                    <a:pt x="1984171" y="770513"/>
                  </a:lnTo>
                  <a:lnTo>
                    <a:pt x="2027305" y="748122"/>
                  </a:lnTo>
                  <a:lnTo>
                    <a:pt x="2070440" y="725617"/>
                  </a:lnTo>
                  <a:lnTo>
                    <a:pt x="2113574" y="703007"/>
                  </a:lnTo>
                  <a:lnTo>
                    <a:pt x="2156708" y="680302"/>
                  </a:lnTo>
                  <a:lnTo>
                    <a:pt x="2199842" y="657507"/>
                  </a:lnTo>
                  <a:lnTo>
                    <a:pt x="2242976" y="634632"/>
                  </a:lnTo>
                  <a:lnTo>
                    <a:pt x="2286110" y="611681"/>
                  </a:lnTo>
                  <a:lnTo>
                    <a:pt x="2329245" y="588660"/>
                  </a:lnTo>
                  <a:lnTo>
                    <a:pt x="2372379" y="565575"/>
                  </a:lnTo>
                  <a:lnTo>
                    <a:pt x="2415513" y="542430"/>
                  </a:lnTo>
                  <a:lnTo>
                    <a:pt x="2458647" y="519230"/>
                  </a:lnTo>
                  <a:lnTo>
                    <a:pt x="2501781" y="495977"/>
                  </a:lnTo>
                  <a:lnTo>
                    <a:pt x="2544915" y="472676"/>
                  </a:lnTo>
                  <a:lnTo>
                    <a:pt x="2588050" y="449330"/>
                  </a:lnTo>
                  <a:lnTo>
                    <a:pt x="2631184" y="425942"/>
                  </a:lnTo>
                  <a:lnTo>
                    <a:pt x="2674318" y="402515"/>
                  </a:lnTo>
                  <a:lnTo>
                    <a:pt x="2717452" y="379050"/>
                  </a:lnTo>
                  <a:lnTo>
                    <a:pt x="2760586" y="355550"/>
                  </a:lnTo>
                  <a:lnTo>
                    <a:pt x="2803721" y="332018"/>
                  </a:lnTo>
                  <a:lnTo>
                    <a:pt x="2846855" y="308455"/>
                  </a:lnTo>
                  <a:lnTo>
                    <a:pt x="2889989" y="284863"/>
                  </a:lnTo>
                  <a:lnTo>
                    <a:pt x="2933123" y="261244"/>
                  </a:lnTo>
                  <a:lnTo>
                    <a:pt x="2976257" y="237599"/>
                  </a:lnTo>
                  <a:lnTo>
                    <a:pt x="3019391" y="213930"/>
                  </a:lnTo>
                  <a:lnTo>
                    <a:pt x="3062526" y="190237"/>
                  </a:lnTo>
                  <a:lnTo>
                    <a:pt x="3105660" y="166523"/>
                  </a:lnTo>
                  <a:lnTo>
                    <a:pt x="3148794" y="142788"/>
                  </a:lnTo>
                  <a:lnTo>
                    <a:pt x="3191928" y="119033"/>
                  </a:lnTo>
                  <a:lnTo>
                    <a:pt x="3235062" y="95260"/>
                  </a:lnTo>
                  <a:lnTo>
                    <a:pt x="3278196" y="71470"/>
                  </a:lnTo>
                  <a:lnTo>
                    <a:pt x="3321331" y="47662"/>
                  </a:lnTo>
                  <a:lnTo>
                    <a:pt x="3364465" y="23838"/>
                  </a:lnTo>
                  <a:lnTo>
                    <a:pt x="3407599" y="0"/>
                  </a:lnTo>
                  <a:lnTo>
                    <a:pt x="3407599" y="2413996"/>
                  </a:lnTo>
                  <a:lnTo>
                    <a:pt x="3364465" y="2399428"/>
                  </a:lnTo>
                  <a:lnTo>
                    <a:pt x="3321331" y="2384875"/>
                  </a:lnTo>
                  <a:lnTo>
                    <a:pt x="3278196" y="2370338"/>
                  </a:lnTo>
                  <a:lnTo>
                    <a:pt x="3235062" y="2355818"/>
                  </a:lnTo>
                  <a:lnTo>
                    <a:pt x="3191928" y="2341316"/>
                  </a:lnTo>
                  <a:lnTo>
                    <a:pt x="3148794" y="2326832"/>
                  </a:lnTo>
                  <a:lnTo>
                    <a:pt x="3105660" y="2312368"/>
                  </a:lnTo>
                  <a:lnTo>
                    <a:pt x="3062526" y="2297925"/>
                  </a:lnTo>
                  <a:lnTo>
                    <a:pt x="3019391" y="2283503"/>
                  </a:lnTo>
                  <a:lnTo>
                    <a:pt x="2976257" y="2269105"/>
                  </a:lnTo>
                  <a:lnTo>
                    <a:pt x="2933123" y="2254730"/>
                  </a:lnTo>
                  <a:lnTo>
                    <a:pt x="2889989" y="2240382"/>
                  </a:lnTo>
                  <a:lnTo>
                    <a:pt x="2846855" y="2226061"/>
                  </a:lnTo>
                  <a:lnTo>
                    <a:pt x="2803721" y="2211769"/>
                  </a:lnTo>
                  <a:lnTo>
                    <a:pt x="2760586" y="2197507"/>
                  </a:lnTo>
                  <a:lnTo>
                    <a:pt x="2717452" y="2183279"/>
                  </a:lnTo>
                  <a:lnTo>
                    <a:pt x="2674318" y="2169085"/>
                  </a:lnTo>
                  <a:lnTo>
                    <a:pt x="2631184" y="2154928"/>
                  </a:lnTo>
                  <a:lnTo>
                    <a:pt x="2588050" y="2140811"/>
                  </a:lnTo>
                  <a:lnTo>
                    <a:pt x="2544915" y="2126736"/>
                  </a:lnTo>
                  <a:lnTo>
                    <a:pt x="2501781" y="2112706"/>
                  </a:lnTo>
                  <a:lnTo>
                    <a:pt x="2458647" y="2098724"/>
                  </a:lnTo>
                  <a:lnTo>
                    <a:pt x="2415513" y="2084794"/>
                  </a:lnTo>
                  <a:lnTo>
                    <a:pt x="2372379" y="2070920"/>
                  </a:lnTo>
                  <a:lnTo>
                    <a:pt x="2329245" y="2057106"/>
                  </a:lnTo>
                  <a:lnTo>
                    <a:pt x="2286110" y="2043356"/>
                  </a:lnTo>
                  <a:lnTo>
                    <a:pt x="2242976" y="2029676"/>
                  </a:lnTo>
                  <a:lnTo>
                    <a:pt x="2199842" y="2016071"/>
                  </a:lnTo>
                  <a:lnTo>
                    <a:pt x="2156708" y="2002548"/>
                  </a:lnTo>
                  <a:lnTo>
                    <a:pt x="2113574" y="1989113"/>
                  </a:lnTo>
                  <a:lnTo>
                    <a:pt x="2070440" y="1975774"/>
                  </a:lnTo>
                  <a:lnTo>
                    <a:pt x="2027305" y="1962540"/>
                  </a:lnTo>
                  <a:lnTo>
                    <a:pt x="1984171" y="1949420"/>
                  </a:lnTo>
                  <a:lnTo>
                    <a:pt x="1941037" y="1936424"/>
                  </a:lnTo>
                  <a:lnTo>
                    <a:pt x="1897903" y="1923565"/>
                  </a:lnTo>
                  <a:lnTo>
                    <a:pt x="1854769" y="1910856"/>
                  </a:lnTo>
                  <a:lnTo>
                    <a:pt x="1811635" y="1898312"/>
                  </a:lnTo>
                  <a:lnTo>
                    <a:pt x="1768500" y="1885950"/>
                  </a:lnTo>
                  <a:lnTo>
                    <a:pt x="1725366" y="1873789"/>
                  </a:lnTo>
                  <a:lnTo>
                    <a:pt x="1682232" y="1861851"/>
                  </a:lnTo>
                  <a:lnTo>
                    <a:pt x="1639098" y="1850159"/>
                  </a:lnTo>
                  <a:lnTo>
                    <a:pt x="1595964" y="1838742"/>
                  </a:lnTo>
                  <a:lnTo>
                    <a:pt x="1552830" y="1827632"/>
                  </a:lnTo>
                  <a:lnTo>
                    <a:pt x="1509695" y="1816862"/>
                  </a:lnTo>
                  <a:lnTo>
                    <a:pt x="1466561" y="1806475"/>
                  </a:lnTo>
                  <a:lnTo>
                    <a:pt x="1423427" y="1796516"/>
                  </a:lnTo>
                  <a:lnTo>
                    <a:pt x="1380293" y="1787037"/>
                  </a:lnTo>
                  <a:lnTo>
                    <a:pt x="1337159" y="1778095"/>
                  </a:lnTo>
                  <a:lnTo>
                    <a:pt x="1294025" y="1769756"/>
                  </a:lnTo>
                  <a:lnTo>
                    <a:pt x="1250890" y="1762093"/>
                  </a:lnTo>
                  <a:lnTo>
                    <a:pt x="1207756" y="1755186"/>
                  </a:lnTo>
                  <a:lnTo>
                    <a:pt x="1164622" y="1749121"/>
                  </a:lnTo>
                  <a:lnTo>
                    <a:pt x="1121488" y="1743992"/>
                  </a:lnTo>
                  <a:lnTo>
                    <a:pt x="1078354" y="1739895"/>
                  </a:lnTo>
                  <a:lnTo>
                    <a:pt x="1035220" y="1736929"/>
                  </a:lnTo>
                  <a:lnTo>
                    <a:pt x="992085" y="1735190"/>
                  </a:lnTo>
                  <a:lnTo>
                    <a:pt x="948951" y="1734767"/>
                  </a:lnTo>
                  <a:lnTo>
                    <a:pt x="905817" y="1735736"/>
                  </a:lnTo>
                  <a:lnTo>
                    <a:pt x="862683" y="1738158"/>
                  </a:lnTo>
                  <a:lnTo>
                    <a:pt x="819549" y="1742069"/>
                  </a:lnTo>
                  <a:lnTo>
                    <a:pt x="776415" y="1747483"/>
                  </a:lnTo>
                  <a:lnTo>
                    <a:pt x="733280" y="1754386"/>
                  </a:lnTo>
                  <a:lnTo>
                    <a:pt x="690146" y="1762739"/>
                  </a:lnTo>
                  <a:lnTo>
                    <a:pt x="647012" y="1772482"/>
                  </a:lnTo>
                  <a:lnTo>
                    <a:pt x="603878" y="1783538"/>
                  </a:lnTo>
                  <a:lnTo>
                    <a:pt x="560744" y="1795817"/>
                  </a:lnTo>
                  <a:lnTo>
                    <a:pt x="517610" y="1809224"/>
                  </a:lnTo>
                  <a:lnTo>
                    <a:pt x="474475" y="1823660"/>
                  </a:lnTo>
                  <a:lnTo>
                    <a:pt x="431341" y="1839028"/>
                  </a:lnTo>
                  <a:lnTo>
                    <a:pt x="388207" y="1855235"/>
                  </a:lnTo>
                  <a:lnTo>
                    <a:pt x="345073" y="1872194"/>
                  </a:lnTo>
                  <a:lnTo>
                    <a:pt x="301939" y="1889827"/>
                  </a:lnTo>
                  <a:lnTo>
                    <a:pt x="258805" y="1908060"/>
                  </a:lnTo>
                  <a:lnTo>
                    <a:pt x="215670" y="1926829"/>
                  </a:lnTo>
                  <a:lnTo>
                    <a:pt x="172536" y="1946076"/>
                  </a:lnTo>
                  <a:lnTo>
                    <a:pt x="129402" y="1965748"/>
                  </a:lnTo>
                  <a:lnTo>
                    <a:pt x="86268" y="1985801"/>
                  </a:lnTo>
                  <a:lnTo>
                    <a:pt x="43134" y="2006195"/>
                  </a:lnTo>
                  <a:lnTo>
                    <a:pt x="0" y="2026893"/>
                  </a:lnTo>
                  <a:close/>
                </a:path>
              </a:pathLst>
            </a:custGeom>
            <a:solidFill>
              <a:srgbClr val="A6CEE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88880" y="4009471"/>
              <a:ext cx="3407599" cy="1235320"/>
            </a:xfrm>
            <a:custGeom>
              <a:avLst/>
              <a:pathLst>
                <a:path w="3407599" h="1235320">
                  <a:moveTo>
                    <a:pt x="0" y="1119499"/>
                  </a:moveTo>
                  <a:lnTo>
                    <a:pt x="43134" y="1130926"/>
                  </a:lnTo>
                  <a:lnTo>
                    <a:pt x="86268" y="1142049"/>
                  </a:lnTo>
                  <a:lnTo>
                    <a:pt x="129402" y="1152831"/>
                  </a:lnTo>
                  <a:lnTo>
                    <a:pt x="172536" y="1163233"/>
                  </a:lnTo>
                  <a:lnTo>
                    <a:pt x="215670" y="1173208"/>
                  </a:lnTo>
                  <a:lnTo>
                    <a:pt x="258805" y="1182706"/>
                  </a:lnTo>
                  <a:lnTo>
                    <a:pt x="301939" y="1191669"/>
                  </a:lnTo>
                  <a:lnTo>
                    <a:pt x="345073" y="1200031"/>
                  </a:lnTo>
                  <a:lnTo>
                    <a:pt x="388207" y="1207719"/>
                  </a:lnTo>
                  <a:lnTo>
                    <a:pt x="431341" y="1214656"/>
                  </a:lnTo>
                  <a:lnTo>
                    <a:pt x="474475" y="1220753"/>
                  </a:lnTo>
                  <a:lnTo>
                    <a:pt x="517610" y="1225917"/>
                  </a:lnTo>
                  <a:lnTo>
                    <a:pt x="560744" y="1230053"/>
                  </a:lnTo>
                  <a:lnTo>
                    <a:pt x="603878" y="1233062"/>
                  </a:lnTo>
                  <a:lnTo>
                    <a:pt x="647012" y="1234847"/>
                  </a:lnTo>
                  <a:lnTo>
                    <a:pt x="690146" y="1235320"/>
                  </a:lnTo>
                  <a:lnTo>
                    <a:pt x="733280" y="1234402"/>
                  </a:lnTo>
                  <a:lnTo>
                    <a:pt x="776415" y="1232033"/>
                  </a:lnTo>
                  <a:lnTo>
                    <a:pt x="819549" y="1228176"/>
                  </a:lnTo>
                  <a:lnTo>
                    <a:pt x="862683" y="1222817"/>
                  </a:lnTo>
                  <a:lnTo>
                    <a:pt x="905817" y="1215968"/>
                  </a:lnTo>
                  <a:lnTo>
                    <a:pt x="948951" y="1207667"/>
                  </a:lnTo>
                  <a:lnTo>
                    <a:pt x="992085" y="1197973"/>
                  </a:lnTo>
                  <a:lnTo>
                    <a:pt x="1035220" y="1186963"/>
                  </a:lnTo>
                  <a:lnTo>
                    <a:pt x="1078354" y="1174726"/>
                  </a:lnTo>
                  <a:lnTo>
                    <a:pt x="1121488" y="1161358"/>
                  </a:lnTo>
                  <a:lnTo>
                    <a:pt x="1164622" y="1146958"/>
                  </a:lnTo>
                  <a:lnTo>
                    <a:pt x="1207756" y="1131623"/>
                  </a:lnTo>
                  <a:lnTo>
                    <a:pt x="1250890" y="1115444"/>
                  </a:lnTo>
                  <a:lnTo>
                    <a:pt x="1294025" y="1098510"/>
                  </a:lnTo>
                  <a:lnTo>
                    <a:pt x="1337159" y="1080901"/>
                  </a:lnTo>
                  <a:lnTo>
                    <a:pt x="1380293" y="1062688"/>
                  </a:lnTo>
                  <a:lnTo>
                    <a:pt x="1423427" y="1043938"/>
                  </a:lnTo>
                  <a:lnTo>
                    <a:pt x="1466561" y="1024708"/>
                  </a:lnTo>
                  <a:lnTo>
                    <a:pt x="1509695" y="1005050"/>
                  </a:lnTo>
                  <a:lnTo>
                    <a:pt x="1552830" y="985010"/>
                  </a:lnTo>
                  <a:lnTo>
                    <a:pt x="1595964" y="964628"/>
                  </a:lnTo>
                  <a:lnTo>
                    <a:pt x="1639098" y="943941"/>
                  </a:lnTo>
                  <a:lnTo>
                    <a:pt x="1682232" y="922978"/>
                  </a:lnTo>
                  <a:lnTo>
                    <a:pt x="1725366" y="901769"/>
                  </a:lnTo>
                  <a:lnTo>
                    <a:pt x="1768500" y="880337"/>
                  </a:lnTo>
                  <a:lnTo>
                    <a:pt x="1811635" y="858704"/>
                  </a:lnTo>
                  <a:lnTo>
                    <a:pt x="1854769" y="836889"/>
                  </a:lnTo>
                  <a:lnTo>
                    <a:pt x="1897903" y="814910"/>
                  </a:lnTo>
                  <a:lnTo>
                    <a:pt x="1941037" y="792780"/>
                  </a:lnTo>
                  <a:lnTo>
                    <a:pt x="1984171" y="770513"/>
                  </a:lnTo>
                  <a:lnTo>
                    <a:pt x="2027305" y="748122"/>
                  </a:lnTo>
                  <a:lnTo>
                    <a:pt x="2070440" y="725617"/>
                  </a:lnTo>
                  <a:lnTo>
                    <a:pt x="2113574" y="703007"/>
                  </a:lnTo>
                  <a:lnTo>
                    <a:pt x="2156708" y="680302"/>
                  </a:lnTo>
                  <a:lnTo>
                    <a:pt x="2199842" y="657507"/>
                  </a:lnTo>
                  <a:lnTo>
                    <a:pt x="2242976" y="634632"/>
                  </a:lnTo>
                  <a:lnTo>
                    <a:pt x="2286110" y="611681"/>
                  </a:lnTo>
                  <a:lnTo>
                    <a:pt x="2329245" y="588660"/>
                  </a:lnTo>
                  <a:lnTo>
                    <a:pt x="2372379" y="565575"/>
                  </a:lnTo>
                  <a:lnTo>
                    <a:pt x="2415513" y="542430"/>
                  </a:lnTo>
                  <a:lnTo>
                    <a:pt x="2458647" y="519230"/>
                  </a:lnTo>
                  <a:lnTo>
                    <a:pt x="2501781" y="495977"/>
                  </a:lnTo>
                  <a:lnTo>
                    <a:pt x="2544915" y="472676"/>
                  </a:lnTo>
                  <a:lnTo>
                    <a:pt x="2588050" y="449330"/>
                  </a:lnTo>
                  <a:lnTo>
                    <a:pt x="2631184" y="425942"/>
                  </a:lnTo>
                  <a:lnTo>
                    <a:pt x="2674318" y="402515"/>
                  </a:lnTo>
                  <a:lnTo>
                    <a:pt x="2717452" y="379050"/>
                  </a:lnTo>
                  <a:lnTo>
                    <a:pt x="2760586" y="355550"/>
                  </a:lnTo>
                  <a:lnTo>
                    <a:pt x="2803721" y="332018"/>
                  </a:lnTo>
                  <a:lnTo>
                    <a:pt x="2846855" y="308455"/>
                  </a:lnTo>
                  <a:lnTo>
                    <a:pt x="2889989" y="284863"/>
                  </a:lnTo>
                  <a:lnTo>
                    <a:pt x="2933123" y="261244"/>
                  </a:lnTo>
                  <a:lnTo>
                    <a:pt x="2976257" y="237599"/>
                  </a:lnTo>
                  <a:lnTo>
                    <a:pt x="3019391" y="213930"/>
                  </a:lnTo>
                  <a:lnTo>
                    <a:pt x="3062526" y="190237"/>
                  </a:lnTo>
                  <a:lnTo>
                    <a:pt x="3105660" y="166523"/>
                  </a:lnTo>
                  <a:lnTo>
                    <a:pt x="3148794" y="142788"/>
                  </a:lnTo>
                  <a:lnTo>
                    <a:pt x="3191928" y="119033"/>
                  </a:lnTo>
                  <a:lnTo>
                    <a:pt x="3235062" y="95260"/>
                  </a:lnTo>
                  <a:lnTo>
                    <a:pt x="3278196" y="71470"/>
                  </a:lnTo>
                  <a:lnTo>
                    <a:pt x="3321331" y="47662"/>
                  </a:lnTo>
                  <a:lnTo>
                    <a:pt x="3364465" y="23838"/>
                  </a:lnTo>
                  <a:lnTo>
                    <a:pt x="340759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88880" y="5744238"/>
              <a:ext cx="3407599" cy="679229"/>
            </a:xfrm>
            <a:custGeom>
              <a:avLst/>
              <a:pathLst>
                <a:path w="3407599" h="679229">
                  <a:moveTo>
                    <a:pt x="3407599" y="679229"/>
                  </a:moveTo>
                  <a:lnTo>
                    <a:pt x="3364465" y="664661"/>
                  </a:lnTo>
                  <a:lnTo>
                    <a:pt x="3321331" y="650108"/>
                  </a:lnTo>
                  <a:lnTo>
                    <a:pt x="3278196" y="635571"/>
                  </a:lnTo>
                  <a:lnTo>
                    <a:pt x="3235062" y="621051"/>
                  </a:lnTo>
                  <a:lnTo>
                    <a:pt x="3191928" y="606549"/>
                  </a:lnTo>
                  <a:lnTo>
                    <a:pt x="3148794" y="592065"/>
                  </a:lnTo>
                  <a:lnTo>
                    <a:pt x="3105660" y="577601"/>
                  </a:lnTo>
                  <a:lnTo>
                    <a:pt x="3062526" y="563158"/>
                  </a:lnTo>
                  <a:lnTo>
                    <a:pt x="3019391" y="548736"/>
                  </a:lnTo>
                  <a:lnTo>
                    <a:pt x="2976257" y="534338"/>
                  </a:lnTo>
                  <a:lnTo>
                    <a:pt x="2933123" y="519963"/>
                  </a:lnTo>
                  <a:lnTo>
                    <a:pt x="2889989" y="505615"/>
                  </a:lnTo>
                  <a:lnTo>
                    <a:pt x="2846855" y="491294"/>
                  </a:lnTo>
                  <a:lnTo>
                    <a:pt x="2803721" y="477002"/>
                  </a:lnTo>
                  <a:lnTo>
                    <a:pt x="2760586" y="462740"/>
                  </a:lnTo>
                  <a:lnTo>
                    <a:pt x="2717452" y="448512"/>
                  </a:lnTo>
                  <a:lnTo>
                    <a:pt x="2674318" y="434318"/>
                  </a:lnTo>
                  <a:lnTo>
                    <a:pt x="2631184" y="420161"/>
                  </a:lnTo>
                  <a:lnTo>
                    <a:pt x="2588050" y="406044"/>
                  </a:lnTo>
                  <a:lnTo>
                    <a:pt x="2544915" y="391969"/>
                  </a:lnTo>
                  <a:lnTo>
                    <a:pt x="2501781" y="377939"/>
                  </a:lnTo>
                  <a:lnTo>
                    <a:pt x="2458647" y="363957"/>
                  </a:lnTo>
                  <a:lnTo>
                    <a:pt x="2415513" y="350027"/>
                  </a:lnTo>
                  <a:lnTo>
                    <a:pt x="2372379" y="336153"/>
                  </a:lnTo>
                  <a:lnTo>
                    <a:pt x="2329245" y="322339"/>
                  </a:lnTo>
                  <a:lnTo>
                    <a:pt x="2286110" y="308589"/>
                  </a:lnTo>
                  <a:lnTo>
                    <a:pt x="2242976" y="294909"/>
                  </a:lnTo>
                  <a:lnTo>
                    <a:pt x="2199842" y="281304"/>
                  </a:lnTo>
                  <a:lnTo>
                    <a:pt x="2156708" y="267781"/>
                  </a:lnTo>
                  <a:lnTo>
                    <a:pt x="2113574" y="254346"/>
                  </a:lnTo>
                  <a:lnTo>
                    <a:pt x="2070440" y="241007"/>
                  </a:lnTo>
                  <a:lnTo>
                    <a:pt x="2027305" y="227773"/>
                  </a:lnTo>
                  <a:lnTo>
                    <a:pt x="1984171" y="214652"/>
                  </a:lnTo>
                  <a:lnTo>
                    <a:pt x="1941037" y="201657"/>
                  </a:lnTo>
                  <a:lnTo>
                    <a:pt x="1897903" y="188798"/>
                  </a:lnTo>
                  <a:lnTo>
                    <a:pt x="1854769" y="176089"/>
                  </a:lnTo>
                  <a:lnTo>
                    <a:pt x="1811635" y="163545"/>
                  </a:lnTo>
                  <a:lnTo>
                    <a:pt x="1768500" y="151183"/>
                  </a:lnTo>
                  <a:lnTo>
                    <a:pt x="1725366" y="139022"/>
                  </a:lnTo>
                  <a:lnTo>
                    <a:pt x="1682232" y="127084"/>
                  </a:lnTo>
                  <a:lnTo>
                    <a:pt x="1639098" y="115392"/>
                  </a:lnTo>
                  <a:lnTo>
                    <a:pt x="1595964" y="103975"/>
                  </a:lnTo>
                  <a:lnTo>
                    <a:pt x="1552830" y="92864"/>
                  </a:lnTo>
                  <a:lnTo>
                    <a:pt x="1509695" y="82095"/>
                  </a:lnTo>
                  <a:lnTo>
                    <a:pt x="1466561" y="71708"/>
                  </a:lnTo>
                  <a:lnTo>
                    <a:pt x="1423427" y="61749"/>
                  </a:lnTo>
                  <a:lnTo>
                    <a:pt x="1380293" y="52269"/>
                  </a:lnTo>
                  <a:lnTo>
                    <a:pt x="1337159" y="43328"/>
                  </a:lnTo>
                  <a:lnTo>
                    <a:pt x="1294025" y="34989"/>
                  </a:lnTo>
                  <a:lnTo>
                    <a:pt x="1250890" y="27326"/>
                  </a:lnTo>
                  <a:lnTo>
                    <a:pt x="1207756" y="20419"/>
                  </a:lnTo>
                  <a:lnTo>
                    <a:pt x="1164622" y="14354"/>
                  </a:lnTo>
                  <a:lnTo>
                    <a:pt x="1121488" y="9225"/>
                  </a:lnTo>
                  <a:lnTo>
                    <a:pt x="1078354" y="5128"/>
                  </a:lnTo>
                  <a:lnTo>
                    <a:pt x="1035220" y="2162"/>
                  </a:lnTo>
                  <a:lnTo>
                    <a:pt x="992085" y="423"/>
                  </a:lnTo>
                  <a:lnTo>
                    <a:pt x="948951" y="0"/>
                  </a:lnTo>
                  <a:lnTo>
                    <a:pt x="905817" y="969"/>
                  </a:lnTo>
                  <a:lnTo>
                    <a:pt x="862683" y="3391"/>
                  </a:lnTo>
                  <a:lnTo>
                    <a:pt x="819549" y="7302"/>
                  </a:lnTo>
                  <a:lnTo>
                    <a:pt x="776415" y="12716"/>
                  </a:lnTo>
                  <a:lnTo>
                    <a:pt x="733280" y="19619"/>
                  </a:lnTo>
                  <a:lnTo>
                    <a:pt x="690146" y="27972"/>
                  </a:lnTo>
                  <a:lnTo>
                    <a:pt x="647012" y="37715"/>
                  </a:lnTo>
                  <a:lnTo>
                    <a:pt x="603878" y="48771"/>
                  </a:lnTo>
                  <a:lnTo>
                    <a:pt x="560744" y="61050"/>
                  </a:lnTo>
                  <a:lnTo>
                    <a:pt x="517610" y="74457"/>
                  </a:lnTo>
                  <a:lnTo>
                    <a:pt x="474475" y="88893"/>
                  </a:lnTo>
                  <a:lnTo>
                    <a:pt x="431341" y="104261"/>
                  </a:lnTo>
                  <a:lnTo>
                    <a:pt x="388207" y="120468"/>
                  </a:lnTo>
                  <a:lnTo>
                    <a:pt x="345073" y="137427"/>
                  </a:lnTo>
                  <a:lnTo>
                    <a:pt x="301939" y="155060"/>
                  </a:lnTo>
                  <a:lnTo>
                    <a:pt x="258805" y="173293"/>
                  </a:lnTo>
                  <a:lnTo>
                    <a:pt x="215670" y="192062"/>
                  </a:lnTo>
                  <a:lnTo>
                    <a:pt x="172536" y="211309"/>
                  </a:lnTo>
                  <a:lnTo>
                    <a:pt x="129402" y="230981"/>
                  </a:lnTo>
                  <a:lnTo>
                    <a:pt x="86268" y="251034"/>
                  </a:lnTo>
                  <a:lnTo>
                    <a:pt x="43134" y="271428"/>
                  </a:lnTo>
                  <a:lnTo>
                    <a:pt x="0" y="292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88880" y="5216469"/>
              <a:ext cx="3407599" cy="366198"/>
            </a:xfrm>
            <a:custGeom>
              <a:avLst/>
              <a:pathLst>
                <a:path w="3407599" h="366198">
                  <a:moveTo>
                    <a:pt x="0" y="366198"/>
                  </a:moveTo>
                  <a:lnTo>
                    <a:pt x="43134" y="361562"/>
                  </a:lnTo>
                  <a:lnTo>
                    <a:pt x="86268" y="356927"/>
                  </a:lnTo>
                  <a:lnTo>
                    <a:pt x="129402" y="352292"/>
                  </a:lnTo>
                  <a:lnTo>
                    <a:pt x="172536" y="347656"/>
                  </a:lnTo>
                  <a:lnTo>
                    <a:pt x="215670" y="343021"/>
                  </a:lnTo>
                  <a:lnTo>
                    <a:pt x="258805" y="338385"/>
                  </a:lnTo>
                  <a:lnTo>
                    <a:pt x="301939" y="333750"/>
                  </a:lnTo>
                  <a:lnTo>
                    <a:pt x="345073" y="329114"/>
                  </a:lnTo>
                  <a:lnTo>
                    <a:pt x="388207" y="324479"/>
                  </a:lnTo>
                  <a:lnTo>
                    <a:pt x="431341" y="319844"/>
                  </a:lnTo>
                  <a:lnTo>
                    <a:pt x="474475" y="315208"/>
                  </a:lnTo>
                  <a:lnTo>
                    <a:pt x="517610" y="310573"/>
                  </a:lnTo>
                  <a:lnTo>
                    <a:pt x="560744" y="305937"/>
                  </a:lnTo>
                  <a:lnTo>
                    <a:pt x="603878" y="301302"/>
                  </a:lnTo>
                  <a:lnTo>
                    <a:pt x="647012" y="296666"/>
                  </a:lnTo>
                  <a:lnTo>
                    <a:pt x="690146" y="292031"/>
                  </a:lnTo>
                  <a:lnTo>
                    <a:pt x="733280" y="287396"/>
                  </a:lnTo>
                  <a:lnTo>
                    <a:pt x="776415" y="282760"/>
                  </a:lnTo>
                  <a:lnTo>
                    <a:pt x="819549" y="278125"/>
                  </a:lnTo>
                  <a:lnTo>
                    <a:pt x="862683" y="273489"/>
                  </a:lnTo>
                  <a:lnTo>
                    <a:pt x="905817" y="268854"/>
                  </a:lnTo>
                  <a:lnTo>
                    <a:pt x="948951" y="264219"/>
                  </a:lnTo>
                  <a:lnTo>
                    <a:pt x="992085" y="259583"/>
                  </a:lnTo>
                  <a:lnTo>
                    <a:pt x="1035220" y="254948"/>
                  </a:lnTo>
                  <a:lnTo>
                    <a:pt x="1078354" y="250312"/>
                  </a:lnTo>
                  <a:lnTo>
                    <a:pt x="1121488" y="245677"/>
                  </a:lnTo>
                  <a:lnTo>
                    <a:pt x="1164622" y="241041"/>
                  </a:lnTo>
                  <a:lnTo>
                    <a:pt x="1207756" y="236406"/>
                  </a:lnTo>
                  <a:lnTo>
                    <a:pt x="1250890" y="231771"/>
                  </a:lnTo>
                  <a:lnTo>
                    <a:pt x="1294025" y="227135"/>
                  </a:lnTo>
                  <a:lnTo>
                    <a:pt x="1337159" y="222500"/>
                  </a:lnTo>
                  <a:lnTo>
                    <a:pt x="1380293" y="217864"/>
                  </a:lnTo>
                  <a:lnTo>
                    <a:pt x="1423427" y="213229"/>
                  </a:lnTo>
                  <a:lnTo>
                    <a:pt x="1466561" y="208593"/>
                  </a:lnTo>
                  <a:lnTo>
                    <a:pt x="1509695" y="203958"/>
                  </a:lnTo>
                  <a:lnTo>
                    <a:pt x="1552830" y="199323"/>
                  </a:lnTo>
                  <a:lnTo>
                    <a:pt x="1595964" y="194687"/>
                  </a:lnTo>
                  <a:lnTo>
                    <a:pt x="1639098" y="190052"/>
                  </a:lnTo>
                  <a:lnTo>
                    <a:pt x="1682232" y="185416"/>
                  </a:lnTo>
                  <a:lnTo>
                    <a:pt x="1725366" y="180781"/>
                  </a:lnTo>
                  <a:lnTo>
                    <a:pt x="1768500" y="176146"/>
                  </a:lnTo>
                  <a:lnTo>
                    <a:pt x="1811635" y="171510"/>
                  </a:lnTo>
                  <a:lnTo>
                    <a:pt x="1854769" y="166875"/>
                  </a:lnTo>
                  <a:lnTo>
                    <a:pt x="1897903" y="162239"/>
                  </a:lnTo>
                  <a:lnTo>
                    <a:pt x="1941037" y="157604"/>
                  </a:lnTo>
                  <a:lnTo>
                    <a:pt x="1984171" y="152968"/>
                  </a:lnTo>
                  <a:lnTo>
                    <a:pt x="2027305" y="148333"/>
                  </a:lnTo>
                  <a:lnTo>
                    <a:pt x="2070440" y="143698"/>
                  </a:lnTo>
                  <a:lnTo>
                    <a:pt x="2113574" y="139062"/>
                  </a:lnTo>
                  <a:lnTo>
                    <a:pt x="2156708" y="134427"/>
                  </a:lnTo>
                  <a:lnTo>
                    <a:pt x="2199842" y="129791"/>
                  </a:lnTo>
                  <a:lnTo>
                    <a:pt x="2242976" y="125156"/>
                  </a:lnTo>
                  <a:lnTo>
                    <a:pt x="2286110" y="120520"/>
                  </a:lnTo>
                  <a:lnTo>
                    <a:pt x="2329245" y="115885"/>
                  </a:lnTo>
                  <a:lnTo>
                    <a:pt x="2372379" y="111250"/>
                  </a:lnTo>
                  <a:lnTo>
                    <a:pt x="2415513" y="106614"/>
                  </a:lnTo>
                  <a:lnTo>
                    <a:pt x="2458647" y="101979"/>
                  </a:lnTo>
                  <a:lnTo>
                    <a:pt x="2501781" y="97343"/>
                  </a:lnTo>
                  <a:lnTo>
                    <a:pt x="2544915" y="92708"/>
                  </a:lnTo>
                  <a:lnTo>
                    <a:pt x="2588050" y="88073"/>
                  </a:lnTo>
                  <a:lnTo>
                    <a:pt x="2631184" y="83437"/>
                  </a:lnTo>
                  <a:lnTo>
                    <a:pt x="2674318" y="78802"/>
                  </a:lnTo>
                  <a:lnTo>
                    <a:pt x="2717452" y="74166"/>
                  </a:lnTo>
                  <a:lnTo>
                    <a:pt x="2760586" y="69531"/>
                  </a:lnTo>
                  <a:lnTo>
                    <a:pt x="2803721" y="64895"/>
                  </a:lnTo>
                  <a:lnTo>
                    <a:pt x="2846855" y="60260"/>
                  </a:lnTo>
                  <a:lnTo>
                    <a:pt x="2889989" y="55625"/>
                  </a:lnTo>
                  <a:lnTo>
                    <a:pt x="2933123" y="50989"/>
                  </a:lnTo>
                  <a:lnTo>
                    <a:pt x="2976257" y="46354"/>
                  </a:lnTo>
                  <a:lnTo>
                    <a:pt x="3019391" y="41718"/>
                  </a:lnTo>
                  <a:lnTo>
                    <a:pt x="3062526" y="37083"/>
                  </a:lnTo>
                  <a:lnTo>
                    <a:pt x="3105660" y="32447"/>
                  </a:lnTo>
                  <a:lnTo>
                    <a:pt x="3148794" y="27812"/>
                  </a:lnTo>
                  <a:lnTo>
                    <a:pt x="3191928" y="23177"/>
                  </a:lnTo>
                  <a:lnTo>
                    <a:pt x="3235062" y="18541"/>
                  </a:lnTo>
                  <a:lnTo>
                    <a:pt x="3278196" y="13906"/>
                  </a:lnTo>
                  <a:lnTo>
                    <a:pt x="3321331" y="9270"/>
                  </a:lnTo>
                  <a:lnTo>
                    <a:pt x="3364465" y="4635"/>
                  </a:lnTo>
                  <a:lnTo>
                    <a:pt x="3407599" y="0"/>
                  </a:lnTo>
                </a:path>
              </a:pathLst>
            </a:custGeom>
            <a:ln w="27101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4577889" y="3639852"/>
              <a:ext cx="1618590" cy="1259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 = 0.062; p = 6.59e-01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2618500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468279" y="6618074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502789" y="5455850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02789" y="4296157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2586236" y="665546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6236" y="549451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586236" y="433355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18500" y="6934168"/>
              <a:ext cx="3748359" cy="0"/>
            </a:xfrm>
            <a:custGeom>
              <a:avLst/>
              <a:pathLst>
                <a:path w="3748359" h="0">
                  <a:moveTo>
                    <a:pt x="0" y="0"/>
                  </a:moveTo>
                  <a:lnTo>
                    <a:pt x="3748359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6522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609211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81901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954590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27279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99969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890449" y="6991940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580394" y="6990675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253083" y="6991940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925772" y="6991940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598462" y="6990624"/>
              <a:ext cx="5763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71151" y="6992243"/>
              <a:ext cx="57635" cy="74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373246" y="7091656"/>
              <a:ext cx="2238866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Historical survey effort</a:t>
              </a:r>
            </a:p>
          </p:txBody>
        </p:sp>
        <p:sp>
          <p:nvSpPr>
            <p:cNvPr id="72" name="tx72"/>
            <p:cNvSpPr/>
            <p:nvPr/>
          </p:nvSpPr>
          <p:spPr>
            <a:xfrm rot="-5400000">
              <a:off x="1592961" y="5163084"/>
              <a:ext cx="1511595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236919" y="3419929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6885275" y="3511989"/>
              <a:ext cx="3748359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7298410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78978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9259546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0240113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048859" y="520522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357090" y="564187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7821220" y="612052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021671" y="674362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8913309" y="505046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798523" y="674463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573037" y="530206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8656887" y="518569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8430535" y="416584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8532238" y="615920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8537114" y="605883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8210951" y="531413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7931619" y="568766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298074" y="501973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810299" y="569853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8244994" y="547603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372031" y="544534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8387926" y="569363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8157140" y="539640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290607" y="496990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8157390" y="593355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8126990" y="511085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581708" y="589083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0429270" y="447730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8217965" y="639245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569787" y="565014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401883" y="423618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315494" y="486416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725851" y="501582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429355" y="563043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7055655" y="3667543"/>
              <a:ext cx="3407599" cy="2907792"/>
            </a:xfrm>
            <a:custGeom>
              <a:avLst/>
              <a:pathLst>
                <a:path w="3407599" h="2907792">
                  <a:moveTo>
                    <a:pt x="0" y="1885419"/>
                  </a:moveTo>
                  <a:lnTo>
                    <a:pt x="43134" y="1880534"/>
                  </a:lnTo>
                  <a:lnTo>
                    <a:pt x="86268" y="1875545"/>
                  </a:lnTo>
                  <a:lnTo>
                    <a:pt x="129402" y="1870442"/>
                  </a:lnTo>
                  <a:lnTo>
                    <a:pt x="172536" y="1865215"/>
                  </a:lnTo>
                  <a:lnTo>
                    <a:pt x="215670" y="1859850"/>
                  </a:lnTo>
                  <a:lnTo>
                    <a:pt x="258805" y="1854334"/>
                  </a:lnTo>
                  <a:lnTo>
                    <a:pt x="301939" y="1848652"/>
                  </a:lnTo>
                  <a:lnTo>
                    <a:pt x="345073" y="1842786"/>
                  </a:lnTo>
                  <a:lnTo>
                    <a:pt x="388207" y="1836716"/>
                  </a:lnTo>
                  <a:lnTo>
                    <a:pt x="431341" y="1830421"/>
                  </a:lnTo>
                  <a:lnTo>
                    <a:pt x="474475" y="1823876"/>
                  </a:lnTo>
                  <a:lnTo>
                    <a:pt x="517610" y="1817052"/>
                  </a:lnTo>
                  <a:lnTo>
                    <a:pt x="560744" y="1809917"/>
                  </a:lnTo>
                  <a:lnTo>
                    <a:pt x="603878" y="1802435"/>
                  </a:lnTo>
                  <a:lnTo>
                    <a:pt x="647012" y="1794565"/>
                  </a:lnTo>
                  <a:lnTo>
                    <a:pt x="690146" y="1786262"/>
                  </a:lnTo>
                  <a:lnTo>
                    <a:pt x="733280" y="1777476"/>
                  </a:lnTo>
                  <a:lnTo>
                    <a:pt x="776415" y="1768149"/>
                  </a:lnTo>
                  <a:lnTo>
                    <a:pt x="819549" y="1758219"/>
                  </a:lnTo>
                  <a:lnTo>
                    <a:pt x="862683" y="1747620"/>
                  </a:lnTo>
                  <a:lnTo>
                    <a:pt x="905817" y="1736280"/>
                  </a:lnTo>
                  <a:lnTo>
                    <a:pt x="948951" y="1724123"/>
                  </a:lnTo>
                  <a:lnTo>
                    <a:pt x="992085" y="1711072"/>
                  </a:lnTo>
                  <a:lnTo>
                    <a:pt x="1035220" y="1697054"/>
                  </a:lnTo>
                  <a:lnTo>
                    <a:pt x="1078354" y="1681995"/>
                  </a:lnTo>
                  <a:lnTo>
                    <a:pt x="1121488" y="1665835"/>
                  </a:lnTo>
                  <a:lnTo>
                    <a:pt x="1164622" y="1648521"/>
                  </a:lnTo>
                  <a:lnTo>
                    <a:pt x="1207756" y="1630020"/>
                  </a:lnTo>
                  <a:lnTo>
                    <a:pt x="1250890" y="1610313"/>
                  </a:lnTo>
                  <a:lnTo>
                    <a:pt x="1294025" y="1589405"/>
                  </a:lnTo>
                  <a:lnTo>
                    <a:pt x="1337159" y="1567317"/>
                  </a:lnTo>
                  <a:lnTo>
                    <a:pt x="1380293" y="1544088"/>
                  </a:lnTo>
                  <a:lnTo>
                    <a:pt x="1423427" y="1519774"/>
                  </a:lnTo>
                  <a:lnTo>
                    <a:pt x="1466561" y="1494439"/>
                  </a:lnTo>
                  <a:lnTo>
                    <a:pt x="1509695" y="1468156"/>
                  </a:lnTo>
                  <a:lnTo>
                    <a:pt x="1552830" y="1441002"/>
                  </a:lnTo>
                  <a:lnTo>
                    <a:pt x="1595964" y="1413052"/>
                  </a:lnTo>
                  <a:lnTo>
                    <a:pt x="1639098" y="1384380"/>
                  </a:lnTo>
                  <a:lnTo>
                    <a:pt x="1682232" y="1355059"/>
                  </a:lnTo>
                  <a:lnTo>
                    <a:pt x="1725366" y="1325153"/>
                  </a:lnTo>
                  <a:lnTo>
                    <a:pt x="1768500" y="1294722"/>
                  </a:lnTo>
                  <a:lnTo>
                    <a:pt x="1811635" y="1263823"/>
                  </a:lnTo>
                  <a:lnTo>
                    <a:pt x="1854769" y="1232504"/>
                  </a:lnTo>
                  <a:lnTo>
                    <a:pt x="1897903" y="1200808"/>
                  </a:lnTo>
                  <a:lnTo>
                    <a:pt x="1941037" y="1168777"/>
                  </a:lnTo>
                  <a:lnTo>
                    <a:pt x="1984171" y="1136444"/>
                  </a:lnTo>
                  <a:lnTo>
                    <a:pt x="2027305" y="1103840"/>
                  </a:lnTo>
                  <a:lnTo>
                    <a:pt x="2070440" y="1070993"/>
                  </a:lnTo>
                  <a:lnTo>
                    <a:pt x="2113574" y="1037927"/>
                  </a:lnTo>
                  <a:lnTo>
                    <a:pt x="2156708" y="1004663"/>
                  </a:lnTo>
                  <a:lnTo>
                    <a:pt x="2199842" y="971220"/>
                  </a:lnTo>
                  <a:lnTo>
                    <a:pt x="2242976" y="937616"/>
                  </a:lnTo>
                  <a:lnTo>
                    <a:pt x="2286110" y="903864"/>
                  </a:lnTo>
                  <a:lnTo>
                    <a:pt x="2329245" y="869980"/>
                  </a:lnTo>
                  <a:lnTo>
                    <a:pt x="2372379" y="835973"/>
                  </a:lnTo>
                  <a:lnTo>
                    <a:pt x="2415513" y="801855"/>
                  </a:lnTo>
                  <a:lnTo>
                    <a:pt x="2458647" y="767635"/>
                  </a:lnTo>
                  <a:lnTo>
                    <a:pt x="2501781" y="733322"/>
                  </a:lnTo>
                  <a:lnTo>
                    <a:pt x="2544915" y="698923"/>
                  </a:lnTo>
                  <a:lnTo>
                    <a:pt x="2588050" y="664445"/>
                  </a:lnTo>
                  <a:lnTo>
                    <a:pt x="2631184" y="629895"/>
                  </a:lnTo>
                  <a:lnTo>
                    <a:pt x="2674318" y="595277"/>
                  </a:lnTo>
                  <a:lnTo>
                    <a:pt x="2717452" y="560597"/>
                  </a:lnTo>
                  <a:lnTo>
                    <a:pt x="2760586" y="525859"/>
                  </a:lnTo>
                  <a:lnTo>
                    <a:pt x="2803721" y="491068"/>
                  </a:lnTo>
                  <a:lnTo>
                    <a:pt x="2846855" y="456227"/>
                  </a:lnTo>
                  <a:lnTo>
                    <a:pt x="2889989" y="421340"/>
                  </a:lnTo>
                  <a:lnTo>
                    <a:pt x="2933123" y="386410"/>
                  </a:lnTo>
                  <a:lnTo>
                    <a:pt x="2976257" y="351439"/>
                  </a:lnTo>
                  <a:lnTo>
                    <a:pt x="3019391" y="316431"/>
                  </a:lnTo>
                  <a:lnTo>
                    <a:pt x="3062526" y="281387"/>
                  </a:lnTo>
                  <a:lnTo>
                    <a:pt x="3105660" y="246311"/>
                  </a:lnTo>
                  <a:lnTo>
                    <a:pt x="3148794" y="211203"/>
                  </a:lnTo>
                  <a:lnTo>
                    <a:pt x="3191928" y="176066"/>
                  </a:lnTo>
                  <a:lnTo>
                    <a:pt x="3235062" y="140902"/>
                  </a:lnTo>
                  <a:lnTo>
                    <a:pt x="3278196" y="105711"/>
                  </a:lnTo>
                  <a:lnTo>
                    <a:pt x="3321331" y="70497"/>
                  </a:lnTo>
                  <a:lnTo>
                    <a:pt x="3364465" y="35259"/>
                  </a:lnTo>
                  <a:lnTo>
                    <a:pt x="3407599" y="0"/>
                  </a:lnTo>
                  <a:lnTo>
                    <a:pt x="3407599" y="1706143"/>
                  </a:lnTo>
                  <a:lnTo>
                    <a:pt x="3364465" y="1709960"/>
                  </a:lnTo>
                  <a:lnTo>
                    <a:pt x="3321331" y="1713799"/>
                  </a:lnTo>
                  <a:lnTo>
                    <a:pt x="3278196" y="1717661"/>
                  </a:lnTo>
                  <a:lnTo>
                    <a:pt x="3235062" y="1721548"/>
                  </a:lnTo>
                  <a:lnTo>
                    <a:pt x="3191928" y="1725460"/>
                  </a:lnTo>
                  <a:lnTo>
                    <a:pt x="3148794" y="1729400"/>
                  </a:lnTo>
                  <a:lnTo>
                    <a:pt x="3105660" y="1733369"/>
                  </a:lnTo>
                  <a:lnTo>
                    <a:pt x="3062526" y="1737369"/>
                  </a:lnTo>
                  <a:lnTo>
                    <a:pt x="3019391" y="1741402"/>
                  </a:lnTo>
                  <a:lnTo>
                    <a:pt x="2976257" y="1745471"/>
                  </a:lnTo>
                  <a:lnTo>
                    <a:pt x="2933123" y="1749577"/>
                  </a:lnTo>
                  <a:lnTo>
                    <a:pt x="2889989" y="1753723"/>
                  </a:lnTo>
                  <a:lnTo>
                    <a:pt x="2846855" y="1757913"/>
                  </a:lnTo>
                  <a:lnTo>
                    <a:pt x="2803721" y="1762149"/>
                  </a:lnTo>
                  <a:lnTo>
                    <a:pt x="2760586" y="1766435"/>
                  </a:lnTo>
                  <a:lnTo>
                    <a:pt x="2717452" y="1770774"/>
                  </a:lnTo>
                  <a:lnTo>
                    <a:pt x="2674318" y="1775171"/>
                  </a:lnTo>
                  <a:lnTo>
                    <a:pt x="2631184" y="1779630"/>
                  </a:lnTo>
                  <a:lnTo>
                    <a:pt x="2588050" y="1784156"/>
                  </a:lnTo>
                  <a:lnTo>
                    <a:pt x="2544915" y="1788755"/>
                  </a:lnTo>
                  <a:lnTo>
                    <a:pt x="2501781" y="1793433"/>
                  </a:lnTo>
                  <a:lnTo>
                    <a:pt x="2458647" y="1798197"/>
                  </a:lnTo>
                  <a:lnTo>
                    <a:pt x="2415513" y="1803054"/>
                  </a:lnTo>
                  <a:lnTo>
                    <a:pt x="2372379" y="1808013"/>
                  </a:lnTo>
                  <a:lnTo>
                    <a:pt x="2329245" y="1813083"/>
                  </a:lnTo>
                  <a:lnTo>
                    <a:pt x="2286110" y="1818275"/>
                  </a:lnTo>
                  <a:lnTo>
                    <a:pt x="2242976" y="1823600"/>
                  </a:lnTo>
                  <a:lnTo>
                    <a:pt x="2199842" y="1829073"/>
                  </a:lnTo>
                  <a:lnTo>
                    <a:pt x="2156708" y="1834707"/>
                  </a:lnTo>
                  <a:lnTo>
                    <a:pt x="2113574" y="1840520"/>
                  </a:lnTo>
                  <a:lnTo>
                    <a:pt x="2070440" y="1846530"/>
                  </a:lnTo>
                  <a:lnTo>
                    <a:pt x="2027305" y="1852760"/>
                  </a:lnTo>
                  <a:lnTo>
                    <a:pt x="1984171" y="1859233"/>
                  </a:lnTo>
                  <a:lnTo>
                    <a:pt x="1941037" y="1865977"/>
                  </a:lnTo>
                  <a:lnTo>
                    <a:pt x="1897903" y="1873022"/>
                  </a:lnTo>
                  <a:lnTo>
                    <a:pt x="1854769" y="1880404"/>
                  </a:lnTo>
                  <a:lnTo>
                    <a:pt x="1811635" y="1888161"/>
                  </a:lnTo>
                  <a:lnTo>
                    <a:pt x="1768500" y="1896338"/>
                  </a:lnTo>
                  <a:lnTo>
                    <a:pt x="1725366" y="1904985"/>
                  </a:lnTo>
                  <a:lnTo>
                    <a:pt x="1682232" y="1914156"/>
                  </a:lnTo>
                  <a:lnTo>
                    <a:pt x="1639098" y="1923911"/>
                  </a:lnTo>
                  <a:lnTo>
                    <a:pt x="1595964" y="1934317"/>
                  </a:lnTo>
                  <a:lnTo>
                    <a:pt x="1552830" y="1945443"/>
                  </a:lnTo>
                  <a:lnTo>
                    <a:pt x="1509695" y="1957365"/>
                  </a:lnTo>
                  <a:lnTo>
                    <a:pt x="1466561" y="1970160"/>
                  </a:lnTo>
                  <a:lnTo>
                    <a:pt x="1423427" y="1983902"/>
                  </a:lnTo>
                  <a:lnTo>
                    <a:pt x="1380293" y="1998664"/>
                  </a:lnTo>
                  <a:lnTo>
                    <a:pt x="1337159" y="2014512"/>
                  </a:lnTo>
                  <a:lnTo>
                    <a:pt x="1294025" y="2031501"/>
                  </a:lnTo>
                  <a:lnTo>
                    <a:pt x="1250890" y="2049669"/>
                  </a:lnTo>
                  <a:lnTo>
                    <a:pt x="1207756" y="2069040"/>
                  </a:lnTo>
                  <a:lnTo>
                    <a:pt x="1164622" y="2089615"/>
                  </a:lnTo>
                  <a:lnTo>
                    <a:pt x="1121488" y="2111378"/>
                  </a:lnTo>
                  <a:lnTo>
                    <a:pt x="1078354" y="2134295"/>
                  </a:lnTo>
                  <a:lnTo>
                    <a:pt x="1035220" y="2158313"/>
                  </a:lnTo>
                  <a:lnTo>
                    <a:pt x="992085" y="2183371"/>
                  </a:lnTo>
                  <a:lnTo>
                    <a:pt x="948951" y="2209398"/>
                  </a:lnTo>
                  <a:lnTo>
                    <a:pt x="905817" y="2236317"/>
                  </a:lnTo>
                  <a:lnTo>
                    <a:pt x="862683" y="2264054"/>
                  </a:lnTo>
                  <a:lnTo>
                    <a:pt x="819549" y="2292531"/>
                  </a:lnTo>
                  <a:lnTo>
                    <a:pt x="776415" y="2321679"/>
                  </a:lnTo>
                  <a:lnTo>
                    <a:pt x="733280" y="2351429"/>
                  </a:lnTo>
                  <a:lnTo>
                    <a:pt x="690146" y="2381719"/>
                  </a:lnTo>
                  <a:lnTo>
                    <a:pt x="647012" y="2412493"/>
                  </a:lnTo>
                  <a:lnTo>
                    <a:pt x="603878" y="2443700"/>
                  </a:lnTo>
                  <a:lnTo>
                    <a:pt x="560744" y="2475295"/>
                  </a:lnTo>
                  <a:lnTo>
                    <a:pt x="517610" y="2507237"/>
                  </a:lnTo>
                  <a:lnTo>
                    <a:pt x="474475" y="2539489"/>
                  </a:lnTo>
                  <a:lnTo>
                    <a:pt x="431341" y="2572021"/>
                  </a:lnTo>
                  <a:lnTo>
                    <a:pt x="388207" y="2604803"/>
                  </a:lnTo>
                  <a:lnTo>
                    <a:pt x="345073" y="2637810"/>
                  </a:lnTo>
                  <a:lnTo>
                    <a:pt x="301939" y="2671021"/>
                  </a:lnTo>
                  <a:lnTo>
                    <a:pt x="258805" y="2704415"/>
                  </a:lnTo>
                  <a:lnTo>
                    <a:pt x="215670" y="2737976"/>
                  </a:lnTo>
                  <a:lnTo>
                    <a:pt x="172536" y="2771688"/>
                  </a:lnTo>
                  <a:lnTo>
                    <a:pt x="129402" y="2805537"/>
                  </a:lnTo>
                  <a:lnTo>
                    <a:pt x="86268" y="2839511"/>
                  </a:lnTo>
                  <a:lnTo>
                    <a:pt x="43134" y="2873599"/>
                  </a:lnTo>
                  <a:lnTo>
                    <a:pt x="0" y="2907792"/>
                  </a:lnTo>
                  <a:close/>
                </a:path>
              </a:pathLst>
            </a:custGeom>
            <a:solidFill>
              <a:srgbClr val="1F78B4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055655" y="3667543"/>
              <a:ext cx="3407599" cy="1885419"/>
            </a:xfrm>
            <a:custGeom>
              <a:avLst/>
              <a:pathLst>
                <a:path w="3407599" h="1885419">
                  <a:moveTo>
                    <a:pt x="0" y="1885419"/>
                  </a:moveTo>
                  <a:lnTo>
                    <a:pt x="43134" y="1880534"/>
                  </a:lnTo>
                  <a:lnTo>
                    <a:pt x="86268" y="1875545"/>
                  </a:lnTo>
                  <a:lnTo>
                    <a:pt x="129402" y="1870442"/>
                  </a:lnTo>
                  <a:lnTo>
                    <a:pt x="172536" y="1865215"/>
                  </a:lnTo>
                  <a:lnTo>
                    <a:pt x="215670" y="1859850"/>
                  </a:lnTo>
                  <a:lnTo>
                    <a:pt x="258805" y="1854334"/>
                  </a:lnTo>
                  <a:lnTo>
                    <a:pt x="301939" y="1848652"/>
                  </a:lnTo>
                  <a:lnTo>
                    <a:pt x="345073" y="1842786"/>
                  </a:lnTo>
                  <a:lnTo>
                    <a:pt x="388207" y="1836716"/>
                  </a:lnTo>
                  <a:lnTo>
                    <a:pt x="431341" y="1830421"/>
                  </a:lnTo>
                  <a:lnTo>
                    <a:pt x="474475" y="1823876"/>
                  </a:lnTo>
                  <a:lnTo>
                    <a:pt x="517610" y="1817052"/>
                  </a:lnTo>
                  <a:lnTo>
                    <a:pt x="560744" y="1809917"/>
                  </a:lnTo>
                  <a:lnTo>
                    <a:pt x="603878" y="1802435"/>
                  </a:lnTo>
                  <a:lnTo>
                    <a:pt x="647012" y="1794565"/>
                  </a:lnTo>
                  <a:lnTo>
                    <a:pt x="690146" y="1786262"/>
                  </a:lnTo>
                  <a:lnTo>
                    <a:pt x="733280" y="1777476"/>
                  </a:lnTo>
                  <a:lnTo>
                    <a:pt x="776415" y="1768149"/>
                  </a:lnTo>
                  <a:lnTo>
                    <a:pt x="819549" y="1758219"/>
                  </a:lnTo>
                  <a:lnTo>
                    <a:pt x="862683" y="1747620"/>
                  </a:lnTo>
                  <a:lnTo>
                    <a:pt x="905817" y="1736280"/>
                  </a:lnTo>
                  <a:lnTo>
                    <a:pt x="948951" y="1724123"/>
                  </a:lnTo>
                  <a:lnTo>
                    <a:pt x="992085" y="1711072"/>
                  </a:lnTo>
                  <a:lnTo>
                    <a:pt x="1035220" y="1697054"/>
                  </a:lnTo>
                  <a:lnTo>
                    <a:pt x="1078354" y="1681995"/>
                  </a:lnTo>
                  <a:lnTo>
                    <a:pt x="1121488" y="1665835"/>
                  </a:lnTo>
                  <a:lnTo>
                    <a:pt x="1164622" y="1648521"/>
                  </a:lnTo>
                  <a:lnTo>
                    <a:pt x="1207756" y="1630020"/>
                  </a:lnTo>
                  <a:lnTo>
                    <a:pt x="1250890" y="1610313"/>
                  </a:lnTo>
                  <a:lnTo>
                    <a:pt x="1294025" y="1589405"/>
                  </a:lnTo>
                  <a:lnTo>
                    <a:pt x="1337159" y="1567317"/>
                  </a:lnTo>
                  <a:lnTo>
                    <a:pt x="1380293" y="1544088"/>
                  </a:lnTo>
                  <a:lnTo>
                    <a:pt x="1423427" y="1519774"/>
                  </a:lnTo>
                  <a:lnTo>
                    <a:pt x="1466561" y="1494439"/>
                  </a:lnTo>
                  <a:lnTo>
                    <a:pt x="1509695" y="1468156"/>
                  </a:lnTo>
                  <a:lnTo>
                    <a:pt x="1552830" y="1441002"/>
                  </a:lnTo>
                  <a:lnTo>
                    <a:pt x="1595964" y="1413052"/>
                  </a:lnTo>
                  <a:lnTo>
                    <a:pt x="1639098" y="1384380"/>
                  </a:lnTo>
                  <a:lnTo>
                    <a:pt x="1682232" y="1355059"/>
                  </a:lnTo>
                  <a:lnTo>
                    <a:pt x="1725366" y="1325153"/>
                  </a:lnTo>
                  <a:lnTo>
                    <a:pt x="1768500" y="1294722"/>
                  </a:lnTo>
                  <a:lnTo>
                    <a:pt x="1811635" y="1263823"/>
                  </a:lnTo>
                  <a:lnTo>
                    <a:pt x="1854769" y="1232504"/>
                  </a:lnTo>
                  <a:lnTo>
                    <a:pt x="1897903" y="1200808"/>
                  </a:lnTo>
                  <a:lnTo>
                    <a:pt x="1941037" y="1168777"/>
                  </a:lnTo>
                  <a:lnTo>
                    <a:pt x="1984171" y="1136444"/>
                  </a:lnTo>
                  <a:lnTo>
                    <a:pt x="2027305" y="1103840"/>
                  </a:lnTo>
                  <a:lnTo>
                    <a:pt x="2070440" y="1070993"/>
                  </a:lnTo>
                  <a:lnTo>
                    <a:pt x="2113574" y="1037927"/>
                  </a:lnTo>
                  <a:lnTo>
                    <a:pt x="2156708" y="1004663"/>
                  </a:lnTo>
                  <a:lnTo>
                    <a:pt x="2199842" y="971220"/>
                  </a:lnTo>
                  <a:lnTo>
                    <a:pt x="2242976" y="937616"/>
                  </a:lnTo>
                  <a:lnTo>
                    <a:pt x="2286110" y="903864"/>
                  </a:lnTo>
                  <a:lnTo>
                    <a:pt x="2329245" y="869980"/>
                  </a:lnTo>
                  <a:lnTo>
                    <a:pt x="2372379" y="835973"/>
                  </a:lnTo>
                  <a:lnTo>
                    <a:pt x="2415513" y="801855"/>
                  </a:lnTo>
                  <a:lnTo>
                    <a:pt x="2458647" y="767635"/>
                  </a:lnTo>
                  <a:lnTo>
                    <a:pt x="2501781" y="733322"/>
                  </a:lnTo>
                  <a:lnTo>
                    <a:pt x="2544915" y="698923"/>
                  </a:lnTo>
                  <a:lnTo>
                    <a:pt x="2588050" y="664445"/>
                  </a:lnTo>
                  <a:lnTo>
                    <a:pt x="2631184" y="629895"/>
                  </a:lnTo>
                  <a:lnTo>
                    <a:pt x="2674318" y="595277"/>
                  </a:lnTo>
                  <a:lnTo>
                    <a:pt x="2717452" y="560597"/>
                  </a:lnTo>
                  <a:lnTo>
                    <a:pt x="2760586" y="525859"/>
                  </a:lnTo>
                  <a:lnTo>
                    <a:pt x="2803721" y="491068"/>
                  </a:lnTo>
                  <a:lnTo>
                    <a:pt x="2846855" y="456227"/>
                  </a:lnTo>
                  <a:lnTo>
                    <a:pt x="2889989" y="421340"/>
                  </a:lnTo>
                  <a:lnTo>
                    <a:pt x="2933123" y="386410"/>
                  </a:lnTo>
                  <a:lnTo>
                    <a:pt x="2976257" y="351439"/>
                  </a:lnTo>
                  <a:lnTo>
                    <a:pt x="3019391" y="316431"/>
                  </a:lnTo>
                  <a:lnTo>
                    <a:pt x="3062526" y="281387"/>
                  </a:lnTo>
                  <a:lnTo>
                    <a:pt x="3105660" y="246311"/>
                  </a:lnTo>
                  <a:lnTo>
                    <a:pt x="3148794" y="211203"/>
                  </a:lnTo>
                  <a:lnTo>
                    <a:pt x="3191928" y="176066"/>
                  </a:lnTo>
                  <a:lnTo>
                    <a:pt x="3235062" y="140902"/>
                  </a:lnTo>
                  <a:lnTo>
                    <a:pt x="3278196" y="105711"/>
                  </a:lnTo>
                  <a:lnTo>
                    <a:pt x="3321331" y="70497"/>
                  </a:lnTo>
                  <a:lnTo>
                    <a:pt x="3364465" y="35259"/>
                  </a:lnTo>
                  <a:lnTo>
                    <a:pt x="340759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055655" y="5373686"/>
              <a:ext cx="3407599" cy="1201648"/>
            </a:xfrm>
            <a:custGeom>
              <a:avLst/>
              <a:pathLst>
                <a:path w="3407599" h="1201648">
                  <a:moveTo>
                    <a:pt x="3407599" y="0"/>
                  </a:moveTo>
                  <a:lnTo>
                    <a:pt x="3364465" y="3817"/>
                  </a:lnTo>
                  <a:lnTo>
                    <a:pt x="3321331" y="7656"/>
                  </a:lnTo>
                  <a:lnTo>
                    <a:pt x="3278196" y="11518"/>
                  </a:lnTo>
                  <a:lnTo>
                    <a:pt x="3235062" y="15405"/>
                  </a:lnTo>
                  <a:lnTo>
                    <a:pt x="3191928" y="19317"/>
                  </a:lnTo>
                  <a:lnTo>
                    <a:pt x="3148794" y="23257"/>
                  </a:lnTo>
                  <a:lnTo>
                    <a:pt x="3105660" y="27226"/>
                  </a:lnTo>
                  <a:lnTo>
                    <a:pt x="3062526" y="31226"/>
                  </a:lnTo>
                  <a:lnTo>
                    <a:pt x="3019391" y="35259"/>
                  </a:lnTo>
                  <a:lnTo>
                    <a:pt x="2976257" y="39328"/>
                  </a:lnTo>
                  <a:lnTo>
                    <a:pt x="2933123" y="43434"/>
                  </a:lnTo>
                  <a:lnTo>
                    <a:pt x="2889989" y="47580"/>
                  </a:lnTo>
                  <a:lnTo>
                    <a:pt x="2846855" y="51770"/>
                  </a:lnTo>
                  <a:lnTo>
                    <a:pt x="2803721" y="56006"/>
                  </a:lnTo>
                  <a:lnTo>
                    <a:pt x="2760586" y="60292"/>
                  </a:lnTo>
                  <a:lnTo>
                    <a:pt x="2717452" y="64631"/>
                  </a:lnTo>
                  <a:lnTo>
                    <a:pt x="2674318" y="69028"/>
                  </a:lnTo>
                  <a:lnTo>
                    <a:pt x="2631184" y="73487"/>
                  </a:lnTo>
                  <a:lnTo>
                    <a:pt x="2588050" y="78013"/>
                  </a:lnTo>
                  <a:lnTo>
                    <a:pt x="2544915" y="82612"/>
                  </a:lnTo>
                  <a:lnTo>
                    <a:pt x="2501781" y="87290"/>
                  </a:lnTo>
                  <a:lnTo>
                    <a:pt x="2458647" y="92054"/>
                  </a:lnTo>
                  <a:lnTo>
                    <a:pt x="2415513" y="96911"/>
                  </a:lnTo>
                  <a:lnTo>
                    <a:pt x="2372379" y="101870"/>
                  </a:lnTo>
                  <a:lnTo>
                    <a:pt x="2329245" y="106940"/>
                  </a:lnTo>
                  <a:lnTo>
                    <a:pt x="2286110" y="112132"/>
                  </a:lnTo>
                  <a:lnTo>
                    <a:pt x="2242976" y="117457"/>
                  </a:lnTo>
                  <a:lnTo>
                    <a:pt x="2199842" y="122930"/>
                  </a:lnTo>
                  <a:lnTo>
                    <a:pt x="2156708" y="128564"/>
                  </a:lnTo>
                  <a:lnTo>
                    <a:pt x="2113574" y="134377"/>
                  </a:lnTo>
                  <a:lnTo>
                    <a:pt x="2070440" y="140387"/>
                  </a:lnTo>
                  <a:lnTo>
                    <a:pt x="2027305" y="146617"/>
                  </a:lnTo>
                  <a:lnTo>
                    <a:pt x="1984171" y="153090"/>
                  </a:lnTo>
                  <a:lnTo>
                    <a:pt x="1941037" y="159834"/>
                  </a:lnTo>
                  <a:lnTo>
                    <a:pt x="1897903" y="166879"/>
                  </a:lnTo>
                  <a:lnTo>
                    <a:pt x="1854769" y="174261"/>
                  </a:lnTo>
                  <a:lnTo>
                    <a:pt x="1811635" y="182018"/>
                  </a:lnTo>
                  <a:lnTo>
                    <a:pt x="1768500" y="190195"/>
                  </a:lnTo>
                  <a:lnTo>
                    <a:pt x="1725366" y="198842"/>
                  </a:lnTo>
                  <a:lnTo>
                    <a:pt x="1682232" y="208013"/>
                  </a:lnTo>
                  <a:lnTo>
                    <a:pt x="1639098" y="217768"/>
                  </a:lnTo>
                  <a:lnTo>
                    <a:pt x="1595964" y="228174"/>
                  </a:lnTo>
                  <a:lnTo>
                    <a:pt x="1552830" y="239300"/>
                  </a:lnTo>
                  <a:lnTo>
                    <a:pt x="1509695" y="251222"/>
                  </a:lnTo>
                  <a:lnTo>
                    <a:pt x="1466561" y="264017"/>
                  </a:lnTo>
                  <a:lnTo>
                    <a:pt x="1423427" y="277759"/>
                  </a:lnTo>
                  <a:lnTo>
                    <a:pt x="1380293" y="292521"/>
                  </a:lnTo>
                  <a:lnTo>
                    <a:pt x="1337159" y="308369"/>
                  </a:lnTo>
                  <a:lnTo>
                    <a:pt x="1294025" y="325358"/>
                  </a:lnTo>
                  <a:lnTo>
                    <a:pt x="1250890" y="343526"/>
                  </a:lnTo>
                  <a:lnTo>
                    <a:pt x="1207756" y="362897"/>
                  </a:lnTo>
                  <a:lnTo>
                    <a:pt x="1164622" y="383472"/>
                  </a:lnTo>
                  <a:lnTo>
                    <a:pt x="1121488" y="405235"/>
                  </a:lnTo>
                  <a:lnTo>
                    <a:pt x="1078354" y="428152"/>
                  </a:lnTo>
                  <a:lnTo>
                    <a:pt x="1035220" y="452170"/>
                  </a:lnTo>
                  <a:lnTo>
                    <a:pt x="992085" y="477228"/>
                  </a:lnTo>
                  <a:lnTo>
                    <a:pt x="948951" y="503254"/>
                  </a:lnTo>
                  <a:lnTo>
                    <a:pt x="905817" y="530174"/>
                  </a:lnTo>
                  <a:lnTo>
                    <a:pt x="862683" y="557911"/>
                  </a:lnTo>
                  <a:lnTo>
                    <a:pt x="819549" y="586388"/>
                  </a:lnTo>
                  <a:lnTo>
                    <a:pt x="776415" y="615536"/>
                  </a:lnTo>
                  <a:lnTo>
                    <a:pt x="733280" y="645286"/>
                  </a:lnTo>
                  <a:lnTo>
                    <a:pt x="690146" y="675576"/>
                  </a:lnTo>
                  <a:lnTo>
                    <a:pt x="647012" y="706350"/>
                  </a:lnTo>
                  <a:lnTo>
                    <a:pt x="603878" y="737557"/>
                  </a:lnTo>
                  <a:lnTo>
                    <a:pt x="560744" y="769152"/>
                  </a:lnTo>
                  <a:lnTo>
                    <a:pt x="517610" y="801094"/>
                  </a:lnTo>
                  <a:lnTo>
                    <a:pt x="474475" y="833346"/>
                  </a:lnTo>
                  <a:lnTo>
                    <a:pt x="431341" y="865878"/>
                  </a:lnTo>
                  <a:lnTo>
                    <a:pt x="388207" y="898660"/>
                  </a:lnTo>
                  <a:lnTo>
                    <a:pt x="345073" y="931667"/>
                  </a:lnTo>
                  <a:lnTo>
                    <a:pt x="301939" y="964878"/>
                  </a:lnTo>
                  <a:lnTo>
                    <a:pt x="258805" y="998272"/>
                  </a:lnTo>
                  <a:lnTo>
                    <a:pt x="215670" y="1031833"/>
                  </a:lnTo>
                  <a:lnTo>
                    <a:pt x="172536" y="1065545"/>
                  </a:lnTo>
                  <a:lnTo>
                    <a:pt x="129402" y="1099394"/>
                  </a:lnTo>
                  <a:lnTo>
                    <a:pt x="86268" y="1133368"/>
                  </a:lnTo>
                  <a:lnTo>
                    <a:pt x="43134" y="1167456"/>
                  </a:lnTo>
                  <a:lnTo>
                    <a:pt x="0" y="12016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055655" y="4520614"/>
              <a:ext cx="3407599" cy="1543534"/>
            </a:xfrm>
            <a:custGeom>
              <a:avLst/>
              <a:pathLst>
                <a:path w="3407599" h="1543534">
                  <a:moveTo>
                    <a:pt x="0" y="1543534"/>
                  </a:moveTo>
                  <a:lnTo>
                    <a:pt x="43134" y="1523995"/>
                  </a:lnTo>
                  <a:lnTo>
                    <a:pt x="86268" y="1504457"/>
                  </a:lnTo>
                  <a:lnTo>
                    <a:pt x="129402" y="1484918"/>
                  </a:lnTo>
                  <a:lnTo>
                    <a:pt x="172536" y="1465380"/>
                  </a:lnTo>
                  <a:lnTo>
                    <a:pt x="215670" y="1445842"/>
                  </a:lnTo>
                  <a:lnTo>
                    <a:pt x="258805" y="1426303"/>
                  </a:lnTo>
                  <a:lnTo>
                    <a:pt x="301939" y="1406765"/>
                  </a:lnTo>
                  <a:lnTo>
                    <a:pt x="345073" y="1387226"/>
                  </a:lnTo>
                  <a:lnTo>
                    <a:pt x="388207" y="1367688"/>
                  </a:lnTo>
                  <a:lnTo>
                    <a:pt x="431341" y="1348149"/>
                  </a:lnTo>
                  <a:lnTo>
                    <a:pt x="474475" y="1328611"/>
                  </a:lnTo>
                  <a:lnTo>
                    <a:pt x="517610" y="1309073"/>
                  </a:lnTo>
                  <a:lnTo>
                    <a:pt x="560744" y="1289534"/>
                  </a:lnTo>
                  <a:lnTo>
                    <a:pt x="603878" y="1269996"/>
                  </a:lnTo>
                  <a:lnTo>
                    <a:pt x="647012" y="1250457"/>
                  </a:lnTo>
                  <a:lnTo>
                    <a:pt x="690146" y="1230919"/>
                  </a:lnTo>
                  <a:lnTo>
                    <a:pt x="733280" y="1211381"/>
                  </a:lnTo>
                  <a:lnTo>
                    <a:pt x="776415" y="1191842"/>
                  </a:lnTo>
                  <a:lnTo>
                    <a:pt x="819549" y="1172304"/>
                  </a:lnTo>
                  <a:lnTo>
                    <a:pt x="862683" y="1152765"/>
                  </a:lnTo>
                  <a:lnTo>
                    <a:pt x="905817" y="1133227"/>
                  </a:lnTo>
                  <a:lnTo>
                    <a:pt x="948951" y="1113689"/>
                  </a:lnTo>
                  <a:lnTo>
                    <a:pt x="992085" y="1094150"/>
                  </a:lnTo>
                  <a:lnTo>
                    <a:pt x="1035220" y="1074612"/>
                  </a:lnTo>
                  <a:lnTo>
                    <a:pt x="1078354" y="1055073"/>
                  </a:lnTo>
                  <a:lnTo>
                    <a:pt x="1121488" y="1035535"/>
                  </a:lnTo>
                  <a:lnTo>
                    <a:pt x="1164622" y="1015997"/>
                  </a:lnTo>
                  <a:lnTo>
                    <a:pt x="1207756" y="996458"/>
                  </a:lnTo>
                  <a:lnTo>
                    <a:pt x="1250890" y="976920"/>
                  </a:lnTo>
                  <a:lnTo>
                    <a:pt x="1294025" y="957381"/>
                  </a:lnTo>
                  <a:lnTo>
                    <a:pt x="1337159" y="937843"/>
                  </a:lnTo>
                  <a:lnTo>
                    <a:pt x="1380293" y="918305"/>
                  </a:lnTo>
                  <a:lnTo>
                    <a:pt x="1423427" y="898766"/>
                  </a:lnTo>
                  <a:lnTo>
                    <a:pt x="1466561" y="879228"/>
                  </a:lnTo>
                  <a:lnTo>
                    <a:pt x="1509695" y="859689"/>
                  </a:lnTo>
                  <a:lnTo>
                    <a:pt x="1552830" y="840151"/>
                  </a:lnTo>
                  <a:lnTo>
                    <a:pt x="1595964" y="820613"/>
                  </a:lnTo>
                  <a:lnTo>
                    <a:pt x="1639098" y="801074"/>
                  </a:lnTo>
                  <a:lnTo>
                    <a:pt x="1682232" y="781536"/>
                  </a:lnTo>
                  <a:lnTo>
                    <a:pt x="1725366" y="761997"/>
                  </a:lnTo>
                  <a:lnTo>
                    <a:pt x="1768500" y="742459"/>
                  </a:lnTo>
                  <a:lnTo>
                    <a:pt x="1811635" y="722921"/>
                  </a:lnTo>
                  <a:lnTo>
                    <a:pt x="1854769" y="703382"/>
                  </a:lnTo>
                  <a:lnTo>
                    <a:pt x="1897903" y="683844"/>
                  </a:lnTo>
                  <a:lnTo>
                    <a:pt x="1941037" y="664305"/>
                  </a:lnTo>
                  <a:lnTo>
                    <a:pt x="1984171" y="644767"/>
                  </a:lnTo>
                  <a:lnTo>
                    <a:pt x="2027305" y="625228"/>
                  </a:lnTo>
                  <a:lnTo>
                    <a:pt x="2070440" y="605690"/>
                  </a:lnTo>
                  <a:lnTo>
                    <a:pt x="2113574" y="586152"/>
                  </a:lnTo>
                  <a:lnTo>
                    <a:pt x="2156708" y="566613"/>
                  </a:lnTo>
                  <a:lnTo>
                    <a:pt x="2199842" y="547075"/>
                  </a:lnTo>
                  <a:lnTo>
                    <a:pt x="2242976" y="527536"/>
                  </a:lnTo>
                  <a:lnTo>
                    <a:pt x="2286110" y="507998"/>
                  </a:lnTo>
                  <a:lnTo>
                    <a:pt x="2329245" y="488460"/>
                  </a:lnTo>
                  <a:lnTo>
                    <a:pt x="2372379" y="468921"/>
                  </a:lnTo>
                  <a:lnTo>
                    <a:pt x="2415513" y="449383"/>
                  </a:lnTo>
                  <a:lnTo>
                    <a:pt x="2458647" y="429844"/>
                  </a:lnTo>
                  <a:lnTo>
                    <a:pt x="2501781" y="410306"/>
                  </a:lnTo>
                  <a:lnTo>
                    <a:pt x="2544915" y="390768"/>
                  </a:lnTo>
                  <a:lnTo>
                    <a:pt x="2588050" y="371229"/>
                  </a:lnTo>
                  <a:lnTo>
                    <a:pt x="2631184" y="351691"/>
                  </a:lnTo>
                  <a:lnTo>
                    <a:pt x="2674318" y="332152"/>
                  </a:lnTo>
                  <a:lnTo>
                    <a:pt x="2717452" y="312614"/>
                  </a:lnTo>
                  <a:lnTo>
                    <a:pt x="2760586" y="293076"/>
                  </a:lnTo>
                  <a:lnTo>
                    <a:pt x="2803721" y="273537"/>
                  </a:lnTo>
                  <a:lnTo>
                    <a:pt x="2846855" y="253999"/>
                  </a:lnTo>
                  <a:lnTo>
                    <a:pt x="2889989" y="234460"/>
                  </a:lnTo>
                  <a:lnTo>
                    <a:pt x="2933123" y="214922"/>
                  </a:lnTo>
                  <a:lnTo>
                    <a:pt x="2976257" y="195384"/>
                  </a:lnTo>
                  <a:lnTo>
                    <a:pt x="3019391" y="175845"/>
                  </a:lnTo>
                  <a:lnTo>
                    <a:pt x="3062526" y="156307"/>
                  </a:lnTo>
                  <a:lnTo>
                    <a:pt x="3105660" y="136768"/>
                  </a:lnTo>
                  <a:lnTo>
                    <a:pt x="3148794" y="117230"/>
                  </a:lnTo>
                  <a:lnTo>
                    <a:pt x="3191928" y="97692"/>
                  </a:lnTo>
                  <a:lnTo>
                    <a:pt x="3235062" y="78153"/>
                  </a:lnTo>
                  <a:lnTo>
                    <a:pt x="3278196" y="58615"/>
                  </a:lnTo>
                  <a:lnTo>
                    <a:pt x="3321331" y="39076"/>
                  </a:lnTo>
                  <a:lnTo>
                    <a:pt x="3364465" y="19538"/>
                  </a:lnTo>
                  <a:lnTo>
                    <a:pt x="3407599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8844664" y="4172139"/>
              <a:ext cx="1618590" cy="1259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 = 0.448; p = 3.20e-02</a:t>
              </a:r>
            </a:p>
          </p:txBody>
        </p:sp>
        <p:sp>
          <p:nvSpPr>
            <p:cNvPr id="114" name="pl114"/>
            <p:cNvSpPr/>
            <p:nvPr/>
          </p:nvSpPr>
          <p:spPr>
            <a:xfrm>
              <a:off x="6885275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6735054" y="6464084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769564" y="5471362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769564" y="4481171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769564" y="3489715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9" name="pl119"/>
            <p:cNvSpPr/>
            <p:nvPr/>
          </p:nvSpPr>
          <p:spPr>
            <a:xfrm>
              <a:off x="6853011" y="650147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853011" y="551002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53011" y="451856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853011" y="352710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885275" y="6934168"/>
              <a:ext cx="3748359" cy="0"/>
            </a:xfrm>
            <a:custGeom>
              <a:avLst/>
              <a:pathLst>
                <a:path w="3748359" h="0">
                  <a:moveTo>
                    <a:pt x="0" y="0"/>
                  </a:moveTo>
                  <a:lnTo>
                    <a:pt x="3748359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298410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278978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9259546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0240113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7252338" y="6991940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250160" y="6990675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9230728" y="6991940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10211296" y="6991940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701281" y="7091656"/>
              <a:ext cx="2116347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Current survey effort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5859736" y="5163084"/>
              <a:ext cx="1511595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495915" y="3393537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35" name="rc135"/>
            <p:cNvSpPr/>
            <p:nvPr/>
          </p:nvSpPr>
          <p:spPr>
            <a:xfrm>
              <a:off x="11144271" y="3511989"/>
              <a:ext cx="3748359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11869642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2635912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3402183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4168454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12562943" y="522063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4196899" y="569608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3150825" y="607778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4688266" y="620607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1280667" y="562909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3420519" y="674463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1656585" y="569865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1568937" y="561930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2018755" y="429712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1782598" y="663620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1726171" y="653101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2147041" y="547281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3134326" y="564531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2370161" y="515931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3750489" y="552810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2601928" y="562434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2245403" y="569368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1836005" y="602813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2341009" y="551732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2267616" y="511013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2400038" y="612030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2764424" y="513176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3252358" y="568311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1494228" y="573457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2437344" y="666789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2146328" y="603840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3988512" y="363355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2850209" y="493943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1811781" y="543556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4165487" y="520986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11314651" y="4788973"/>
              <a:ext cx="3407599" cy="1463242"/>
            </a:xfrm>
            <a:custGeom>
              <a:avLst/>
              <a:pathLst>
                <a:path w="3407599" h="1463242">
                  <a:moveTo>
                    <a:pt x="0" y="563669"/>
                  </a:moveTo>
                  <a:lnTo>
                    <a:pt x="43134" y="569099"/>
                  </a:lnTo>
                  <a:lnTo>
                    <a:pt x="86268" y="574421"/>
                  </a:lnTo>
                  <a:lnTo>
                    <a:pt x="129402" y="579626"/>
                  </a:lnTo>
                  <a:lnTo>
                    <a:pt x="172536" y="584705"/>
                  </a:lnTo>
                  <a:lnTo>
                    <a:pt x="215670" y="589650"/>
                  </a:lnTo>
                  <a:lnTo>
                    <a:pt x="258805" y="594450"/>
                  </a:lnTo>
                  <a:lnTo>
                    <a:pt x="301939" y="599095"/>
                  </a:lnTo>
                  <a:lnTo>
                    <a:pt x="345073" y="603573"/>
                  </a:lnTo>
                  <a:lnTo>
                    <a:pt x="388207" y="607870"/>
                  </a:lnTo>
                  <a:lnTo>
                    <a:pt x="431341" y="611975"/>
                  </a:lnTo>
                  <a:lnTo>
                    <a:pt x="474475" y="615871"/>
                  </a:lnTo>
                  <a:lnTo>
                    <a:pt x="517610" y="619543"/>
                  </a:lnTo>
                  <a:lnTo>
                    <a:pt x="560744" y="622974"/>
                  </a:lnTo>
                  <a:lnTo>
                    <a:pt x="603878" y="626146"/>
                  </a:lnTo>
                  <a:lnTo>
                    <a:pt x="647012" y="629038"/>
                  </a:lnTo>
                  <a:lnTo>
                    <a:pt x="690146" y="631630"/>
                  </a:lnTo>
                  <a:lnTo>
                    <a:pt x="733280" y="633901"/>
                  </a:lnTo>
                  <a:lnTo>
                    <a:pt x="776415" y="635827"/>
                  </a:lnTo>
                  <a:lnTo>
                    <a:pt x="819549" y="637384"/>
                  </a:lnTo>
                  <a:lnTo>
                    <a:pt x="862683" y="638548"/>
                  </a:lnTo>
                  <a:lnTo>
                    <a:pt x="905817" y="639293"/>
                  </a:lnTo>
                  <a:lnTo>
                    <a:pt x="948951" y="639594"/>
                  </a:lnTo>
                  <a:lnTo>
                    <a:pt x="992085" y="639427"/>
                  </a:lnTo>
                  <a:lnTo>
                    <a:pt x="1035220" y="638766"/>
                  </a:lnTo>
                  <a:lnTo>
                    <a:pt x="1078354" y="637589"/>
                  </a:lnTo>
                  <a:lnTo>
                    <a:pt x="1121488" y="635875"/>
                  </a:lnTo>
                  <a:lnTo>
                    <a:pt x="1164622" y="633603"/>
                  </a:lnTo>
                  <a:lnTo>
                    <a:pt x="1207756" y="630758"/>
                  </a:lnTo>
                  <a:lnTo>
                    <a:pt x="1250890" y="627327"/>
                  </a:lnTo>
                  <a:lnTo>
                    <a:pt x="1294025" y="623301"/>
                  </a:lnTo>
                  <a:lnTo>
                    <a:pt x="1337159" y="618676"/>
                  </a:lnTo>
                  <a:lnTo>
                    <a:pt x="1380293" y="613450"/>
                  </a:lnTo>
                  <a:lnTo>
                    <a:pt x="1423427" y="607628"/>
                  </a:lnTo>
                  <a:lnTo>
                    <a:pt x="1466561" y="601217"/>
                  </a:lnTo>
                  <a:lnTo>
                    <a:pt x="1509695" y="594229"/>
                  </a:lnTo>
                  <a:lnTo>
                    <a:pt x="1552830" y="586680"/>
                  </a:lnTo>
                  <a:lnTo>
                    <a:pt x="1595964" y="578587"/>
                  </a:lnTo>
                  <a:lnTo>
                    <a:pt x="1639098" y="569973"/>
                  </a:lnTo>
                  <a:lnTo>
                    <a:pt x="1682232" y="560858"/>
                  </a:lnTo>
                  <a:lnTo>
                    <a:pt x="1725366" y="551269"/>
                  </a:lnTo>
                  <a:lnTo>
                    <a:pt x="1768500" y="541229"/>
                  </a:lnTo>
                  <a:lnTo>
                    <a:pt x="1811635" y="530764"/>
                  </a:lnTo>
                  <a:lnTo>
                    <a:pt x="1854769" y="519899"/>
                  </a:lnTo>
                  <a:lnTo>
                    <a:pt x="1897903" y="508659"/>
                  </a:lnTo>
                  <a:lnTo>
                    <a:pt x="1941037" y="497068"/>
                  </a:lnTo>
                  <a:lnTo>
                    <a:pt x="1984171" y="485149"/>
                  </a:lnTo>
                  <a:lnTo>
                    <a:pt x="2027305" y="472925"/>
                  </a:lnTo>
                  <a:lnTo>
                    <a:pt x="2070440" y="460416"/>
                  </a:lnTo>
                  <a:lnTo>
                    <a:pt x="2113574" y="447643"/>
                  </a:lnTo>
                  <a:lnTo>
                    <a:pt x="2156708" y="434623"/>
                  </a:lnTo>
                  <a:lnTo>
                    <a:pt x="2199842" y="421375"/>
                  </a:lnTo>
                  <a:lnTo>
                    <a:pt x="2242976" y="407915"/>
                  </a:lnTo>
                  <a:lnTo>
                    <a:pt x="2286110" y="394258"/>
                  </a:lnTo>
                  <a:lnTo>
                    <a:pt x="2329245" y="380417"/>
                  </a:lnTo>
                  <a:lnTo>
                    <a:pt x="2372379" y="366407"/>
                  </a:lnTo>
                  <a:lnTo>
                    <a:pt x="2415513" y="352237"/>
                  </a:lnTo>
                  <a:lnTo>
                    <a:pt x="2458647" y="337921"/>
                  </a:lnTo>
                  <a:lnTo>
                    <a:pt x="2501781" y="323467"/>
                  </a:lnTo>
                  <a:lnTo>
                    <a:pt x="2544915" y="308886"/>
                  </a:lnTo>
                  <a:lnTo>
                    <a:pt x="2588050" y="294185"/>
                  </a:lnTo>
                  <a:lnTo>
                    <a:pt x="2631184" y="279373"/>
                  </a:lnTo>
                  <a:lnTo>
                    <a:pt x="2674318" y="264458"/>
                  </a:lnTo>
                  <a:lnTo>
                    <a:pt x="2717452" y="249446"/>
                  </a:lnTo>
                  <a:lnTo>
                    <a:pt x="2760586" y="234343"/>
                  </a:lnTo>
                  <a:lnTo>
                    <a:pt x="2803721" y="219155"/>
                  </a:lnTo>
                  <a:lnTo>
                    <a:pt x="2846855" y="203888"/>
                  </a:lnTo>
                  <a:lnTo>
                    <a:pt x="2889989" y="188546"/>
                  </a:lnTo>
                  <a:lnTo>
                    <a:pt x="2933123" y="173134"/>
                  </a:lnTo>
                  <a:lnTo>
                    <a:pt x="2976257" y="157656"/>
                  </a:lnTo>
                  <a:lnTo>
                    <a:pt x="3019391" y="142116"/>
                  </a:lnTo>
                  <a:lnTo>
                    <a:pt x="3062526" y="126519"/>
                  </a:lnTo>
                  <a:lnTo>
                    <a:pt x="3105660" y="110866"/>
                  </a:lnTo>
                  <a:lnTo>
                    <a:pt x="3148794" y="95162"/>
                  </a:lnTo>
                  <a:lnTo>
                    <a:pt x="3191928" y="79409"/>
                  </a:lnTo>
                  <a:lnTo>
                    <a:pt x="3235062" y="63609"/>
                  </a:lnTo>
                  <a:lnTo>
                    <a:pt x="3278196" y="47767"/>
                  </a:lnTo>
                  <a:lnTo>
                    <a:pt x="3321331" y="31883"/>
                  </a:lnTo>
                  <a:lnTo>
                    <a:pt x="3364465" y="15960"/>
                  </a:lnTo>
                  <a:lnTo>
                    <a:pt x="3407599" y="0"/>
                  </a:lnTo>
                  <a:lnTo>
                    <a:pt x="3407599" y="1283612"/>
                  </a:lnTo>
                  <a:lnTo>
                    <a:pt x="3364465" y="1277061"/>
                  </a:lnTo>
                  <a:lnTo>
                    <a:pt x="3321331" y="1270547"/>
                  </a:lnTo>
                  <a:lnTo>
                    <a:pt x="3278196" y="1264072"/>
                  </a:lnTo>
                  <a:lnTo>
                    <a:pt x="3235062" y="1257638"/>
                  </a:lnTo>
                  <a:lnTo>
                    <a:pt x="3191928" y="1251248"/>
                  </a:lnTo>
                  <a:lnTo>
                    <a:pt x="3148794" y="1244903"/>
                  </a:lnTo>
                  <a:lnTo>
                    <a:pt x="3105660" y="1238608"/>
                  </a:lnTo>
                  <a:lnTo>
                    <a:pt x="3062526" y="1232364"/>
                  </a:lnTo>
                  <a:lnTo>
                    <a:pt x="3019391" y="1226175"/>
                  </a:lnTo>
                  <a:lnTo>
                    <a:pt x="2976257" y="1220044"/>
                  </a:lnTo>
                  <a:lnTo>
                    <a:pt x="2933123" y="1213976"/>
                  </a:lnTo>
                  <a:lnTo>
                    <a:pt x="2889989" y="1207972"/>
                  </a:lnTo>
                  <a:lnTo>
                    <a:pt x="2846855" y="1202039"/>
                  </a:lnTo>
                  <a:lnTo>
                    <a:pt x="2803721" y="1196181"/>
                  </a:lnTo>
                  <a:lnTo>
                    <a:pt x="2760586" y="1190402"/>
                  </a:lnTo>
                  <a:lnTo>
                    <a:pt x="2717452" y="1184708"/>
                  </a:lnTo>
                  <a:lnTo>
                    <a:pt x="2674318" y="1179104"/>
                  </a:lnTo>
                  <a:lnTo>
                    <a:pt x="2631184" y="1173598"/>
                  </a:lnTo>
                  <a:lnTo>
                    <a:pt x="2588050" y="1168195"/>
                  </a:lnTo>
                  <a:lnTo>
                    <a:pt x="2544915" y="1162903"/>
                  </a:lnTo>
                  <a:lnTo>
                    <a:pt x="2501781" y="1157731"/>
                  </a:lnTo>
                  <a:lnTo>
                    <a:pt x="2458647" y="1152686"/>
                  </a:lnTo>
                  <a:lnTo>
                    <a:pt x="2415513" y="1147778"/>
                  </a:lnTo>
                  <a:lnTo>
                    <a:pt x="2372379" y="1143018"/>
                  </a:lnTo>
                  <a:lnTo>
                    <a:pt x="2329245" y="1138416"/>
                  </a:lnTo>
                  <a:lnTo>
                    <a:pt x="2286110" y="1133984"/>
                  </a:lnTo>
                  <a:lnTo>
                    <a:pt x="2242976" y="1129735"/>
                  </a:lnTo>
                  <a:lnTo>
                    <a:pt x="2199842" y="1125684"/>
                  </a:lnTo>
                  <a:lnTo>
                    <a:pt x="2156708" y="1121845"/>
                  </a:lnTo>
                  <a:lnTo>
                    <a:pt x="2113574" y="1118235"/>
                  </a:lnTo>
                  <a:lnTo>
                    <a:pt x="2070440" y="1114870"/>
                  </a:lnTo>
                  <a:lnTo>
                    <a:pt x="2027305" y="1111770"/>
                  </a:lnTo>
                  <a:lnTo>
                    <a:pt x="1984171" y="1108955"/>
                  </a:lnTo>
                  <a:lnTo>
                    <a:pt x="1941037" y="1106445"/>
                  </a:lnTo>
                  <a:lnTo>
                    <a:pt x="1897903" y="1104263"/>
                  </a:lnTo>
                  <a:lnTo>
                    <a:pt x="1854769" y="1102432"/>
                  </a:lnTo>
                  <a:lnTo>
                    <a:pt x="1811635" y="1100975"/>
                  </a:lnTo>
                  <a:lnTo>
                    <a:pt x="1768500" y="1099919"/>
                  </a:lnTo>
                  <a:lnTo>
                    <a:pt x="1725366" y="1099288"/>
                  </a:lnTo>
                  <a:lnTo>
                    <a:pt x="1682232" y="1099107"/>
                  </a:lnTo>
                  <a:lnTo>
                    <a:pt x="1639098" y="1099402"/>
                  </a:lnTo>
                  <a:lnTo>
                    <a:pt x="1595964" y="1100196"/>
                  </a:lnTo>
                  <a:lnTo>
                    <a:pt x="1552830" y="1101513"/>
                  </a:lnTo>
                  <a:lnTo>
                    <a:pt x="1509695" y="1103372"/>
                  </a:lnTo>
                  <a:lnTo>
                    <a:pt x="1466561" y="1105793"/>
                  </a:lnTo>
                  <a:lnTo>
                    <a:pt x="1423427" y="1108791"/>
                  </a:lnTo>
                  <a:lnTo>
                    <a:pt x="1380293" y="1112377"/>
                  </a:lnTo>
                  <a:lnTo>
                    <a:pt x="1337159" y="1116561"/>
                  </a:lnTo>
                  <a:lnTo>
                    <a:pt x="1294025" y="1121344"/>
                  </a:lnTo>
                  <a:lnTo>
                    <a:pt x="1250890" y="1126727"/>
                  </a:lnTo>
                  <a:lnTo>
                    <a:pt x="1207756" y="1132705"/>
                  </a:lnTo>
                  <a:lnTo>
                    <a:pt x="1164622" y="1139269"/>
                  </a:lnTo>
                  <a:lnTo>
                    <a:pt x="1121488" y="1146406"/>
                  </a:lnTo>
                  <a:lnTo>
                    <a:pt x="1078354" y="1154100"/>
                  </a:lnTo>
                  <a:lnTo>
                    <a:pt x="1035220" y="1162332"/>
                  </a:lnTo>
                  <a:lnTo>
                    <a:pt x="992085" y="1171080"/>
                  </a:lnTo>
                  <a:lnTo>
                    <a:pt x="948951" y="1180322"/>
                  </a:lnTo>
                  <a:lnTo>
                    <a:pt x="905817" y="1190032"/>
                  </a:lnTo>
                  <a:lnTo>
                    <a:pt x="862683" y="1200186"/>
                  </a:lnTo>
                  <a:lnTo>
                    <a:pt x="819549" y="1210759"/>
                  </a:lnTo>
                  <a:lnTo>
                    <a:pt x="776415" y="1221725"/>
                  </a:lnTo>
                  <a:lnTo>
                    <a:pt x="733280" y="1233060"/>
                  </a:lnTo>
                  <a:lnTo>
                    <a:pt x="690146" y="1244739"/>
                  </a:lnTo>
                  <a:lnTo>
                    <a:pt x="647012" y="1256740"/>
                  </a:lnTo>
                  <a:lnTo>
                    <a:pt x="603878" y="1269041"/>
                  </a:lnTo>
                  <a:lnTo>
                    <a:pt x="560744" y="1281621"/>
                  </a:lnTo>
                  <a:lnTo>
                    <a:pt x="517610" y="1294461"/>
                  </a:lnTo>
                  <a:lnTo>
                    <a:pt x="474475" y="1307542"/>
                  </a:lnTo>
                  <a:lnTo>
                    <a:pt x="431341" y="1320847"/>
                  </a:lnTo>
                  <a:lnTo>
                    <a:pt x="388207" y="1334361"/>
                  </a:lnTo>
                  <a:lnTo>
                    <a:pt x="345073" y="1348068"/>
                  </a:lnTo>
                  <a:lnTo>
                    <a:pt x="301939" y="1361954"/>
                  </a:lnTo>
                  <a:lnTo>
                    <a:pt x="258805" y="1376008"/>
                  </a:lnTo>
                  <a:lnTo>
                    <a:pt x="215670" y="1390217"/>
                  </a:lnTo>
                  <a:lnTo>
                    <a:pt x="172536" y="1404570"/>
                  </a:lnTo>
                  <a:lnTo>
                    <a:pt x="129402" y="1419058"/>
                  </a:lnTo>
                  <a:lnTo>
                    <a:pt x="86268" y="1433672"/>
                  </a:lnTo>
                  <a:lnTo>
                    <a:pt x="43134" y="1448403"/>
                  </a:lnTo>
                  <a:lnTo>
                    <a:pt x="0" y="1463242"/>
                  </a:lnTo>
                  <a:close/>
                </a:path>
              </a:pathLst>
            </a:custGeom>
            <a:solidFill>
              <a:srgbClr val="33A02C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1314651" y="4788973"/>
              <a:ext cx="3407599" cy="639594"/>
            </a:xfrm>
            <a:custGeom>
              <a:avLst/>
              <a:pathLst>
                <a:path w="3407599" h="639594">
                  <a:moveTo>
                    <a:pt x="0" y="563669"/>
                  </a:moveTo>
                  <a:lnTo>
                    <a:pt x="43134" y="569099"/>
                  </a:lnTo>
                  <a:lnTo>
                    <a:pt x="86268" y="574421"/>
                  </a:lnTo>
                  <a:lnTo>
                    <a:pt x="129402" y="579626"/>
                  </a:lnTo>
                  <a:lnTo>
                    <a:pt x="172536" y="584705"/>
                  </a:lnTo>
                  <a:lnTo>
                    <a:pt x="215670" y="589650"/>
                  </a:lnTo>
                  <a:lnTo>
                    <a:pt x="258805" y="594450"/>
                  </a:lnTo>
                  <a:lnTo>
                    <a:pt x="301939" y="599095"/>
                  </a:lnTo>
                  <a:lnTo>
                    <a:pt x="345073" y="603573"/>
                  </a:lnTo>
                  <a:lnTo>
                    <a:pt x="388207" y="607870"/>
                  </a:lnTo>
                  <a:lnTo>
                    <a:pt x="431341" y="611975"/>
                  </a:lnTo>
                  <a:lnTo>
                    <a:pt x="474475" y="615871"/>
                  </a:lnTo>
                  <a:lnTo>
                    <a:pt x="517610" y="619543"/>
                  </a:lnTo>
                  <a:lnTo>
                    <a:pt x="560744" y="622974"/>
                  </a:lnTo>
                  <a:lnTo>
                    <a:pt x="603878" y="626146"/>
                  </a:lnTo>
                  <a:lnTo>
                    <a:pt x="647012" y="629038"/>
                  </a:lnTo>
                  <a:lnTo>
                    <a:pt x="690146" y="631630"/>
                  </a:lnTo>
                  <a:lnTo>
                    <a:pt x="733280" y="633901"/>
                  </a:lnTo>
                  <a:lnTo>
                    <a:pt x="776415" y="635827"/>
                  </a:lnTo>
                  <a:lnTo>
                    <a:pt x="819549" y="637384"/>
                  </a:lnTo>
                  <a:lnTo>
                    <a:pt x="862683" y="638548"/>
                  </a:lnTo>
                  <a:lnTo>
                    <a:pt x="905817" y="639293"/>
                  </a:lnTo>
                  <a:lnTo>
                    <a:pt x="948951" y="639594"/>
                  </a:lnTo>
                  <a:lnTo>
                    <a:pt x="992085" y="639427"/>
                  </a:lnTo>
                  <a:lnTo>
                    <a:pt x="1035220" y="638766"/>
                  </a:lnTo>
                  <a:lnTo>
                    <a:pt x="1078354" y="637589"/>
                  </a:lnTo>
                  <a:lnTo>
                    <a:pt x="1121488" y="635875"/>
                  </a:lnTo>
                  <a:lnTo>
                    <a:pt x="1164622" y="633603"/>
                  </a:lnTo>
                  <a:lnTo>
                    <a:pt x="1207756" y="630758"/>
                  </a:lnTo>
                  <a:lnTo>
                    <a:pt x="1250890" y="627327"/>
                  </a:lnTo>
                  <a:lnTo>
                    <a:pt x="1294025" y="623301"/>
                  </a:lnTo>
                  <a:lnTo>
                    <a:pt x="1337159" y="618676"/>
                  </a:lnTo>
                  <a:lnTo>
                    <a:pt x="1380293" y="613450"/>
                  </a:lnTo>
                  <a:lnTo>
                    <a:pt x="1423427" y="607628"/>
                  </a:lnTo>
                  <a:lnTo>
                    <a:pt x="1466561" y="601217"/>
                  </a:lnTo>
                  <a:lnTo>
                    <a:pt x="1509695" y="594229"/>
                  </a:lnTo>
                  <a:lnTo>
                    <a:pt x="1552830" y="586680"/>
                  </a:lnTo>
                  <a:lnTo>
                    <a:pt x="1595964" y="578587"/>
                  </a:lnTo>
                  <a:lnTo>
                    <a:pt x="1639098" y="569973"/>
                  </a:lnTo>
                  <a:lnTo>
                    <a:pt x="1682232" y="560858"/>
                  </a:lnTo>
                  <a:lnTo>
                    <a:pt x="1725366" y="551269"/>
                  </a:lnTo>
                  <a:lnTo>
                    <a:pt x="1768500" y="541229"/>
                  </a:lnTo>
                  <a:lnTo>
                    <a:pt x="1811635" y="530764"/>
                  </a:lnTo>
                  <a:lnTo>
                    <a:pt x="1854769" y="519899"/>
                  </a:lnTo>
                  <a:lnTo>
                    <a:pt x="1897903" y="508659"/>
                  </a:lnTo>
                  <a:lnTo>
                    <a:pt x="1941037" y="497068"/>
                  </a:lnTo>
                  <a:lnTo>
                    <a:pt x="1984171" y="485149"/>
                  </a:lnTo>
                  <a:lnTo>
                    <a:pt x="2027305" y="472925"/>
                  </a:lnTo>
                  <a:lnTo>
                    <a:pt x="2070440" y="460416"/>
                  </a:lnTo>
                  <a:lnTo>
                    <a:pt x="2113574" y="447643"/>
                  </a:lnTo>
                  <a:lnTo>
                    <a:pt x="2156708" y="434623"/>
                  </a:lnTo>
                  <a:lnTo>
                    <a:pt x="2199842" y="421375"/>
                  </a:lnTo>
                  <a:lnTo>
                    <a:pt x="2242976" y="407915"/>
                  </a:lnTo>
                  <a:lnTo>
                    <a:pt x="2286110" y="394258"/>
                  </a:lnTo>
                  <a:lnTo>
                    <a:pt x="2329245" y="380417"/>
                  </a:lnTo>
                  <a:lnTo>
                    <a:pt x="2372379" y="366407"/>
                  </a:lnTo>
                  <a:lnTo>
                    <a:pt x="2415513" y="352237"/>
                  </a:lnTo>
                  <a:lnTo>
                    <a:pt x="2458647" y="337921"/>
                  </a:lnTo>
                  <a:lnTo>
                    <a:pt x="2501781" y="323467"/>
                  </a:lnTo>
                  <a:lnTo>
                    <a:pt x="2544915" y="308886"/>
                  </a:lnTo>
                  <a:lnTo>
                    <a:pt x="2588050" y="294185"/>
                  </a:lnTo>
                  <a:lnTo>
                    <a:pt x="2631184" y="279373"/>
                  </a:lnTo>
                  <a:lnTo>
                    <a:pt x="2674318" y="264458"/>
                  </a:lnTo>
                  <a:lnTo>
                    <a:pt x="2717452" y="249446"/>
                  </a:lnTo>
                  <a:lnTo>
                    <a:pt x="2760586" y="234343"/>
                  </a:lnTo>
                  <a:lnTo>
                    <a:pt x="2803721" y="219155"/>
                  </a:lnTo>
                  <a:lnTo>
                    <a:pt x="2846855" y="203888"/>
                  </a:lnTo>
                  <a:lnTo>
                    <a:pt x="2889989" y="188546"/>
                  </a:lnTo>
                  <a:lnTo>
                    <a:pt x="2933123" y="173134"/>
                  </a:lnTo>
                  <a:lnTo>
                    <a:pt x="2976257" y="157656"/>
                  </a:lnTo>
                  <a:lnTo>
                    <a:pt x="3019391" y="142116"/>
                  </a:lnTo>
                  <a:lnTo>
                    <a:pt x="3062526" y="126519"/>
                  </a:lnTo>
                  <a:lnTo>
                    <a:pt x="3105660" y="110866"/>
                  </a:lnTo>
                  <a:lnTo>
                    <a:pt x="3148794" y="95162"/>
                  </a:lnTo>
                  <a:lnTo>
                    <a:pt x="3191928" y="79409"/>
                  </a:lnTo>
                  <a:lnTo>
                    <a:pt x="3235062" y="63609"/>
                  </a:lnTo>
                  <a:lnTo>
                    <a:pt x="3278196" y="47767"/>
                  </a:lnTo>
                  <a:lnTo>
                    <a:pt x="3321331" y="31883"/>
                  </a:lnTo>
                  <a:lnTo>
                    <a:pt x="3364465" y="15960"/>
                  </a:lnTo>
                  <a:lnTo>
                    <a:pt x="340759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11314651" y="5888081"/>
              <a:ext cx="3407599" cy="364134"/>
            </a:xfrm>
            <a:custGeom>
              <a:avLst/>
              <a:pathLst>
                <a:path w="3407599" h="364134">
                  <a:moveTo>
                    <a:pt x="3407599" y="184505"/>
                  </a:moveTo>
                  <a:lnTo>
                    <a:pt x="3364465" y="177953"/>
                  </a:lnTo>
                  <a:lnTo>
                    <a:pt x="3321331" y="171439"/>
                  </a:lnTo>
                  <a:lnTo>
                    <a:pt x="3278196" y="164964"/>
                  </a:lnTo>
                  <a:lnTo>
                    <a:pt x="3235062" y="158530"/>
                  </a:lnTo>
                  <a:lnTo>
                    <a:pt x="3191928" y="152140"/>
                  </a:lnTo>
                  <a:lnTo>
                    <a:pt x="3148794" y="145795"/>
                  </a:lnTo>
                  <a:lnTo>
                    <a:pt x="3105660" y="139500"/>
                  </a:lnTo>
                  <a:lnTo>
                    <a:pt x="3062526" y="133256"/>
                  </a:lnTo>
                  <a:lnTo>
                    <a:pt x="3019391" y="127067"/>
                  </a:lnTo>
                  <a:lnTo>
                    <a:pt x="2976257" y="120937"/>
                  </a:lnTo>
                  <a:lnTo>
                    <a:pt x="2933123" y="114868"/>
                  </a:lnTo>
                  <a:lnTo>
                    <a:pt x="2889989" y="108865"/>
                  </a:lnTo>
                  <a:lnTo>
                    <a:pt x="2846855" y="102931"/>
                  </a:lnTo>
                  <a:lnTo>
                    <a:pt x="2803721" y="97073"/>
                  </a:lnTo>
                  <a:lnTo>
                    <a:pt x="2760586" y="91294"/>
                  </a:lnTo>
                  <a:lnTo>
                    <a:pt x="2717452" y="85600"/>
                  </a:lnTo>
                  <a:lnTo>
                    <a:pt x="2674318" y="79996"/>
                  </a:lnTo>
                  <a:lnTo>
                    <a:pt x="2631184" y="74490"/>
                  </a:lnTo>
                  <a:lnTo>
                    <a:pt x="2588050" y="69087"/>
                  </a:lnTo>
                  <a:lnTo>
                    <a:pt x="2544915" y="63795"/>
                  </a:lnTo>
                  <a:lnTo>
                    <a:pt x="2501781" y="58623"/>
                  </a:lnTo>
                  <a:lnTo>
                    <a:pt x="2458647" y="53578"/>
                  </a:lnTo>
                  <a:lnTo>
                    <a:pt x="2415513" y="48670"/>
                  </a:lnTo>
                  <a:lnTo>
                    <a:pt x="2372379" y="43910"/>
                  </a:lnTo>
                  <a:lnTo>
                    <a:pt x="2329245" y="39308"/>
                  </a:lnTo>
                  <a:lnTo>
                    <a:pt x="2286110" y="34876"/>
                  </a:lnTo>
                  <a:lnTo>
                    <a:pt x="2242976" y="30628"/>
                  </a:lnTo>
                  <a:lnTo>
                    <a:pt x="2199842" y="26576"/>
                  </a:lnTo>
                  <a:lnTo>
                    <a:pt x="2156708" y="22737"/>
                  </a:lnTo>
                  <a:lnTo>
                    <a:pt x="2113574" y="19127"/>
                  </a:lnTo>
                  <a:lnTo>
                    <a:pt x="2070440" y="15762"/>
                  </a:lnTo>
                  <a:lnTo>
                    <a:pt x="2027305" y="12663"/>
                  </a:lnTo>
                  <a:lnTo>
                    <a:pt x="1984171" y="9847"/>
                  </a:lnTo>
                  <a:lnTo>
                    <a:pt x="1941037" y="7337"/>
                  </a:lnTo>
                  <a:lnTo>
                    <a:pt x="1897903" y="5155"/>
                  </a:lnTo>
                  <a:lnTo>
                    <a:pt x="1854769" y="3324"/>
                  </a:lnTo>
                  <a:lnTo>
                    <a:pt x="1811635" y="1868"/>
                  </a:lnTo>
                  <a:lnTo>
                    <a:pt x="1768500" y="811"/>
                  </a:lnTo>
                  <a:lnTo>
                    <a:pt x="1725366" y="180"/>
                  </a:lnTo>
                  <a:lnTo>
                    <a:pt x="1682232" y="0"/>
                  </a:lnTo>
                  <a:lnTo>
                    <a:pt x="1639098" y="294"/>
                  </a:lnTo>
                  <a:lnTo>
                    <a:pt x="1595964" y="1088"/>
                  </a:lnTo>
                  <a:lnTo>
                    <a:pt x="1552830" y="2405"/>
                  </a:lnTo>
                  <a:lnTo>
                    <a:pt x="1509695" y="4264"/>
                  </a:lnTo>
                  <a:lnTo>
                    <a:pt x="1466561" y="6685"/>
                  </a:lnTo>
                  <a:lnTo>
                    <a:pt x="1423427" y="9683"/>
                  </a:lnTo>
                  <a:lnTo>
                    <a:pt x="1380293" y="13270"/>
                  </a:lnTo>
                  <a:lnTo>
                    <a:pt x="1337159" y="17453"/>
                  </a:lnTo>
                  <a:lnTo>
                    <a:pt x="1294025" y="22236"/>
                  </a:lnTo>
                  <a:lnTo>
                    <a:pt x="1250890" y="27619"/>
                  </a:lnTo>
                  <a:lnTo>
                    <a:pt x="1207756" y="33597"/>
                  </a:lnTo>
                  <a:lnTo>
                    <a:pt x="1164622" y="40161"/>
                  </a:lnTo>
                  <a:lnTo>
                    <a:pt x="1121488" y="47298"/>
                  </a:lnTo>
                  <a:lnTo>
                    <a:pt x="1078354" y="54992"/>
                  </a:lnTo>
                  <a:lnTo>
                    <a:pt x="1035220" y="63224"/>
                  </a:lnTo>
                  <a:lnTo>
                    <a:pt x="992085" y="71972"/>
                  </a:lnTo>
                  <a:lnTo>
                    <a:pt x="948951" y="81214"/>
                  </a:lnTo>
                  <a:lnTo>
                    <a:pt x="905817" y="90924"/>
                  </a:lnTo>
                  <a:lnTo>
                    <a:pt x="862683" y="101078"/>
                  </a:lnTo>
                  <a:lnTo>
                    <a:pt x="819549" y="111651"/>
                  </a:lnTo>
                  <a:lnTo>
                    <a:pt x="776415" y="122617"/>
                  </a:lnTo>
                  <a:lnTo>
                    <a:pt x="733280" y="133952"/>
                  </a:lnTo>
                  <a:lnTo>
                    <a:pt x="690146" y="145631"/>
                  </a:lnTo>
                  <a:lnTo>
                    <a:pt x="647012" y="157632"/>
                  </a:lnTo>
                  <a:lnTo>
                    <a:pt x="603878" y="169933"/>
                  </a:lnTo>
                  <a:lnTo>
                    <a:pt x="560744" y="182514"/>
                  </a:lnTo>
                  <a:lnTo>
                    <a:pt x="517610" y="195353"/>
                  </a:lnTo>
                  <a:lnTo>
                    <a:pt x="474475" y="208434"/>
                  </a:lnTo>
                  <a:lnTo>
                    <a:pt x="431341" y="221739"/>
                  </a:lnTo>
                  <a:lnTo>
                    <a:pt x="388207" y="235253"/>
                  </a:lnTo>
                  <a:lnTo>
                    <a:pt x="345073" y="248960"/>
                  </a:lnTo>
                  <a:lnTo>
                    <a:pt x="301939" y="262846"/>
                  </a:lnTo>
                  <a:lnTo>
                    <a:pt x="258805" y="276900"/>
                  </a:lnTo>
                  <a:lnTo>
                    <a:pt x="215670" y="291109"/>
                  </a:lnTo>
                  <a:lnTo>
                    <a:pt x="172536" y="305462"/>
                  </a:lnTo>
                  <a:lnTo>
                    <a:pt x="129402" y="319951"/>
                  </a:lnTo>
                  <a:lnTo>
                    <a:pt x="86268" y="334564"/>
                  </a:lnTo>
                  <a:lnTo>
                    <a:pt x="43134" y="349295"/>
                  </a:lnTo>
                  <a:lnTo>
                    <a:pt x="0" y="3641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11314651" y="5430779"/>
              <a:ext cx="3407599" cy="371649"/>
            </a:xfrm>
            <a:custGeom>
              <a:avLst/>
              <a:pathLst>
                <a:path w="3407599" h="371649">
                  <a:moveTo>
                    <a:pt x="0" y="371649"/>
                  </a:moveTo>
                  <a:lnTo>
                    <a:pt x="43134" y="366944"/>
                  </a:lnTo>
                  <a:lnTo>
                    <a:pt x="86268" y="362240"/>
                  </a:lnTo>
                  <a:lnTo>
                    <a:pt x="129402" y="357536"/>
                  </a:lnTo>
                  <a:lnTo>
                    <a:pt x="172536" y="352831"/>
                  </a:lnTo>
                  <a:lnTo>
                    <a:pt x="215670" y="348127"/>
                  </a:lnTo>
                  <a:lnTo>
                    <a:pt x="258805" y="343422"/>
                  </a:lnTo>
                  <a:lnTo>
                    <a:pt x="301939" y="338718"/>
                  </a:lnTo>
                  <a:lnTo>
                    <a:pt x="345073" y="334014"/>
                  </a:lnTo>
                  <a:lnTo>
                    <a:pt x="388207" y="329309"/>
                  </a:lnTo>
                  <a:lnTo>
                    <a:pt x="431341" y="324605"/>
                  </a:lnTo>
                  <a:lnTo>
                    <a:pt x="474475" y="319900"/>
                  </a:lnTo>
                  <a:lnTo>
                    <a:pt x="517610" y="315196"/>
                  </a:lnTo>
                  <a:lnTo>
                    <a:pt x="560744" y="310491"/>
                  </a:lnTo>
                  <a:lnTo>
                    <a:pt x="603878" y="305787"/>
                  </a:lnTo>
                  <a:lnTo>
                    <a:pt x="647012" y="301083"/>
                  </a:lnTo>
                  <a:lnTo>
                    <a:pt x="690146" y="296378"/>
                  </a:lnTo>
                  <a:lnTo>
                    <a:pt x="733280" y="291674"/>
                  </a:lnTo>
                  <a:lnTo>
                    <a:pt x="776415" y="286969"/>
                  </a:lnTo>
                  <a:lnTo>
                    <a:pt x="819549" y="282265"/>
                  </a:lnTo>
                  <a:lnTo>
                    <a:pt x="862683" y="277560"/>
                  </a:lnTo>
                  <a:lnTo>
                    <a:pt x="905817" y="272856"/>
                  </a:lnTo>
                  <a:lnTo>
                    <a:pt x="948951" y="268152"/>
                  </a:lnTo>
                  <a:lnTo>
                    <a:pt x="992085" y="263447"/>
                  </a:lnTo>
                  <a:lnTo>
                    <a:pt x="1035220" y="258743"/>
                  </a:lnTo>
                  <a:lnTo>
                    <a:pt x="1078354" y="254038"/>
                  </a:lnTo>
                  <a:lnTo>
                    <a:pt x="1121488" y="249334"/>
                  </a:lnTo>
                  <a:lnTo>
                    <a:pt x="1164622" y="244629"/>
                  </a:lnTo>
                  <a:lnTo>
                    <a:pt x="1207756" y="239925"/>
                  </a:lnTo>
                  <a:lnTo>
                    <a:pt x="1250890" y="235221"/>
                  </a:lnTo>
                  <a:lnTo>
                    <a:pt x="1294025" y="230516"/>
                  </a:lnTo>
                  <a:lnTo>
                    <a:pt x="1337159" y="225812"/>
                  </a:lnTo>
                  <a:lnTo>
                    <a:pt x="1380293" y="221107"/>
                  </a:lnTo>
                  <a:lnTo>
                    <a:pt x="1423427" y="216403"/>
                  </a:lnTo>
                  <a:lnTo>
                    <a:pt x="1466561" y="211699"/>
                  </a:lnTo>
                  <a:lnTo>
                    <a:pt x="1509695" y="206994"/>
                  </a:lnTo>
                  <a:lnTo>
                    <a:pt x="1552830" y="202290"/>
                  </a:lnTo>
                  <a:lnTo>
                    <a:pt x="1595964" y="197585"/>
                  </a:lnTo>
                  <a:lnTo>
                    <a:pt x="1639098" y="192881"/>
                  </a:lnTo>
                  <a:lnTo>
                    <a:pt x="1682232" y="188176"/>
                  </a:lnTo>
                  <a:lnTo>
                    <a:pt x="1725366" y="183472"/>
                  </a:lnTo>
                  <a:lnTo>
                    <a:pt x="1768500" y="178768"/>
                  </a:lnTo>
                  <a:lnTo>
                    <a:pt x="1811635" y="174063"/>
                  </a:lnTo>
                  <a:lnTo>
                    <a:pt x="1854769" y="169359"/>
                  </a:lnTo>
                  <a:lnTo>
                    <a:pt x="1897903" y="164654"/>
                  </a:lnTo>
                  <a:lnTo>
                    <a:pt x="1941037" y="159950"/>
                  </a:lnTo>
                  <a:lnTo>
                    <a:pt x="1984171" y="155245"/>
                  </a:lnTo>
                  <a:lnTo>
                    <a:pt x="2027305" y="150541"/>
                  </a:lnTo>
                  <a:lnTo>
                    <a:pt x="2070440" y="145837"/>
                  </a:lnTo>
                  <a:lnTo>
                    <a:pt x="2113574" y="141132"/>
                  </a:lnTo>
                  <a:lnTo>
                    <a:pt x="2156708" y="136428"/>
                  </a:lnTo>
                  <a:lnTo>
                    <a:pt x="2199842" y="131723"/>
                  </a:lnTo>
                  <a:lnTo>
                    <a:pt x="2242976" y="127019"/>
                  </a:lnTo>
                  <a:lnTo>
                    <a:pt x="2286110" y="122314"/>
                  </a:lnTo>
                  <a:lnTo>
                    <a:pt x="2329245" y="117610"/>
                  </a:lnTo>
                  <a:lnTo>
                    <a:pt x="2372379" y="112906"/>
                  </a:lnTo>
                  <a:lnTo>
                    <a:pt x="2415513" y="108201"/>
                  </a:lnTo>
                  <a:lnTo>
                    <a:pt x="2458647" y="103497"/>
                  </a:lnTo>
                  <a:lnTo>
                    <a:pt x="2501781" y="98792"/>
                  </a:lnTo>
                  <a:lnTo>
                    <a:pt x="2544915" y="94088"/>
                  </a:lnTo>
                  <a:lnTo>
                    <a:pt x="2588050" y="89384"/>
                  </a:lnTo>
                  <a:lnTo>
                    <a:pt x="2631184" y="84679"/>
                  </a:lnTo>
                  <a:lnTo>
                    <a:pt x="2674318" y="79975"/>
                  </a:lnTo>
                  <a:lnTo>
                    <a:pt x="2717452" y="75270"/>
                  </a:lnTo>
                  <a:lnTo>
                    <a:pt x="2760586" y="70566"/>
                  </a:lnTo>
                  <a:lnTo>
                    <a:pt x="2803721" y="65861"/>
                  </a:lnTo>
                  <a:lnTo>
                    <a:pt x="2846855" y="61157"/>
                  </a:lnTo>
                  <a:lnTo>
                    <a:pt x="2889989" y="56453"/>
                  </a:lnTo>
                  <a:lnTo>
                    <a:pt x="2933123" y="51748"/>
                  </a:lnTo>
                  <a:lnTo>
                    <a:pt x="2976257" y="47044"/>
                  </a:lnTo>
                  <a:lnTo>
                    <a:pt x="3019391" y="42339"/>
                  </a:lnTo>
                  <a:lnTo>
                    <a:pt x="3062526" y="37635"/>
                  </a:lnTo>
                  <a:lnTo>
                    <a:pt x="3105660" y="32930"/>
                  </a:lnTo>
                  <a:lnTo>
                    <a:pt x="3148794" y="28226"/>
                  </a:lnTo>
                  <a:lnTo>
                    <a:pt x="3191928" y="23522"/>
                  </a:lnTo>
                  <a:lnTo>
                    <a:pt x="3235062" y="18817"/>
                  </a:lnTo>
                  <a:lnTo>
                    <a:pt x="3278196" y="14113"/>
                  </a:lnTo>
                  <a:lnTo>
                    <a:pt x="3321331" y="9408"/>
                  </a:lnTo>
                  <a:lnTo>
                    <a:pt x="3364465" y="4704"/>
                  </a:lnTo>
                  <a:lnTo>
                    <a:pt x="3407599" y="0"/>
                  </a:lnTo>
                </a:path>
              </a:pathLst>
            </a:custGeom>
            <a:ln w="27101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tx174"/>
            <p:cNvSpPr/>
            <p:nvPr/>
          </p:nvSpPr>
          <p:spPr>
            <a:xfrm>
              <a:off x="13103660" y="3639852"/>
              <a:ext cx="1618590" cy="1259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 = 0.149; p = 4.73e-01</a:t>
              </a:r>
            </a:p>
          </p:txBody>
        </p:sp>
        <p:sp>
          <p:nvSpPr>
            <p:cNvPr id="175" name="pl175"/>
            <p:cNvSpPr/>
            <p:nvPr/>
          </p:nvSpPr>
          <p:spPr>
            <a:xfrm>
              <a:off x="11144271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10994050" y="6745541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1028560" y="5619666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028560" y="4496321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9" name="pl179"/>
            <p:cNvSpPr/>
            <p:nvPr/>
          </p:nvSpPr>
          <p:spPr>
            <a:xfrm>
              <a:off x="11112007" y="678293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1112007" y="565832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1112007" y="453371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1144271" y="6934168"/>
              <a:ext cx="3748359" cy="0"/>
            </a:xfrm>
            <a:custGeom>
              <a:avLst/>
              <a:pathLst>
                <a:path w="3748359" h="0">
                  <a:moveTo>
                    <a:pt x="0" y="0"/>
                  </a:moveTo>
                  <a:lnTo>
                    <a:pt x="3748359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1869642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2635912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13402183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4168454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tx187"/>
            <p:cNvSpPr/>
            <p:nvPr/>
          </p:nvSpPr>
          <p:spPr>
            <a:xfrm>
              <a:off x="11780355" y="6990675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2563881" y="6990675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3330152" y="6990675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4096423" y="6990675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2136560" y="7093363"/>
              <a:ext cx="1763780" cy="119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Per capita GDP</a:t>
              </a:r>
            </a:p>
          </p:txBody>
        </p:sp>
        <p:sp>
          <p:nvSpPr>
            <p:cNvPr id="192" name="tx192"/>
            <p:cNvSpPr/>
            <p:nvPr/>
          </p:nvSpPr>
          <p:spPr>
            <a:xfrm rot="-5400000">
              <a:off x="10118732" y="5163084"/>
              <a:ext cx="1511595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0762690" y="3419929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94" name="rc194"/>
            <p:cNvSpPr/>
            <p:nvPr/>
          </p:nvSpPr>
          <p:spPr>
            <a:xfrm>
              <a:off x="15411046" y="3511989"/>
              <a:ext cx="3748359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15443731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16184490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16925249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7666007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18406766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19147525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5798374" y="444224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6170559" y="497864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5739842" y="491817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6003768" y="520687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6245043" y="480375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6004073" y="542602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5902225" y="469958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5763340" y="458422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5547441" y="378398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5812860" y="517712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6388367" y="539263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15808158" y="456010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5962580" y="478756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5930613" y="446071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8058484" y="576691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6150506" y="483458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15821372" y="469316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5814225" y="484828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5788895" y="458678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5611054" y="427419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6972177" y="548855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5950275" y="447861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5900123" y="478529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6234285" y="486904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5814637" y="523438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6463103" y="518408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15745397" y="363355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8955041" y="582176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6244579" y="472934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913780" y="458741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15581426" y="4399071"/>
              <a:ext cx="3407599" cy="2379543"/>
            </a:xfrm>
            <a:custGeom>
              <a:avLst/>
              <a:pathLst>
                <a:path w="3407599" h="2379543">
                  <a:moveTo>
                    <a:pt x="0" y="0"/>
                  </a:moveTo>
                  <a:lnTo>
                    <a:pt x="43134" y="26089"/>
                  </a:lnTo>
                  <a:lnTo>
                    <a:pt x="86268" y="51932"/>
                  </a:lnTo>
                  <a:lnTo>
                    <a:pt x="129402" y="77505"/>
                  </a:lnTo>
                  <a:lnTo>
                    <a:pt x="172536" y="102784"/>
                  </a:lnTo>
                  <a:lnTo>
                    <a:pt x="215670" y="127743"/>
                  </a:lnTo>
                  <a:lnTo>
                    <a:pt x="258805" y="152355"/>
                  </a:lnTo>
                  <a:lnTo>
                    <a:pt x="301939" y="176593"/>
                  </a:lnTo>
                  <a:lnTo>
                    <a:pt x="345073" y="200430"/>
                  </a:lnTo>
                  <a:lnTo>
                    <a:pt x="388207" y="223838"/>
                  </a:lnTo>
                  <a:lnTo>
                    <a:pt x="431341" y="246794"/>
                  </a:lnTo>
                  <a:lnTo>
                    <a:pt x="474475" y="269276"/>
                  </a:lnTo>
                  <a:lnTo>
                    <a:pt x="517610" y="291265"/>
                  </a:lnTo>
                  <a:lnTo>
                    <a:pt x="560744" y="312747"/>
                  </a:lnTo>
                  <a:lnTo>
                    <a:pt x="603878" y="333714"/>
                  </a:lnTo>
                  <a:lnTo>
                    <a:pt x="647012" y="354164"/>
                  </a:lnTo>
                  <a:lnTo>
                    <a:pt x="690146" y="374099"/>
                  </a:lnTo>
                  <a:lnTo>
                    <a:pt x="733280" y="393528"/>
                  </a:lnTo>
                  <a:lnTo>
                    <a:pt x="776415" y="412465"/>
                  </a:lnTo>
                  <a:lnTo>
                    <a:pt x="819549" y="430928"/>
                  </a:lnTo>
                  <a:lnTo>
                    <a:pt x="862683" y="448939"/>
                  </a:lnTo>
                  <a:lnTo>
                    <a:pt x="905817" y="466524"/>
                  </a:lnTo>
                  <a:lnTo>
                    <a:pt x="948951" y="483708"/>
                  </a:lnTo>
                  <a:lnTo>
                    <a:pt x="992085" y="500519"/>
                  </a:lnTo>
                  <a:lnTo>
                    <a:pt x="1035220" y="516984"/>
                  </a:lnTo>
                  <a:lnTo>
                    <a:pt x="1078354" y="533130"/>
                  </a:lnTo>
                  <a:lnTo>
                    <a:pt x="1121488" y="548983"/>
                  </a:lnTo>
                  <a:lnTo>
                    <a:pt x="1164622" y="564567"/>
                  </a:lnTo>
                  <a:lnTo>
                    <a:pt x="1207756" y="579905"/>
                  </a:lnTo>
                  <a:lnTo>
                    <a:pt x="1250890" y="595019"/>
                  </a:lnTo>
                  <a:lnTo>
                    <a:pt x="1294025" y="609928"/>
                  </a:lnTo>
                  <a:lnTo>
                    <a:pt x="1337159" y="624651"/>
                  </a:lnTo>
                  <a:lnTo>
                    <a:pt x="1380293" y="639203"/>
                  </a:lnTo>
                  <a:lnTo>
                    <a:pt x="1423427" y="653600"/>
                  </a:lnTo>
                  <a:lnTo>
                    <a:pt x="1466561" y="667856"/>
                  </a:lnTo>
                  <a:lnTo>
                    <a:pt x="1509695" y="681982"/>
                  </a:lnTo>
                  <a:lnTo>
                    <a:pt x="1552830" y="695990"/>
                  </a:lnTo>
                  <a:lnTo>
                    <a:pt x="1595964" y="709891"/>
                  </a:lnTo>
                  <a:lnTo>
                    <a:pt x="1639098" y="723692"/>
                  </a:lnTo>
                  <a:lnTo>
                    <a:pt x="1682232" y="737402"/>
                  </a:lnTo>
                  <a:lnTo>
                    <a:pt x="1725366" y="751029"/>
                  </a:lnTo>
                  <a:lnTo>
                    <a:pt x="1768500" y="764579"/>
                  </a:lnTo>
                  <a:lnTo>
                    <a:pt x="1811635" y="778059"/>
                  </a:lnTo>
                  <a:lnTo>
                    <a:pt x="1854769" y="791474"/>
                  </a:lnTo>
                  <a:lnTo>
                    <a:pt x="1897903" y="804828"/>
                  </a:lnTo>
                  <a:lnTo>
                    <a:pt x="1941037" y="818127"/>
                  </a:lnTo>
                  <a:lnTo>
                    <a:pt x="1984171" y="831374"/>
                  </a:lnTo>
                  <a:lnTo>
                    <a:pt x="2027305" y="844574"/>
                  </a:lnTo>
                  <a:lnTo>
                    <a:pt x="2070440" y="857729"/>
                  </a:lnTo>
                  <a:lnTo>
                    <a:pt x="2113574" y="870843"/>
                  </a:lnTo>
                  <a:lnTo>
                    <a:pt x="2156708" y="883918"/>
                  </a:lnTo>
                  <a:lnTo>
                    <a:pt x="2199842" y="896958"/>
                  </a:lnTo>
                  <a:lnTo>
                    <a:pt x="2242976" y="909964"/>
                  </a:lnTo>
                  <a:lnTo>
                    <a:pt x="2286110" y="922939"/>
                  </a:lnTo>
                  <a:lnTo>
                    <a:pt x="2329245" y="935884"/>
                  </a:lnTo>
                  <a:lnTo>
                    <a:pt x="2372379" y="948802"/>
                  </a:lnTo>
                  <a:lnTo>
                    <a:pt x="2415513" y="961695"/>
                  </a:lnTo>
                  <a:lnTo>
                    <a:pt x="2458647" y="974563"/>
                  </a:lnTo>
                  <a:lnTo>
                    <a:pt x="2501781" y="987408"/>
                  </a:lnTo>
                  <a:lnTo>
                    <a:pt x="2544915" y="1000232"/>
                  </a:lnTo>
                  <a:lnTo>
                    <a:pt x="2588050" y="1013036"/>
                  </a:lnTo>
                  <a:lnTo>
                    <a:pt x="2631184" y="1025821"/>
                  </a:lnTo>
                  <a:lnTo>
                    <a:pt x="2674318" y="1038588"/>
                  </a:lnTo>
                  <a:lnTo>
                    <a:pt x="2717452" y="1051338"/>
                  </a:lnTo>
                  <a:lnTo>
                    <a:pt x="2760586" y="1064072"/>
                  </a:lnTo>
                  <a:lnTo>
                    <a:pt x="2803721" y="1076791"/>
                  </a:lnTo>
                  <a:lnTo>
                    <a:pt x="2846855" y="1089495"/>
                  </a:lnTo>
                  <a:lnTo>
                    <a:pt x="2889989" y="1102186"/>
                  </a:lnTo>
                  <a:lnTo>
                    <a:pt x="2933123" y="1114864"/>
                  </a:lnTo>
                  <a:lnTo>
                    <a:pt x="2976257" y="1127529"/>
                  </a:lnTo>
                  <a:lnTo>
                    <a:pt x="3019391" y="1140183"/>
                  </a:lnTo>
                  <a:lnTo>
                    <a:pt x="3062526" y="1152826"/>
                  </a:lnTo>
                  <a:lnTo>
                    <a:pt x="3105660" y="1165458"/>
                  </a:lnTo>
                  <a:lnTo>
                    <a:pt x="3148794" y="1178080"/>
                  </a:lnTo>
                  <a:lnTo>
                    <a:pt x="3191928" y="1190692"/>
                  </a:lnTo>
                  <a:lnTo>
                    <a:pt x="3235062" y="1203295"/>
                  </a:lnTo>
                  <a:lnTo>
                    <a:pt x="3278196" y="1215889"/>
                  </a:lnTo>
                  <a:lnTo>
                    <a:pt x="3321331" y="1228475"/>
                  </a:lnTo>
                  <a:lnTo>
                    <a:pt x="3364465" y="1241053"/>
                  </a:lnTo>
                  <a:lnTo>
                    <a:pt x="3407599" y="1253624"/>
                  </a:lnTo>
                  <a:lnTo>
                    <a:pt x="3407599" y="2379543"/>
                  </a:lnTo>
                  <a:lnTo>
                    <a:pt x="3364465" y="2350677"/>
                  </a:lnTo>
                  <a:lnTo>
                    <a:pt x="3321331" y="2321818"/>
                  </a:lnTo>
                  <a:lnTo>
                    <a:pt x="3278196" y="2292967"/>
                  </a:lnTo>
                  <a:lnTo>
                    <a:pt x="3235062" y="2264125"/>
                  </a:lnTo>
                  <a:lnTo>
                    <a:pt x="3191928" y="2235291"/>
                  </a:lnTo>
                  <a:lnTo>
                    <a:pt x="3148794" y="2206467"/>
                  </a:lnTo>
                  <a:lnTo>
                    <a:pt x="3105660" y="2177652"/>
                  </a:lnTo>
                  <a:lnTo>
                    <a:pt x="3062526" y="2148848"/>
                  </a:lnTo>
                  <a:lnTo>
                    <a:pt x="3019391" y="2120054"/>
                  </a:lnTo>
                  <a:lnTo>
                    <a:pt x="2976257" y="2091271"/>
                  </a:lnTo>
                  <a:lnTo>
                    <a:pt x="2933123" y="2062500"/>
                  </a:lnTo>
                  <a:lnTo>
                    <a:pt x="2889989" y="2033741"/>
                  </a:lnTo>
                  <a:lnTo>
                    <a:pt x="2846855" y="2004995"/>
                  </a:lnTo>
                  <a:lnTo>
                    <a:pt x="2803721" y="1976263"/>
                  </a:lnTo>
                  <a:lnTo>
                    <a:pt x="2760586" y="1947545"/>
                  </a:lnTo>
                  <a:lnTo>
                    <a:pt x="2717452" y="1918842"/>
                  </a:lnTo>
                  <a:lnTo>
                    <a:pt x="2674318" y="1890155"/>
                  </a:lnTo>
                  <a:lnTo>
                    <a:pt x="2631184" y="1861486"/>
                  </a:lnTo>
                  <a:lnTo>
                    <a:pt x="2588050" y="1832834"/>
                  </a:lnTo>
                  <a:lnTo>
                    <a:pt x="2544915" y="1804201"/>
                  </a:lnTo>
                  <a:lnTo>
                    <a:pt x="2501781" y="1775589"/>
                  </a:lnTo>
                  <a:lnTo>
                    <a:pt x="2458647" y="1746997"/>
                  </a:lnTo>
                  <a:lnTo>
                    <a:pt x="2415513" y="1718429"/>
                  </a:lnTo>
                  <a:lnTo>
                    <a:pt x="2372379" y="1689885"/>
                  </a:lnTo>
                  <a:lnTo>
                    <a:pt x="2329245" y="1661366"/>
                  </a:lnTo>
                  <a:lnTo>
                    <a:pt x="2286110" y="1632875"/>
                  </a:lnTo>
                  <a:lnTo>
                    <a:pt x="2242976" y="1604413"/>
                  </a:lnTo>
                  <a:lnTo>
                    <a:pt x="2199842" y="1575983"/>
                  </a:lnTo>
                  <a:lnTo>
                    <a:pt x="2156708" y="1547586"/>
                  </a:lnTo>
                  <a:lnTo>
                    <a:pt x="2113574" y="1519224"/>
                  </a:lnTo>
                  <a:lnTo>
                    <a:pt x="2070440" y="1490902"/>
                  </a:lnTo>
                  <a:lnTo>
                    <a:pt x="2027305" y="1462620"/>
                  </a:lnTo>
                  <a:lnTo>
                    <a:pt x="1984171" y="1434383"/>
                  </a:lnTo>
                  <a:lnTo>
                    <a:pt x="1941037" y="1406194"/>
                  </a:lnTo>
                  <a:lnTo>
                    <a:pt x="1897903" y="1378056"/>
                  </a:lnTo>
                  <a:lnTo>
                    <a:pt x="1854769" y="1349973"/>
                  </a:lnTo>
                  <a:lnTo>
                    <a:pt x="1811635" y="1321951"/>
                  </a:lnTo>
                  <a:lnTo>
                    <a:pt x="1768500" y="1293994"/>
                  </a:lnTo>
                  <a:lnTo>
                    <a:pt x="1725366" y="1266108"/>
                  </a:lnTo>
                  <a:lnTo>
                    <a:pt x="1682232" y="1238298"/>
                  </a:lnTo>
                  <a:lnTo>
                    <a:pt x="1639098" y="1210572"/>
                  </a:lnTo>
                  <a:lnTo>
                    <a:pt x="1595964" y="1182937"/>
                  </a:lnTo>
                  <a:lnTo>
                    <a:pt x="1552830" y="1155400"/>
                  </a:lnTo>
                  <a:lnTo>
                    <a:pt x="1509695" y="1127972"/>
                  </a:lnTo>
                  <a:lnTo>
                    <a:pt x="1466561" y="1100661"/>
                  </a:lnTo>
                  <a:lnTo>
                    <a:pt x="1423427" y="1073480"/>
                  </a:lnTo>
                  <a:lnTo>
                    <a:pt x="1380293" y="1046441"/>
                  </a:lnTo>
                  <a:lnTo>
                    <a:pt x="1337159" y="1019556"/>
                  </a:lnTo>
                  <a:lnTo>
                    <a:pt x="1294025" y="992842"/>
                  </a:lnTo>
                  <a:lnTo>
                    <a:pt x="1250890" y="966315"/>
                  </a:lnTo>
                  <a:lnTo>
                    <a:pt x="1207756" y="939992"/>
                  </a:lnTo>
                  <a:lnTo>
                    <a:pt x="1164622" y="913893"/>
                  </a:lnTo>
                  <a:lnTo>
                    <a:pt x="1121488" y="888041"/>
                  </a:lnTo>
                  <a:lnTo>
                    <a:pt x="1078354" y="862457"/>
                  </a:lnTo>
                  <a:lnTo>
                    <a:pt x="1035220" y="837166"/>
                  </a:lnTo>
                  <a:lnTo>
                    <a:pt x="992085" y="812195"/>
                  </a:lnTo>
                  <a:lnTo>
                    <a:pt x="948951" y="787569"/>
                  </a:lnTo>
                  <a:lnTo>
                    <a:pt x="905817" y="763317"/>
                  </a:lnTo>
                  <a:lnTo>
                    <a:pt x="862683" y="739465"/>
                  </a:lnTo>
                  <a:lnTo>
                    <a:pt x="819549" y="716040"/>
                  </a:lnTo>
                  <a:lnTo>
                    <a:pt x="776415" y="693066"/>
                  </a:lnTo>
                  <a:lnTo>
                    <a:pt x="733280" y="670566"/>
                  </a:lnTo>
                  <a:lnTo>
                    <a:pt x="690146" y="648558"/>
                  </a:lnTo>
                  <a:lnTo>
                    <a:pt x="647012" y="627057"/>
                  </a:lnTo>
                  <a:lnTo>
                    <a:pt x="603878" y="606070"/>
                  </a:lnTo>
                  <a:lnTo>
                    <a:pt x="560744" y="585600"/>
                  </a:lnTo>
                  <a:lnTo>
                    <a:pt x="517610" y="565646"/>
                  </a:lnTo>
                  <a:lnTo>
                    <a:pt x="474475" y="546199"/>
                  </a:lnTo>
                  <a:lnTo>
                    <a:pt x="431341" y="527244"/>
                  </a:lnTo>
                  <a:lnTo>
                    <a:pt x="388207" y="508763"/>
                  </a:lnTo>
                  <a:lnTo>
                    <a:pt x="345073" y="490735"/>
                  </a:lnTo>
                  <a:lnTo>
                    <a:pt x="301939" y="473134"/>
                  </a:lnTo>
                  <a:lnTo>
                    <a:pt x="258805" y="455936"/>
                  </a:lnTo>
                  <a:lnTo>
                    <a:pt x="215670" y="439111"/>
                  </a:lnTo>
                  <a:lnTo>
                    <a:pt x="172536" y="422633"/>
                  </a:lnTo>
                  <a:lnTo>
                    <a:pt x="129402" y="406476"/>
                  </a:lnTo>
                  <a:lnTo>
                    <a:pt x="86268" y="390612"/>
                  </a:lnTo>
                  <a:lnTo>
                    <a:pt x="43134" y="375019"/>
                  </a:lnTo>
                  <a:lnTo>
                    <a:pt x="0" y="359671"/>
                  </a:lnTo>
                  <a:close/>
                </a:path>
              </a:pathLst>
            </a:custGeom>
            <a:solidFill>
              <a:srgbClr val="FB9A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5581426" y="4399071"/>
              <a:ext cx="3407599" cy="1253624"/>
            </a:xfrm>
            <a:custGeom>
              <a:avLst/>
              <a:pathLst>
                <a:path w="3407599" h="1253624">
                  <a:moveTo>
                    <a:pt x="0" y="0"/>
                  </a:moveTo>
                  <a:lnTo>
                    <a:pt x="43134" y="26089"/>
                  </a:lnTo>
                  <a:lnTo>
                    <a:pt x="86268" y="51932"/>
                  </a:lnTo>
                  <a:lnTo>
                    <a:pt x="129402" y="77505"/>
                  </a:lnTo>
                  <a:lnTo>
                    <a:pt x="172536" y="102784"/>
                  </a:lnTo>
                  <a:lnTo>
                    <a:pt x="215670" y="127743"/>
                  </a:lnTo>
                  <a:lnTo>
                    <a:pt x="258805" y="152355"/>
                  </a:lnTo>
                  <a:lnTo>
                    <a:pt x="301939" y="176593"/>
                  </a:lnTo>
                  <a:lnTo>
                    <a:pt x="345073" y="200430"/>
                  </a:lnTo>
                  <a:lnTo>
                    <a:pt x="388207" y="223838"/>
                  </a:lnTo>
                  <a:lnTo>
                    <a:pt x="431341" y="246794"/>
                  </a:lnTo>
                  <a:lnTo>
                    <a:pt x="474475" y="269276"/>
                  </a:lnTo>
                  <a:lnTo>
                    <a:pt x="517610" y="291265"/>
                  </a:lnTo>
                  <a:lnTo>
                    <a:pt x="560744" y="312747"/>
                  </a:lnTo>
                  <a:lnTo>
                    <a:pt x="603878" y="333714"/>
                  </a:lnTo>
                  <a:lnTo>
                    <a:pt x="647012" y="354164"/>
                  </a:lnTo>
                  <a:lnTo>
                    <a:pt x="690146" y="374099"/>
                  </a:lnTo>
                  <a:lnTo>
                    <a:pt x="733280" y="393528"/>
                  </a:lnTo>
                  <a:lnTo>
                    <a:pt x="776415" y="412465"/>
                  </a:lnTo>
                  <a:lnTo>
                    <a:pt x="819549" y="430928"/>
                  </a:lnTo>
                  <a:lnTo>
                    <a:pt x="862683" y="448939"/>
                  </a:lnTo>
                  <a:lnTo>
                    <a:pt x="905817" y="466524"/>
                  </a:lnTo>
                  <a:lnTo>
                    <a:pt x="948951" y="483708"/>
                  </a:lnTo>
                  <a:lnTo>
                    <a:pt x="992085" y="500519"/>
                  </a:lnTo>
                  <a:lnTo>
                    <a:pt x="1035220" y="516984"/>
                  </a:lnTo>
                  <a:lnTo>
                    <a:pt x="1078354" y="533130"/>
                  </a:lnTo>
                  <a:lnTo>
                    <a:pt x="1121488" y="548983"/>
                  </a:lnTo>
                  <a:lnTo>
                    <a:pt x="1164622" y="564567"/>
                  </a:lnTo>
                  <a:lnTo>
                    <a:pt x="1207756" y="579905"/>
                  </a:lnTo>
                  <a:lnTo>
                    <a:pt x="1250890" y="595019"/>
                  </a:lnTo>
                  <a:lnTo>
                    <a:pt x="1294025" y="609928"/>
                  </a:lnTo>
                  <a:lnTo>
                    <a:pt x="1337159" y="624651"/>
                  </a:lnTo>
                  <a:lnTo>
                    <a:pt x="1380293" y="639203"/>
                  </a:lnTo>
                  <a:lnTo>
                    <a:pt x="1423427" y="653600"/>
                  </a:lnTo>
                  <a:lnTo>
                    <a:pt x="1466561" y="667856"/>
                  </a:lnTo>
                  <a:lnTo>
                    <a:pt x="1509695" y="681982"/>
                  </a:lnTo>
                  <a:lnTo>
                    <a:pt x="1552830" y="695990"/>
                  </a:lnTo>
                  <a:lnTo>
                    <a:pt x="1595964" y="709891"/>
                  </a:lnTo>
                  <a:lnTo>
                    <a:pt x="1639098" y="723692"/>
                  </a:lnTo>
                  <a:lnTo>
                    <a:pt x="1682232" y="737402"/>
                  </a:lnTo>
                  <a:lnTo>
                    <a:pt x="1725366" y="751029"/>
                  </a:lnTo>
                  <a:lnTo>
                    <a:pt x="1768500" y="764579"/>
                  </a:lnTo>
                  <a:lnTo>
                    <a:pt x="1811635" y="778059"/>
                  </a:lnTo>
                  <a:lnTo>
                    <a:pt x="1854769" y="791474"/>
                  </a:lnTo>
                  <a:lnTo>
                    <a:pt x="1897903" y="804828"/>
                  </a:lnTo>
                  <a:lnTo>
                    <a:pt x="1941037" y="818127"/>
                  </a:lnTo>
                  <a:lnTo>
                    <a:pt x="1984171" y="831374"/>
                  </a:lnTo>
                  <a:lnTo>
                    <a:pt x="2027305" y="844574"/>
                  </a:lnTo>
                  <a:lnTo>
                    <a:pt x="2070440" y="857729"/>
                  </a:lnTo>
                  <a:lnTo>
                    <a:pt x="2113574" y="870843"/>
                  </a:lnTo>
                  <a:lnTo>
                    <a:pt x="2156708" y="883918"/>
                  </a:lnTo>
                  <a:lnTo>
                    <a:pt x="2199842" y="896958"/>
                  </a:lnTo>
                  <a:lnTo>
                    <a:pt x="2242976" y="909964"/>
                  </a:lnTo>
                  <a:lnTo>
                    <a:pt x="2286110" y="922939"/>
                  </a:lnTo>
                  <a:lnTo>
                    <a:pt x="2329245" y="935884"/>
                  </a:lnTo>
                  <a:lnTo>
                    <a:pt x="2372379" y="948802"/>
                  </a:lnTo>
                  <a:lnTo>
                    <a:pt x="2415513" y="961695"/>
                  </a:lnTo>
                  <a:lnTo>
                    <a:pt x="2458647" y="974563"/>
                  </a:lnTo>
                  <a:lnTo>
                    <a:pt x="2501781" y="987408"/>
                  </a:lnTo>
                  <a:lnTo>
                    <a:pt x="2544915" y="1000232"/>
                  </a:lnTo>
                  <a:lnTo>
                    <a:pt x="2588050" y="1013036"/>
                  </a:lnTo>
                  <a:lnTo>
                    <a:pt x="2631184" y="1025821"/>
                  </a:lnTo>
                  <a:lnTo>
                    <a:pt x="2674318" y="1038588"/>
                  </a:lnTo>
                  <a:lnTo>
                    <a:pt x="2717452" y="1051338"/>
                  </a:lnTo>
                  <a:lnTo>
                    <a:pt x="2760586" y="1064072"/>
                  </a:lnTo>
                  <a:lnTo>
                    <a:pt x="2803721" y="1076791"/>
                  </a:lnTo>
                  <a:lnTo>
                    <a:pt x="2846855" y="1089495"/>
                  </a:lnTo>
                  <a:lnTo>
                    <a:pt x="2889989" y="1102186"/>
                  </a:lnTo>
                  <a:lnTo>
                    <a:pt x="2933123" y="1114864"/>
                  </a:lnTo>
                  <a:lnTo>
                    <a:pt x="2976257" y="1127529"/>
                  </a:lnTo>
                  <a:lnTo>
                    <a:pt x="3019391" y="1140183"/>
                  </a:lnTo>
                  <a:lnTo>
                    <a:pt x="3062526" y="1152826"/>
                  </a:lnTo>
                  <a:lnTo>
                    <a:pt x="3105660" y="1165458"/>
                  </a:lnTo>
                  <a:lnTo>
                    <a:pt x="3148794" y="1178080"/>
                  </a:lnTo>
                  <a:lnTo>
                    <a:pt x="3191928" y="1190692"/>
                  </a:lnTo>
                  <a:lnTo>
                    <a:pt x="3235062" y="1203295"/>
                  </a:lnTo>
                  <a:lnTo>
                    <a:pt x="3278196" y="1215889"/>
                  </a:lnTo>
                  <a:lnTo>
                    <a:pt x="3321331" y="1228475"/>
                  </a:lnTo>
                  <a:lnTo>
                    <a:pt x="3364465" y="1241053"/>
                  </a:lnTo>
                  <a:lnTo>
                    <a:pt x="3407599" y="12536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5581426" y="4758743"/>
              <a:ext cx="3407599" cy="2019871"/>
            </a:xfrm>
            <a:custGeom>
              <a:avLst/>
              <a:pathLst>
                <a:path w="3407599" h="2019871">
                  <a:moveTo>
                    <a:pt x="3407599" y="2019871"/>
                  </a:moveTo>
                  <a:lnTo>
                    <a:pt x="3364465" y="1991005"/>
                  </a:lnTo>
                  <a:lnTo>
                    <a:pt x="3321331" y="1962146"/>
                  </a:lnTo>
                  <a:lnTo>
                    <a:pt x="3278196" y="1933295"/>
                  </a:lnTo>
                  <a:lnTo>
                    <a:pt x="3235062" y="1904453"/>
                  </a:lnTo>
                  <a:lnTo>
                    <a:pt x="3191928" y="1875619"/>
                  </a:lnTo>
                  <a:lnTo>
                    <a:pt x="3148794" y="1846795"/>
                  </a:lnTo>
                  <a:lnTo>
                    <a:pt x="3105660" y="1817980"/>
                  </a:lnTo>
                  <a:lnTo>
                    <a:pt x="3062526" y="1789176"/>
                  </a:lnTo>
                  <a:lnTo>
                    <a:pt x="3019391" y="1760382"/>
                  </a:lnTo>
                  <a:lnTo>
                    <a:pt x="2976257" y="1731599"/>
                  </a:lnTo>
                  <a:lnTo>
                    <a:pt x="2933123" y="1702828"/>
                  </a:lnTo>
                  <a:lnTo>
                    <a:pt x="2889989" y="1674069"/>
                  </a:lnTo>
                  <a:lnTo>
                    <a:pt x="2846855" y="1645323"/>
                  </a:lnTo>
                  <a:lnTo>
                    <a:pt x="2803721" y="1616591"/>
                  </a:lnTo>
                  <a:lnTo>
                    <a:pt x="2760586" y="1587873"/>
                  </a:lnTo>
                  <a:lnTo>
                    <a:pt x="2717452" y="1559170"/>
                  </a:lnTo>
                  <a:lnTo>
                    <a:pt x="2674318" y="1530483"/>
                  </a:lnTo>
                  <a:lnTo>
                    <a:pt x="2631184" y="1501814"/>
                  </a:lnTo>
                  <a:lnTo>
                    <a:pt x="2588050" y="1473162"/>
                  </a:lnTo>
                  <a:lnTo>
                    <a:pt x="2544915" y="1444529"/>
                  </a:lnTo>
                  <a:lnTo>
                    <a:pt x="2501781" y="1415917"/>
                  </a:lnTo>
                  <a:lnTo>
                    <a:pt x="2458647" y="1387325"/>
                  </a:lnTo>
                  <a:lnTo>
                    <a:pt x="2415513" y="1358757"/>
                  </a:lnTo>
                  <a:lnTo>
                    <a:pt x="2372379" y="1330213"/>
                  </a:lnTo>
                  <a:lnTo>
                    <a:pt x="2329245" y="1301694"/>
                  </a:lnTo>
                  <a:lnTo>
                    <a:pt x="2286110" y="1273203"/>
                  </a:lnTo>
                  <a:lnTo>
                    <a:pt x="2242976" y="1244741"/>
                  </a:lnTo>
                  <a:lnTo>
                    <a:pt x="2199842" y="1216311"/>
                  </a:lnTo>
                  <a:lnTo>
                    <a:pt x="2156708" y="1187914"/>
                  </a:lnTo>
                  <a:lnTo>
                    <a:pt x="2113574" y="1159552"/>
                  </a:lnTo>
                  <a:lnTo>
                    <a:pt x="2070440" y="1131230"/>
                  </a:lnTo>
                  <a:lnTo>
                    <a:pt x="2027305" y="1102948"/>
                  </a:lnTo>
                  <a:lnTo>
                    <a:pt x="1984171" y="1074711"/>
                  </a:lnTo>
                  <a:lnTo>
                    <a:pt x="1941037" y="1046522"/>
                  </a:lnTo>
                  <a:lnTo>
                    <a:pt x="1897903" y="1018384"/>
                  </a:lnTo>
                  <a:lnTo>
                    <a:pt x="1854769" y="990301"/>
                  </a:lnTo>
                  <a:lnTo>
                    <a:pt x="1811635" y="962279"/>
                  </a:lnTo>
                  <a:lnTo>
                    <a:pt x="1768500" y="934322"/>
                  </a:lnTo>
                  <a:lnTo>
                    <a:pt x="1725366" y="906436"/>
                  </a:lnTo>
                  <a:lnTo>
                    <a:pt x="1682232" y="878626"/>
                  </a:lnTo>
                  <a:lnTo>
                    <a:pt x="1639098" y="850900"/>
                  </a:lnTo>
                  <a:lnTo>
                    <a:pt x="1595964" y="823265"/>
                  </a:lnTo>
                  <a:lnTo>
                    <a:pt x="1552830" y="795728"/>
                  </a:lnTo>
                  <a:lnTo>
                    <a:pt x="1509695" y="768300"/>
                  </a:lnTo>
                  <a:lnTo>
                    <a:pt x="1466561" y="740989"/>
                  </a:lnTo>
                  <a:lnTo>
                    <a:pt x="1423427" y="713808"/>
                  </a:lnTo>
                  <a:lnTo>
                    <a:pt x="1380293" y="686769"/>
                  </a:lnTo>
                  <a:lnTo>
                    <a:pt x="1337159" y="659885"/>
                  </a:lnTo>
                  <a:lnTo>
                    <a:pt x="1294025" y="633170"/>
                  </a:lnTo>
                  <a:lnTo>
                    <a:pt x="1250890" y="606643"/>
                  </a:lnTo>
                  <a:lnTo>
                    <a:pt x="1207756" y="580320"/>
                  </a:lnTo>
                  <a:lnTo>
                    <a:pt x="1164622" y="554221"/>
                  </a:lnTo>
                  <a:lnTo>
                    <a:pt x="1121488" y="528369"/>
                  </a:lnTo>
                  <a:lnTo>
                    <a:pt x="1078354" y="502785"/>
                  </a:lnTo>
                  <a:lnTo>
                    <a:pt x="1035220" y="477494"/>
                  </a:lnTo>
                  <a:lnTo>
                    <a:pt x="992085" y="452523"/>
                  </a:lnTo>
                  <a:lnTo>
                    <a:pt x="948951" y="427897"/>
                  </a:lnTo>
                  <a:lnTo>
                    <a:pt x="905817" y="403645"/>
                  </a:lnTo>
                  <a:lnTo>
                    <a:pt x="862683" y="379793"/>
                  </a:lnTo>
                  <a:lnTo>
                    <a:pt x="819549" y="356368"/>
                  </a:lnTo>
                  <a:lnTo>
                    <a:pt x="776415" y="333394"/>
                  </a:lnTo>
                  <a:lnTo>
                    <a:pt x="733280" y="310894"/>
                  </a:lnTo>
                  <a:lnTo>
                    <a:pt x="690146" y="288886"/>
                  </a:lnTo>
                  <a:lnTo>
                    <a:pt x="647012" y="267385"/>
                  </a:lnTo>
                  <a:lnTo>
                    <a:pt x="603878" y="246398"/>
                  </a:lnTo>
                  <a:lnTo>
                    <a:pt x="560744" y="225928"/>
                  </a:lnTo>
                  <a:lnTo>
                    <a:pt x="517610" y="205974"/>
                  </a:lnTo>
                  <a:lnTo>
                    <a:pt x="474475" y="186527"/>
                  </a:lnTo>
                  <a:lnTo>
                    <a:pt x="431341" y="167572"/>
                  </a:lnTo>
                  <a:lnTo>
                    <a:pt x="388207" y="149091"/>
                  </a:lnTo>
                  <a:lnTo>
                    <a:pt x="345073" y="131063"/>
                  </a:lnTo>
                  <a:lnTo>
                    <a:pt x="301939" y="113462"/>
                  </a:lnTo>
                  <a:lnTo>
                    <a:pt x="258805" y="96264"/>
                  </a:lnTo>
                  <a:lnTo>
                    <a:pt x="215670" y="79439"/>
                  </a:lnTo>
                  <a:lnTo>
                    <a:pt x="172536" y="62961"/>
                  </a:lnTo>
                  <a:lnTo>
                    <a:pt x="129402" y="46804"/>
                  </a:lnTo>
                  <a:lnTo>
                    <a:pt x="86268" y="30940"/>
                  </a:lnTo>
                  <a:lnTo>
                    <a:pt x="43134" y="153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15581426" y="4578907"/>
              <a:ext cx="3407599" cy="1636747"/>
            </a:xfrm>
            <a:custGeom>
              <a:avLst/>
              <a:pathLst>
                <a:path w="3407599" h="1636747">
                  <a:moveTo>
                    <a:pt x="0" y="0"/>
                  </a:moveTo>
                  <a:lnTo>
                    <a:pt x="43134" y="20718"/>
                  </a:lnTo>
                  <a:lnTo>
                    <a:pt x="86268" y="41436"/>
                  </a:lnTo>
                  <a:lnTo>
                    <a:pt x="129402" y="62154"/>
                  </a:lnTo>
                  <a:lnTo>
                    <a:pt x="172536" y="82873"/>
                  </a:lnTo>
                  <a:lnTo>
                    <a:pt x="215670" y="103591"/>
                  </a:lnTo>
                  <a:lnTo>
                    <a:pt x="258805" y="124309"/>
                  </a:lnTo>
                  <a:lnTo>
                    <a:pt x="301939" y="145028"/>
                  </a:lnTo>
                  <a:lnTo>
                    <a:pt x="345073" y="165746"/>
                  </a:lnTo>
                  <a:lnTo>
                    <a:pt x="388207" y="186464"/>
                  </a:lnTo>
                  <a:lnTo>
                    <a:pt x="431341" y="207183"/>
                  </a:lnTo>
                  <a:lnTo>
                    <a:pt x="474475" y="227901"/>
                  </a:lnTo>
                  <a:lnTo>
                    <a:pt x="517610" y="248619"/>
                  </a:lnTo>
                  <a:lnTo>
                    <a:pt x="560744" y="269338"/>
                  </a:lnTo>
                  <a:lnTo>
                    <a:pt x="603878" y="290056"/>
                  </a:lnTo>
                  <a:lnTo>
                    <a:pt x="647012" y="310774"/>
                  </a:lnTo>
                  <a:lnTo>
                    <a:pt x="690146" y="331493"/>
                  </a:lnTo>
                  <a:lnTo>
                    <a:pt x="733280" y="352211"/>
                  </a:lnTo>
                  <a:lnTo>
                    <a:pt x="776415" y="372929"/>
                  </a:lnTo>
                  <a:lnTo>
                    <a:pt x="819549" y="393648"/>
                  </a:lnTo>
                  <a:lnTo>
                    <a:pt x="862683" y="414366"/>
                  </a:lnTo>
                  <a:lnTo>
                    <a:pt x="905817" y="435084"/>
                  </a:lnTo>
                  <a:lnTo>
                    <a:pt x="948951" y="455803"/>
                  </a:lnTo>
                  <a:lnTo>
                    <a:pt x="992085" y="476521"/>
                  </a:lnTo>
                  <a:lnTo>
                    <a:pt x="1035220" y="497239"/>
                  </a:lnTo>
                  <a:lnTo>
                    <a:pt x="1078354" y="517958"/>
                  </a:lnTo>
                  <a:lnTo>
                    <a:pt x="1121488" y="538676"/>
                  </a:lnTo>
                  <a:lnTo>
                    <a:pt x="1164622" y="559394"/>
                  </a:lnTo>
                  <a:lnTo>
                    <a:pt x="1207756" y="580113"/>
                  </a:lnTo>
                  <a:lnTo>
                    <a:pt x="1250890" y="600831"/>
                  </a:lnTo>
                  <a:lnTo>
                    <a:pt x="1294025" y="621549"/>
                  </a:lnTo>
                  <a:lnTo>
                    <a:pt x="1337159" y="642268"/>
                  </a:lnTo>
                  <a:lnTo>
                    <a:pt x="1380293" y="662986"/>
                  </a:lnTo>
                  <a:lnTo>
                    <a:pt x="1423427" y="683704"/>
                  </a:lnTo>
                  <a:lnTo>
                    <a:pt x="1466561" y="704423"/>
                  </a:lnTo>
                  <a:lnTo>
                    <a:pt x="1509695" y="725141"/>
                  </a:lnTo>
                  <a:lnTo>
                    <a:pt x="1552830" y="745859"/>
                  </a:lnTo>
                  <a:lnTo>
                    <a:pt x="1595964" y="766578"/>
                  </a:lnTo>
                  <a:lnTo>
                    <a:pt x="1639098" y="787296"/>
                  </a:lnTo>
                  <a:lnTo>
                    <a:pt x="1682232" y="808014"/>
                  </a:lnTo>
                  <a:lnTo>
                    <a:pt x="1725366" y="828733"/>
                  </a:lnTo>
                  <a:lnTo>
                    <a:pt x="1768500" y="849451"/>
                  </a:lnTo>
                  <a:lnTo>
                    <a:pt x="1811635" y="870169"/>
                  </a:lnTo>
                  <a:lnTo>
                    <a:pt x="1854769" y="890888"/>
                  </a:lnTo>
                  <a:lnTo>
                    <a:pt x="1897903" y="911606"/>
                  </a:lnTo>
                  <a:lnTo>
                    <a:pt x="1941037" y="932324"/>
                  </a:lnTo>
                  <a:lnTo>
                    <a:pt x="1984171" y="953043"/>
                  </a:lnTo>
                  <a:lnTo>
                    <a:pt x="2027305" y="973761"/>
                  </a:lnTo>
                  <a:lnTo>
                    <a:pt x="2070440" y="994479"/>
                  </a:lnTo>
                  <a:lnTo>
                    <a:pt x="2113574" y="1015198"/>
                  </a:lnTo>
                  <a:lnTo>
                    <a:pt x="2156708" y="1035916"/>
                  </a:lnTo>
                  <a:lnTo>
                    <a:pt x="2199842" y="1056634"/>
                  </a:lnTo>
                  <a:lnTo>
                    <a:pt x="2242976" y="1077353"/>
                  </a:lnTo>
                  <a:lnTo>
                    <a:pt x="2286110" y="1098071"/>
                  </a:lnTo>
                  <a:lnTo>
                    <a:pt x="2329245" y="1118789"/>
                  </a:lnTo>
                  <a:lnTo>
                    <a:pt x="2372379" y="1139508"/>
                  </a:lnTo>
                  <a:lnTo>
                    <a:pt x="2415513" y="1160226"/>
                  </a:lnTo>
                  <a:lnTo>
                    <a:pt x="2458647" y="1180944"/>
                  </a:lnTo>
                  <a:lnTo>
                    <a:pt x="2501781" y="1201663"/>
                  </a:lnTo>
                  <a:lnTo>
                    <a:pt x="2544915" y="1222381"/>
                  </a:lnTo>
                  <a:lnTo>
                    <a:pt x="2588050" y="1243099"/>
                  </a:lnTo>
                  <a:lnTo>
                    <a:pt x="2631184" y="1263817"/>
                  </a:lnTo>
                  <a:lnTo>
                    <a:pt x="2674318" y="1284536"/>
                  </a:lnTo>
                  <a:lnTo>
                    <a:pt x="2717452" y="1305254"/>
                  </a:lnTo>
                  <a:lnTo>
                    <a:pt x="2760586" y="1325972"/>
                  </a:lnTo>
                  <a:lnTo>
                    <a:pt x="2803721" y="1346691"/>
                  </a:lnTo>
                  <a:lnTo>
                    <a:pt x="2846855" y="1367409"/>
                  </a:lnTo>
                  <a:lnTo>
                    <a:pt x="2889989" y="1388127"/>
                  </a:lnTo>
                  <a:lnTo>
                    <a:pt x="2933123" y="1408846"/>
                  </a:lnTo>
                  <a:lnTo>
                    <a:pt x="2976257" y="1429564"/>
                  </a:lnTo>
                  <a:lnTo>
                    <a:pt x="3019391" y="1450282"/>
                  </a:lnTo>
                  <a:lnTo>
                    <a:pt x="3062526" y="1471001"/>
                  </a:lnTo>
                  <a:lnTo>
                    <a:pt x="3105660" y="1491719"/>
                  </a:lnTo>
                  <a:lnTo>
                    <a:pt x="3148794" y="1512437"/>
                  </a:lnTo>
                  <a:lnTo>
                    <a:pt x="3191928" y="1533156"/>
                  </a:lnTo>
                  <a:lnTo>
                    <a:pt x="3235062" y="1553874"/>
                  </a:lnTo>
                  <a:lnTo>
                    <a:pt x="3278196" y="1574592"/>
                  </a:lnTo>
                  <a:lnTo>
                    <a:pt x="3321331" y="1595311"/>
                  </a:lnTo>
                  <a:lnTo>
                    <a:pt x="3364465" y="1616029"/>
                  </a:lnTo>
                  <a:lnTo>
                    <a:pt x="3407599" y="1636747"/>
                  </a:lnTo>
                </a:path>
              </a:pathLst>
            </a:custGeom>
            <a:ln w="27101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tx235"/>
            <p:cNvSpPr/>
            <p:nvPr/>
          </p:nvSpPr>
          <p:spPr>
            <a:xfrm>
              <a:off x="17324708" y="3639852"/>
              <a:ext cx="1664316" cy="1259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 = -0.578; p = 9.44e-05</a:t>
              </a:r>
            </a:p>
          </p:txBody>
        </p:sp>
        <p:sp>
          <p:nvSpPr>
            <p:cNvPr id="236" name="pl236"/>
            <p:cNvSpPr/>
            <p:nvPr/>
          </p:nvSpPr>
          <p:spPr>
            <a:xfrm>
              <a:off x="15411046" y="3511989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tx237"/>
            <p:cNvSpPr/>
            <p:nvPr/>
          </p:nvSpPr>
          <p:spPr>
            <a:xfrm>
              <a:off x="15260825" y="6675733"/>
              <a:ext cx="9214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15260825" y="6061758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15260825" y="5446468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15295335" y="4829913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15295335" y="4215888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5295335" y="3600598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3" name="pl243"/>
            <p:cNvSpPr/>
            <p:nvPr/>
          </p:nvSpPr>
          <p:spPr>
            <a:xfrm>
              <a:off x="15378782" y="671444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5378782" y="609915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5378782" y="548386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5378782" y="486857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5378782" y="425328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5378782" y="36379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5411046" y="6934168"/>
              <a:ext cx="3748359" cy="0"/>
            </a:xfrm>
            <a:custGeom>
              <a:avLst/>
              <a:pathLst>
                <a:path w="3748359" h="0">
                  <a:moveTo>
                    <a:pt x="0" y="0"/>
                  </a:moveTo>
                  <a:lnTo>
                    <a:pt x="3748359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5443731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6184490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6925249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7666007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8406766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9147525" y="6934168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tx256"/>
            <p:cNvSpPr/>
            <p:nvPr/>
          </p:nvSpPr>
          <p:spPr>
            <a:xfrm>
              <a:off x="15397659" y="6991940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16155672" y="6990675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16896431" y="6991940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17637190" y="6991940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18377948" y="6990624"/>
              <a:ext cx="5763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9118707" y="6992243"/>
              <a:ext cx="57635" cy="74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6727280" y="7118980"/>
              <a:ext cx="1115890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Area</a:t>
              </a:r>
            </a:p>
          </p:txBody>
        </p:sp>
        <p:sp>
          <p:nvSpPr>
            <p:cNvPr id="263" name="tx263"/>
            <p:cNvSpPr/>
            <p:nvPr/>
          </p:nvSpPr>
          <p:spPr>
            <a:xfrm rot="-5400000">
              <a:off x="14385507" y="5163084"/>
              <a:ext cx="1511595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15021686" y="3393537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265" name="rc265"/>
            <p:cNvSpPr/>
            <p:nvPr/>
          </p:nvSpPr>
          <p:spPr>
            <a:xfrm>
              <a:off x="2172391" y="7305015"/>
              <a:ext cx="3681415" cy="44668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5853806" y="7305015"/>
              <a:ext cx="4430363" cy="44668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10284169" y="7305015"/>
              <a:ext cx="4469881" cy="44668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14754051" y="7305015"/>
              <a:ext cx="4469881" cy="44668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2618500" y="7501296"/>
              <a:ext cx="3170778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2815288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3579573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4343858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5108143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718113" y="907641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807021" y="978204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87709" y="1003199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707915" y="1029873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088272" y="940790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443488" y="1073393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143503" y="947645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657076" y="941024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444968" y="812179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461253" y="10446362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745102" y="10302294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335068" y="926693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794668" y="961407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724243" y="903896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599189" y="955504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309874" y="951285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982386" y="9573717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533501" y="979963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729536" y="935065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725941" y="897840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863111" y="992385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101461" y="9071460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2728642" y="957200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063378" y="9491139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634525" y="1055773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606746" y="9937241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374807" y="7622866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81481" y="8841763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611168" y="9295205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892074" y="9293998"/>
              <a:ext cx="67968" cy="67968"/>
            </a:xfrm>
            <a:prstGeom prst="ellipse">
              <a:avLst/>
            </a:prstGeom>
            <a:solidFill>
              <a:srgbClr val="303030">
                <a:alpha val="90196"/>
              </a:srgbClr>
            </a:solidFill>
            <a:ln w="8345" cap="rnd">
              <a:solidFill>
                <a:srgbClr val="303030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2762626" y="8865411"/>
              <a:ext cx="2882525" cy="1261922"/>
            </a:xfrm>
            <a:custGeom>
              <a:avLst/>
              <a:pathLst>
                <a:path w="2882525" h="1261922">
                  <a:moveTo>
                    <a:pt x="0" y="0"/>
                  </a:moveTo>
                  <a:lnTo>
                    <a:pt x="36487" y="13337"/>
                  </a:lnTo>
                  <a:lnTo>
                    <a:pt x="72975" y="26626"/>
                  </a:lnTo>
                  <a:lnTo>
                    <a:pt x="109463" y="39864"/>
                  </a:lnTo>
                  <a:lnTo>
                    <a:pt x="145950" y="53048"/>
                  </a:lnTo>
                  <a:lnTo>
                    <a:pt x="182438" y="66175"/>
                  </a:lnTo>
                  <a:lnTo>
                    <a:pt x="218926" y="79240"/>
                  </a:lnTo>
                  <a:lnTo>
                    <a:pt x="255413" y="92240"/>
                  </a:lnTo>
                  <a:lnTo>
                    <a:pt x="291901" y="105170"/>
                  </a:lnTo>
                  <a:lnTo>
                    <a:pt x="328389" y="118027"/>
                  </a:lnTo>
                  <a:lnTo>
                    <a:pt x="364876" y="130804"/>
                  </a:lnTo>
                  <a:lnTo>
                    <a:pt x="401364" y="143496"/>
                  </a:lnTo>
                  <a:lnTo>
                    <a:pt x="437852" y="156098"/>
                  </a:lnTo>
                  <a:lnTo>
                    <a:pt x="474339" y="168603"/>
                  </a:lnTo>
                  <a:lnTo>
                    <a:pt x="510827" y="181004"/>
                  </a:lnTo>
                  <a:lnTo>
                    <a:pt x="547315" y="193293"/>
                  </a:lnTo>
                  <a:lnTo>
                    <a:pt x="583802" y="205463"/>
                  </a:lnTo>
                  <a:lnTo>
                    <a:pt x="620290" y="217503"/>
                  </a:lnTo>
                  <a:lnTo>
                    <a:pt x="656778" y="229405"/>
                  </a:lnTo>
                  <a:lnTo>
                    <a:pt x="693265" y="241158"/>
                  </a:lnTo>
                  <a:lnTo>
                    <a:pt x="729753" y="252750"/>
                  </a:lnTo>
                  <a:lnTo>
                    <a:pt x="766241" y="264168"/>
                  </a:lnTo>
                  <a:lnTo>
                    <a:pt x="802728" y="275399"/>
                  </a:lnTo>
                  <a:lnTo>
                    <a:pt x="839216" y="286428"/>
                  </a:lnTo>
                  <a:lnTo>
                    <a:pt x="875704" y="297238"/>
                  </a:lnTo>
                  <a:lnTo>
                    <a:pt x="912191" y="307813"/>
                  </a:lnTo>
                  <a:lnTo>
                    <a:pt x="948679" y="318133"/>
                  </a:lnTo>
                  <a:lnTo>
                    <a:pt x="985167" y="328179"/>
                  </a:lnTo>
                  <a:lnTo>
                    <a:pt x="1021654" y="337927"/>
                  </a:lnTo>
                  <a:lnTo>
                    <a:pt x="1058142" y="347356"/>
                  </a:lnTo>
                  <a:lnTo>
                    <a:pt x="1094630" y="356440"/>
                  </a:lnTo>
                  <a:lnTo>
                    <a:pt x="1131117" y="365153"/>
                  </a:lnTo>
                  <a:lnTo>
                    <a:pt x="1167605" y="373468"/>
                  </a:lnTo>
                  <a:lnTo>
                    <a:pt x="1204093" y="381358"/>
                  </a:lnTo>
                  <a:lnTo>
                    <a:pt x="1240580" y="388793"/>
                  </a:lnTo>
                  <a:lnTo>
                    <a:pt x="1277068" y="395744"/>
                  </a:lnTo>
                  <a:lnTo>
                    <a:pt x="1313556" y="402182"/>
                  </a:lnTo>
                  <a:lnTo>
                    <a:pt x="1350043" y="408080"/>
                  </a:lnTo>
                  <a:lnTo>
                    <a:pt x="1386531" y="413410"/>
                  </a:lnTo>
                  <a:lnTo>
                    <a:pt x="1423019" y="418149"/>
                  </a:lnTo>
                  <a:lnTo>
                    <a:pt x="1459506" y="422274"/>
                  </a:lnTo>
                  <a:lnTo>
                    <a:pt x="1495994" y="425768"/>
                  </a:lnTo>
                  <a:lnTo>
                    <a:pt x="1532482" y="428616"/>
                  </a:lnTo>
                  <a:lnTo>
                    <a:pt x="1568969" y="430809"/>
                  </a:lnTo>
                  <a:lnTo>
                    <a:pt x="1605457" y="432342"/>
                  </a:lnTo>
                  <a:lnTo>
                    <a:pt x="1641945" y="433218"/>
                  </a:lnTo>
                  <a:lnTo>
                    <a:pt x="1678432" y="433440"/>
                  </a:lnTo>
                  <a:lnTo>
                    <a:pt x="1714920" y="433022"/>
                  </a:lnTo>
                  <a:lnTo>
                    <a:pt x="1751408" y="431977"/>
                  </a:lnTo>
                  <a:lnTo>
                    <a:pt x="1787895" y="430325"/>
                  </a:lnTo>
                  <a:lnTo>
                    <a:pt x="1824383" y="428090"/>
                  </a:lnTo>
                  <a:lnTo>
                    <a:pt x="1860871" y="425295"/>
                  </a:lnTo>
                  <a:lnTo>
                    <a:pt x="1897358" y="421969"/>
                  </a:lnTo>
                  <a:lnTo>
                    <a:pt x="1933846" y="418140"/>
                  </a:lnTo>
                  <a:lnTo>
                    <a:pt x="1970334" y="413837"/>
                  </a:lnTo>
                  <a:lnTo>
                    <a:pt x="2006821" y="409088"/>
                  </a:lnTo>
                  <a:lnTo>
                    <a:pt x="2043309" y="403923"/>
                  </a:lnTo>
                  <a:lnTo>
                    <a:pt x="2079797" y="398369"/>
                  </a:lnTo>
                  <a:lnTo>
                    <a:pt x="2116284" y="392453"/>
                  </a:lnTo>
                  <a:lnTo>
                    <a:pt x="2152772" y="386201"/>
                  </a:lnTo>
                  <a:lnTo>
                    <a:pt x="2189260" y="379636"/>
                  </a:lnTo>
                  <a:lnTo>
                    <a:pt x="2225747" y="372782"/>
                  </a:lnTo>
                  <a:lnTo>
                    <a:pt x="2262235" y="365660"/>
                  </a:lnTo>
                  <a:lnTo>
                    <a:pt x="2298723" y="358289"/>
                  </a:lnTo>
                  <a:lnTo>
                    <a:pt x="2335210" y="350689"/>
                  </a:lnTo>
                  <a:lnTo>
                    <a:pt x="2371698" y="342876"/>
                  </a:lnTo>
                  <a:lnTo>
                    <a:pt x="2408186" y="334866"/>
                  </a:lnTo>
                  <a:lnTo>
                    <a:pt x="2444673" y="326673"/>
                  </a:lnTo>
                  <a:lnTo>
                    <a:pt x="2481161" y="318311"/>
                  </a:lnTo>
                  <a:lnTo>
                    <a:pt x="2517649" y="309791"/>
                  </a:lnTo>
                  <a:lnTo>
                    <a:pt x="2554136" y="301126"/>
                  </a:lnTo>
                  <a:lnTo>
                    <a:pt x="2590624" y="292326"/>
                  </a:lnTo>
                  <a:lnTo>
                    <a:pt x="2627112" y="283400"/>
                  </a:lnTo>
                  <a:lnTo>
                    <a:pt x="2663599" y="274357"/>
                  </a:lnTo>
                  <a:lnTo>
                    <a:pt x="2700087" y="265205"/>
                  </a:lnTo>
                  <a:lnTo>
                    <a:pt x="2736575" y="255951"/>
                  </a:lnTo>
                  <a:lnTo>
                    <a:pt x="2773062" y="246603"/>
                  </a:lnTo>
                  <a:lnTo>
                    <a:pt x="2809550" y="237166"/>
                  </a:lnTo>
                  <a:lnTo>
                    <a:pt x="2846038" y="227646"/>
                  </a:lnTo>
                  <a:lnTo>
                    <a:pt x="2882525" y="218048"/>
                  </a:lnTo>
                  <a:lnTo>
                    <a:pt x="2882525" y="1261922"/>
                  </a:lnTo>
                  <a:lnTo>
                    <a:pt x="2846038" y="1249041"/>
                  </a:lnTo>
                  <a:lnTo>
                    <a:pt x="2809550" y="1236238"/>
                  </a:lnTo>
                  <a:lnTo>
                    <a:pt x="2773062" y="1223517"/>
                  </a:lnTo>
                  <a:lnTo>
                    <a:pt x="2736575" y="1210885"/>
                  </a:lnTo>
                  <a:lnTo>
                    <a:pt x="2700087" y="1198347"/>
                  </a:lnTo>
                  <a:lnTo>
                    <a:pt x="2663599" y="1185911"/>
                  </a:lnTo>
                  <a:lnTo>
                    <a:pt x="2627112" y="1173585"/>
                  </a:lnTo>
                  <a:lnTo>
                    <a:pt x="2590624" y="1161375"/>
                  </a:lnTo>
                  <a:lnTo>
                    <a:pt x="2554136" y="1149291"/>
                  </a:lnTo>
                  <a:lnTo>
                    <a:pt x="2517649" y="1137342"/>
                  </a:lnTo>
                  <a:lnTo>
                    <a:pt x="2481161" y="1125539"/>
                  </a:lnTo>
                  <a:lnTo>
                    <a:pt x="2444673" y="1113894"/>
                  </a:lnTo>
                  <a:lnTo>
                    <a:pt x="2408186" y="1102417"/>
                  </a:lnTo>
                  <a:lnTo>
                    <a:pt x="2371698" y="1091123"/>
                  </a:lnTo>
                  <a:lnTo>
                    <a:pt x="2335210" y="1080026"/>
                  </a:lnTo>
                  <a:lnTo>
                    <a:pt x="2298723" y="1069142"/>
                  </a:lnTo>
                  <a:lnTo>
                    <a:pt x="2262235" y="1058488"/>
                  </a:lnTo>
                  <a:lnTo>
                    <a:pt x="2225747" y="1048082"/>
                  </a:lnTo>
                  <a:lnTo>
                    <a:pt x="2189260" y="1037945"/>
                  </a:lnTo>
                  <a:lnTo>
                    <a:pt x="2152772" y="1028096"/>
                  </a:lnTo>
                  <a:lnTo>
                    <a:pt x="2116284" y="1018560"/>
                  </a:lnTo>
                  <a:lnTo>
                    <a:pt x="2079797" y="1009361"/>
                  </a:lnTo>
                  <a:lnTo>
                    <a:pt x="2043309" y="1000523"/>
                  </a:lnTo>
                  <a:lnTo>
                    <a:pt x="2006821" y="992074"/>
                  </a:lnTo>
                  <a:lnTo>
                    <a:pt x="1970334" y="984042"/>
                  </a:lnTo>
                  <a:lnTo>
                    <a:pt x="1933846" y="976454"/>
                  </a:lnTo>
                  <a:lnTo>
                    <a:pt x="1897358" y="969342"/>
                  </a:lnTo>
                  <a:lnTo>
                    <a:pt x="1860871" y="962732"/>
                  </a:lnTo>
                  <a:lnTo>
                    <a:pt x="1824383" y="956654"/>
                  </a:lnTo>
                  <a:lnTo>
                    <a:pt x="1787895" y="951135"/>
                  </a:lnTo>
                  <a:lnTo>
                    <a:pt x="1751408" y="946199"/>
                  </a:lnTo>
                  <a:lnTo>
                    <a:pt x="1714920" y="941871"/>
                  </a:lnTo>
                  <a:lnTo>
                    <a:pt x="1678432" y="938168"/>
                  </a:lnTo>
                  <a:lnTo>
                    <a:pt x="1641945" y="935107"/>
                  </a:lnTo>
                  <a:lnTo>
                    <a:pt x="1605457" y="932699"/>
                  </a:lnTo>
                  <a:lnTo>
                    <a:pt x="1568969" y="930949"/>
                  </a:lnTo>
                  <a:lnTo>
                    <a:pt x="1532482" y="929858"/>
                  </a:lnTo>
                  <a:lnTo>
                    <a:pt x="1495994" y="929423"/>
                  </a:lnTo>
                  <a:lnTo>
                    <a:pt x="1459506" y="929632"/>
                  </a:lnTo>
                  <a:lnTo>
                    <a:pt x="1423019" y="930474"/>
                  </a:lnTo>
                  <a:lnTo>
                    <a:pt x="1386531" y="931929"/>
                  </a:lnTo>
                  <a:lnTo>
                    <a:pt x="1350043" y="933976"/>
                  </a:lnTo>
                  <a:lnTo>
                    <a:pt x="1313556" y="936590"/>
                  </a:lnTo>
                  <a:lnTo>
                    <a:pt x="1277068" y="939745"/>
                  </a:lnTo>
                  <a:lnTo>
                    <a:pt x="1240580" y="943412"/>
                  </a:lnTo>
                  <a:lnTo>
                    <a:pt x="1204093" y="947563"/>
                  </a:lnTo>
                  <a:lnTo>
                    <a:pt x="1167605" y="952169"/>
                  </a:lnTo>
                  <a:lnTo>
                    <a:pt x="1131117" y="957201"/>
                  </a:lnTo>
                  <a:lnTo>
                    <a:pt x="1094630" y="962630"/>
                  </a:lnTo>
                  <a:lnTo>
                    <a:pt x="1058142" y="968430"/>
                  </a:lnTo>
                  <a:lnTo>
                    <a:pt x="1021654" y="974575"/>
                  </a:lnTo>
                  <a:lnTo>
                    <a:pt x="985167" y="981040"/>
                  </a:lnTo>
                  <a:lnTo>
                    <a:pt x="948679" y="987802"/>
                  </a:lnTo>
                  <a:lnTo>
                    <a:pt x="912191" y="994838"/>
                  </a:lnTo>
                  <a:lnTo>
                    <a:pt x="875704" y="1002129"/>
                  </a:lnTo>
                  <a:lnTo>
                    <a:pt x="839216" y="1009656"/>
                  </a:lnTo>
                  <a:lnTo>
                    <a:pt x="802728" y="1017401"/>
                  </a:lnTo>
                  <a:lnTo>
                    <a:pt x="766241" y="1025349"/>
                  </a:lnTo>
                  <a:lnTo>
                    <a:pt x="729753" y="1033483"/>
                  </a:lnTo>
                  <a:lnTo>
                    <a:pt x="693265" y="1041791"/>
                  </a:lnTo>
                  <a:lnTo>
                    <a:pt x="656778" y="1050260"/>
                  </a:lnTo>
                  <a:lnTo>
                    <a:pt x="620290" y="1058879"/>
                  </a:lnTo>
                  <a:lnTo>
                    <a:pt x="583802" y="1067635"/>
                  </a:lnTo>
                  <a:lnTo>
                    <a:pt x="547315" y="1076521"/>
                  </a:lnTo>
                  <a:lnTo>
                    <a:pt x="510827" y="1085527"/>
                  </a:lnTo>
                  <a:lnTo>
                    <a:pt x="474339" y="1094644"/>
                  </a:lnTo>
                  <a:lnTo>
                    <a:pt x="437852" y="1103865"/>
                  </a:lnTo>
                  <a:lnTo>
                    <a:pt x="401364" y="1113184"/>
                  </a:lnTo>
                  <a:lnTo>
                    <a:pt x="364876" y="1122592"/>
                  </a:lnTo>
                  <a:lnTo>
                    <a:pt x="328389" y="1132086"/>
                  </a:lnTo>
                  <a:lnTo>
                    <a:pt x="291901" y="1141658"/>
                  </a:lnTo>
                  <a:lnTo>
                    <a:pt x="255413" y="1151305"/>
                  </a:lnTo>
                  <a:lnTo>
                    <a:pt x="218926" y="1161021"/>
                  </a:lnTo>
                  <a:lnTo>
                    <a:pt x="182438" y="1170803"/>
                  </a:lnTo>
                  <a:lnTo>
                    <a:pt x="145950" y="1180646"/>
                  </a:lnTo>
                  <a:lnTo>
                    <a:pt x="109463" y="1190546"/>
                  </a:lnTo>
                  <a:lnTo>
                    <a:pt x="72975" y="1200500"/>
                  </a:lnTo>
                  <a:lnTo>
                    <a:pt x="36487" y="1210506"/>
                  </a:lnTo>
                  <a:lnTo>
                    <a:pt x="0" y="1220560"/>
                  </a:lnTo>
                  <a:close/>
                </a:path>
              </a:pathLst>
            </a:custGeom>
            <a:solidFill>
              <a:srgbClr val="6A3D9A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2762626" y="8865411"/>
              <a:ext cx="2882525" cy="433440"/>
            </a:xfrm>
            <a:custGeom>
              <a:avLst/>
              <a:pathLst>
                <a:path w="2882525" h="433440">
                  <a:moveTo>
                    <a:pt x="0" y="0"/>
                  </a:moveTo>
                  <a:lnTo>
                    <a:pt x="36487" y="13337"/>
                  </a:lnTo>
                  <a:lnTo>
                    <a:pt x="72975" y="26626"/>
                  </a:lnTo>
                  <a:lnTo>
                    <a:pt x="109463" y="39864"/>
                  </a:lnTo>
                  <a:lnTo>
                    <a:pt x="145950" y="53048"/>
                  </a:lnTo>
                  <a:lnTo>
                    <a:pt x="182438" y="66175"/>
                  </a:lnTo>
                  <a:lnTo>
                    <a:pt x="218926" y="79240"/>
                  </a:lnTo>
                  <a:lnTo>
                    <a:pt x="255413" y="92240"/>
                  </a:lnTo>
                  <a:lnTo>
                    <a:pt x="291901" y="105170"/>
                  </a:lnTo>
                  <a:lnTo>
                    <a:pt x="328389" y="118027"/>
                  </a:lnTo>
                  <a:lnTo>
                    <a:pt x="364876" y="130804"/>
                  </a:lnTo>
                  <a:lnTo>
                    <a:pt x="401364" y="143496"/>
                  </a:lnTo>
                  <a:lnTo>
                    <a:pt x="437852" y="156098"/>
                  </a:lnTo>
                  <a:lnTo>
                    <a:pt x="474339" y="168603"/>
                  </a:lnTo>
                  <a:lnTo>
                    <a:pt x="510827" y="181004"/>
                  </a:lnTo>
                  <a:lnTo>
                    <a:pt x="547315" y="193293"/>
                  </a:lnTo>
                  <a:lnTo>
                    <a:pt x="583802" y="205463"/>
                  </a:lnTo>
                  <a:lnTo>
                    <a:pt x="620290" y="217503"/>
                  </a:lnTo>
                  <a:lnTo>
                    <a:pt x="656778" y="229405"/>
                  </a:lnTo>
                  <a:lnTo>
                    <a:pt x="693265" y="241158"/>
                  </a:lnTo>
                  <a:lnTo>
                    <a:pt x="729753" y="252750"/>
                  </a:lnTo>
                  <a:lnTo>
                    <a:pt x="766241" y="264168"/>
                  </a:lnTo>
                  <a:lnTo>
                    <a:pt x="802728" y="275399"/>
                  </a:lnTo>
                  <a:lnTo>
                    <a:pt x="839216" y="286428"/>
                  </a:lnTo>
                  <a:lnTo>
                    <a:pt x="875704" y="297238"/>
                  </a:lnTo>
                  <a:lnTo>
                    <a:pt x="912191" y="307813"/>
                  </a:lnTo>
                  <a:lnTo>
                    <a:pt x="948679" y="318133"/>
                  </a:lnTo>
                  <a:lnTo>
                    <a:pt x="985167" y="328179"/>
                  </a:lnTo>
                  <a:lnTo>
                    <a:pt x="1021654" y="337927"/>
                  </a:lnTo>
                  <a:lnTo>
                    <a:pt x="1058142" y="347356"/>
                  </a:lnTo>
                  <a:lnTo>
                    <a:pt x="1094630" y="356440"/>
                  </a:lnTo>
                  <a:lnTo>
                    <a:pt x="1131117" y="365153"/>
                  </a:lnTo>
                  <a:lnTo>
                    <a:pt x="1167605" y="373468"/>
                  </a:lnTo>
                  <a:lnTo>
                    <a:pt x="1204093" y="381358"/>
                  </a:lnTo>
                  <a:lnTo>
                    <a:pt x="1240580" y="388793"/>
                  </a:lnTo>
                  <a:lnTo>
                    <a:pt x="1277068" y="395744"/>
                  </a:lnTo>
                  <a:lnTo>
                    <a:pt x="1313556" y="402182"/>
                  </a:lnTo>
                  <a:lnTo>
                    <a:pt x="1350043" y="408080"/>
                  </a:lnTo>
                  <a:lnTo>
                    <a:pt x="1386531" y="413410"/>
                  </a:lnTo>
                  <a:lnTo>
                    <a:pt x="1423019" y="418149"/>
                  </a:lnTo>
                  <a:lnTo>
                    <a:pt x="1459506" y="422274"/>
                  </a:lnTo>
                  <a:lnTo>
                    <a:pt x="1495994" y="425768"/>
                  </a:lnTo>
                  <a:lnTo>
                    <a:pt x="1532482" y="428616"/>
                  </a:lnTo>
                  <a:lnTo>
                    <a:pt x="1568969" y="430809"/>
                  </a:lnTo>
                  <a:lnTo>
                    <a:pt x="1605457" y="432342"/>
                  </a:lnTo>
                  <a:lnTo>
                    <a:pt x="1641945" y="433218"/>
                  </a:lnTo>
                  <a:lnTo>
                    <a:pt x="1678432" y="433440"/>
                  </a:lnTo>
                  <a:lnTo>
                    <a:pt x="1714920" y="433022"/>
                  </a:lnTo>
                  <a:lnTo>
                    <a:pt x="1751408" y="431977"/>
                  </a:lnTo>
                  <a:lnTo>
                    <a:pt x="1787895" y="430325"/>
                  </a:lnTo>
                  <a:lnTo>
                    <a:pt x="1824383" y="428090"/>
                  </a:lnTo>
                  <a:lnTo>
                    <a:pt x="1860871" y="425295"/>
                  </a:lnTo>
                  <a:lnTo>
                    <a:pt x="1897358" y="421969"/>
                  </a:lnTo>
                  <a:lnTo>
                    <a:pt x="1933846" y="418140"/>
                  </a:lnTo>
                  <a:lnTo>
                    <a:pt x="1970334" y="413837"/>
                  </a:lnTo>
                  <a:lnTo>
                    <a:pt x="2006821" y="409088"/>
                  </a:lnTo>
                  <a:lnTo>
                    <a:pt x="2043309" y="403923"/>
                  </a:lnTo>
                  <a:lnTo>
                    <a:pt x="2079797" y="398369"/>
                  </a:lnTo>
                  <a:lnTo>
                    <a:pt x="2116284" y="392453"/>
                  </a:lnTo>
                  <a:lnTo>
                    <a:pt x="2152772" y="386201"/>
                  </a:lnTo>
                  <a:lnTo>
                    <a:pt x="2189260" y="379636"/>
                  </a:lnTo>
                  <a:lnTo>
                    <a:pt x="2225747" y="372782"/>
                  </a:lnTo>
                  <a:lnTo>
                    <a:pt x="2262235" y="365660"/>
                  </a:lnTo>
                  <a:lnTo>
                    <a:pt x="2298723" y="358289"/>
                  </a:lnTo>
                  <a:lnTo>
                    <a:pt x="2335210" y="350689"/>
                  </a:lnTo>
                  <a:lnTo>
                    <a:pt x="2371698" y="342876"/>
                  </a:lnTo>
                  <a:lnTo>
                    <a:pt x="2408186" y="334866"/>
                  </a:lnTo>
                  <a:lnTo>
                    <a:pt x="2444673" y="326673"/>
                  </a:lnTo>
                  <a:lnTo>
                    <a:pt x="2481161" y="318311"/>
                  </a:lnTo>
                  <a:lnTo>
                    <a:pt x="2517649" y="309791"/>
                  </a:lnTo>
                  <a:lnTo>
                    <a:pt x="2554136" y="301126"/>
                  </a:lnTo>
                  <a:lnTo>
                    <a:pt x="2590624" y="292326"/>
                  </a:lnTo>
                  <a:lnTo>
                    <a:pt x="2627112" y="283400"/>
                  </a:lnTo>
                  <a:lnTo>
                    <a:pt x="2663599" y="274357"/>
                  </a:lnTo>
                  <a:lnTo>
                    <a:pt x="2700087" y="265205"/>
                  </a:lnTo>
                  <a:lnTo>
                    <a:pt x="2736575" y="255951"/>
                  </a:lnTo>
                  <a:lnTo>
                    <a:pt x="2773062" y="246603"/>
                  </a:lnTo>
                  <a:lnTo>
                    <a:pt x="2809550" y="237166"/>
                  </a:lnTo>
                  <a:lnTo>
                    <a:pt x="2846038" y="227646"/>
                  </a:lnTo>
                  <a:lnTo>
                    <a:pt x="2882525" y="2180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2762626" y="9794834"/>
              <a:ext cx="2882525" cy="332499"/>
            </a:xfrm>
            <a:custGeom>
              <a:avLst/>
              <a:pathLst>
                <a:path w="2882525" h="332499">
                  <a:moveTo>
                    <a:pt x="2882525" y="332499"/>
                  </a:moveTo>
                  <a:lnTo>
                    <a:pt x="2846038" y="319618"/>
                  </a:lnTo>
                  <a:lnTo>
                    <a:pt x="2809550" y="306815"/>
                  </a:lnTo>
                  <a:lnTo>
                    <a:pt x="2773062" y="294094"/>
                  </a:lnTo>
                  <a:lnTo>
                    <a:pt x="2736575" y="281462"/>
                  </a:lnTo>
                  <a:lnTo>
                    <a:pt x="2700087" y="268924"/>
                  </a:lnTo>
                  <a:lnTo>
                    <a:pt x="2663599" y="256488"/>
                  </a:lnTo>
                  <a:lnTo>
                    <a:pt x="2627112" y="244161"/>
                  </a:lnTo>
                  <a:lnTo>
                    <a:pt x="2590624" y="231952"/>
                  </a:lnTo>
                  <a:lnTo>
                    <a:pt x="2554136" y="219868"/>
                  </a:lnTo>
                  <a:lnTo>
                    <a:pt x="2517649" y="207919"/>
                  </a:lnTo>
                  <a:lnTo>
                    <a:pt x="2481161" y="196116"/>
                  </a:lnTo>
                  <a:lnTo>
                    <a:pt x="2444673" y="184471"/>
                  </a:lnTo>
                  <a:lnTo>
                    <a:pt x="2408186" y="172994"/>
                  </a:lnTo>
                  <a:lnTo>
                    <a:pt x="2371698" y="161700"/>
                  </a:lnTo>
                  <a:lnTo>
                    <a:pt x="2335210" y="150603"/>
                  </a:lnTo>
                  <a:lnTo>
                    <a:pt x="2298723" y="139719"/>
                  </a:lnTo>
                  <a:lnTo>
                    <a:pt x="2262235" y="129065"/>
                  </a:lnTo>
                  <a:lnTo>
                    <a:pt x="2225747" y="118659"/>
                  </a:lnTo>
                  <a:lnTo>
                    <a:pt x="2189260" y="108521"/>
                  </a:lnTo>
                  <a:lnTo>
                    <a:pt x="2152772" y="98673"/>
                  </a:lnTo>
                  <a:lnTo>
                    <a:pt x="2116284" y="89137"/>
                  </a:lnTo>
                  <a:lnTo>
                    <a:pt x="2079797" y="79937"/>
                  </a:lnTo>
                  <a:lnTo>
                    <a:pt x="2043309" y="71100"/>
                  </a:lnTo>
                  <a:lnTo>
                    <a:pt x="2006821" y="62651"/>
                  </a:lnTo>
                  <a:lnTo>
                    <a:pt x="1970334" y="54618"/>
                  </a:lnTo>
                  <a:lnTo>
                    <a:pt x="1933846" y="47031"/>
                  </a:lnTo>
                  <a:lnTo>
                    <a:pt x="1897358" y="39918"/>
                  </a:lnTo>
                  <a:lnTo>
                    <a:pt x="1860871" y="33309"/>
                  </a:lnTo>
                  <a:lnTo>
                    <a:pt x="1824383" y="27231"/>
                  </a:lnTo>
                  <a:lnTo>
                    <a:pt x="1787895" y="21711"/>
                  </a:lnTo>
                  <a:lnTo>
                    <a:pt x="1751408" y="16776"/>
                  </a:lnTo>
                  <a:lnTo>
                    <a:pt x="1714920" y="12448"/>
                  </a:lnTo>
                  <a:lnTo>
                    <a:pt x="1678432" y="8745"/>
                  </a:lnTo>
                  <a:lnTo>
                    <a:pt x="1641945" y="5684"/>
                  </a:lnTo>
                  <a:lnTo>
                    <a:pt x="1605457" y="3276"/>
                  </a:lnTo>
                  <a:lnTo>
                    <a:pt x="1568969" y="1526"/>
                  </a:lnTo>
                  <a:lnTo>
                    <a:pt x="1532482" y="435"/>
                  </a:lnTo>
                  <a:lnTo>
                    <a:pt x="1495994" y="0"/>
                  </a:lnTo>
                  <a:lnTo>
                    <a:pt x="1459506" y="209"/>
                  </a:lnTo>
                  <a:lnTo>
                    <a:pt x="1423019" y="1051"/>
                  </a:lnTo>
                  <a:lnTo>
                    <a:pt x="1386531" y="2506"/>
                  </a:lnTo>
                  <a:lnTo>
                    <a:pt x="1350043" y="4553"/>
                  </a:lnTo>
                  <a:lnTo>
                    <a:pt x="1313556" y="7167"/>
                  </a:lnTo>
                  <a:lnTo>
                    <a:pt x="1277068" y="10322"/>
                  </a:lnTo>
                  <a:lnTo>
                    <a:pt x="1240580" y="13989"/>
                  </a:lnTo>
                  <a:lnTo>
                    <a:pt x="1204093" y="18140"/>
                  </a:lnTo>
                  <a:lnTo>
                    <a:pt x="1167605" y="22746"/>
                  </a:lnTo>
                  <a:lnTo>
                    <a:pt x="1131117" y="27778"/>
                  </a:lnTo>
                  <a:lnTo>
                    <a:pt x="1094630" y="33207"/>
                  </a:lnTo>
                  <a:lnTo>
                    <a:pt x="1058142" y="39007"/>
                  </a:lnTo>
                  <a:lnTo>
                    <a:pt x="1021654" y="45152"/>
                  </a:lnTo>
                  <a:lnTo>
                    <a:pt x="985167" y="51617"/>
                  </a:lnTo>
                  <a:lnTo>
                    <a:pt x="948679" y="58379"/>
                  </a:lnTo>
                  <a:lnTo>
                    <a:pt x="912191" y="65415"/>
                  </a:lnTo>
                  <a:lnTo>
                    <a:pt x="875704" y="72706"/>
                  </a:lnTo>
                  <a:lnTo>
                    <a:pt x="839216" y="80233"/>
                  </a:lnTo>
                  <a:lnTo>
                    <a:pt x="802728" y="87978"/>
                  </a:lnTo>
                  <a:lnTo>
                    <a:pt x="766241" y="95926"/>
                  </a:lnTo>
                  <a:lnTo>
                    <a:pt x="729753" y="104060"/>
                  </a:lnTo>
                  <a:lnTo>
                    <a:pt x="693265" y="112368"/>
                  </a:lnTo>
                  <a:lnTo>
                    <a:pt x="656778" y="120837"/>
                  </a:lnTo>
                  <a:lnTo>
                    <a:pt x="620290" y="129455"/>
                  </a:lnTo>
                  <a:lnTo>
                    <a:pt x="583802" y="138212"/>
                  </a:lnTo>
                  <a:lnTo>
                    <a:pt x="547315" y="147098"/>
                  </a:lnTo>
                  <a:lnTo>
                    <a:pt x="510827" y="156104"/>
                  </a:lnTo>
                  <a:lnTo>
                    <a:pt x="474339" y="165221"/>
                  </a:lnTo>
                  <a:lnTo>
                    <a:pt x="437852" y="174442"/>
                  </a:lnTo>
                  <a:lnTo>
                    <a:pt x="401364" y="183760"/>
                  </a:lnTo>
                  <a:lnTo>
                    <a:pt x="364876" y="193169"/>
                  </a:lnTo>
                  <a:lnTo>
                    <a:pt x="328389" y="202663"/>
                  </a:lnTo>
                  <a:lnTo>
                    <a:pt x="291901" y="212235"/>
                  </a:lnTo>
                  <a:lnTo>
                    <a:pt x="255413" y="221882"/>
                  </a:lnTo>
                  <a:lnTo>
                    <a:pt x="218926" y="231598"/>
                  </a:lnTo>
                  <a:lnTo>
                    <a:pt x="182438" y="241380"/>
                  </a:lnTo>
                  <a:lnTo>
                    <a:pt x="145950" y="251222"/>
                  </a:lnTo>
                  <a:lnTo>
                    <a:pt x="109463" y="261123"/>
                  </a:lnTo>
                  <a:lnTo>
                    <a:pt x="72975" y="271077"/>
                  </a:lnTo>
                  <a:lnTo>
                    <a:pt x="36487" y="281083"/>
                  </a:lnTo>
                  <a:lnTo>
                    <a:pt x="0" y="2911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2762626" y="9475691"/>
              <a:ext cx="2882525" cy="129705"/>
            </a:xfrm>
            <a:custGeom>
              <a:avLst/>
              <a:pathLst>
                <a:path w="2882525" h="129705">
                  <a:moveTo>
                    <a:pt x="0" y="0"/>
                  </a:moveTo>
                  <a:lnTo>
                    <a:pt x="36487" y="1641"/>
                  </a:lnTo>
                  <a:lnTo>
                    <a:pt x="72975" y="3283"/>
                  </a:lnTo>
                  <a:lnTo>
                    <a:pt x="109463" y="4925"/>
                  </a:lnTo>
                  <a:lnTo>
                    <a:pt x="145950" y="6567"/>
                  </a:lnTo>
                  <a:lnTo>
                    <a:pt x="182438" y="8209"/>
                  </a:lnTo>
                  <a:lnTo>
                    <a:pt x="218926" y="9851"/>
                  </a:lnTo>
                  <a:lnTo>
                    <a:pt x="255413" y="11492"/>
                  </a:lnTo>
                  <a:lnTo>
                    <a:pt x="291901" y="13134"/>
                  </a:lnTo>
                  <a:lnTo>
                    <a:pt x="328389" y="14776"/>
                  </a:lnTo>
                  <a:lnTo>
                    <a:pt x="364876" y="16418"/>
                  </a:lnTo>
                  <a:lnTo>
                    <a:pt x="401364" y="18060"/>
                  </a:lnTo>
                  <a:lnTo>
                    <a:pt x="437852" y="19702"/>
                  </a:lnTo>
                  <a:lnTo>
                    <a:pt x="474339" y="21343"/>
                  </a:lnTo>
                  <a:lnTo>
                    <a:pt x="510827" y="22985"/>
                  </a:lnTo>
                  <a:lnTo>
                    <a:pt x="547315" y="24627"/>
                  </a:lnTo>
                  <a:lnTo>
                    <a:pt x="583802" y="26269"/>
                  </a:lnTo>
                  <a:lnTo>
                    <a:pt x="620290" y="27911"/>
                  </a:lnTo>
                  <a:lnTo>
                    <a:pt x="656778" y="29553"/>
                  </a:lnTo>
                  <a:lnTo>
                    <a:pt x="693265" y="31195"/>
                  </a:lnTo>
                  <a:lnTo>
                    <a:pt x="729753" y="32836"/>
                  </a:lnTo>
                  <a:lnTo>
                    <a:pt x="766241" y="34478"/>
                  </a:lnTo>
                  <a:lnTo>
                    <a:pt x="802728" y="36120"/>
                  </a:lnTo>
                  <a:lnTo>
                    <a:pt x="839216" y="37762"/>
                  </a:lnTo>
                  <a:lnTo>
                    <a:pt x="875704" y="39404"/>
                  </a:lnTo>
                  <a:lnTo>
                    <a:pt x="912191" y="41046"/>
                  </a:lnTo>
                  <a:lnTo>
                    <a:pt x="948679" y="42687"/>
                  </a:lnTo>
                  <a:lnTo>
                    <a:pt x="985167" y="44329"/>
                  </a:lnTo>
                  <a:lnTo>
                    <a:pt x="1021654" y="45971"/>
                  </a:lnTo>
                  <a:lnTo>
                    <a:pt x="1058142" y="47613"/>
                  </a:lnTo>
                  <a:lnTo>
                    <a:pt x="1094630" y="49255"/>
                  </a:lnTo>
                  <a:lnTo>
                    <a:pt x="1131117" y="50897"/>
                  </a:lnTo>
                  <a:lnTo>
                    <a:pt x="1167605" y="52539"/>
                  </a:lnTo>
                  <a:lnTo>
                    <a:pt x="1204093" y="54180"/>
                  </a:lnTo>
                  <a:lnTo>
                    <a:pt x="1240580" y="55822"/>
                  </a:lnTo>
                  <a:lnTo>
                    <a:pt x="1277068" y="57464"/>
                  </a:lnTo>
                  <a:lnTo>
                    <a:pt x="1313556" y="59106"/>
                  </a:lnTo>
                  <a:lnTo>
                    <a:pt x="1350043" y="60748"/>
                  </a:lnTo>
                  <a:lnTo>
                    <a:pt x="1386531" y="62390"/>
                  </a:lnTo>
                  <a:lnTo>
                    <a:pt x="1423019" y="64031"/>
                  </a:lnTo>
                  <a:lnTo>
                    <a:pt x="1459506" y="65673"/>
                  </a:lnTo>
                  <a:lnTo>
                    <a:pt x="1495994" y="67315"/>
                  </a:lnTo>
                  <a:lnTo>
                    <a:pt x="1532482" y="68957"/>
                  </a:lnTo>
                  <a:lnTo>
                    <a:pt x="1568969" y="70599"/>
                  </a:lnTo>
                  <a:lnTo>
                    <a:pt x="1605457" y="72241"/>
                  </a:lnTo>
                  <a:lnTo>
                    <a:pt x="1641945" y="73883"/>
                  </a:lnTo>
                  <a:lnTo>
                    <a:pt x="1678432" y="75524"/>
                  </a:lnTo>
                  <a:lnTo>
                    <a:pt x="1714920" y="77166"/>
                  </a:lnTo>
                  <a:lnTo>
                    <a:pt x="1751408" y="78808"/>
                  </a:lnTo>
                  <a:lnTo>
                    <a:pt x="1787895" y="80450"/>
                  </a:lnTo>
                  <a:lnTo>
                    <a:pt x="1824383" y="82092"/>
                  </a:lnTo>
                  <a:lnTo>
                    <a:pt x="1860871" y="83734"/>
                  </a:lnTo>
                  <a:lnTo>
                    <a:pt x="1897358" y="85375"/>
                  </a:lnTo>
                  <a:lnTo>
                    <a:pt x="1933846" y="87017"/>
                  </a:lnTo>
                  <a:lnTo>
                    <a:pt x="1970334" y="88659"/>
                  </a:lnTo>
                  <a:lnTo>
                    <a:pt x="2006821" y="90301"/>
                  </a:lnTo>
                  <a:lnTo>
                    <a:pt x="2043309" y="91943"/>
                  </a:lnTo>
                  <a:lnTo>
                    <a:pt x="2079797" y="93585"/>
                  </a:lnTo>
                  <a:lnTo>
                    <a:pt x="2116284" y="95227"/>
                  </a:lnTo>
                  <a:lnTo>
                    <a:pt x="2152772" y="96868"/>
                  </a:lnTo>
                  <a:lnTo>
                    <a:pt x="2189260" y="98510"/>
                  </a:lnTo>
                  <a:lnTo>
                    <a:pt x="2225747" y="100152"/>
                  </a:lnTo>
                  <a:lnTo>
                    <a:pt x="2262235" y="101794"/>
                  </a:lnTo>
                  <a:lnTo>
                    <a:pt x="2298723" y="103436"/>
                  </a:lnTo>
                  <a:lnTo>
                    <a:pt x="2335210" y="105078"/>
                  </a:lnTo>
                  <a:lnTo>
                    <a:pt x="2371698" y="106719"/>
                  </a:lnTo>
                  <a:lnTo>
                    <a:pt x="2408186" y="108361"/>
                  </a:lnTo>
                  <a:lnTo>
                    <a:pt x="2444673" y="110003"/>
                  </a:lnTo>
                  <a:lnTo>
                    <a:pt x="2481161" y="111645"/>
                  </a:lnTo>
                  <a:lnTo>
                    <a:pt x="2517649" y="113287"/>
                  </a:lnTo>
                  <a:lnTo>
                    <a:pt x="2554136" y="114929"/>
                  </a:lnTo>
                  <a:lnTo>
                    <a:pt x="2590624" y="116570"/>
                  </a:lnTo>
                  <a:lnTo>
                    <a:pt x="2627112" y="118212"/>
                  </a:lnTo>
                  <a:lnTo>
                    <a:pt x="2663599" y="119854"/>
                  </a:lnTo>
                  <a:lnTo>
                    <a:pt x="2700087" y="121496"/>
                  </a:lnTo>
                  <a:lnTo>
                    <a:pt x="2736575" y="123138"/>
                  </a:lnTo>
                  <a:lnTo>
                    <a:pt x="2773062" y="124780"/>
                  </a:lnTo>
                  <a:lnTo>
                    <a:pt x="2809550" y="126422"/>
                  </a:lnTo>
                  <a:lnTo>
                    <a:pt x="2846038" y="128063"/>
                  </a:lnTo>
                  <a:lnTo>
                    <a:pt x="2882525" y="129705"/>
                  </a:lnTo>
                </a:path>
              </a:pathLst>
            </a:custGeom>
            <a:ln w="27101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tx308"/>
            <p:cNvSpPr/>
            <p:nvPr/>
          </p:nvSpPr>
          <p:spPr>
            <a:xfrm>
              <a:off x="4057202" y="7629159"/>
              <a:ext cx="1587949" cy="1259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beta = -0.03; p = 8.11e-01</a:t>
              </a:r>
            </a:p>
          </p:txBody>
        </p:sp>
        <p:sp>
          <p:nvSpPr>
            <p:cNvPr id="309" name="pl309"/>
            <p:cNvSpPr/>
            <p:nvPr/>
          </p:nvSpPr>
          <p:spPr>
            <a:xfrm>
              <a:off x="2618500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tx310"/>
            <p:cNvSpPr/>
            <p:nvPr/>
          </p:nvSpPr>
          <p:spPr>
            <a:xfrm>
              <a:off x="2468279" y="10639170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2502789" y="9508183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2502789" y="8379726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3" name="pl313"/>
            <p:cNvSpPr/>
            <p:nvPr/>
          </p:nvSpPr>
          <p:spPr>
            <a:xfrm>
              <a:off x="2586236" y="1067656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2586236" y="954684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2586236" y="841712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618500" y="10923475"/>
              <a:ext cx="3170778" cy="0"/>
            </a:xfrm>
            <a:custGeom>
              <a:avLst/>
              <a:pathLst>
                <a:path w="3170778" h="0">
                  <a:moveTo>
                    <a:pt x="0" y="0"/>
                  </a:moveTo>
                  <a:lnTo>
                    <a:pt x="31707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2815288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3579573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4343858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5108143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tx321"/>
            <p:cNvSpPr/>
            <p:nvPr/>
          </p:nvSpPr>
          <p:spPr>
            <a:xfrm>
              <a:off x="2769215" y="10981247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3533500" y="10981247"/>
              <a:ext cx="9214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4315041" y="10979982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5079326" y="10981247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3127752" y="11082544"/>
              <a:ext cx="2152274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Habitat heterogeneity</a:t>
              </a:r>
            </a:p>
          </p:txBody>
        </p:sp>
        <p:sp>
          <p:nvSpPr>
            <p:cNvPr id="326" name="tx326"/>
            <p:cNvSpPr/>
            <p:nvPr/>
          </p:nvSpPr>
          <p:spPr>
            <a:xfrm rot="-5400000">
              <a:off x="1592961" y="9152391"/>
              <a:ext cx="1511595" cy="119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Residualized log density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2236919" y="7409236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328" name="rc328"/>
            <p:cNvSpPr/>
            <p:nvPr/>
          </p:nvSpPr>
          <p:spPr>
            <a:xfrm>
              <a:off x="7048863" y="7501296"/>
              <a:ext cx="3170778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751614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8622795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9493976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8622795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9206891" y="8495044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8255687" y="8554274"/>
              <a:ext cx="951204" cy="0"/>
            </a:xfrm>
            <a:custGeom>
              <a:avLst/>
              <a:pathLst>
                <a:path w="951204" h="0">
                  <a:moveTo>
                    <a:pt x="951204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8255687" y="8495044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10075515" y="9811267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8731208" y="9870497"/>
              <a:ext cx="1344306" cy="0"/>
            </a:xfrm>
            <a:custGeom>
              <a:avLst/>
              <a:pathLst>
                <a:path w="1344306" h="0">
                  <a:moveTo>
                    <a:pt x="1344306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8731208" y="9811267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9577562" y="7836933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8185949" y="7896163"/>
              <a:ext cx="1391613" cy="0"/>
            </a:xfrm>
            <a:custGeom>
              <a:avLst/>
              <a:pathLst>
                <a:path w="1391613" h="0">
                  <a:moveTo>
                    <a:pt x="1391613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8185949" y="7836933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8037493" y="10469378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192989" y="10528608"/>
              <a:ext cx="844504" cy="0"/>
            </a:xfrm>
            <a:custGeom>
              <a:avLst/>
              <a:pathLst>
                <a:path w="844504" h="0">
                  <a:moveTo>
                    <a:pt x="844504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192989" y="10469378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8998666" y="9153156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8140843" y="9212386"/>
              <a:ext cx="857823" cy="0"/>
            </a:xfrm>
            <a:custGeom>
              <a:avLst/>
              <a:pathLst>
                <a:path w="857823" h="0">
                  <a:moveTo>
                    <a:pt x="857823" y="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8140843" y="9153156"/>
              <a:ext cx="0" cy="118460"/>
            </a:xfrm>
            <a:custGeom>
              <a:avLst/>
              <a:pathLst>
                <a:path w="0" h="118460">
                  <a:moveTo>
                    <a:pt x="0" y="118460"/>
                  </a:moveTo>
                  <a:lnTo>
                    <a:pt x="0" y="0"/>
                  </a:lnTo>
                </a:path>
              </a:pathLst>
            </a:custGeom>
            <a:ln w="24391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8672913" y="8495899"/>
              <a:ext cx="116750" cy="116750"/>
            </a:xfrm>
            <a:prstGeom prst="ellipse">
              <a:avLst/>
            </a:prstGeom>
            <a:solidFill>
              <a:srgbClr val="A6CEE3">
                <a:alpha val="100000"/>
              </a:srgbClr>
            </a:solidFill>
            <a:ln w="8345" cap="rnd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9344986" y="9812122"/>
              <a:ext cx="116750" cy="116750"/>
            </a:xfrm>
            <a:prstGeom prst="ellipse">
              <a:avLst/>
            </a:prstGeom>
            <a:solidFill>
              <a:srgbClr val="1F78B4">
                <a:alpha val="100000"/>
              </a:srgbClr>
            </a:solidFill>
            <a:ln w="8345" cap="rnd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8823380" y="7837788"/>
              <a:ext cx="116750" cy="116750"/>
            </a:xfrm>
            <a:prstGeom prst="ellipse">
              <a:avLst/>
            </a:prstGeom>
            <a:solidFill>
              <a:srgbClr val="33A02C">
                <a:alpha val="100000"/>
              </a:srgbClr>
            </a:solidFill>
            <a:ln w="8345" cap="rnd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7556866" y="10470233"/>
              <a:ext cx="116750" cy="116750"/>
            </a:xfrm>
            <a:prstGeom prst="ellipse">
              <a:avLst/>
            </a:prstGeom>
            <a:solidFill>
              <a:srgbClr val="FB9A99">
                <a:alpha val="100000"/>
              </a:srgbClr>
            </a:solidFill>
            <a:ln w="8345" cap="rnd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8511379" y="9154010"/>
              <a:ext cx="116750" cy="116750"/>
            </a:xfrm>
            <a:prstGeom prst="ellipse">
              <a:avLst/>
            </a:prstGeom>
            <a:solidFill>
              <a:srgbClr val="6A3D9A">
                <a:alpha val="100000"/>
              </a:srgbClr>
            </a:solidFill>
            <a:ln w="8345" cap="rnd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048863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tx354"/>
            <p:cNvSpPr/>
            <p:nvPr/>
          </p:nvSpPr>
          <p:spPr>
            <a:xfrm>
              <a:off x="6771885" y="10490303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6046259" y="9810332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005626" y="9153485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5965701" y="8494109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270829" y="7837212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359" name="pl359"/>
            <p:cNvSpPr/>
            <p:nvPr/>
          </p:nvSpPr>
          <p:spPr>
            <a:xfrm>
              <a:off x="7016599" y="1052860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016599" y="987049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016599" y="921238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016599" y="855427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016599" y="789616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048863" y="10923475"/>
              <a:ext cx="3170778" cy="0"/>
            </a:xfrm>
            <a:custGeom>
              <a:avLst/>
              <a:pathLst>
                <a:path w="3170778" h="0">
                  <a:moveTo>
                    <a:pt x="0" y="0"/>
                  </a:moveTo>
                  <a:lnTo>
                    <a:pt x="31707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751614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8622795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493976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7662328" y="10979982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8550764" y="10979982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9421944" y="10979982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8177099" y="11082670"/>
              <a:ext cx="914306" cy="119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Slope estimate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5918334" y="7382774"/>
              <a:ext cx="47367" cy="1035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373" name="rc373"/>
            <p:cNvSpPr/>
            <p:nvPr/>
          </p:nvSpPr>
          <p:spPr>
            <a:xfrm>
              <a:off x="11518745" y="7501296"/>
              <a:ext cx="3170778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1662871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12280024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12897176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13514329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14131481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11662871" y="10291688"/>
              <a:ext cx="79747" cy="473840"/>
            </a:xfrm>
            <a:prstGeom prst="rect">
              <a:avLst/>
            </a:prstGeom>
            <a:solidFill>
              <a:srgbClr val="A6CEE3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11662871" y="8317354"/>
              <a:ext cx="1793823" cy="473840"/>
            </a:xfrm>
            <a:prstGeom prst="rect">
              <a:avLst/>
            </a:prstGeom>
            <a:solidFill>
              <a:srgbClr val="1F78B4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11662871" y="8975465"/>
              <a:ext cx="1328542" cy="473840"/>
            </a:xfrm>
            <a:prstGeom prst="rect">
              <a:avLst/>
            </a:prstGeom>
            <a:solidFill>
              <a:srgbClr val="33A02C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11662871" y="7659243"/>
              <a:ext cx="2882525" cy="473840"/>
            </a:xfrm>
            <a:prstGeom prst="rect">
              <a:avLst/>
            </a:prstGeom>
            <a:solidFill>
              <a:srgbClr val="FB9A99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11662871" y="9633577"/>
              <a:ext cx="86884" cy="473840"/>
            </a:xfrm>
            <a:prstGeom prst="rect">
              <a:avLst/>
            </a:prstGeom>
            <a:solidFill>
              <a:srgbClr val="6A3D9A">
                <a:alpha val="100000"/>
              </a:srgbClr>
            </a:solidFill>
            <a:ln w="1256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1518745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tx385"/>
            <p:cNvSpPr/>
            <p:nvPr/>
          </p:nvSpPr>
          <p:spPr>
            <a:xfrm>
              <a:off x="10435583" y="10468443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10475508" y="9811597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10740710" y="9153435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10516141" y="8494109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11241767" y="7857857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390" name="pl390"/>
            <p:cNvSpPr/>
            <p:nvPr/>
          </p:nvSpPr>
          <p:spPr>
            <a:xfrm>
              <a:off x="11486481" y="1052860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11486481" y="987049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11486481" y="921238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11486481" y="855427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11486481" y="789616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11518745" y="10923475"/>
              <a:ext cx="3170778" cy="0"/>
            </a:xfrm>
            <a:custGeom>
              <a:avLst/>
              <a:pathLst>
                <a:path w="3170778" h="0">
                  <a:moveTo>
                    <a:pt x="0" y="0"/>
                  </a:moveTo>
                  <a:lnTo>
                    <a:pt x="31707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11662871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12280024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12897176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13514329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14131481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tx401"/>
            <p:cNvSpPr/>
            <p:nvPr/>
          </p:nvSpPr>
          <p:spPr>
            <a:xfrm>
              <a:off x="11634053" y="10979982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12222388" y="10979982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12839541" y="10979982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13456693" y="10979931"/>
              <a:ext cx="115270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14073846" y="10979982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12369874" y="11080963"/>
              <a:ext cx="1468520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Relative importance (%)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10348697" y="7380969"/>
              <a:ext cx="86885" cy="1053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</a:t>
              </a:r>
            </a:p>
          </p:txBody>
        </p:sp>
        <p:sp>
          <p:nvSpPr>
            <p:cNvPr id="408" name="rc408"/>
            <p:cNvSpPr/>
            <p:nvPr/>
          </p:nvSpPr>
          <p:spPr>
            <a:xfrm>
              <a:off x="15988627" y="7501296"/>
              <a:ext cx="3170778" cy="3422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6141190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6887639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7634087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8380536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19126984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7634087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17687643" y="8262240"/>
              <a:ext cx="78808" cy="7880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8263491" y="9938832"/>
              <a:ext cx="78808" cy="7880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17816567" y="7710276"/>
              <a:ext cx="78808" cy="7880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6731386" y="10470097"/>
              <a:ext cx="78808" cy="7880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7549237" y="8814204"/>
              <a:ext cx="78808" cy="7880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7703030" y="8427829"/>
              <a:ext cx="78808" cy="78808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8345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18326256" y="9448963"/>
              <a:ext cx="78808" cy="78808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8345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17767422" y="7875865"/>
              <a:ext cx="78808" cy="78808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8345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6746655" y="10635687"/>
              <a:ext cx="78808" cy="78808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8345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17564517" y="8979794"/>
              <a:ext cx="78808" cy="78808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8345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17824666" y="8345035"/>
              <a:ext cx="78808" cy="78808"/>
            </a:xfrm>
            <a:prstGeom prst="ellipse">
              <a:avLst/>
            </a:prstGeom>
            <a:solidFill>
              <a:srgbClr val="31A354">
                <a:alpha val="100000"/>
              </a:srgbClr>
            </a:solidFill>
            <a:ln w="8345" cap="rnd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18486459" y="10063024"/>
              <a:ext cx="78808" cy="78808"/>
            </a:xfrm>
            <a:prstGeom prst="ellipse">
              <a:avLst/>
            </a:prstGeom>
            <a:solidFill>
              <a:srgbClr val="31A354">
                <a:alpha val="100000"/>
              </a:srgbClr>
            </a:solidFill>
            <a:ln w="8345" cap="rnd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17522786" y="7793070"/>
              <a:ext cx="78808" cy="78808"/>
            </a:xfrm>
            <a:prstGeom prst="ellipse">
              <a:avLst/>
            </a:prstGeom>
            <a:solidFill>
              <a:srgbClr val="31A354">
                <a:alpha val="100000"/>
              </a:srgbClr>
            </a:solidFill>
            <a:ln w="8345" cap="rnd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16541874" y="10552892"/>
              <a:ext cx="78808" cy="78808"/>
            </a:xfrm>
            <a:prstGeom prst="ellipse">
              <a:avLst/>
            </a:prstGeom>
            <a:solidFill>
              <a:srgbClr val="31A354">
                <a:alpha val="100000"/>
              </a:srgbClr>
            </a:solidFill>
            <a:ln w="8345" cap="rnd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17705589" y="8896999"/>
              <a:ext cx="78808" cy="78808"/>
            </a:xfrm>
            <a:prstGeom prst="ellipse">
              <a:avLst/>
            </a:prstGeom>
            <a:solidFill>
              <a:srgbClr val="31A354">
                <a:alpha val="100000"/>
              </a:srgbClr>
            </a:solidFill>
            <a:ln w="8345" cap="rnd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18134555" y="8288765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17319540" y="8301644"/>
              <a:ext cx="815014" cy="0"/>
            </a:xfrm>
            <a:custGeom>
              <a:avLst/>
              <a:pathLst>
                <a:path w="815014" h="0">
                  <a:moveTo>
                    <a:pt x="815014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17319540" y="8288765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18878813" y="9958917"/>
              <a:ext cx="0" cy="38637"/>
            </a:xfrm>
            <a:custGeom>
              <a:avLst/>
              <a:pathLst>
                <a:path w="0" h="38637">
                  <a:moveTo>
                    <a:pt x="0" y="38637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17726978" y="9978236"/>
              <a:ext cx="1151834" cy="0"/>
            </a:xfrm>
            <a:custGeom>
              <a:avLst/>
              <a:pathLst>
                <a:path w="1151834" h="0">
                  <a:moveTo>
                    <a:pt x="1151834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17726978" y="9958917"/>
              <a:ext cx="0" cy="38637"/>
            </a:xfrm>
            <a:custGeom>
              <a:avLst/>
              <a:pathLst>
                <a:path w="0" h="38637">
                  <a:moveTo>
                    <a:pt x="0" y="38637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18452155" y="7736801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17259787" y="7749680"/>
              <a:ext cx="1192367" cy="0"/>
            </a:xfrm>
            <a:custGeom>
              <a:avLst/>
              <a:pathLst>
                <a:path w="1192367" h="0">
                  <a:moveTo>
                    <a:pt x="1192367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17259787" y="7736801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17132587" y="10496623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16408995" y="10509502"/>
              <a:ext cx="723591" cy="0"/>
            </a:xfrm>
            <a:custGeom>
              <a:avLst/>
              <a:pathLst>
                <a:path w="723591" h="0">
                  <a:moveTo>
                    <a:pt x="723591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16408995" y="10496623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17956143" y="8840730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17221139" y="8853609"/>
              <a:ext cx="735003" cy="0"/>
            </a:xfrm>
            <a:custGeom>
              <a:avLst/>
              <a:pathLst>
                <a:path w="735003" h="0">
                  <a:moveTo>
                    <a:pt x="735003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17221139" y="8840730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18142689" y="8454354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17342181" y="8467234"/>
              <a:ext cx="800507" cy="0"/>
            </a:xfrm>
            <a:custGeom>
              <a:avLst/>
              <a:pathLst>
                <a:path w="800507" h="0">
                  <a:moveTo>
                    <a:pt x="800507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7342181" y="8454354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18939725" y="9449730"/>
              <a:ext cx="0" cy="77275"/>
            </a:xfrm>
            <a:custGeom>
              <a:avLst/>
              <a:pathLst>
                <a:path w="0" h="77275">
                  <a:moveTo>
                    <a:pt x="0" y="77275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17791596" y="9488368"/>
              <a:ext cx="1148129" cy="0"/>
            </a:xfrm>
            <a:custGeom>
              <a:avLst/>
              <a:pathLst>
                <a:path w="1148129" h="0">
                  <a:moveTo>
                    <a:pt x="1148129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17791596" y="9449730"/>
              <a:ext cx="0" cy="77275"/>
            </a:xfrm>
            <a:custGeom>
              <a:avLst/>
              <a:pathLst>
                <a:path w="0" h="77275">
                  <a:moveTo>
                    <a:pt x="0" y="77275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18397058" y="7902390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17216596" y="7915269"/>
              <a:ext cx="1180461" cy="0"/>
            </a:xfrm>
            <a:custGeom>
              <a:avLst/>
              <a:pathLst>
                <a:path w="1180461" h="0">
                  <a:moveTo>
                    <a:pt x="1180461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17216596" y="7902390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17142091" y="10662212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16430028" y="10675091"/>
              <a:ext cx="712063" cy="0"/>
            </a:xfrm>
            <a:custGeom>
              <a:avLst/>
              <a:pathLst>
                <a:path w="712063" h="0">
                  <a:moveTo>
                    <a:pt x="712063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16430028" y="10662212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17966348" y="9006319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17241496" y="9019198"/>
              <a:ext cx="724851" cy="0"/>
            </a:xfrm>
            <a:custGeom>
              <a:avLst/>
              <a:pathLst>
                <a:path w="724851" h="0">
                  <a:moveTo>
                    <a:pt x="724851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17241496" y="9006319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18205393" y="8371560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17522748" y="8384439"/>
              <a:ext cx="682645" cy="0"/>
            </a:xfrm>
            <a:custGeom>
              <a:avLst/>
              <a:pathLst>
                <a:path w="682645" h="0">
                  <a:moveTo>
                    <a:pt x="682645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17522748" y="8371560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19015279" y="10083109"/>
              <a:ext cx="0" cy="38637"/>
            </a:xfrm>
            <a:custGeom>
              <a:avLst/>
              <a:pathLst>
                <a:path w="0" h="38637">
                  <a:moveTo>
                    <a:pt x="0" y="38637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18036448" y="10102428"/>
              <a:ext cx="978830" cy="0"/>
            </a:xfrm>
            <a:custGeom>
              <a:avLst/>
              <a:pathLst>
                <a:path w="978830" h="0">
                  <a:moveTo>
                    <a:pt x="978830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18036448" y="10083109"/>
              <a:ext cx="0" cy="38637"/>
            </a:xfrm>
            <a:custGeom>
              <a:avLst/>
              <a:pathLst>
                <a:path w="0" h="38637">
                  <a:moveTo>
                    <a:pt x="0" y="38637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18072444" y="7819595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17051937" y="7832475"/>
              <a:ext cx="1020507" cy="0"/>
            </a:xfrm>
            <a:custGeom>
              <a:avLst/>
              <a:pathLst>
                <a:path w="1020507" h="0">
                  <a:moveTo>
                    <a:pt x="1020507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17051937" y="7819595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17029804" y="10579417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16132753" y="10592296"/>
              <a:ext cx="897051" cy="0"/>
            </a:xfrm>
            <a:custGeom>
              <a:avLst/>
              <a:pathLst>
                <a:path w="897051" h="0">
                  <a:moveTo>
                    <a:pt x="897051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16132753" y="10579417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18055352" y="8923524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17434634" y="8936403"/>
              <a:ext cx="620718" cy="0"/>
            </a:xfrm>
            <a:custGeom>
              <a:avLst/>
              <a:pathLst>
                <a:path w="620718" h="0">
                  <a:moveTo>
                    <a:pt x="620718" y="0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17434634" y="8923524"/>
              <a:ext cx="0" cy="25758"/>
            </a:xfrm>
            <a:custGeom>
              <a:avLst/>
              <a:pathLst>
                <a:path w="0" h="25758">
                  <a:moveTo>
                    <a:pt x="0" y="25758"/>
                  </a:moveTo>
                  <a:lnTo>
                    <a:pt x="0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15988627" y="7501296"/>
              <a:ext cx="0" cy="3422178"/>
            </a:xfrm>
            <a:custGeom>
              <a:avLst/>
              <a:pathLst>
                <a:path w="0" h="3422178">
                  <a:moveTo>
                    <a:pt x="0" y="3422178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tx476"/>
            <p:cNvSpPr/>
            <p:nvPr/>
          </p:nvSpPr>
          <p:spPr>
            <a:xfrm>
              <a:off x="15711649" y="10553991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14986023" y="9980167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15089655" y="9448747"/>
              <a:ext cx="840896" cy="767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user effort</a:t>
              </a:r>
            </a:p>
          </p:txBody>
        </p:sp>
        <p:sp>
          <p:nvSpPr>
            <p:cNvPr id="479" name="tx479"/>
            <p:cNvSpPr/>
            <p:nvPr/>
          </p:nvSpPr>
          <p:spPr>
            <a:xfrm>
              <a:off x="14945390" y="8877503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14905465" y="8324274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15210592" y="7773524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482" name="pl482"/>
            <p:cNvSpPr/>
            <p:nvPr/>
          </p:nvSpPr>
          <p:spPr>
            <a:xfrm>
              <a:off x="15956363" y="1059229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15956363" y="1004033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15956363" y="948836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15956363" y="893640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15956363" y="838443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15956363" y="783247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15988627" y="10923475"/>
              <a:ext cx="3170778" cy="0"/>
            </a:xfrm>
            <a:custGeom>
              <a:avLst/>
              <a:pathLst>
                <a:path w="3170778" h="0">
                  <a:moveTo>
                    <a:pt x="0" y="0"/>
                  </a:moveTo>
                  <a:lnTo>
                    <a:pt x="31707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16141190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16887639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17634087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18380536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19126984" y="1092347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tx494"/>
            <p:cNvSpPr/>
            <p:nvPr/>
          </p:nvSpPr>
          <p:spPr>
            <a:xfrm>
              <a:off x="16051904" y="10979982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16798352" y="10979982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17562056" y="10979982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18308505" y="10979982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19054953" y="10979982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16958543" y="11106643"/>
              <a:ext cx="1230946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Coefficient estimate</a:t>
              </a:r>
            </a:p>
          </p:txBody>
        </p:sp>
        <p:sp>
          <p:nvSpPr>
            <p:cNvPr id="500" name="pt500"/>
            <p:cNvSpPr/>
            <p:nvPr/>
          </p:nvSpPr>
          <p:spPr>
            <a:xfrm>
              <a:off x="15755941" y="11493702"/>
              <a:ext cx="78808" cy="78808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  <a:ln w="8345" cap="rnd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15707563" y="115331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9512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7136409" y="11493702"/>
              <a:ext cx="78808" cy="78808"/>
            </a:xfrm>
            <a:prstGeom prst="ellipse">
              <a:avLst/>
            </a:prstGeom>
            <a:solidFill>
              <a:srgbClr val="31A354">
                <a:alpha val="100000"/>
              </a:srgbClr>
            </a:solidFill>
            <a:ln w="8345" cap="rnd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7088030" y="115331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9512" cap="flat">
              <a:solidFill>
                <a:srgbClr val="31A3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8283002" y="11493702"/>
              <a:ext cx="78808" cy="7880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18234624" y="115331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9512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tx506"/>
            <p:cNvSpPr/>
            <p:nvPr/>
          </p:nvSpPr>
          <p:spPr>
            <a:xfrm>
              <a:off x="15969601" y="11491887"/>
              <a:ext cx="1031955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Alternative user-effort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17350069" y="11491887"/>
              <a:ext cx="79808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Influence-filtered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18496662" y="11470434"/>
              <a:ext cx="965751" cy="1013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Primary report-effort</a:t>
              </a:r>
            </a:p>
          </p:txBody>
        </p:sp>
        <p:sp>
          <p:nvSpPr>
            <p:cNvPr id="509" name="tx509"/>
            <p:cNvSpPr/>
            <p:nvPr/>
          </p:nvSpPr>
          <p:spPr>
            <a:xfrm>
              <a:off x="14818579" y="7384511"/>
              <a:ext cx="86885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8</cp:revision>
  <dcterms:created xsi:type="dcterms:W3CDTF">2015-07-14T21:05:00Z</dcterms:created>
  <dcterms:modified xsi:type="dcterms:W3CDTF">2026-04-01T18:15:30Z</dcterms:modified>
</cp:coreProperties>
</file>