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60120" y="1325721"/>
            <a:ext cx="13167360" cy="8046720"/>
            <a:chOff x="960120" y="1325721"/>
            <a:chExt cx="13167360" cy="8046720"/>
          </a:xfrm>
        </p:grpSpPr>
        <p:sp>
          <p:nvSpPr>
            <p:cNvPr id="3" name="rc3"/>
            <p:cNvSpPr/>
            <p:nvPr/>
          </p:nvSpPr>
          <p:spPr>
            <a:xfrm>
              <a:off x="960119" y="1325721"/>
              <a:ext cx="13167360" cy="8046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60120" y="1325721"/>
              <a:ext cx="13167359" cy="80467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29709" y="1395310"/>
              <a:ext cx="6510201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539910" y="1395310"/>
              <a:ext cx="6517980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256505" y="1591591"/>
              <a:ext cx="5218876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93727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83558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3389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63221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93727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38160" y="453536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33729" y="4587467"/>
              <a:ext cx="3204431" cy="0"/>
            </a:xfrm>
            <a:custGeom>
              <a:avLst/>
              <a:pathLst>
                <a:path w="3204431" h="0">
                  <a:moveTo>
                    <a:pt x="3204431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33729" y="453536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70532" y="3884087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17513" y="3936190"/>
              <a:ext cx="2553018" cy="0"/>
            </a:xfrm>
            <a:custGeom>
              <a:avLst/>
              <a:pathLst>
                <a:path w="2553018" h="0">
                  <a:moveTo>
                    <a:pt x="2553018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17513" y="3884087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50824" y="193025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813176" y="1982357"/>
              <a:ext cx="1937648" cy="0"/>
            </a:xfrm>
            <a:custGeom>
              <a:avLst/>
              <a:pathLst>
                <a:path w="1937648" h="0">
                  <a:moveTo>
                    <a:pt x="1937648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813176" y="193025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70684" y="3232810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8379" y="3284912"/>
              <a:ext cx="762305" cy="0"/>
            </a:xfrm>
            <a:custGeom>
              <a:avLst/>
              <a:pathLst>
                <a:path w="762305" h="0">
                  <a:moveTo>
                    <a:pt x="762305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08379" y="3232810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02263" y="2581532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493727" y="2633635"/>
              <a:ext cx="508536" cy="0"/>
            </a:xfrm>
            <a:custGeom>
              <a:avLst/>
              <a:pathLst>
                <a:path w="508536" h="0">
                  <a:moveTo>
                    <a:pt x="508536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493727" y="2581532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398853" y="4539932"/>
              <a:ext cx="95069" cy="95069"/>
            </a:xfrm>
            <a:prstGeom prst="ellipse">
              <a:avLst/>
            </a:prstGeom>
            <a:solidFill>
              <a:srgbClr val="FB9A99">
                <a:alpha val="100000"/>
              </a:srgbClr>
            </a:solidFill>
            <a:ln w="8345" cap="rnd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275652" y="3888655"/>
              <a:ext cx="95069" cy="95069"/>
            </a:xfrm>
            <a:prstGeom prst="ellipse">
              <a:avLst/>
            </a:prstGeom>
            <a:solidFill>
              <a:srgbClr val="1F78B4">
                <a:alpha val="100000"/>
              </a:srgbClr>
            </a:solidFill>
            <a:ln w="8345" cap="rnd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774780" y="1934822"/>
              <a:ext cx="95069" cy="95069"/>
            </a:xfrm>
            <a:prstGeom prst="ellipse">
              <a:avLst/>
            </a:prstGeom>
            <a:solidFill>
              <a:srgbClr val="33A02C">
                <a:alpha val="100000"/>
              </a:srgbClr>
            </a:solidFill>
            <a:ln w="8345" cap="rnd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664505" y="3237377"/>
              <a:ext cx="95069" cy="95069"/>
            </a:xfrm>
            <a:prstGeom prst="ellipse">
              <a:avLst/>
            </a:prstGeom>
            <a:solidFill>
              <a:srgbClr val="6A3D9A">
                <a:alpha val="100000"/>
              </a:srgbClr>
            </a:solidFill>
            <a:ln w="8345" cap="rnd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566328" y="2586100"/>
              <a:ext cx="95069" cy="95069"/>
            </a:xfrm>
            <a:prstGeom prst="ellipse">
              <a:avLst/>
            </a:prstGeom>
            <a:solidFill>
              <a:srgbClr val="A6CEE3">
                <a:alpha val="100000"/>
              </a:srgbClr>
            </a:solidFill>
            <a:ln w="8345" cap="rnd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56505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1979528" y="4549162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253901" y="3876024"/>
              <a:ext cx="944528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213268" y="3226012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173344" y="2573469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478471" y="1923406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2224241" y="458746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224241" y="393619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224241" y="328491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224241" y="263363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224241" y="198235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256505" y="4978234"/>
              <a:ext cx="5218876" cy="0"/>
            </a:xfrm>
            <a:custGeom>
              <a:avLst/>
              <a:pathLst>
                <a:path w="5218876" h="0">
                  <a:moveTo>
                    <a:pt x="0" y="0"/>
                  </a:moveTo>
                  <a:lnTo>
                    <a:pt x="5218876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493727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83558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073389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363221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464909" y="5034740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725923" y="5034740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015754" y="5034740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305585" y="5034740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714252" y="5135721"/>
              <a:ext cx="2303383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Bootstrapped relative importance (%)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094237" y="1499531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8774486" y="1591591"/>
              <a:ext cx="5218876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332049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0429643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1527236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624830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3722424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2624830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2624830" y="2591457"/>
              <a:ext cx="1131310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9011707" y="1785113"/>
              <a:ext cx="3613123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2624830" y="4204144"/>
              <a:ext cx="1122569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2624830" y="3397800"/>
              <a:ext cx="1123467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74486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497508" y="4456122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731249" y="3629184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691324" y="2821575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996451" y="2016446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8742222" y="449442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742222" y="368808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742222" y="288174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742222" y="207539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774486" y="4978234"/>
              <a:ext cx="5218876" cy="0"/>
            </a:xfrm>
            <a:custGeom>
              <a:avLst/>
              <a:pathLst>
                <a:path w="5218876" h="0">
                  <a:moveTo>
                    <a:pt x="0" y="0"/>
                  </a:moveTo>
                  <a:lnTo>
                    <a:pt x="5218876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9332049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0429643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1527236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2624830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3722424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9213945" y="5034690"/>
              <a:ext cx="236208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-0.03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10311538" y="5034740"/>
              <a:ext cx="23620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-0.02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11409132" y="5034740"/>
              <a:ext cx="23620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-0.01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2523981" y="5034740"/>
              <a:ext cx="201697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3621575" y="5034740"/>
              <a:ext cx="201697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0548935" y="5135721"/>
              <a:ext cx="1669978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Delta (user effort - primary)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604438" y="1473138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88" name="rc88"/>
            <p:cNvSpPr/>
            <p:nvPr/>
          </p:nvSpPr>
          <p:spPr>
            <a:xfrm>
              <a:off x="1029709" y="5349081"/>
              <a:ext cx="6838378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7868087" y="5349081"/>
              <a:ext cx="6189803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256505" y="5545362"/>
              <a:ext cx="5547053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461810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918680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375549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832418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375549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375549" y="6352946"/>
              <a:ext cx="1337164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375549" y="7655501"/>
              <a:ext cx="2175870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508644" y="5701668"/>
              <a:ext cx="2866904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526160" y="8306778"/>
              <a:ext cx="1849388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375549" y="7004223"/>
              <a:ext cx="1525787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256505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1979528" y="8502933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1253901" y="7829795"/>
              <a:ext cx="944528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1213268" y="7179783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1173344" y="6527240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478471" y="5877177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107" name="pl107"/>
            <p:cNvSpPr/>
            <p:nvPr/>
          </p:nvSpPr>
          <p:spPr>
            <a:xfrm>
              <a:off x="2224241" y="854123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224241" y="788996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224241" y="723868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224241" y="658740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224241" y="593612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256505" y="8932005"/>
              <a:ext cx="5547053" cy="0"/>
            </a:xfrm>
            <a:custGeom>
              <a:avLst/>
              <a:pathLst>
                <a:path w="5547053" h="0">
                  <a:moveTo>
                    <a:pt x="0" y="0"/>
                  </a:moveTo>
                  <a:lnTo>
                    <a:pt x="5547053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461810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918680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375549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832418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2372524" y="8988511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829393" y="8988511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-0.1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03518" y="8988511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760387" y="8988511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993522" y="9089492"/>
              <a:ext cx="2073019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Delta (influence-filtered - primary)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094237" y="5453301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3" name="rc123"/>
            <p:cNvSpPr/>
            <p:nvPr/>
          </p:nvSpPr>
          <p:spPr>
            <a:xfrm>
              <a:off x="8446309" y="5545362"/>
              <a:ext cx="5547053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698448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9803621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10908794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12013966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3119139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8698448" y="5914814"/>
              <a:ext cx="5042775" cy="1108355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8698448" y="7454197"/>
              <a:ext cx="3258218" cy="1108355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446309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8082955" y="7949474"/>
              <a:ext cx="30527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Tianjin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8019500" y="6410091"/>
              <a:ext cx="368733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Xinjiang</a:t>
              </a:r>
            </a:p>
          </p:txBody>
        </p:sp>
        <p:sp>
          <p:nvSpPr>
            <p:cNvPr id="134" name="pl134"/>
            <p:cNvSpPr/>
            <p:nvPr/>
          </p:nvSpPr>
          <p:spPr>
            <a:xfrm>
              <a:off x="8414045" y="800837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414045" y="646899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446309" y="8932005"/>
              <a:ext cx="5547053" cy="0"/>
            </a:xfrm>
            <a:custGeom>
              <a:avLst/>
              <a:pathLst>
                <a:path w="5547053" h="0">
                  <a:moveTo>
                    <a:pt x="0" y="0"/>
                  </a:moveTo>
                  <a:lnTo>
                    <a:pt x="5547053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698448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9803621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0908794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2013966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3119139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tx142"/>
            <p:cNvSpPr/>
            <p:nvPr/>
          </p:nvSpPr>
          <p:spPr>
            <a:xfrm>
              <a:off x="8626417" y="8988511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9731590" y="8988511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10836762" y="8988511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1941935" y="8988461"/>
              <a:ext cx="144062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3047108" y="8988511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725712" y="9115172"/>
              <a:ext cx="988248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Cook's distance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7932615" y="5426909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2026-04-01T18:15:32Z</dcterms:modified>
</cp:coreProperties>
</file>