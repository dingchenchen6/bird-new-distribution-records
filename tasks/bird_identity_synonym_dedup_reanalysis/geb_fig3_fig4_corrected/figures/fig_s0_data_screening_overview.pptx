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94360" y="1234281"/>
            <a:ext cx="13898880" cy="8229600"/>
            <a:chOff x="594360" y="1234281"/>
            <a:chExt cx="13898880" cy="8229600"/>
          </a:xfrm>
        </p:grpSpPr>
        <p:sp>
          <p:nvSpPr>
            <p:cNvPr id="3" name="rc3"/>
            <p:cNvSpPr/>
            <p:nvPr/>
          </p:nvSpPr>
          <p:spPr>
            <a:xfrm>
              <a:off x="594360" y="1234281"/>
              <a:ext cx="13898879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94360" y="1234281"/>
              <a:ext cx="13898879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63949" y="1303870"/>
              <a:ext cx="6874936" cy="38271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07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538885" y="1303870"/>
              <a:ext cx="6884765" cy="38271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25808" y="1899618"/>
              <a:ext cx="1894413" cy="10541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37409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18666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99923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81180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311918" y="2863855"/>
              <a:ext cx="78281" cy="42033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390199" y="2578030"/>
              <a:ext cx="78281" cy="327857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468481" y="2342646"/>
              <a:ext cx="78281" cy="563242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546762" y="2124074"/>
              <a:ext cx="78281" cy="781813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625044" y="1947535"/>
              <a:ext cx="78281" cy="958352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703325" y="2082041"/>
              <a:ext cx="78281" cy="823846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781607" y="2266986"/>
              <a:ext cx="78281" cy="638901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859888" y="2191327"/>
              <a:ext cx="78281" cy="714561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938170" y="2174514"/>
              <a:ext cx="78281" cy="731374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016451" y="2250173"/>
              <a:ext cx="78281" cy="655714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094733" y="2418305"/>
              <a:ext cx="78281" cy="487582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173014" y="2493964"/>
              <a:ext cx="78281" cy="411923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251296" y="2527591"/>
              <a:ext cx="78281" cy="378297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329577" y="2552811"/>
              <a:ext cx="78281" cy="353077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407859" y="2502371"/>
              <a:ext cx="78281" cy="403516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486140" y="2561217"/>
              <a:ext cx="78281" cy="344670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564422" y="2695723"/>
              <a:ext cx="78281" cy="210165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642704" y="2636877"/>
              <a:ext cx="78281" cy="269011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20985" y="2805009"/>
              <a:ext cx="78281" cy="100879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799267" y="2805009"/>
              <a:ext cx="78281" cy="100879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877548" y="2863855"/>
              <a:ext cx="78281" cy="42033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955830" y="2855448"/>
              <a:ext cx="78281" cy="50439"/>
            </a:xfrm>
            <a:prstGeom prst="rect">
              <a:avLst/>
            </a:prstGeom>
            <a:solidFill>
              <a:srgbClr val="0E7490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225808" y="3355250"/>
              <a:ext cx="1894413" cy="10541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84023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590294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896564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202835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09106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815376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311918" y="4345414"/>
              <a:ext cx="78281" cy="16106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390199" y="4345414"/>
              <a:ext cx="78281" cy="16106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468481" y="4337360"/>
              <a:ext cx="78281" cy="24160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46762" y="4313200"/>
              <a:ext cx="78281" cy="48320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625044" y="4297093"/>
              <a:ext cx="78281" cy="64427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703325" y="4280986"/>
              <a:ext cx="78281" cy="80533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781607" y="4184346"/>
              <a:ext cx="78281" cy="177174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859888" y="4224613"/>
              <a:ext cx="78281" cy="136907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938170" y="4152132"/>
              <a:ext cx="78281" cy="209387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016451" y="4055492"/>
              <a:ext cx="78281" cy="306028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094733" y="3749463"/>
              <a:ext cx="78281" cy="612057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173014" y="3588396"/>
              <a:ext cx="78281" cy="773124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251296" y="3636716"/>
              <a:ext cx="78281" cy="724804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329577" y="3403168"/>
              <a:ext cx="78281" cy="958352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407859" y="3532022"/>
              <a:ext cx="78281" cy="829498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486140" y="3491755"/>
              <a:ext cx="78281" cy="869765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564422" y="3628663"/>
              <a:ext cx="78281" cy="732857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642704" y="3725303"/>
              <a:ext cx="78281" cy="636217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720985" y="3676983"/>
              <a:ext cx="78281" cy="684537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799267" y="3709196"/>
              <a:ext cx="78281" cy="652323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2877548" y="4055492"/>
              <a:ext cx="78281" cy="306028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955830" y="4224613"/>
              <a:ext cx="78281" cy="136907"/>
            </a:xfrm>
            <a:prstGeom prst="rect">
              <a:avLst/>
            </a:prstGeom>
            <a:solidFill>
              <a:srgbClr val="14B8A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404141" y="1899618"/>
              <a:ext cx="1894413" cy="10541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758972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133060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507148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881237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255325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490251" y="2713477"/>
              <a:ext cx="78281" cy="19241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568532" y="2905888"/>
              <a:ext cx="78281" cy="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3646814" y="2846684"/>
              <a:ext cx="78281" cy="59203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725095" y="2905888"/>
              <a:ext cx="78281" cy="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3803377" y="2587670"/>
              <a:ext cx="78281" cy="318217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881658" y="2628373"/>
              <a:ext cx="78281" cy="277515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3959940" y="2905888"/>
              <a:ext cx="78281" cy="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038222" y="2498865"/>
              <a:ext cx="78281" cy="407022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116503" y="2443362"/>
              <a:ext cx="78281" cy="462525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194785" y="2199149"/>
              <a:ext cx="78281" cy="706738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273066" y="1947535"/>
              <a:ext cx="78281" cy="958352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351348" y="2646874"/>
              <a:ext cx="78281" cy="259014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429629" y="2776381"/>
              <a:ext cx="78281" cy="129507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507911" y="2824483"/>
              <a:ext cx="78281" cy="81404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586192" y="2805982"/>
              <a:ext cx="78281" cy="99905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664474" y="2846684"/>
              <a:ext cx="78281" cy="59203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742755" y="2820783"/>
              <a:ext cx="78281" cy="85104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821037" y="2891087"/>
              <a:ext cx="78281" cy="1480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899318" y="2894787"/>
              <a:ext cx="78281" cy="1110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977600" y="2902188"/>
              <a:ext cx="78281" cy="370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055881" y="2902188"/>
              <a:ext cx="78281" cy="370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134163" y="2902188"/>
              <a:ext cx="78281" cy="3700"/>
            </a:xfrm>
            <a:prstGeom prst="rect">
              <a:avLst/>
            </a:prstGeom>
            <a:solidFill>
              <a:srgbClr val="F59E0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3404141" y="3355250"/>
              <a:ext cx="1894413" cy="10541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705633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279986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854338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3490251" y="3403168"/>
              <a:ext cx="78281" cy="958352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3568532" y="4361520"/>
              <a:ext cx="78281" cy="0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3646814" y="4361520"/>
              <a:ext cx="78281" cy="0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3725095" y="3654443"/>
              <a:ext cx="78281" cy="707077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3803377" y="4361520"/>
              <a:ext cx="78281" cy="0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3881658" y="3975842"/>
              <a:ext cx="78281" cy="385678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3959940" y="4361520"/>
              <a:ext cx="78281" cy="0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4038222" y="3975842"/>
              <a:ext cx="78281" cy="385678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4116503" y="4063496"/>
              <a:ext cx="78281" cy="298024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4194785" y="4116089"/>
              <a:ext cx="78281" cy="245431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4273066" y="4162837"/>
              <a:ext cx="78281" cy="198682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4351348" y="4197899"/>
              <a:ext cx="78281" cy="163621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4429629" y="4203743"/>
              <a:ext cx="78281" cy="157777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4507911" y="4081027"/>
              <a:ext cx="78281" cy="280493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4586192" y="4116089"/>
              <a:ext cx="78281" cy="245431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4664474" y="4162837"/>
              <a:ext cx="78281" cy="198682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4742755" y="4156994"/>
              <a:ext cx="78281" cy="204526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4821037" y="4016747"/>
              <a:ext cx="78281" cy="344773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4899318" y="4110245"/>
              <a:ext cx="78281" cy="251275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4977600" y="3999216"/>
              <a:ext cx="78281" cy="362303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5055881" y="3964155"/>
              <a:ext cx="78281" cy="397365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5134163" y="3619382"/>
              <a:ext cx="78281" cy="742138"/>
            </a:xfrm>
            <a:prstGeom prst="rect">
              <a:avLst/>
            </a:prstGeom>
            <a:solidFill>
              <a:srgbClr val="2563EB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5582474" y="1899618"/>
              <a:ext cx="1894413" cy="10541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707725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6125829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543933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962037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7380141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668584" y="1947535"/>
              <a:ext cx="78281" cy="958352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5746866" y="2905888"/>
              <a:ext cx="78281" cy="0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825147" y="2905888"/>
              <a:ext cx="78281" cy="0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903429" y="2905888"/>
              <a:ext cx="78281" cy="0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5981710" y="2222063"/>
              <a:ext cx="78281" cy="683824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6059992" y="2905888"/>
              <a:ext cx="78281" cy="0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6138273" y="2237038"/>
              <a:ext cx="78281" cy="668850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6216555" y="2476626"/>
              <a:ext cx="78281" cy="429262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6294836" y="2905888"/>
              <a:ext cx="78281" cy="0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6373118" y="2431703"/>
              <a:ext cx="78281" cy="474184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451399" y="2137209"/>
              <a:ext cx="78281" cy="768678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529681" y="2711222"/>
              <a:ext cx="78281" cy="194665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6607962" y="2476626"/>
              <a:ext cx="78281" cy="429262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6686244" y="2706231"/>
              <a:ext cx="78281" cy="199656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6764526" y="2741171"/>
              <a:ext cx="78281" cy="164716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6842807" y="2845991"/>
              <a:ext cx="78281" cy="59897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6921089" y="2826025"/>
              <a:ext cx="78281" cy="79862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6999370" y="2716214"/>
              <a:ext cx="78281" cy="189673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077652" y="2781102"/>
              <a:ext cx="78281" cy="124785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155933" y="2905888"/>
              <a:ext cx="78281" cy="0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234215" y="2905888"/>
              <a:ext cx="78281" cy="0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312496" y="2756145"/>
              <a:ext cx="78281" cy="149742"/>
            </a:xfrm>
            <a:prstGeom prst="rect">
              <a:avLst/>
            </a:prstGeom>
            <a:solidFill>
              <a:srgbClr val="D97706">
                <a:alpha val="90196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1225808" y="3163827"/>
              <a:ext cx="1894413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1896504" y="3201733"/>
              <a:ext cx="553020" cy="934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HWI (log1p)</a:t>
              </a:r>
            </a:p>
          </p:txBody>
        </p:sp>
        <p:sp>
          <p:nvSpPr>
            <p:cNvPr id="147" name="rc147"/>
            <p:cNvSpPr/>
            <p:nvPr/>
          </p:nvSpPr>
          <p:spPr>
            <a:xfrm>
              <a:off x="3404141" y="3163827"/>
              <a:ext cx="1894413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3662515" y="3201733"/>
              <a:ext cx="1377665" cy="934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Range size (log1p provinces)</a:t>
              </a:r>
            </a:p>
          </p:txBody>
        </p:sp>
        <p:sp>
          <p:nvSpPr>
            <p:cNvPr id="149" name="pl149"/>
            <p:cNvSpPr/>
            <p:nvPr/>
          </p:nvSpPr>
          <p:spPr>
            <a:xfrm>
              <a:off x="1225808" y="2953805"/>
              <a:ext cx="1894413" cy="0"/>
            </a:xfrm>
            <a:custGeom>
              <a:avLst/>
              <a:pathLst>
                <a:path w="1894413" h="0">
                  <a:moveTo>
                    <a:pt x="0" y="0"/>
                  </a:moveTo>
                  <a:lnTo>
                    <a:pt x="1894413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537409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018666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499923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981180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tx154"/>
            <p:cNvSpPr/>
            <p:nvPr/>
          </p:nvSpPr>
          <p:spPr>
            <a:xfrm>
              <a:off x="1509721" y="3009311"/>
              <a:ext cx="55374" cy="71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990979" y="3009311"/>
              <a:ext cx="55374" cy="71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2472236" y="3008047"/>
              <a:ext cx="55374" cy="728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2953493" y="3009603"/>
              <a:ext cx="55374" cy="71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58" name="pl158"/>
            <p:cNvSpPr/>
            <p:nvPr/>
          </p:nvSpPr>
          <p:spPr>
            <a:xfrm>
              <a:off x="3404141" y="2953805"/>
              <a:ext cx="1894413" cy="0"/>
            </a:xfrm>
            <a:custGeom>
              <a:avLst/>
              <a:pathLst>
                <a:path w="1894413" h="0">
                  <a:moveTo>
                    <a:pt x="0" y="0"/>
                  </a:moveTo>
                  <a:lnTo>
                    <a:pt x="1894413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758972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133060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507148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881237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255325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3689765" y="3008096"/>
              <a:ext cx="138413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063853" y="3008096"/>
              <a:ext cx="138413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4437942" y="3008096"/>
              <a:ext cx="138413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812030" y="3008096"/>
              <a:ext cx="138413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5186118" y="3008047"/>
              <a:ext cx="138413" cy="728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3.0</a:t>
              </a:r>
            </a:p>
          </p:txBody>
        </p:sp>
        <p:sp>
          <p:nvSpPr>
            <p:cNvPr id="169" name="pl169"/>
            <p:cNvSpPr/>
            <p:nvPr/>
          </p:nvSpPr>
          <p:spPr>
            <a:xfrm>
              <a:off x="5582474" y="2953805"/>
              <a:ext cx="1894413" cy="0"/>
            </a:xfrm>
            <a:custGeom>
              <a:avLst/>
              <a:pathLst>
                <a:path w="1894413" h="0">
                  <a:moveTo>
                    <a:pt x="0" y="0"/>
                  </a:moveTo>
                  <a:lnTo>
                    <a:pt x="1894413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707725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6125829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6543933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6962037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380141" y="2953805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tx175"/>
            <p:cNvSpPr/>
            <p:nvPr/>
          </p:nvSpPr>
          <p:spPr>
            <a:xfrm>
              <a:off x="5680037" y="3008096"/>
              <a:ext cx="5537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6098141" y="3009311"/>
              <a:ext cx="55374" cy="71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6516245" y="3009311"/>
              <a:ext cx="55374" cy="71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6934349" y="3008047"/>
              <a:ext cx="55374" cy="728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7352453" y="3009603"/>
              <a:ext cx="55374" cy="71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80" name="pl180"/>
            <p:cNvSpPr/>
            <p:nvPr/>
          </p:nvSpPr>
          <p:spPr>
            <a:xfrm>
              <a:off x="5582474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tx181"/>
            <p:cNvSpPr/>
            <p:nvPr/>
          </p:nvSpPr>
          <p:spPr>
            <a:xfrm>
              <a:off x="5471302" y="2868744"/>
              <a:ext cx="5537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5415927" y="2619173"/>
              <a:ext cx="110749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5360552" y="2369602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360552" y="2120031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360552" y="1870460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86" name="pl186"/>
            <p:cNvSpPr/>
            <p:nvPr/>
          </p:nvSpPr>
          <p:spPr>
            <a:xfrm>
              <a:off x="5551476" y="2905888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5551476" y="2656317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5551476" y="2406746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5551476" y="2157175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5551476" y="1907604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3404141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tx192"/>
            <p:cNvSpPr/>
            <p:nvPr/>
          </p:nvSpPr>
          <p:spPr>
            <a:xfrm>
              <a:off x="3292968" y="2868744"/>
              <a:ext cx="5537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3182218" y="2498724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3182218" y="2128704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95" name="pl195"/>
            <p:cNvSpPr/>
            <p:nvPr/>
          </p:nvSpPr>
          <p:spPr>
            <a:xfrm>
              <a:off x="3373142" y="2905888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373142" y="2535867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3373142" y="2165847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3404141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tx199"/>
            <p:cNvSpPr/>
            <p:nvPr/>
          </p:nvSpPr>
          <p:spPr>
            <a:xfrm>
              <a:off x="3292968" y="4324377"/>
              <a:ext cx="5537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3237593" y="4032196"/>
              <a:ext cx="110749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3182218" y="3740016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3182218" y="3447835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203" name="pl203"/>
            <p:cNvSpPr/>
            <p:nvPr/>
          </p:nvSpPr>
          <p:spPr>
            <a:xfrm>
              <a:off x="3373142" y="4361520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373142" y="4069340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373142" y="3777159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373142" y="3484978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1225808" y="1708195"/>
              <a:ext cx="1894413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tx208"/>
            <p:cNvSpPr/>
            <p:nvPr/>
          </p:nvSpPr>
          <p:spPr>
            <a:xfrm>
              <a:off x="1686138" y="1746100"/>
              <a:ext cx="973753" cy="934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Body mass (log10 g)</a:t>
              </a:r>
            </a:p>
          </p:txBody>
        </p:sp>
        <p:sp>
          <p:nvSpPr>
            <p:cNvPr id="209" name="rc209"/>
            <p:cNvSpPr/>
            <p:nvPr/>
          </p:nvSpPr>
          <p:spPr>
            <a:xfrm>
              <a:off x="3404141" y="1708195"/>
              <a:ext cx="1894413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tx210"/>
            <p:cNvSpPr/>
            <p:nvPr/>
          </p:nvSpPr>
          <p:spPr>
            <a:xfrm>
              <a:off x="3908810" y="1746100"/>
              <a:ext cx="885075" cy="934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Clutch size (log1p)</a:t>
              </a:r>
            </a:p>
          </p:txBody>
        </p:sp>
        <p:sp>
          <p:nvSpPr>
            <p:cNvPr id="211" name="rc211"/>
            <p:cNvSpPr/>
            <p:nvPr/>
          </p:nvSpPr>
          <p:spPr>
            <a:xfrm>
              <a:off x="5582474" y="1708195"/>
              <a:ext cx="1894413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2"/>
            <p:cNvSpPr/>
            <p:nvPr/>
          </p:nvSpPr>
          <p:spPr>
            <a:xfrm>
              <a:off x="6089914" y="1746100"/>
              <a:ext cx="879533" cy="934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Congeners (log1p)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1225808" y="4409438"/>
              <a:ext cx="1894413" cy="0"/>
            </a:xfrm>
            <a:custGeom>
              <a:avLst/>
              <a:pathLst>
                <a:path w="1894413" h="0">
                  <a:moveTo>
                    <a:pt x="0" y="0"/>
                  </a:moveTo>
                  <a:lnTo>
                    <a:pt x="1894413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284023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590294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896564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2202835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509106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2815376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1214816" y="4463729"/>
              <a:ext cx="138413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521087" y="4463729"/>
              <a:ext cx="138413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827358" y="4463729"/>
              <a:ext cx="138413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33628" y="4463680"/>
              <a:ext cx="138413" cy="728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3.0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439899" y="4463680"/>
              <a:ext cx="138413" cy="728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3.5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2746170" y="4463729"/>
              <a:ext cx="138413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4.0</a:t>
              </a:r>
            </a:p>
          </p:txBody>
        </p:sp>
        <p:sp>
          <p:nvSpPr>
            <p:cNvPr id="226" name="pl226"/>
            <p:cNvSpPr/>
            <p:nvPr/>
          </p:nvSpPr>
          <p:spPr>
            <a:xfrm>
              <a:off x="3404141" y="4409438"/>
              <a:ext cx="1894413" cy="0"/>
            </a:xfrm>
            <a:custGeom>
              <a:avLst/>
              <a:pathLst>
                <a:path w="1894413" h="0">
                  <a:moveTo>
                    <a:pt x="0" y="0"/>
                  </a:moveTo>
                  <a:lnTo>
                    <a:pt x="1894413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3705633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4279986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4854338" y="4409438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3677946" y="4464944"/>
              <a:ext cx="55374" cy="71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4252298" y="4464944"/>
              <a:ext cx="55374" cy="71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826651" y="4463680"/>
              <a:ext cx="55374" cy="728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3" name="pl233"/>
            <p:cNvSpPr/>
            <p:nvPr/>
          </p:nvSpPr>
          <p:spPr>
            <a:xfrm>
              <a:off x="1225808" y="1899618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tx234"/>
            <p:cNvSpPr/>
            <p:nvPr/>
          </p:nvSpPr>
          <p:spPr>
            <a:xfrm>
              <a:off x="1114635" y="2868744"/>
              <a:ext cx="5537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059260" y="2616498"/>
              <a:ext cx="110749" cy="728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1059260" y="2364348"/>
              <a:ext cx="110749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1059260" y="2112150"/>
              <a:ext cx="110749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238" name="pl238"/>
            <p:cNvSpPr/>
            <p:nvPr/>
          </p:nvSpPr>
          <p:spPr>
            <a:xfrm>
              <a:off x="1194809" y="2905888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194809" y="2653690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194809" y="2401492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1194809" y="2149294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225808" y="3355250"/>
              <a:ext cx="0" cy="1054187"/>
            </a:xfrm>
            <a:custGeom>
              <a:avLst/>
              <a:pathLst>
                <a:path w="0" h="1054187">
                  <a:moveTo>
                    <a:pt x="0" y="1054187"/>
                  </a:moveTo>
                  <a:lnTo>
                    <a:pt x="0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tx243"/>
            <p:cNvSpPr/>
            <p:nvPr/>
          </p:nvSpPr>
          <p:spPr>
            <a:xfrm>
              <a:off x="1114635" y="4324377"/>
              <a:ext cx="5537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1059260" y="4123042"/>
              <a:ext cx="110749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1059260" y="3921708"/>
              <a:ext cx="110749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1059260" y="3721589"/>
              <a:ext cx="110749" cy="71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1003885" y="3519039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8" name="pl248"/>
            <p:cNvSpPr/>
            <p:nvPr/>
          </p:nvSpPr>
          <p:spPr>
            <a:xfrm>
              <a:off x="1194809" y="4361520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1194809" y="4160186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194809" y="3958851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194809" y="3757517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194809" y="3556182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tx253"/>
            <p:cNvSpPr/>
            <p:nvPr/>
          </p:nvSpPr>
          <p:spPr>
            <a:xfrm>
              <a:off x="3887844" y="4948148"/>
              <a:ext cx="927008" cy="921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Observed value</a:t>
              </a:r>
            </a:p>
          </p:txBody>
        </p:sp>
        <p:sp>
          <p:nvSpPr>
            <p:cNvPr id="254" name="tx254"/>
            <p:cNvSpPr/>
            <p:nvPr/>
          </p:nvSpPr>
          <p:spPr>
            <a:xfrm rot="-5400000">
              <a:off x="518972" y="3096886"/>
              <a:ext cx="629410" cy="115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Frequency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1225808" y="1474019"/>
              <a:ext cx="4329256" cy="140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Continuous-trait distributions before phylogenetic modelling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725946" y="1409026"/>
              <a:ext cx="76281" cy="743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257" name="rc257"/>
            <p:cNvSpPr/>
            <p:nvPr/>
          </p:nvSpPr>
          <p:spPr>
            <a:xfrm>
              <a:off x="8108043" y="1899618"/>
              <a:ext cx="6251079" cy="25098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8515722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9195187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9874652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0554117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1233583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11913048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12592513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13271978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13951443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10309510" y="3534804"/>
              <a:ext cx="489214" cy="760551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12347906" y="3534804"/>
              <a:ext cx="489214" cy="760551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9630045" y="3053121"/>
              <a:ext cx="489214" cy="1242234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8271114" y="2013700"/>
              <a:ext cx="489214" cy="2281654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13706836" y="4295355"/>
              <a:ext cx="489214" cy="0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8950580" y="3053121"/>
              <a:ext cx="489214" cy="1242234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13027371" y="3534804"/>
              <a:ext cx="489214" cy="760551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10988975" y="3534804"/>
              <a:ext cx="489214" cy="760551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11668440" y="3534804"/>
              <a:ext cx="489214" cy="760551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8108043" y="1899618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tx277"/>
            <p:cNvSpPr/>
            <p:nvPr/>
          </p:nvSpPr>
          <p:spPr>
            <a:xfrm>
              <a:off x="7900187" y="4254267"/>
              <a:ext cx="149780" cy="78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7900187" y="3777654"/>
              <a:ext cx="149780" cy="78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5%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7842552" y="3301042"/>
              <a:ext cx="207415" cy="78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7842552" y="2824430"/>
              <a:ext cx="207415" cy="78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7842552" y="2347817"/>
              <a:ext cx="207415" cy="78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7842552" y="1871205"/>
              <a:ext cx="207415" cy="78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283" name="pl283"/>
            <p:cNvSpPr/>
            <p:nvPr/>
          </p:nvSpPr>
          <p:spPr>
            <a:xfrm>
              <a:off x="8075779" y="429535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8075779" y="381874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8075779" y="334213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8075779" y="286551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8075779" y="238890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8075779" y="191229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8108043" y="4409438"/>
              <a:ext cx="6251079" cy="0"/>
            </a:xfrm>
            <a:custGeom>
              <a:avLst/>
              <a:pathLst>
                <a:path w="6251079" h="0">
                  <a:moveTo>
                    <a:pt x="0" y="0"/>
                  </a:moveTo>
                  <a:lnTo>
                    <a:pt x="6251079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8515722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9195187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9874652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10554117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11233583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11913048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2592513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13271978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13951443" y="440943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tx299"/>
            <p:cNvSpPr/>
            <p:nvPr/>
          </p:nvSpPr>
          <p:spPr>
            <a:xfrm rot="-1200000">
              <a:off x="8036433" y="4549495"/>
              <a:ext cx="506825" cy="767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Clutch size</a:t>
              </a:r>
            </a:p>
          </p:txBody>
        </p:sp>
        <p:sp>
          <p:nvSpPr>
            <p:cNvPr id="300" name="tx300"/>
            <p:cNvSpPr/>
            <p:nvPr/>
          </p:nvSpPr>
          <p:spPr>
            <a:xfrm rot="-1200000">
              <a:off x="8712601" y="4530797"/>
              <a:ext cx="506825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Endemicity</a:t>
              </a:r>
            </a:p>
          </p:txBody>
        </p:sp>
        <p:sp>
          <p:nvSpPr>
            <p:cNvPr id="301" name="tx301"/>
            <p:cNvSpPr/>
            <p:nvPr/>
          </p:nvSpPr>
          <p:spPr>
            <a:xfrm rot="-1200000">
              <a:off x="8855550" y="4624134"/>
              <a:ext cx="1059799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Range size (provinces)</a:t>
              </a:r>
            </a:p>
          </p:txBody>
        </p:sp>
        <p:sp>
          <p:nvSpPr>
            <p:cNvPr id="302" name="tx302"/>
            <p:cNvSpPr/>
            <p:nvPr/>
          </p:nvSpPr>
          <p:spPr>
            <a:xfrm rot="-1200000">
              <a:off x="10065936" y="4531783"/>
              <a:ext cx="512593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Body mass</a:t>
              </a:r>
            </a:p>
          </p:txBody>
        </p:sp>
        <p:sp>
          <p:nvSpPr>
            <p:cNvPr id="303" name="tx303"/>
            <p:cNvSpPr/>
            <p:nvPr/>
          </p:nvSpPr>
          <p:spPr>
            <a:xfrm rot="-1200000">
              <a:off x="10823530" y="4518007"/>
              <a:ext cx="432036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Diet guild</a:t>
              </a:r>
            </a:p>
          </p:txBody>
        </p:sp>
        <p:sp>
          <p:nvSpPr>
            <p:cNvPr id="304" name="tx304"/>
            <p:cNvSpPr/>
            <p:nvPr/>
          </p:nvSpPr>
          <p:spPr>
            <a:xfrm rot="-1200000">
              <a:off x="11109936" y="4607909"/>
              <a:ext cx="840947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Forest association</a:t>
              </a:r>
            </a:p>
          </p:txBody>
        </p:sp>
        <p:sp>
          <p:nvSpPr>
            <p:cNvPr id="305" name="tx305"/>
            <p:cNvSpPr/>
            <p:nvPr/>
          </p:nvSpPr>
          <p:spPr>
            <a:xfrm rot="-1200000">
              <a:off x="12409828" y="4499725"/>
              <a:ext cx="201444" cy="74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HWI</a:t>
              </a:r>
            </a:p>
          </p:txBody>
        </p:sp>
        <p:sp>
          <p:nvSpPr>
            <p:cNvPr id="306" name="tx306"/>
            <p:cNvSpPr/>
            <p:nvPr/>
          </p:nvSpPr>
          <p:spPr>
            <a:xfrm rot="-1200000">
              <a:off x="12610658" y="4562312"/>
              <a:ext cx="691116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Migration class</a:t>
              </a:r>
            </a:p>
          </p:txBody>
        </p:sp>
        <p:sp>
          <p:nvSpPr>
            <p:cNvPr id="307" name="tx307"/>
            <p:cNvSpPr/>
            <p:nvPr/>
          </p:nvSpPr>
          <p:spPr>
            <a:xfrm rot="-1200000">
              <a:off x="13468493" y="4529596"/>
              <a:ext cx="506977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Congeners</a:t>
              </a:r>
            </a:p>
          </p:txBody>
        </p:sp>
        <p:sp>
          <p:nvSpPr>
            <p:cNvPr id="308" name="tx308"/>
            <p:cNvSpPr/>
            <p:nvPr/>
          </p:nvSpPr>
          <p:spPr>
            <a:xfrm rot="-5400000">
              <a:off x="7136560" y="3094533"/>
              <a:ext cx="1172944" cy="119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Missing proportion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8108043" y="1467544"/>
              <a:ext cx="1730592" cy="1435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Trait missingness audit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7603413" y="1381698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311" name="rc311"/>
            <p:cNvSpPr/>
            <p:nvPr/>
          </p:nvSpPr>
          <p:spPr>
            <a:xfrm>
              <a:off x="663949" y="5130998"/>
              <a:ext cx="6805738" cy="4263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07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7469687" y="5130998"/>
              <a:ext cx="6953963" cy="4263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1225808" y="6204314"/>
              <a:ext cx="1498972" cy="25098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1398766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1687030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1975294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2263558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2551822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1294991" y="7534643"/>
              <a:ext cx="207550" cy="1065408"/>
            </a:xfrm>
            <a:prstGeom prst="rect">
              <a:avLst/>
            </a:prstGeom>
            <a:solidFill>
              <a:srgbClr val="15803D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1583255" y="8147539"/>
              <a:ext cx="207550" cy="452512"/>
            </a:xfrm>
            <a:prstGeom prst="rect">
              <a:avLst/>
            </a:prstGeom>
            <a:solidFill>
              <a:srgbClr val="15803D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1871519" y="8496947"/>
              <a:ext cx="207550" cy="103104"/>
            </a:xfrm>
            <a:prstGeom prst="rect">
              <a:avLst/>
            </a:prstGeom>
            <a:solidFill>
              <a:srgbClr val="15803D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2159783" y="8325107"/>
              <a:ext cx="207550" cy="274944"/>
            </a:xfrm>
            <a:prstGeom prst="rect">
              <a:avLst/>
            </a:prstGeom>
            <a:solidFill>
              <a:srgbClr val="15803D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2448047" y="8069256"/>
              <a:ext cx="207550" cy="530794"/>
            </a:xfrm>
            <a:prstGeom prst="rect">
              <a:avLst/>
            </a:prstGeom>
            <a:solidFill>
              <a:srgbClr val="15803D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2786778" y="6204314"/>
              <a:ext cx="1498972" cy="25098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3195588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3876939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2950302" y="6318397"/>
              <a:ext cx="490572" cy="2281654"/>
            </a:xfrm>
            <a:prstGeom prst="rect">
              <a:avLst/>
            </a:prstGeom>
            <a:solidFill>
              <a:srgbClr val="C2410C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3631653" y="8454942"/>
              <a:ext cx="490572" cy="145109"/>
            </a:xfrm>
            <a:prstGeom prst="rect">
              <a:avLst/>
            </a:prstGeom>
            <a:solidFill>
              <a:srgbClr val="C2410C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4347748" y="6204314"/>
              <a:ext cx="1498972" cy="25098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4756558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5437909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4511272" y="7336072"/>
              <a:ext cx="490572" cy="1263979"/>
            </a:xfrm>
            <a:prstGeom prst="rect">
              <a:avLst/>
            </a:prstGeom>
            <a:solidFill>
              <a:srgbClr val="166534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5192623" y="7437267"/>
              <a:ext cx="490572" cy="1162784"/>
            </a:xfrm>
            <a:prstGeom prst="rect">
              <a:avLst/>
            </a:prstGeom>
            <a:solidFill>
              <a:srgbClr val="166534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5908717" y="6204314"/>
              <a:ext cx="1498972" cy="25098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6189775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6658204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7126632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6021140" y="7456360"/>
              <a:ext cx="337268" cy="1143691"/>
            </a:xfrm>
            <a:prstGeom prst="rect">
              <a:avLst/>
            </a:prstGeom>
            <a:solidFill>
              <a:srgbClr val="4F46E5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6489569" y="8122718"/>
              <a:ext cx="337268" cy="477333"/>
            </a:xfrm>
            <a:prstGeom prst="rect">
              <a:avLst/>
            </a:prstGeom>
            <a:solidFill>
              <a:srgbClr val="4F46E5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6957998" y="7794312"/>
              <a:ext cx="337268" cy="805739"/>
            </a:xfrm>
            <a:prstGeom prst="rect">
              <a:avLst/>
            </a:prstGeom>
            <a:solidFill>
              <a:srgbClr val="4F46E5">
                <a:alpha val="100000"/>
              </a:srgbClr>
            </a:solidFill>
            <a:ln w="1207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1225808" y="6012891"/>
              <a:ext cx="1498972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tx342"/>
            <p:cNvSpPr/>
            <p:nvPr/>
          </p:nvSpPr>
          <p:spPr>
            <a:xfrm>
              <a:off x="1881244" y="6071799"/>
              <a:ext cx="188099" cy="724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Diet</a:t>
              </a:r>
            </a:p>
          </p:txBody>
        </p:sp>
        <p:sp>
          <p:nvSpPr>
            <p:cNvPr id="343" name="rc343"/>
            <p:cNvSpPr/>
            <p:nvPr/>
          </p:nvSpPr>
          <p:spPr>
            <a:xfrm>
              <a:off x="2786778" y="6012891"/>
              <a:ext cx="1498972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tx344"/>
            <p:cNvSpPr/>
            <p:nvPr/>
          </p:nvSpPr>
          <p:spPr>
            <a:xfrm>
              <a:off x="3270668" y="6052012"/>
              <a:ext cx="531191" cy="92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Endemicity</a:t>
              </a:r>
            </a:p>
          </p:txBody>
        </p:sp>
        <p:sp>
          <p:nvSpPr>
            <p:cNvPr id="345" name="rc345"/>
            <p:cNvSpPr/>
            <p:nvPr/>
          </p:nvSpPr>
          <p:spPr>
            <a:xfrm>
              <a:off x="4347748" y="6012891"/>
              <a:ext cx="1498972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tx346"/>
            <p:cNvSpPr/>
            <p:nvPr/>
          </p:nvSpPr>
          <p:spPr>
            <a:xfrm>
              <a:off x="4657345" y="6071799"/>
              <a:ext cx="879776" cy="724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Forest association</a:t>
              </a:r>
            </a:p>
          </p:txBody>
        </p:sp>
        <p:sp>
          <p:nvSpPr>
            <p:cNvPr id="347" name="rc347"/>
            <p:cNvSpPr/>
            <p:nvPr/>
          </p:nvSpPr>
          <p:spPr>
            <a:xfrm>
              <a:off x="5908717" y="6012891"/>
              <a:ext cx="1498972" cy="19142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tx348"/>
            <p:cNvSpPr/>
            <p:nvPr/>
          </p:nvSpPr>
          <p:spPr>
            <a:xfrm>
              <a:off x="6434200" y="6052012"/>
              <a:ext cx="448007" cy="92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Migration</a:t>
              </a:r>
            </a:p>
          </p:txBody>
        </p:sp>
        <p:sp>
          <p:nvSpPr>
            <p:cNvPr id="349" name="pl349"/>
            <p:cNvSpPr/>
            <p:nvPr/>
          </p:nvSpPr>
          <p:spPr>
            <a:xfrm>
              <a:off x="1225808" y="8714134"/>
              <a:ext cx="1498972" cy="0"/>
            </a:xfrm>
            <a:custGeom>
              <a:avLst/>
              <a:pathLst>
                <a:path w="1498972" h="0">
                  <a:moveTo>
                    <a:pt x="0" y="0"/>
                  </a:moveTo>
                  <a:lnTo>
                    <a:pt x="1498972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1398766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1687030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1975294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2263558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2551822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tx355"/>
            <p:cNvSpPr/>
            <p:nvPr/>
          </p:nvSpPr>
          <p:spPr>
            <a:xfrm rot="-1080000">
              <a:off x="891264" y="8849146"/>
              <a:ext cx="531337" cy="724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Invertebrate</a:t>
              </a:r>
            </a:p>
          </p:txBody>
        </p:sp>
        <p:sp>
          <p:nvSpPr>
            <p:cNvPr id="356" name="tx356"/>
            <p:cNvSpPr/>
            <p:nvPr/>
          </p:nvSpPr>
          <p:spPr>
            <a:xfrm rot="-1080000">
              <a:off x="1276646" y="8832451"/>
              <a:ext cx="431574" cy="73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Omnivore</a:t>
              </a:r>
            </a:p>
          </p:txBody>
        </p:sp>
        <p:sp>
          <p:nvSpPr>
            <p:cNvPr id="357" name="tx357"/>
            <p:cNvSpPr/>
            <p:nvPr/>
          </p:nvSpPr>
          <p:spPr>
            <a:xfrm rot="-1080000">
              <a:off x="1465009" y="8830966"/>
              <a:ext cx="531240" cy="910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Fruit_nectar</a:t>
              </a:r>
            </a:p>
          </p:txBody>
        </p:sp>
        <p:sp>
          <p:nvSpPr>
            <p:cNvPr id="358" name="tx358"/>
            <p:cNvSpPr/>
            <p:nvPr/>
          </p:nvSpPr>
          <p:spPr>
            <a:xfrm rot="-1080000">
              <a:off x="1785476" y="8825865"/>
              <a:ext cx="498228" cy="910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Plant_seed</a:t>
              </a:r>
            </a:p>
          </p:txBody>
        </p:sp>
        <p:sp>
          <p:nvSpPr>
            <p:cNvPr id="359" name="tx359"/>
            <p:cNvSpPr/>
            <p:nvPr/>
          </p:nvSpPr>
          <p:spPr>
            <a:xfrm rot="-1080000">
              <a:off x="1738998" y="8878883"/>
              <a:ext cx="841369" cy="910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Vertebrate_aquatic</a:t>
              </a:r>
            </a:p>
          </p:txBody>
        </p:sp>
        <p:sp>
          <p:nvSpPr>
            <p:cNvPr id="360" name="pl360"/>
            <p:cNvSpPr/>
            <p:nvPr/>
          </p:nvSpPr>
          <p:spPr>
            <a:xfrm>
              <a:off x="2786778" y="8714134"/>
              <a:ext cx="1498972" cy="0"/>
            </a:xfrm>
            <a:custGeom>
              <a:avLst/>
              <a:pathLst>
                <a:path w="1498972" h="0">
                  <a:moveTo>
                    <a:pt x="0" y="0"/>
                  </a:moveTo>
                  <a:lnTo>
                    <a:pt x="1498972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3195588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3876939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tx363"/>
            <p:cNvSpPr/>
            <p:nvPr/>
          </p:nvSpPr>
          <p:spPr>
            <a:xfrm rot="-1080000">
              <a:off x="2604203" y="8843811"/>
              <a:ext cx="614375" cy="910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Non_endemic</a:t>
              </a:r>
            </a:p>
          </p:txBody>
        </p:sp>
        <p:sp>
          <p:nvSpPr>
            <p:cNvPr id="364" name="tx364"/>
            <p:cNvSpPr/>
            <p:nvPr/>
          </p:nvSpPr>
          <p:spPr>
            <a:xfrm rot="-1080000">
              <a:off x="3509870" y="8826903"/>
              <a:ext cx="387381" cy="724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Endemic</a:t>
              </a:r>
            </a:p>
          </p:txBody>
        </p:sp>
        <p:sp>
          <p:nvSpPr>
            <p:cNvPr id="365" name="pl365"/>
            <p:cNvSpPr/>
            <p:nvPr/>
          </p:nvSpPr>
          <p:spPr>
            <a:xfrm>
              <a:off x="4347748" y="8714134"/>
              <a:ext cx="1498972" cy="0"/>
            </a:xfrm>
            <a:custGeom>
              <a:avLst/>
              <a:pathLst>
                <a:path w="1498972" h="0">
                  <a:moveTo>
                    <a:pt x="0" y="0"/>
                  </a:moveTo>
                  <a:lnTo>
                    <a:pt x="1498972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4756558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5437909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 rot="-1080000">
              <a:off x="4289197" y="8822952"/>
              <a:ext cx="487046" cy="922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Non_forest</a:t>
              </a:r>
            </a:p>
          </p:txBody>
        </p:sp>
        <p:sp>
          <p:nvSpPr>
            <p:cNvPr id="369" name="tx369"/>
            <p:cNvSpPr/>
            <p:nvPr/>
          </p:nvSpPr>
          <p:spPr>
            <a:xfrm rot="-1080000">
              <a:off x="4792608" y="8851184"/>
              <a:ext cx="669458" cy="92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Forest_primary</a:t>
              </a:r>
            </a:p>
          </p:txBody>
        </p:sp>
        <p:sp>
          <p:nvSpPr>
            <p:cNvPr id="370" name="pl370"/>
            <p:cNvSpPr/>
            <p:nvPr/>
          </p:nvSpPr>
          <p:spPr>
            <a:xfrm>
              <a:off x="5908717" y="8714134"/>
              <a:ext cx="1498972" cy="0"/>
            </a:xfrm>
            <a:custGeom>
              <a:avLst/>
              <a:pathLst>
                <a:path w="1498972" h="0">
                  <a:moveTo>
                    <a:pt x="0" y="0"/>
                  </a:moveTo>
                  <a:lnTo>
                    <a:pt x="1498972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6189775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6658204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7126632" y="8714134"/>
              <a:ext cx="0" cy="30998"/>
            </a:xfrm>
            <a:custGeom>
              <a:avLst/>
              <a:pathLst>
                <a:path w="0" h="30998">
                  <a:moveTo>
                    <a:pt x="0" y="30998"/>
                  </a:moveTo>
                  <a:lnTo>
                    <a:pt x="0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tx374"/>
            <p:cNvSpPr/>
            <p:nvPr/>
          </p:nvSpPr>
          <p:spPr>
            <a:xfrm rot="-1080000">
              <a:off x="5614609" y="8841242"/>
              <a:ext cx="597748" cy="910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Resident_low</a:t>
              </a:r>
            </a:p>
          </p:txBody>
        </p:sp>
        <p:sp>
          <p:nvSpPr>
            <p:cNvPr id="375" name="tx375"/>
            <p:cNvSpPr/>
            <p:nvPr/>
          </p:nvSpPr>
          <p:spPr>
            <a:xfrm rot="-1080000">
              <a:off x="6012760" y="8851206"/>
              <a:ext cx="669604" cy="92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Partial_migrant</a:t>
              </a:r>
            </a:p>
          </p:txBody>
        </p:sp>
        <p:sp>
          <p:nvSpPr>
            <p:cNvPr id="376" name="tx376"/>
            <p:cNvSpPr/>
            <p:nvPr/>
          </p:nvSpPr>
          <p:spPr>
            <a:xfrm rot="-1080000">
              <a:off x="6124630" y="8907680"/>
              <a:ext cx="1035108" cy="92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Long_distance_migrant</a:t>
              </a:r>
            </a:p>
          </p:txBody>
        </p:sp>
        <p:sp>
          <p:nvSpPr>
            <p:cNvPr id="377" name="pl377"/>
            <p:cNvSpPr/>
            <p:nvPr/>
          </p:nvSpPr>
          <p:spPr>
            <a:xfrm>
              <a:off x="1225808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</a:path>
              </a:pathLst>
            </a:custGeom>
            <a:ln w="12072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tx378"/>
            <p:cNvSpPr/>
            <p:nvPr/>
          </p:nvSpPr>
          <p:spPr>
            <a:xfrm>
              <a:off x="1114635" y="8562908"/>
              <a:ext cx="5537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1003885" y="8085574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1003885" y="7608241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1003885" y="7130907"/>
              <a:ext cx="166124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948510" y="6653573"/>
              <a:ext cx="221499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948510" y="6176240"/>
              <a:ext cx="221499" cy="727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1250</a:t>
              </a:r>
            </a:p>
          </p:txBody>
        </p:sp>
        <p:sp>
          <p:nvSpPr>
            <p:cNvPr id="384" name="pl384"/>
            <p:cNvSpPr/>
            <p:nvPr/>
          </p:nvSpPr>
          <p:spPr>
            <a:xfrm>
              <a:off x="1194809" y="8600051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1194809" y="8122718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1194809" y="7645384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1194809" y="7168051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1194809" y="6690717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1194809" y="6213383"/>
              <a:ext cx="30998" cy="0"/>
            </a:xfrm>
            <a:custGeom>
              <a:avLst/>
              <a:pathLst>
                <a:path w="30998" h="0">
                  <a:moveTo>
                    <a:pt x="0" y="0"/>
                  </a:moveTo>
                  <a:lnTo>
                    <a:pt x="30998" y="0"/>
                  </a:lnTo>
                </a:path>
              </a:pathLst>
            </a:custGeom>
            <a:ln w="12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tx390"/>
            <p:cNvSpPr/>
            <p:nvPr/>
          </p:nvSpPr>
          <p:spPr>
            <a:xfrm rot="-5400000">
              <a:off x="411832" y="7401643"/>
              <a:ext cx="843812" cy="115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Species count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1225808" y="5301148"/>
              <a:ext cx="2656649" cy="140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Categorical-trait frequency screening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725946" y="5236154"/>
              <a:ext cx="76281" cy="743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393" name="rc393"/>
            <p:cNvSpPr/>
            <p:nvPr/>
          </p:nvSpPr>
          <p:spPr>
            <a:xfrm>
              <a:off x="8177240" y="6204314"/>
              <a:ext cx="6181881" cy="25098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8458235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9735483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11012732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12289980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13567228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8458235" y="6318397"/>
              <a:ext cx="5619892" cy="2281645"/>
            </a:xfrm>
            <a:custGeom>
              <a:avLst/>
              <a:pathLst>
                <a:path w="5619892" h="2281645">
                  <a:moveTo>
                    <a:pt x="0" y="2281645"/>
                  </a:moveTo>
                  <a:lnTo>
                    <a:pt x="2171322" y="2281636"/>
                  </a:lnTo>
                  <a:lnTo>
                    <a:pt x="2426771" y="2281645"/>
                  </a:lnTo>
                  <a:lnTo>
                    <a:pt x="2554496" y="2281626"/>
                  </a:lnTo>
                  <a:lnTo>
                    <a:pt x="2682221" y="2281645"/>
                  </a:lnTo>
                  <a:lnTo>
                    <a:pt x="2809946" y="2280059"/>
                  </a:lnTo>
                  <a:lnTo>
                    <a:pt x="2937671" y="2270682"/>
                  </a:lnTo>
                  <a:lnTo>
                    <a:pt x="3065396" y="2270738"/>
                  </a:lnTo>
                  <a:lnTo>
                    <a:pt x="3193120" y="2263920"/>
                  </a:lnTo>
                  <a:lnTo>
                    <a:pt x="3320845" y="2258105"/>
                  </a:lnTo>
                  <a:lnTo>
                    <a:pt x="3448570" y="2250472"/>
                  </a:lnTo>
                  <a:lnTo>
                    <a:pt x="3576295" y="2247838"/>
                  </a:lnTo>
                  <a:lnTo>
                    <a:pt x="3704020" y="2245380"/>
                  </a:lnTo>
                  <a:lnTo>
                    <a:pt x="3831745" y="2248914"/>
                  </a:lnTo>
                  <a:lnTo>
                    <a:pt x="3959469" y="2250954"/>
                  </a:lnTo>
                  <a:lnTo>
                    <a:pt x="4087194" y="2252141"/>
                  </a:lnTo>
                  <a:lnTo>
                    <a:pt x="4214919" y="2249516"/>
                  </a:lnTo>
                  <a:lnTo>
                    <a:pt x="4342644" y="2272787"/>
                  </a:lnTo>
                  <a:lnTo>
                    <a:pt x="4470369" y="2229000"/>
                  </a:lnTo>
                  <a:lnTo>
                    <a:pt x="4598094" y="2234732"/>
                  </a:lnTo>
                  <a:lnTo>
                    <a:pt x="4725818" y="2232163"/>
                  </a:lnTo>
                  <a:lnTo>
                    <a:pt x="4853543" y="2188135"/>
                  </a:lnTo>
                  <a:lnTo>
                    <a:pt x="4981268" y="2198968"/>
                  </a:lnTo>
                  <a:lnTo>
                    <a:pt x="5108993" y="2063590"/>
                  </a:lnTo>
                  <a:lnTo>
                    <a:pt x="5236718" y="1721325"/>
                  </a:lnTo>
                  <a:lnTo>
                    <a:pt x="5364443" y="1311000"/>
                  </a:lnTo>
                  <a:lnTo>
                    <a:pt x="5492167" y="348321"/>
                  </a:lnTo>
                  <a:lnTo>
                    <a:pt x="5619892" y="0"/>
                  </a:lnTo>
                </a:path>
              </a:pathLst>
            </a:custGeom>
            <a:ln w="28456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8458235" y="8349163"/>
              <a:ext cx="5619892" cy="250888"/>
            </a:xfrm>
            <a:custGeom>
              <a:avLst/>
              <a:pathLst>
                <a:path w="5619892" h="250888">
                  <a:moveTo>
                    <a:pt x="0" y="250888"/>
                  </a:moveTo>
                  <a:lnTo>
                    <a:pt x="2171322" y="250878"/>
                  </a:lnTo>
                  <a:lnTo>
                    <a:pt x="2426771" y="250888"/>
                  </a:lnTo>
                  <a:lnTo>
                    <a:pt x="2554496" y="250878"/>
                  </a:lnTo>
                  <a:lnTo>
                    <a:pt x="2682221" y="250878"/>
                  </a:lnTo>
                  <a:lnTo>
                    <a:pt x="2809946" y="250072"/>
                  </a:lnTo>
                  <a:lnTo>
                    <a:pt x="2937671" y="248523"/>
                  </a:lnTo>
                  <a:lnTo>
                    <a:pt x="3065396" y="248281"/>
                  </a:lnTo>
                  <a:lnTo>
                    <a:pt x="3193120" y="247521"/>
                  </a:lnTo>
                  <a:lnTo>
                    <a:pt x="3320845" y="246380"/>
                  </a:lnTo>
                  <a:lnTo>
                    <a:pt x="3448570" y="245527"/>
                  </a:lnTo>
                  <a:lnTo>
                    <a:pt x="3576295" y="244321"/>
                  </a:lnTo>
                  <a:lnTo>
                    <a:pt x="3704020" y="243236"/>
                  </a:lnTo>
                  <a:lnTo>
                    <a:pt x="3831745" y="243653"/>
                  </a:lnTo>
                  <a:lnTo>
                    <a:pt x="3959469" y="242512"/>
                  </a:lnTo>
                  <a:lnTo>
                    <a:pt x="4087194" y="243338"/>
                  </a:lnTo>
                  <a:lnTo>
                    <a:pt x="4214919" y="241780"/>
                  </a:lnTo>
                  <a:lnTo>
                    <a:pt x="4342644" y="248059"/>
                  </a:lnTo>
                  <a:lnTo>
                    <a:pt x="4470369" y="240695"/>
                  </a:lnTo>
                  <a:lnTo>
                    <a:pt x="4598094" y="241715"/>
                  </a:lnTo>
                  <a:lnTo>
                    <a:pt x="4725818" y="240991"/>
                  </a:lnTo>
                  <a:lnTo>
                    <a:pt x="4853543" y="235371"/>
                  </a:lnTo>
                  <a:lnTo>
                    <a:pt x="4981268" y="234499"/>
                  </a:lnTo>
                  <a:lnTo>
                    <a:pt x="5108993" y="222469"/>
                  </a:lnTo>
                  <a:lnTo>
                    <a:pt x="5236718" y="188402"/>
                  </a:lnTo>
                  <a:lnTo>
                    <a:pt x="5364443" y="175529"/>
                  </a:lnTo>
                  <a:lnTo>
                    <a:pt x="5492167" y="61354"/>
                  </a:lnTo>
                  <a:lnTo>
                    <a:pt x="5619892" y="0"/>
                  </a:lnTo>
                </a:path>
              </a:pathLst>
            </a:custGeom>
            <a:ln w="28456" cap="flat">
              <a:solidFill>
                <a:srgbClr val="33A02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8177240" y="6204314"/>
              <a:ext cx="0" cy="2509820"/>
            </a:xfrm>
            <a:custGeom>
              <a:avLst/>
              <a:pathLst>
                <a:path w="0" h="2509820">
                  <a:moveTo>
                    <a:pt x="0" y="2509820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tx402"/>
            <p:cNvSpPr/>
            <p:nvPr/>
          </p:nvSpPr>
          <p:spPr>
            <a:xfrm>
              <a:off x="8061530" y="856140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7830989" y="8097652"/>
              <a:ext cx="28817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50000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7773354" y="7633903"/>
              <a:ext cx="345811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100000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7773354" y="7170154"/>
              <a:ext cx="345811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150000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7773354" y="6706405"/>
              <a:ext cx="345811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200000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7773354" y="6242656"/>
              <a:ext cx="345811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250000</a:t>
              </a:r>
            </a:p>
          </p:txBody>
        </p:sp>
        <p:sp>
          <p:nvSpPr>
            <p:cNvPr id="408" name="pl408"/>
            <p:cNvSpPr/>
            <p:nvPr/>
          </p:nvSpPr>
          <p:spPr>
            <a:xfrm>
              <a:off x="8144976" y="860006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8144976" y="813631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8144976" y="767256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8144976" y="720881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8144976" y="674506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8144976" y="628131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8177240" y="8714134"/>
              <a:ext cx="6181881" cy="0"/>
            </a:xfrm>
            <a:custGeom>
              <a:avLst/>
              <a:pathLst>
                <a:path w="6181881" h="0">
                  <a:moveTo>
                    <a:pt x="0" y="0"/>
                  </a:moveTo>
                  <a:lnTo>
                    <a:pt x="6181881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8458235" y="87141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9735483" y="87141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11012732" y="87141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12289980" y="87141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13567228" y="87141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tx420"/>
            <p:cNvSpPr/>
            <p:nvPr/>
          </p:nvSpPr>
          <p:spPr>
            <a:xfrm>
              <a:off x="8342965" y="8770641"/>
              <a:ext cx="23054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1980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9620213" y="8770641"/>
              <a:ext cx="23054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1990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10897461" y="8770641"/>
              <a:ext cx="23054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12174710" y="8770641"/>
              <a:ext cx="23054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2010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13451958" y="8770641"/>
              <a:ext cx="23054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11127730" y="9208257"/>
              <a:ext cx="280901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  <p:sp>
          <p:nvSpPr>
            <p:cNvPr id="426" name="tx426"/>
            <p:cNvSpPr/>
            <p:nvPr/>
          </p:nvSpPr>
          <p:spPr>
            <a:xfrm rot="-5400000">
              <a:off x="7292507" y="7412101"/>
              <a:ext cx="748397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Annual total</a:t>
              </a:r>
            </a:p>
          </p:txBody>
        </p:sp>
        <p:sp>
          <p:nvSpPr>
            <p:cNvPr id="427" name="pl427"/>
            <p:cNvSpPr/>
            <p:nvPr/>
          </p:nvSpPr>
          <p:spPr>
            <a:xfrm>
              <a:off x="10426648" y="570957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11368514" y="570957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33A02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9" name="tx429"/>
            <p:cNvSpPr/>
            <p:nvPr/>
          </p:nvSpPr>
          <p:spPr>
            <a:xfrm>
              <a:off x="10688687" y="5651893"/>
              <a:ext cx="593353" cy="947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Report count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11630553" y="5671223"/>
              <a:ext cx="501107" cy="754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User count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8177240" y="5292780"/>
              <a:ext cx="2126339" cy="1454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Effort coverage through time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7534215" y="5208827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2026-04-01T18:15:34Z</dcterms:modified>
</cp:coreProperties>
</file>