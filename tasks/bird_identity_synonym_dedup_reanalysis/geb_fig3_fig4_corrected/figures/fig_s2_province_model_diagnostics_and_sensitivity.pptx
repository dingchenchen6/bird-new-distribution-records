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325721"/>
            <a:ext cx="12984480" cy="8046720"/>
            <a:chOff x="1051560" y="1325721"/>
            <a:chExt cx="12984480" cy="8046720"/>
          </a:xfrm>
        </p:grpSpPr>
        <p:sp>
          <p:nvSpPr>
            <p:cNvPr id="3" name="rc3"/>
            <p:cNvSpPr/>
            <p:nvPr/>
          </p:nvSpPr>
          <p:spPr>
            <a:xfrm>
              <a:off x="1051560" y="1325721"/>
              <a:ext cx="12984480" cy="8046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325721"/>
              <a:ext cx="12984480" cy="8046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21149" y="1395310"/>
              <a:ext cx="6444720" cy="37149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65869" y="1395310"/>
              <a:ext cx="6400581" cy="37149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619175" y="1799635"/>
              <a:ext cx="5882166" cy="293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4080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323881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303682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369821" y="3208043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6205278" y="3804960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4499633" y="3983841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648177" y="4308217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726887" y="3429361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481870" y="4571838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109165" y="3527443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178826" y="345138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544587" y="2378932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186475" y="433011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20920" y="4249892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289025" y="337730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356762" y="361857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227095" y="3142522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17839" y="3580662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70495" y="357762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210840" y="3828923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327592" y="3437485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423898" y="3087651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396810" y="3991975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236129" y="3148105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422509" y="3671042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199985" y="3531191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293937" y="440834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08951" y="3875145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924348" y="1899279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852562" y="2727555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846657" y="3307104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611406" y="3331605"/>
              <a:ext cx="67968" cy="67968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345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619175" y="3585854"/>
              <a:ext cx="5882166" cy="0"/>
            </a:xfrm>
            <a:custGeom>
              <a:avLst/>
              <a:pathLst>
                <a:path w="5882166" h="0">
                  <a:moveTo>
                    <a:pt x="0" y="0"/>
                  </a:moveTo>
                  <a:lnTo>
                    <a:pt x="5882166" y="0"/>
                  </a:lnTo>
                  <a:lnTo>
                    <a:pt x="5882166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619175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468954" y="4132853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03464" y="3547195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03464" y="2964067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503464" y="2379674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503464" y="1793966"/>
              <a:ext cx="5763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1586910" y="417024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586910" y="358585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86910" y="300146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586910" y="241706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910" y="183267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619175" y="4739450"/>
              <a:ext cx="5882166" cy="0"/>
            </a:xfrm>
            <a:custGeom>
              <a:avLst/>
              <a:pathLst>
                <a:path w="5882166" h="0">
                  <a:moveTo>
                    <a:pt x="0" y="0"/>
                  </a:moveTo>
                  <a:lnTo>
                    <a:pt x="5882166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344080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323881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03682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315263" y="4797221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295064" y="4797525"/>
              <a:ext cx="57635" cy="74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274865" y="4795956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164332" y="4924262"/>
              <a:ext cx="791851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Fitted values</a:t>
              </a:r>
            </a:p>
          </p:txBody>
        </p:sp>
        <p:sp>
          <p:nvSpPr>
            <p:cNvPr id="60" name="tx60"/>
            <p:cNvSpPr/>
            <p:nvPr/>
          </p:nvSpPr>
          <p:spPr>
            <a:xfrm rot="-5400000">
              <a:off x="600448" y="3221566"/>
              <a:ext cx="1418172" cy="95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Standardized residuals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1619175" y="1561026"/>
              <a:ext cx="2359203" cy="14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Province model residual pattern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1185677" y="149953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8019756" y="1799635"/>
              <a:ext cx="5882166" cy="293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431766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9696303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0960839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2225376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3489913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258564" y="4577258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873153" y="4413764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9206829" y="433553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9450812" y="4313637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9649405" y="4255313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9820536" y="399739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9973387" y="3989261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0113357" y="388056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0243936" y="3834343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0367548" y="3810380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0485978" y="3676462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0600609" y="3623994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0712574" y="3586082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0822838" y="358304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0932275" y="3536611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1041713" y="3532863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1151977" y="3456804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1263942" y="344290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1378573" y="3434781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1497003" y="3382724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1620615" y="333702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1751194" y="331252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1891164" y="3213463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2044015" y="315352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2215146" y="3147943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2413739" y="3093071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2657721" y="2732975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2991398" y="2384352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3605987" y="1904699"/>
              <a:ext cx="57127" cy="57127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345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019756" y="2645731"/>
              <a:ext cx="5882166" cy="1958755"/>
            </a:xfrm>
            <a:custGeom>
              <a:avLst/>
              <a:pathLst>
                <a:path w="5882166" h="1958755">
                  <a:moveTo>
                    <a:pt x="0" y="1958755"/>
                  </a:moveTo>
                  <a:lnTo>
                    <a:pt x="5882166" y="0"/>
                  </a:lnTo>
                </a:path>
              </a:pathLst>
            </a:custGeom>
            <a:ln w="1256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019756" y="1799635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7869536" y="4132853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904046" y="3547195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904046" y="2964067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904046" y="2379674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904046" y="1793966"/>
              <a:ext cx="5763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5" name="pl105"/>
            <p:cNvSpPr/>
            <p:nvPr/>
          </p:nvSpPr>
          <p:spPr>
            <a:xfrm>
              <a:off x="7987492" y="417024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987492" y="358585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987492" y="300146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987492" y="241706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7987492" y="183267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019756" y="4739450"/>
              <a:ext cx="5882166" cy="0"/>
            </a:xfrm>
            <a:custGeom>
              <a:avLst/>
              <a:pathLst>
                <a:path w="5882166" h="0">
                  <a:moveTo>
                    <a:pt x="0" y="0"/>
                  </a:moveTo>
                  <a:lnTo>
                    <a:pt x="5882166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431766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9696303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0960839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2225376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3489913" y="473945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8385693" y="4797221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9650230" y="4797221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0932022" y="4795956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2196558" y="4797221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3461095" y="4797221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0312981" y="4900226"/>
              <a:ext cx="1295716" cy="1182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Theoretical quantiles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5400000">
              <a:off x="6774702" y="3209611"/>
              <a:ext cx="1950753" cy="119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Standardized residual quantiles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8019756" y="1559135"/>
              <a:ext cx="619608" cy="143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Q-Q plot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630397" y="1473138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5" name="rc125"/>
            <p:cNvSpPr/>
            <p:nvPr/>
          </p:nvSpPr>
          <p:spPr>
            <a:xfrm>
              <a:off x="1121149" y="5110297"/>
              <a:ext cx="5743227" cy="41925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864376" y="5110297"/>
              <a:ext cx="7102074" cy="41925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1619175" y="5992190"/>
              <a:ext cx="5180673" cy="293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768026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343178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918329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493481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854660" y="8773107"/>
              <a:ext cx="141763" cy="2526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012175" y="8687509"/>
              <a:ext cx="141763" cy="110867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169690" y="8760180"/>
              <a:ext cx="141763" cy="3819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327205" y="8272392"/>
              <a:ext cx="141763" cy="525984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484720" y="8791103"/>
              <a:ext cx="141763" cy="7274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642235" y="8572525"/>
              <a:ext cx="141763" cy="225852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799751" y="8798224"/>
              <a:ext cx="141763" cy="152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957266" y="8795407"/>
              <a:ext cx="141763" cy="296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3114781" y="8498763"/>
              <a:ext cx="141763" cy="299613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272296" y="8665220"/>
              <a:ext cx="141763" cy="13315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3429811" y="8630584"/>
              <a:ext cx="141763" cy="167792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3587326" y="8786207"/>
              <a:ext cx="141763" cy="1217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3744841" y="8797389"/>
              <a:ext cx="141763" cy="987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3902357" y="8772177"/>
              <a:ext cx="141763" cy="2620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059872" y="8797220"/>
              <a:ext cx="141763" cy="115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4374902" y="8798222"/>
              <a:ext cx="141763" cy="15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532417" y="8769321"/>
              <a:ext cx="141763" cy="2905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689932" y="8795431"/>
              <a:ext cx="141763" cy="294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847447" y="8751965"/>
              <a:ext cx="141763" cy="46411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004963" y="8629641"/>
              <a:ext cx="141763" cy="16873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162478" y="8754581"/>
              <a:ext cx="141763" cy="4379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319993" y="8787121"/>
              <a:ext cx="141763" cy="1125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477508" y="8792532"/>
              <a:ext cx="141763" cy="5844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635023" y="8682573"/>
              <a:ext cx="141763" cy="115803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792538" y="8741299"/>
              <a:ext cx="141763" cy="57077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5950053" y="7071593"/>
              <a:ext cx="141763" cy="1726783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107569" y="6125818"/>
              <a:ext cx="141763" cy="2672558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265084" y="8764283"/>
              <a:ext cx="141763" cy="34093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422599" y="8765980"/>
              <a:ext cx="141763" cy="3239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619175" y="8017421"/>
              <a:ext cx="5180673" cy="0"/>
            </a:xfrm>
            <a:custGeom>
              <a:avLst/>
              <a:pathLst>
                <a:path w="5180673" h="0">
                  <a:moveTo>
                    <a:pt x="0" y="0"/>
                  </a:moveTo>
                  <a:lnTo>
                    <a:pt x="5180673" y="0"/>
                  </a:lnTo>
                  <a:lnTo>
                    <a:pt x="5180673" y="0"/>
                  </a:lnTo>
                </a:path>
              </a:pathLst>
            </a:custGeom>
            <a:ln w="12565" cap="flat">
              <a:solidFill>
                <a:srgbClr val="B3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619175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>
              <a:off x="1417037" y="875971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417037" y="8174000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417037" y="7588283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417037" y="7002515"/>
              <a:ext cx="144062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417037" y="6416849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68" name="pl168"/>
            <p:cNvSpPr/>
            <p:nvPr/>
          </p:nvSpPr>
          <p:spPr>
            <a:xfrm>
              <a:off x="1586910" y="879837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586910" y="821266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586910" y="762694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586910" y="704122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1586910" y="645550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1619175" y="8932005"/>
              <a:ext cx="5180673" cy="0"/>
            </a:xfrm>
            <a:custGeom>
              <a:avLst/>
              <a:pathLst>
                <a:path w="5180673" h="0">
                  <a:moveTo>
                    <a:pt x="0" y="0"/>
                  </a:moveTo>
                  <a:lnTo>
                    <a:pt x="5180673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1768026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343178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918329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6493481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1739209" y="898851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3285543" y="8988511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860694" y="8988511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6435846" y="8988461"/>
              <a:ext cx="115270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3748752" y="9116817"/>
              <a:ext cx="921517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Province index</a:t>
              </a:r>
            </a:p>
          </p:txBody>
        </p:sp>
        <p:sp>
          <p:nvSpPr>
            <p:cNvPr id="183" name="tx183"/>
            <p:cNvSpPr/>
            <p:nvPr/>
          </p:nvSpPr>
          <p:spPr>
            <a:xfrm rot="-5400000">
              <a:off x="815442" y="7414152"/>
              <a:ext cx="988248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Cook's distance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619175" y="5272079"/>
              <a:ext cx="1455134" cy="145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Influence screening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185677" y="5214517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86" name="rc186"/>
            <p:cNvSpPr/>
            <p:nvPr/>
          </p:nvSpPr>
          <p:spPr>
            <a:xfrm>
              <a:off x="8721249" y="5992190"/>
              <a:ext cx="5180673" cy="293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956734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0571713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2186692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3801672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8956734" y="6860135"/>
              <a:ext cx="1059274" cy="503968"/>
            </a:xfrm>
            <a:prstGeom prst="rect">
              <a:avLst/>
            </a:prstGeom>
            <a:solidFill>
              <a:srgbClr val="80B1D3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8956734" y="7560091"/>
              <a:ext cx="1042018" cy="503968"/>
            </a:xfrm>
            <a:prstGeom prst="rect">
              <a:avLst/>
            </a:prstGeom>
            <a:solidFill>
              <a:srgbClr val="80B1D3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8956734" y="8260047"/>
              <a:ext cx="809868" cy="503968"/>
            </a:xfrm>
            <a:prstGeom prst="rect">
              <a:avLst/>
            </a:prstGeom>
            <a:solidFill>
              <a:srgbClr val="80B1D3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8956734" y="6160179"/>
              <a:ext cx="4709702" cy="503968"/>
            </a:xfrm>
            <a:prstGeom prst="rect">
              <a:avLst/>
            </a:prstGeom>
            <a:solidFill>
              <a:srgbClr val="FDB462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721249" y="5992190"/>
              <a:ext cx="0" cy="2939814"/>
            </a:xfrm>
            <a:custGeom>
              <a:avLst/>
              <a:pathLst>
                <a:path w="0" h="2939814">
                  <a:moveTo>
                    <a:pt x="0" y="2939814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tx196"/>
            <p:cNvSpPr/>
            <p:nvPr/>
          </p:nvSpPr>
          <p:spPr>
            <a:xfrm>
              <a:off x="7015790" y="8453080"/>
              <a:ext cx="1647384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Influence-filtered report-effort model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361449" y="7772505"/>
              <a:ext cx="1301725" cy="76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Alternative user-effort model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425004" y="7051954"/>
              <a:ext cx="1238169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Primary report-effort model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280739" y="6351998"/>
              <a:ext cx="1382434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Count-based sensitivity model</a:t>
              </a:r>
            </a:p>
          </p:txBody>
        </p:sp>
        <p:sp>
          <p:nvSpPr>
            <p:cNvPr id="200" name="pl200"/>
            <p:cNvSpPr/>
            <p:nvPr/>
          </p:nvSpPr>
          <p:spPr>
            <a:xfrm>
              <a:off x="8688985" y="851203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688985" y="781207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688985" y="711211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688985" y="641216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721249" y="8932005"/>
              <a:ext cx="5180673" cy="0"/>
            </a:xfrm>
            <a:custGeom>
              <a:avLst/>
              <a:pathLst>
                <a:path w="5180673" h="0">
                  <a:moveTo>
                    <a:pt x="0" y="0"/>
                  </a:moveTo>
                  <a:lnTo>
                    <a:pt x="5180673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8956734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0571713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2186692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3801672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8927917" y="898851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0485261" y="8988511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2100240" y="8988511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3715219" y="8988461"/>
              <a:ext cx="17290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1200041" y="9115172"/>
              <a:ext cx="223089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AIC</a:t>
              </a:r>
            </a:p>
          </p:txBody>
        </p:sp>
        <p:sp>
          <p:nvSpPr>
            <p:cNvPr id="214" name="rc214"/>
            <p:cNvSpPr/>
            <p:nvPr/>
          </p:nvSpPr>
          <p:spPr>
            <a:xfrm>
              <a:off x="10286533" y="5587495"/>
              <a:ext cx="202765" cy="202765"/>
            </a:xfrm>
            <a:prstGeom prst="rect">
              <a:avLst/>
            </a:prstGeom>
            <a:solidFill>
              <a:srgbClr val="80B1D3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11245603" y="5587495"/>
              <a:ext cx="202765" cy="202765"/>
            </a:xfrm>
            <a:prstGeom prst="rect">
              <a:avLst/>
            </a:prstGeom>
            <a:solidFill>
              <a:srgbClr val="FDB462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tx216"/>
            <p:cNvSpPr/>
            <p:nvPr/>
          </p:nvSpPr>
          <p:spPr>
            <a:xfrm>
              <a:off x="10562171" y="5649257"/>
              <a:ext cx="610558" cy="767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Gaussian LM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1521242" y="5629978"/>
              <a:ext cx="823742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Negative binomial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8721249" y="5274122"/>
              <a:ext cx="2178087" cy="143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Candidate-model comparison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6928904" y="5188125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2026-04-01T18:15:31Z</dcterms:modified>
</cp:coreProperties>
</file>