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21396325" cy="15087600"/>
  <p:notesSz cx="6858000" cy="9144000"/>
  <p:defaultTextStyle>
    <a:defPPr>
      <a:defRPr lang="en-US"/>
    </a:defPPr>
    <a:lvl1pPr marL="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4452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48904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3356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297808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72260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46712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21164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5956164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8" d="100"/>
          <a:sy n="38" d="100"/>
        </p:scale>
        <p:origin x="-1291" y="-62"/>
      </p:cViewPr>
      <p:guideLst>
        <p:guide orient="horz" pos="4753"/>
        <p:guide pos="67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686943"/>
            <a:ext cx="18186876" cy="32340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449" y="8549640"/>
            <a:ext cx="14977428" cy="38557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44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89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33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78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22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46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11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956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163" y="9695184"/>
            <a:ext cx="18186876" cy="2996565"/>
          </a:xfrm>
        </p:spPr>
        <p:txBody>
          <a:bodyPr anchor="t"/>
          <a:lstStyle>
            <a:lvl1pPr algn="l">
              <a:defRPr sz="65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163" y="6394774"/>
            <a:ext cx="18186876" cy="3300412"/>
          </a:xfrm>
        </p:spPr>
        <p:txBody>
          <a:bodyPr anchor="b"/>
          <a:lstStyle>
            <a:lvl1pPr marL="0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1pPr>
            <a:lvl2pPr marL="74452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48904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23356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4pPr>
            <a:lvl5pPr marL="297808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5pPr>
            <a:lvl6pPr marL="372260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6pPr>
            <a:lvl7pPr marL="446712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7pPr>
            <a:lvl8pPr marL="521164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8pPr>
            <a:lvl9pPr marL="595616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8974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7985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22" y="3377250"/>
            <a:ext cx="9453759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22" y="4784726"/>
            <a:ext cx="9453759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9041" y="3377250"/>
            <a:ext cx="9457475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9041" y="4784726"/>
            <a:ext cx="9457475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23" y="600711"/>
            <a:ext cx="7039244" cy="2556510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371" y="600717"/>
            <a:ext cx="11961138" cy="12876850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40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823" y="3157224"/>
            <a:ext cx="7039244" cy="10320338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3829" y="10561320"/>
            <a:ext cx="12837795" cy="1246825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3829" y="1348106"/>
            <a:ext cx="12837795" cy="9052560"/>
          </a:xfrm>
        </p:spPr>
        <p:txBody>
          <a:bodyPr/>
          <a:lstStyle>
            <a:lvl1pPr marL="0" indent="0">
              <a:buNone/>
              <a:defRPr sz="5200"/>
            </a:lvl1pPr>
            <a:lvl2pPr marL="744520" indent="0">
              <a:buNone/>
              <a:defRPr sz="4500"/>
            </a:lvl2pPr>
            <a:lvl3pPr marL="1489040" indent="0">
              <a:buNone/>
              <a:defRPr sz="4000"/>
            </a:lvl3pPr>
            <a:lvl4pPr marL="2233562" indent="0">
              <a:buNone/>
              <a:defRPr sz="3300"/>
            </a:lvl4pPr>
            <a:lvl5pPr marL="2978082" indent="0">
              <a:buNone/>
              <a:defRPr sz="3300"/>
            </a:lvl5pPr>
            <a:lvl6pPr marL="3722602" indent="0">
              <a:buNone/>
              <a:defRPr sz="3300"/>
            </a:lvl6pPr>
            <a:lvl7pPr marL="4467122" indent="0">
              <a:buNone/>
              <a:defRPr sz="3300"/>
            </a:lvl7pPr>
            <a:lvl8pPr marL="5211642" indent="0">
              <a:buNone/>
              <a:defRPr sz="3300"/>
            </a:lvl8pPr>
            <a:lvl9pPr marL="5956164" indent="0">
              <a:buNone/>
              <a:defRPr sz="3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3829" y="11808145"/>
            <a:ext cx="12837795" cy="1770696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805030" y="604210"/>
            <a:ext cx="5215356" cy="128733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8974" y="604210"/>
            <a:ext cx="15289459" cy="128733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  <a:prstGeom prst="rect">
            <a:avLst/>
          </a:prstGeom>
        </p:spPr>
        <p:txBody>
          <a:bodyPr vert="horz" lIns="148903" tIns="74452" rIns="148903" bIns="7445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16" y="3520444"/>
            <a:ext cx="19256693" cy="9957118"/>
          </a:xfrm>
          <a:prstGeom prst="rect">
            <a:avLst/>
          </a:prstGeom>
        </p:spPr>
        <p:txBody>
          <a:bodyPr vert="horz" lIns="148903" tIns="74452" rIns="148903" bIns="7445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816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10411" y="13983977"/>
            <a:ext cx="6775503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34033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89040" rtl="0" eaLnBrk="1" latinLnBrk="0" hangingPunct="1"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8390" indent="-558390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209845" indent="-465325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186130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0582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35034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»"/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09486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83938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58390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32842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452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8904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3356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97808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2260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6712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21164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956164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834323" y="4069080"/>
            <a:ext cx="15727680" cy="6949440"/>
            <a:chOff x="2834323" y="4069080"/>
            <a:chExt cx="15727680" cy="6949440"/>
          </a:xfrm>
        </p:grpSpPr>
        <p:sp>
          <p:nvSpPr>
            <p:cNvPr id="3" name="rc3"/>
            <p:cNvSpPr/>
            <p:nvPr/>
          </p:nvSpPr>
          <p:spPr>
            <a:xfrm>
              <a:off x="2834322" y="4069080"/>
              <a:ext cx="15727679" cy="694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834322" y="4069080"/>
              <a:ext cx="15727679" cy="694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423793" y="4138669"/>
              <a:ext cx="0" cy="68102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53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492413" y="4138669"/>
              <a:ext cx="0" cy="68102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53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375368" y="4811989"/>
              <a:ext cx="5973775" cy="56440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677620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182196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686773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191350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182196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0325" cap="flat">
              <a:solidFill>
                <a:srgbClr val="5A5A5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6379202" y="4811989"/>
              <a:ext cx="2029872" cy="1048889"/>
            </a:xfrm>
            <a:custGeom>
              <a:avLst/>
              <a:pathLst>
                <a:path w="2029872" h="1048889">
                  <a:moveTo>
                    <a:pt x="0" y="1044592"/>
                  </a:moveTo>
                  <a:lnTo>
                    <a:pt x="10627" y="1043619"/>
                  </a:lnTo>
                  <a:lnTo>
                    <a:pt x="21255" y="1042421"/>
                  </a:lnTo>
                  <a:lnTo>
                    <a:pt x="31882" y="1041010"/>
                  </a:lnTo>
                  <a:lnTo>
                    <a:pt x="42510" y="1039393"/>
                  </a:lnTo>
                  <a:lnTo>
                    <a:pt x="53138" y="1037585"/>
                  </a:lnTo>
                  <a:lnTo>
                    <a:pt x="63765" y="1035608"/>
                  </a:lnTo>
                  <a:lnTo>
                    <a:pt x="74393" y="1033489"/>
                  </a:lnTo>
                  <a:lnTo>
                    <a:pt x="85020" y="1031261"/>
                  </a:lnTo>
                  <a:lnTo>
                    <a:pt x="95648" y="1028954"/>
                  </a:lnTo>
                  <a:lnTo>
                    <a:pt x="106276" y="1026599"/>
                  </a:lnTo>
                  <a:lnTo>
                    <a:pt x="116903" y="1024216"/>
                  </a:lnTo>
                  <a:lnTo>
                    <a:pt x="127531" y="1021821"/>
                  </a:lnTo>
                  <a:lnTo>
                    <a:pt x="138158" y="1019419"/>
                  </a:lnTo>
                  <a:lnTo>
                    <a:pt x="148786" y="1017001"/>
                  </a:lnTo>
                  <a:lnTo>
                    <a:pt x="159414" y="1014555"/>
                  </a:lnTo>
                  <a:lnTo>
                    <a:pt x="170041" y="1012066"/>
                  </a:lnTo>
                  <a:lnTo>
                    <a:pt x="180669" y="1009520"/>
                  </a:lnTo>
                  <a:lnTo>
                    <a:pt x="191296" y="1006908"/>
                  </a:lnTo>
                  <a:lnTo>
                    <a:pt x="201924" y="1004226"/>
                  </a:lnTo>
                  <a:lnTo>
                    <a:pt x="212552" y="1001480"/>
                  </a:lnTo>
                  <a:lnTo>
                    <a:pt x="223179" y="998678"/>
                  </a:lnTo>
                  <a:lnTo>
                    <a:pt x="233807" y="995829"/>
                  </a:lnTo>
                  <a:lnTo>
                    <a:pt x="244434" y="992939"/>
                  </a:lnTo>
                  <a:lnTo>
                    <a:pt x="255062" y="990004"/>
                  </a:lnTo>
                  <a:lnTo>
                    <a:pt x="265690" y="986992"/>
                  </a:lnTo>
                  <a:lnTo>
                    <a:pt x="276317" y="983861"/>
                  </a:lnTo>
                  <a:lnTo>
                    <a:pt x="286945" y="980544"/>
                  </a:lnTo>
                  <a:lnTo>
                    <a:pt x="297572" y="976957"/>
                  </a:lnTo>
                  <a:lnTo>
                    <a:pt x="308200" y="973003"/>
                  </a:lnTo>
                  <a:lnTo>
                    <a:pt x="318828" y="968582"/>
                  </a:lnTo>
                  <a:lnTo>
                    <a:pt x="329455" y="963597"/>
                  </a:lnTo>
                  <a:lnTo>
                    <a:pt x="340083" y="957963"/>
                  </a:lnTo>
                  <a:lnTo>
                    <a:pt x="350710" y="951615"/>
                  </a:lnTo>
                  <a:lnTo>
                    <a:pt x="361338" y="944514"/>
                  </a:lnTo>
                  <a:lnTo>
                    <a:pt x="371966" y="936652"/>
                  </a:lnTo>
                  <a:lnTo>
                    <a:pt x="382593" y="928006"/>
                  </a:lnTo>
                  <a:lnTo>
                    <a:pt x="393221" y="918669"/>
                  </a:lnTo>
                  <a:lnTo>
                    <a:pt x="403848" y="908758"/>
                  </a:lnTo>
                  <a:lnTo>
                    <a:pt x="414476" y="898378"/>
                  </a:lnTo>
                  <a:lnTo>
                    <a:pt x="425104" y="887641"/>
                  </a:lnTo>
                  <a:lnTo>
                    <a:pt x="435731" y="876655"/>
                  </a:lnTo>
                  <a:lnTo>
                    <a:pt x="446359" y="865513"/>
                  </a:lnTo>
                  <a:lnTo>
                    <a:pt x="456986" y="854290"/>
                  </a:lnTo>
                  <a:lnTo>
                    <a:pt x="467614" y="843028"/>
                  </a:lnTo>
                  <a:lnTo>
                    <a:pt x="478242" y="831739"/>
                  </a:lnTo>
                  <a:lnTo>
                    <a:pt x="488869" y="820402"/>
                  </a:lnTo>
                  <a:lnTo>
                    <a:pt x="499497" y="808962"/>
                  </a:lnTo>
                  <a:lnTo>
                    <a:pt x="510124" y="797320"/>
                  </a:lnTo>
                  <a:lnTo>
                    <a:pt x="520752" y="785391"/>
                  </a:lnTo>
                  <a:lnTo>
                    <a:pt x="531380" y="773081"/>
                  </a:lnTo>
                  <a:lnTo>
                    <a:pt x="542007" y="760301"/>
                  </a:lnTo>
                  <a:lnTo>
                    <a:pt x="552635" y="746973"/>
                  </a:lnTo>
                  <a:lnTo>
                    <a:pt x="563262" y="733036"/>
                  </a:lnTo>
                  <a:lnTo>
                    <a:pt x="573890" y="718444"/>
                  </a:lnTo>
                  <a:lnTo>
                    <a:pt x="584518" y="703166"/>
                  </a:lnTo>
                  <a:lnTo>
                    <a:pt x="595145" y="687186"/>
                  </a:lnTo>
                  <a:lnTo>
                    <a:pt x="605773" y="670499"/>
                  </a:lnTo>
                  <a:lnTo>
                    <a:pt x="616400" y="653108"/>
                  </a:lnTo>
                  <a:lnTo>
                    <a:pt x="627028" y="634968"/>
                  </a:lnTo>
                  <a:lnTo>
                    <a:pt x="637656" y="616142"/>
                  </a:lnTo>
                  <a:lnTo>
                    <a:pt x="648283" y="596676"/>
                  </a:lnTo>
                  <a:lnTo>
                    <a:pt x="658911" y="576607"/>
                  </a:lnTo>
                  <a:lnTo>
                    <a:pt x="669538" y="555988"/>
                  </a:lnTo>
                  <a:lnTo>
                    <a:pt x="680166" y="534884"/>
                  </a:lnTo>
                  <a:lnTo>
                    <a:pt x="690794" y="513379"/>
                  </a:lnTo>
                  <a:lnTo>
                    <a:pt x="701421" y="491567"/>
                  </a:lnTo>
                  <a:lnTo>
                    <a:pt x="712049" y="469560"/>
                  </a:lnTo>
                  <a:lnTo>
                    <a:pt x="722677" y="447474"/>
                  </a:lnTo>
                  <a:lnTo>
                    <a:pt x="733304" y="425433"/>
                  </a:lnTo>
                  <a:lnTo>
                    <a:pt x="743932" y="403569"/>
                  </a:lnTo>
                  <a:lnTo>
                    <a:pt x="754559" y="382023"/>
                  </a:lnTo>
                  <a:lnTo>
                    <a:pt x="765187" y="360880"/>
                  </a:lnTo>
                  <a:lnTo>
                    <a:pt x="775815" y="340219"/>
                  </a:lnTo>
                  <a:lnTo>
                    <a:pt x="786442" y="320099"/>
                  </a:lnTo>
                  <a:lnTo>
                    <a:pt x="797070" y="300558"/>
                  </a:lnTo>
                  <a:lnTo>
                    <a:pt x="807697" y="281608"/>
                  </a:lnTo>
                  <a:lnTo>
                    <a:pt x="818325" y="263240"/>
                  </a:lnTo>
                  <a:lnTo>
                    <a:pt x="828953" y="245420"/>
                  </a:lnTo>
                  <a:lnTo>
                    <a:pt x="839580" y="228095"/>
                  </a:lnTo>
                  <a:lnTo>
                    <a:pt x="850208" y="211190"/>
                  </a:lnTo>
                  <a:lnTo>
                    <a:pt x="860835" y="194622"/>
                  </a:lnTo>
                  <a:lnTo>
                    <a:pt x="871463" y="178314"/>
                  </a:lnTo>
                  <a:lnTo>
                    <a:pt x="882091" y="162152"/>
                  </a:lnTo>
                  <a:lnTo>
                    <a:pt x="892718" y="146079"/>
                  </a:lnTo>
                  <a:lnTo>
                    <a:pt x="903346" y="130068"/>
                  </a:lnTo>
                  <a:lnTo>
                    <a:pt x="913973" y="114140"/>
                  </a:lnTo>
                  <a:lnTo>
                    <a:pt x="924601" y="98363"/>
                  </a:lnTo>
                  <a:lnTo>
                    <a:pt x="935229" y="82860"/>
                  </a:lnTo>
                  <a:lnTo>
                    <a:pt x="945856" y="67813"/>
                  </a:lnTo>
                  <a:lnTo>
                    <a:pt x="956484" y="53454"/>
                  </a:lnTo>
                  <a:lnTo>
                    <a:pt x="967111" y="40065"/>
                  </a:lnTo>
                  <a:lnTo>
                    <a:pt x="977739" y="27964"/>
                  </a:lnTo>
                  <a:lnTo>
                    <a:pt x="988367" y="17602"/>
                  </a:lnTo>
                  <a:lnTo>
                    <a:pt x="998994" y="9385"/>
                  </a:lnTo>
                  <a:lnTo>
                    <a:pt x="1009622" y="3544"/>
                  </a:lnTo>
                  <a:lnTo>
                    <a:pt x="1020249" y="349"/>
                  </a:lnTo>
                  <a:lnTo>
                    <a:pt x="1030877" y="0"/>
                  </a:lnTo>
                  <a:lnTo>
                    <a:pt x="1041505" y="2610"/>
                  </a:lnTo>
                  <a:lnTo>
                    <a:pt x="1052132" y="8194"/>
                  </a:lnTo>
                  <a:lnTo>
                    <a:pt x="1062760" y="16661"/>
                  </a:lnTo>
                  <a:lnTo>
                    <a:pt x="1073387" y="27817"/>
                  </a:lnTo>
                  <a:lnTo>
                    <a:pt x="1084015" y="41375"/>
                  </a:lnTo>
                  <a:lnTo>
                    <a:pt x="1094643" y="56972"/>
                  </a:lnTo>
                  <a:lnTo>
                    <a:pt x="1105270" y="74204"/>
                  </a:lnTo>
                  <a:lnTo>
                    <a:pt x="1115898" y="92689"/>
                  </a:lnTo>
                  <a:lnTo>
                    <a:pt x="1126525" y="111862"/>
                  </a:lnTo>
                  <a:lnTo>
                    <a:pt x="1137153" y="131369"/>
                  </a:lnTo>
                  <a:lnTo>
                    <a:pt x="1147781" y="150932"/>
                  </a:lnTo>
                  <a:lnTo>
                    <a:pt x="1158408" y="170351"/>
                  </a:lnTo>
                  <a:lnTo>
                    <a:pt x="1169036" y="189512"/>
                  </a:lnTo>
                  <a:lnTo>
                    <a:pt x="1179663" y="208377"/>
                  </a:lnTo>
                  <a:lnTo>
                    <a:pt x="1190291" y="226973"/>
                  </a:lnTo>
                  <a:lnTo>
                    <a:pt x="1200919" y="245373"/>
                  </a:lnTo>
                  <a:lnTo>
                    <a:pt x="1211546" y="263683"/>
                  </a:lnTo>
                  <a:lnTo>
                    <a:pt x="1222174" y="282019"/>
                  </a:lnTo>
                  <a:lnTo>
                    <a:pt x="1232801" y="300516"/>
                  </a:lnTo>
                  <a:lnTo>
                    <a:pt x="1243429" y="319284"/>
                  </a:lnTo>
                  <a:lnTo>
                    <a:pt x="1254057" y="338389"/>
                  </a:lnTo>
                  <a:lnTo>
                    <a:pt x="1264684" y="357879"/>
                  </a:lnTo>
                  <a:lnTo>
                    <a:pt x="1275312" y="377774"/>
                  </a:lnTo>
                  <a:lnTo>
                    <a:pt x="1285939" y="398070"/>
                  </a:lnTo>
                  <a:lnTo>
                    <a:pt x="1296567" y="418734"/>
                  </a:lnTo>
                  <a:lnTo>
                    <a:pt x="1307195" y="439710"/>
                  </a:lnTo>
                  <a:lnTo>
                    <a:pt x="1317822" y="460916"/>
                  </a:lnTo>
                  <a:lnTo>
                    <a:pt x="1328450" y="482254"/>
                  </a:lnTo>
                  <a:lnTo>
                    <a:pt x="1339077" y="503612"/>
                  </a:lnTo>
                  <a:lnTo>
                    <a:pt x="1349705" y="524864"/>
                  </a:lnTo>
                  <a:lnTo>
                    <a:pt x="1360333" y="545872"/>
                  </a:lnTo>
                  <a:lnTo>
                    <a:pt x="1370960" y="566553"/>
                  </a:lnTo>
                  <a:lnTo>
                    <a:pt x="1381588" y="586846"/>
                  </a:lnTo>
                  <a:lnTo>
                    <a:pt x="1392215" y="606719"/>
                  </a:lnTo>
                  <a:lnTo>
                    <a:pt x="1402843" y="626172"/>
                  </a:lnTo>
                  <a:lnTo>
                    <a:pt x="1413471" y="645226"/>
                  </a:lnTo>
                  <a:lnTo>
                    <a:pt x="1424098" y="663917"/>
                  </a:lnTo>
                  <a:lnTo>
                    <a:pt x="1434726" y="682279"/>
                  </a:lnTo>
                  <a:lnTo>
                    <a:pt x="1445354" y="700340"/>
                  </a:lnTo>
                  <a:lnTo>
                    <a:pt x="1455981" y="718100"/>
                  </a:lnTo>
                  <a:lnTo>
                    <a:pt x="1466609" y="735536"/>
                  </a:lnTo>
                  <a:lnTo>
                    <a:pt x="1477236" y="752551"/>
                  </a:lnTo>
                  <a:lnTo>
                    <a:pt x="1487864" y="769072"/>
                  </a:lnTo>
                  <a:lnTo>
                    <a:pt x="1498492" y="785011"/>
                  </a:lnTo>
                  <a:lnTo>
                    <a:pt x="1509119" y="800273"/>
                  </a:lnTo>
                  <a:lnTo>
                    <a:pt x="1519747" y="814781"/>
                  </a:lnTo>
                  <a:lnTo>
                    <a:pt x="1530374" y="828483"/>
                  </a:lnTo>
                  <a:lnTo>
                    <a:pt x="1541002" y="841361"/>
                  </a:lnTo>
                  <a:lnTo>
                    <a:pt x="1551630" y="853429"/>
                  </a:lnTo>
                  <a:lnTo>
                    <a:pt x="1562257" y="864733"/>
                  </a:lnTo>
                  <a:lnTo>
                    <a:pt x="1572885" y="875344"/>
                  </a:lnTo>
                  <a:lnTo>
                    <a:pt x="1583512" y="885352"/>
                  </a:lnTo>
                  <a:lnTo>
                    <a:pt x="1594140" y="894836"/>
                  </a:lnTo>
                  <a:lnTo>
                    <a:pt x="1604768" y="903885"/>
                  </a:lnTo>
                  <a:lnTo>
                    <a:pt x="1615395" y="912600"/>
                  </a:lnTo>
                  <a:lnTo>
                    <a:pt x="1626023" y="921024"/>
                  </a:lnTo>
                  <a:lnTo>
                    <a:pt x="1636650" y="929173"/>
                  </a:lnTo>
                  <a:lnTo>
                    <a:pt x="1647278" y="937038"/>
                  </a:lnTo>
                  <a:lnTo>
                    <a:pt x="1657906" y="944592"/>
                  </a:lnTo>
                  <a:lnTo>
                    <a:pt x="1668533" y="951791"/>
                  </a:lnTo>
                  <a:lnTo>
                    <a:pt x="1679161" y="958589"/>
                  </a:lnTo>
                  <a:lnTo>
                    <a:pt x="1689788" y="964940"/>
                  </a:lnTo>
                  <a:lnTo>
                    <a:pt x="1700416" y="970810"/>
                  </a:lnTo>
                  <a:lnTo>
                    <a:pt x="1711044" y="976182"/>
                  </a:lnTo>
                  <a:lnTo>
                    <a:pt x="1721671" y="981014"/>
                  </a:lnTo>
                  <a:lnTo>
                    <a:pt x="1732299" y="985382"/>
                  </a:lnTo>
                  <a:lnTo>
                    <a:pt x="1742926" y="989337"/>
                  </a:lnTo>
                  <a:lnTo>
                    <a:pt x="1753554" y="992939"/>
                  </a:lnTo>
                  <a:lnTo>
                    <a:pt x="1764182" y="996249"/>
                  </a:lnTo>
                  <a:lnTo>
                    <a:pt x="1774809" y="999331"/>
                  </a:lnTo>
                  <a:lnTo>
                    <a:pt x="1785437" y="1002241"/>
                  </a:lnTo>
                  <a:lnTo>
                    <a:pt x="1796064" y="1005023"/>
                  </a:lnTo>
                  <a:lnTo>
                    <a:pt x="1806692" y="1007713"/>
                  </a:lnTo>
                  <a:lnTo>
                    <a:pt x="1817320" y="1010330"/>
                  </a:lnTo>
                  <a:lnTo>
                    <a:pt x="1827947" y="1012887"/>
                  </a:lnTo>
                  <a:lnTo>
                    <a:pt x="1838575" y="1015380"/>
                  </a:lnTo>
                  <a:lnTo>
                    <a:pt x="1849202" y="1017804"/>
                  </a:lnTo>
                  <a:lnTo>
                    <a:pt x="1859830" y="1020157"/>
                  </a:lnTo>
                  <a:lnTo>
                    <a:pt x="1870458" y="1022431"/>
                  </a:lnTo>
                  <a:lnTo>
                    <a:pt x="1881085" y="1024621"/>
                  </a:lnTo>
                  <a:lnTo>
                    <a:pt x="1891713" y="1026722"/>
                  </a:lnTo>
                  <a:lnTo>
                    <a:pt x="1902340" y="1028731"/>
                  </a:lnTo>
                  <a:lnTo>
                    <a:pt x="1912968" y="1030642"/>
                  </a:lnTo>
                  <a:lnTo>
                    <a:pt x="1923596" y="1032452"/>
                  </a:lnTo>
                  <a:lnTo>
                    <a:pt x="1934223" y="1034156"/>
                  </a:lnTo>
                  <a:lnTo>
                    <a:pt x="1944851" y="1035748"/>
                  </a:lnTo>
                  <a:lnTo>
                    <a:pt x="1955478" y="1037224"/>
                  </a:lnTo>
                  <a:lnTo>
                    <a:pt x="1966106" y="1038567"/>
                  </a:lnTo>
                  <a:lnTo>
                    <a:pt x="1976734" y="1039791"/>
                  </a:lnTo>
                  <a:lnTo>
                    <a:pt x="1987361" y="1040897"/>
                  </a:lnTo>
                  <a:lnTo>
                    <a:pt x="1997989" y="1041892"/>
                  </a:lnTo>
                  <a:lnTo>
                    <a:pt x="2008616" y="1042783"/>
                  </a:lnTo>
                  <a:lnTo>
                    <a:pt x="2019244" y="1043579"/>
                  </a:lnTo>
                  <a:lnTo>
                    <a:pt x="2029872" y="1044292"/>
                  </a:lnTo>
                  <a:lnTo>
                    <a:pt x="2029872" y="1048889"/>
                  </a:lnTo>
                  <a:lnTo>
                    <a:pt x="2019244" y="1048889"/>
                  </a:lnTo>
                  <a:lnTo>
                    <a:pt x="2008616" y="1048889"/>
                  </a:lnTo>
                  <a:lnTo>
                    <a:pt x="1997989" y="1048889"/>
                  </a:lnTo>
                  <a:lnTo>
                    <a:pt x="1987361" y="1048889"/>
                  </a:lnTo>
                  <a:lnTo>
                    <a:pt x="1976734" y="1048889"/>
                  </a:lnTo>
                  <a:lnTo>
                    <a:pt x="1966106" y="1048889"/>
                  </a:lnTo>
                  <a:lnTo>
                    <a:pt x="1955478" y="1048889"/>
                  </a:lnTo>
                  <a:lnTo>
                    <a:pt x="1944851" y="1048889"/>
                  </a:lnTo>
                  <a:lnTo>
                    <a:pt x="1934223" y="1048889"/>
                  </a:lnTo>
                  <a:lnTo>
                    <a:pt x="1923596" y="1048889"/>
                  </a:lnTo>
                  <a:lnTo>
                    <a:pt x="1912968" y="1048889"/>
                  </a:lnTo>
                  <a:lnTo>
                    <a:pt x="1902340" y="1048889"/>
                  </a:lnTo>
                  <a:lnTo>
                    <a:pt x="1891713" y="1048889"/>
                  </a:lnTo>
                  <a:lnTo>
                    <a:pt x="1881085" y="1048889"/>
                  </a:lnTo>
                  <a:lnTo>
                    <a:pt x="1870458" y="1048889"/>
                  </a:lnTo>
                  <a:lnTo>
                    <a:pt x="1859830" y="1048889"/>
                  </a:lnTo>
                  <a:lnTo>
                    <a:pt x="1849202" y="1048889"/>
                  </a:lnTo>
                  <a:lnTo>
                    <a:pt x="1838575" y="1048889"/>
                  </a:lnTo>
                  <a:lnTo>
                    <a:pt x="1827947" y="1048889"/>
                  </a:lnTo>
                  <a:lnTo>
                    <a:pt x="1817320" y="1048889"/>
                  </a:lnTo>
                  <a:lnTo>
                    <a:pt x="1806692" y="1048889"/>
                  </a:lnTo>
                  <a:lnTo>
                    <a:pt x="1796064" y="1048889"/>
                  </a:lnTo>
                  <a:lnTo>
                    <a:pt x="1785437" y="1048889"/>
                  </a:lnTo>
                  <a:lnTo>
                    <a:pt x="1774809" y="1048889"/>
                  </a:lnTo>
                  <a:lnTo>
                    <a:pt x="1764182" y="1048889"/>
                  </a:lnTo>
                  <a:lnTo>
                    <a:pt x="1753554" y="1048889"/>
                  </a:lnTo>
                  <a:lnTo>
                    <a:pt x="1742926" y="1048889"/>
                  </a:lnTo>
                  <a:lnTo>
                    <a:pt x="1732299" y="1048889"/>
                  </a:lnTo>
                  <a:lnTo>
                    <a:pt x="1721671" y="1048889"/>
                  </a:lnTo>
                  <a:lnTo>
                    <a:pt x="1711044" y="1048889"/>
                  </a:lnTo>
                  <a:lnTo>
                    <a:pt x="1700416" y="1048889"/>
                  </a:lnTo>
                  <a:lnTo>
                    <a:pt x="1689788" y="1048889"/>
                  </a:lnTo>
                  <a:lnTo>
                    <a:pt x="1679161" y="1048889"/>
                  </a:lnTo>
                  <a:lnTo>
                    <a:pt x="1668533" y="1048889"/>
                  </a:lnTo>
                  <a:lnTo>
                    <a:pt x="1657906" y="1048889"/>
                  </a:lnTo>
                  <a:lnTo>
                    <a:pt x="1647278" y="1048889"/>
                  </a:lnTo>
                  <a:lnTo>
                    <a:pt x="1636650" y="1048889"/>
                  </a:lnTo>
                  <a:lnTo>
                    <a:pt x="1626023" y="1048889"/>
                  </a:lnTo>
                  <a:lnTo>
                    <a:pt x="1615395" y="1048889"/>
                  </a:lnTo>
                  <a:lnTo>
                    <a:pt x="1604768" y="1048889"/>
                  </a:lnTo>
                  <a:lnTo>
                    <a:pt x="1594140" y="1048889"/>
                  </a:lnTo>
                  <a:lnTo>
                    <a:pt x="1583512" y="1048889"/>
                  </a:lnTo>
                  <a:lnTo>
                    <a:pt x="1572885" y="1048889"/>
                  </a:lnTo>
                  <a:lnTo>
                    <a:pt x="1562257" y="1048889"/>
                  </a:lnTo>
                  <a:lnTo>
                    <a:pt x="1551630" y="1048889"/>
                  </a:lnTo>
                  <a:lnTo>
                    <a:pt x="1541002" y="1048889"/>
                  </a:lnTo>
                  <a:lnTo>
                    <a:pt x="1530374" y="1048889"/>
                  </a:lnTo>
                  <a:lnTo>
                    <a:pt x="1519747" y="1048889"/>
                  </a:lnTo>
                  <a:lnTo>
                    <a:pt x="1509119" y="1048889"/>
                  </a:lnTo>
                  <a:lnTo>
                    <a:pt x="1498492" y="1048889"/>
                  </a:lnTo>
                  <a:lnTo>
                    <a:pt x="1487864" y="1048889"/>
                  </a:lnTo>
                  <a:lnTo>
                    <a:pt x="1477236" y="1048889"/>
                  </a:lnTo>
                  <a:lnTo>
                    <a:pt x="1466609" y="1048889"/>
                  </a:lnTo>
                  <a:lnTo>
                    <a:pt x="1455981" y="1048889"/>
                  </a:lnTo>
                  <a:lnTo>
                    <a:pt x="1445354" y="1048889"/>
                  </a:lnTo>
                  <a:lnTo>
                    <a:pt x="1434726" y="1048889"/>
                  </a:lnTo>
                  <a:lnTo>
                    <a:pt x="1424098" y="1048889"/>
                  </a:lnTo>
                  <a:lnTo>
                    <a:pt x="1413471" y="1048889"/>
                  </a:lnTo>
                  <a:lnTo>
                    <a:pt x="1402843" y="1048889"/>
                  </a:lnTo>
                  <a:lnTo>
                    <a:pt x="1392215" y="1048889"/>
                  </a:lnTo>
                  <a:lnTo>
                    <a:pt x="1381588" y="1048889"/>
                  </a:lnTo>
                  <a:lnTo>
                    <a:pt x="1370960" y="1048889"/>
                  </a:lnTo>
                  <a:lnTo>
                    <a:pt x="1360333" y="1048889"/>
                  </a:lnTo>
                  <a:lnTo>
                    <a:pt x="1349705" y="1048889"/>
                  </a:lnTo>
                  <a:lnTo>
                    <a:pt x="1339077" y="1048889"/>
                  </a:lnTo>
                  <a:lnTo>
                    <a:pt x="1328450" y="1048889"/>
                  </a:lnTo>
                  <a:lnTo>
                    <a:pt x="1317822" y="1048889"/>
                  </a:lnTo>
                  <a:lnTo>
                    <a:pt x="1307195" y="1048889"/>
                  </a:lnTo>
                  <a:lnTo>
                    <a:pt x="1296567" y="1048889"/>
                  </a:lnTo>
                  <a:lnTo>
                    <a:pt x="1285939" y="1048889"/>
                  </a:lnTo>
                  <a:lnTo>
                    <a:pt x="1275312" y="1048889"/>
                  </a:lnTo>
                  <a:lnTo>
                    <a:pt x="1264684" y="1048889"/>
                  </a:lnTo>
                  <a:lnTo>
                    <a:pt x="1254057" y="1048889"/>
                  </a:lnTo>
                  <a:lnTo>
                    <a:pt x="1243429" y="1048889"/>
                  </a:lnTo>
                  <a:lnTo>
                    <a:pt x="1232801" y="1048889"/>
                  </a:lnTo>
                  <a:lnTo>
                    <a:pt x="1222174" y="1048889"/>
                  </a:lnTo>
                  <a:lnTo>
                    <a:pt x="1211546" y="1048889"/>
                  </a:lnTo>
                  <a:lnTo>
                    <a:pt x="1200919" y="1048889"/>
                  </a:lnTo>
                  <a:lnTo>
                    <a:pt x="1190291" y="1048889"/>
                  </a:lnTo>
                  <a:lnTo>
                    <a:pt x="1179663" y="1048889"/>
                  </a:lnTo>
                  <a:lnTo>
                    <a:pt x="1169036" y="1048889"/>
                  </a:lnTo>
                  <a:lnTo>
                    <a:pt x="1158408" y="1048889"/>
                  </a:lnTo>
                  <a:lnTo>
                    <a:pt x="1147781" y="1048889"/>
                  </a:lnTo>
                  <a:lnTo>
                    <a:pt x="1137153" y="1048889"/>
                  </a:lnTo>
                  <a:lnTo>
                    <a:pt x="1126525" y="1048889"/>
                  </a:lnTo>
                  <a:lnTo>
                    <a:pt x="1115898" y="1048889"/>
                  </a:lnTo>
                  <a:lnTo>
                    <a:pt x="1105270" y="1048889"/>
                  </a:lnTo>
                  <a:lnTo>
                    <a:pt x="1094643" y="1048889"/>
                  </a:lnTo>
                  <a:lnTo>
                    <a:pt x="1084015" y="1048889"/>
                  </a:lnTo>
                  <a:lnTo>
                    <a:pt x="1073387" y="1048889"/>
                  </a:lnTo>
                  <a:lnTo>
                    <a:pt x="1062760" y="1048889"/>
                  </a:lnTo>
                  <a:lnTo>
                    <a:pt x="1052132" y="1048889"/>
                  </a:lnTo>
                  <a:lnTo>
                    <a:pt x="1041505" y="1048889"/>
                  </a:lnTo>
                  <a:lnTo>
                    <a:pt x="1030877" y="1048889"/>
                  </a:lnTo>
                  <a:lnTo>
                    <a:pt x="1020249" y="1048889"/>
                  </a:lnTo>
                  <a:lnTo>
                    <a:pt x="1009622" y="1048889"/>
                  </a:lnTo>
                  <a:lnTo>
                    <a:pt x="998994" y="1048889"/>
                  </a:lnTo>
                  <a:lnTo>
                    <a:pt x="988367" y="1048889"/>
                  </a:lnTo>
                  <a:lnTo>
                    <a:pt x="977739" y="1048889"/>
                  </a:lnTo>
                  <a:lnTo>
                    <a:pt x="967111" y="1048889"/>
                  </a:lnTo>
                  <a:lnTo>
                    <a:pt x="956484" y="1048889"/>
                  </a:lnTo>
                  <a:lnTo>
                    <a:pt x="945856" y="1048889"/>
                  </a:lnTo>
                  <a:lnTo>
                    <a:pt x="935229" y="1048889"/>
                  </a:lnTo>
                  <a:lnTo>
                    <a:pt x="924601" y="1048889"/>
                  </a:lnTo>
                  <a:lnTo>
                    <a:pt x="913973" y="1048889"/>
                  </a:lnTo>
                  <a:lnTo>
                    <a:pt x="903346" y="1048889"/>
                  </a:lnTo>
                  <a:lnTo>
                    <a:pt x="892718" y="1048889"/>
                  </a:lnTo>
                  <a:lnTo>
                    <a:pt x="882091" y="1048889"/>
                  </a:lnTo>
                  <a:lnTo>
                    <a:pt x="871463" y="1048889"/>
                  </a:lnTo>
                  <a:lnTo>
                    <a:pt x="860835" y="1048889"/>
                  </a:lnTo>
                  <a:lnTo>
                    <a:pt x="850208" y="1048889"/>
                  </a:lnTo>
                  <a:lnTo>
                    <a:pt x="839580" y="1048889"/>
                  </a:lnTo>
                  <a:lnTo>
                    <a:pt x="828953" y="1048889"/>
                  </a:lnTo>
                  <a:lnTo>
                    <a:pt x="818325" y="1048889"/>
                  </a:lnTo>
                  <a:lnTo>
                    <a:pt x="807697" y="1048889"/>
                  </a:lnTo>
                  <a:lnTo>
                    <a:pt x="797070" y="1048889"/>
                  </a:lnTo>
                  <a:lnTo>
                    <a:pt x="786442" y="1048889"/>
                  </a:lnTo>
                  <a:lnTo>
                    <a:pt x="775815" y="1048889"/>
                  </a:lnTo>
                  <a:lnTo>
                    <a:pt x="765187" y="1048889"/>
                  </a:lnTo>
                  <a:lnTo>
                    <a:pt x="754559" y="1048889"/>
                  </a:lnTo>
                  <a:lnTo>
                    <a:pt x="743932" y="1048889"/>
                  </a:lnTo>
                  <a:lnTo>
                    <a:pt x="733304" y="1048889"/>
                  </a:lnTo>
                  <a:lnTo>
                    <a:pt x="722677" y="1048889"/>
                  </a:lnTo>
                  <a:lnTo>
                    <a:pt x="712049" y="1048889"/>
                  </a:lnTo>
                  <a:lnTo>
                    <a:pt x="701421" y="1048889"/>
                  </a:lnTo>
                  <a:lnTo>
                    <a:pt x="690794" y="1048889"/>
                  </a:lnTo>
                  <a:lnTo>
                    <a:pt x="680166" y="1048889"/>
                  </a:lnTo>
                  <a:lnTo>
                    <a:pt x="669538" y="1048889"/>
                  </a:lnTo>
                  <a:lnTo>
                    <a:pt x="658911" y="1048889"/>
                  </a:lnTo>
                  <a:lnTo>
                    <a:pt x="648283" y="1048889"/>
                  </a:lnTo>
                  <a:lnTo>
                    <a:pt x="637656" y="1048889"/>
                  </a:lnTo>
                  <a:lnTo>
                    <a:pt x="627028" y="1048889"/>
                  </a:lnTo>
                  <a:lnTo>
                    <a:pt x="616400" y="1048889"/>
                  </a:lnTo>
                  <a:lnTo>
                    <a:pt x="605773" y="1048889"/>
                  </a:lnTo>
                  <a:lnTo>
                    <a:pt x="595145" y="1048889"/>
                  </a:lnTo>
                  <a:lnTo>
                    <a:pt x="584518" y="1048889"/>
                  </a:lnTo>
                  <a:lnTo>
                    <a:pt x="573890" y="1048889"/>
                  </a:lnTo>
                  <a:lnTo>
                    <a:pt x="563262" y="1048889"/>
                  </a:lnTo>
                  <a:lnTo>
                    <a:pt x="552635" y="1048889"/>
                  </a:lnTo>
                  <a:lnTo>
                    <a:pt x="542007" y="1048889"/>
                  </a:lnTo>
                  <a:lnTo>
                    <a:pt x="531380" y="1048889"/>
                  </a:lnTo>
                  <a:lnTo>
                    <a:pt x="520752" y="1048889"/>
                  </a:lnTo>
                  <a:lnTo>
                    <a:pt x="510124" y="1048889"/>
                  </a:lnTo>
                  <a:lnTo>
                    <a:pt x="499497" y="1048889"/>
                  </a:lnTo>
                  <a:lnTo>
                    <a:pt x="488869" y="1048889"/>
                  </a:lnTo>
                  <a:lnTo>
                    <a:pt x="478242" y="1048889"/>
                  </a:lnTo>
                  <a:lnTo>
                    <a:pt x="467614" y="1048889"/>
                  </a:lnTo>
                  <a:lnTo>
                    <a:pt x="456986" y="1048889"/>
                  </a:lnTo>
                  <a:lnTo>
                    <a:pt x="446359" y="1048889"/>
                  </a:lnTo>
                  <a:lnTo>
                    <a:pt x="435731" y="1048889"/>
                  </a:lnTo>
                  <a:lnTo>
                    <a:pt x="425104" y="1048889"/>
                  </a:lnTo>
                  <a:lnTo>
                    <a:pt x="414476" y="1048889"/>
                  </a:lnTo>
                  <a:lnTo>
                    <a:pt x="403848" y="1048889"/>
                  </a:lnTo>
                  <a:lnTo>
                    <a:pt x="393221" y="1048889"/>
                  </a:lnTo>
                  <a:lnTo>
                    <a:pt x="382593" y="1048889"/>
                  </a:lnTo>
                  <a:lnTo>
                    <a:pt x="371966" y="1048889"/>
                  </a:lnTo>
                  <a:lnTo>
                    <a:pt x="361338" y="1048889"/>
                  </a:lnTo>
                  <a:lnTo>
                    <a:pt x="350710" y="1048889"/>
                  </a:lnTo>
                  <a:lnTo>
                    <a:pt x="340083" y="1048889"/>
                  </a:lnTo>
                  <a:lnTo>
                    <a:pt x="329455" y="1048889"/>
                  </a:lnTo>
                  <a:lnTo>
                    <a:pt x="318828" y="1048889"/>
                  </a:lnTo>
                  <a:lnTo>
                    <a:pt x="308200" y="1048889"/>
                  </a:lnTo>
                  <a:lnTo>
                    <a:pt x="297572" y="1048889"/>
                  </a:lnTo>
                  <a:lnTo>
                    <a:pt x="286945" y="1048889"/>
                  </a:lnTo>
                  <a:lnTo>
                    <a:pt x="276317" y="1048889"/>
                  </a:lnTo>
                  <a:lnTo>
                    <a:pt x="265690" y="1048889"/>
                  </a:lnTo>
                  <a:lnTo>
                    <a:pt x="255062" y="1048889"/>
                  </a:lnTo>
                  <a:lnTo>
                    <a:pt x="244434" y="1048889"/>
                  </a:lnTo>
                  <a:lnTo>
                    <a:pt x="233807" y="1048889"/>
                  </a:lnTo>
                  <a:lnTo>
                    <a:pt x="223179" y="1048889"/>
                  </a:lnTo>
                  <a:lnTo>
                    <a:pt x="212552" y="1048889"/>
                  </a:lnTo>
                  <a:lnTo>
                    <a:pt x="201924" y="1048889"/>
                  </a:lnTo>
                  <a:lnTo>
                    <a:pt x="191296" y="1048889"/>
                  </a:lnTo>
                  <a:lnTo>
                    <a:pt x="180669" y="1048889"/>
                  </a:lnTo>
                  <a:lnTo>
                    <a:pt x="170041" y="1048889"/>
                  </a:lnTo>
                  <a:lnTo>
                    <a:pt x="159414" y="1048889"/>
                  </a:lnTo>
                  <a:lnTo>
                    <a:pt x="148786" y="1048889"/>
                  </a:lnTo>
                  <a:lnTo>
                    <a:pt x="138158" y="1048889"/>
                  </a:lnTo>
                  <a:lnTo>
                    <a:pt x="127531" y="1048889"/>
                  </a:lnTo>
                  <a:lnTo>
                    <a:pt x="116903" y="1048889"/>
                  </a:lnTo>
                  <a:lnTo>
                    <a:pt x="106276" y="1048889"/>
                  </a:lnTo>
                  <a:lnTo>
                    <a:pt x="95648" y="1048889"/>
                  </a:lnTo>
                  <a:lnTo>
                    <a:pt x="85020" y="1048889"/>
                  </a:lnTo>
                  <a:lnTo>
                    <a:pt x="74393" y="1048889"/>
                  </a:lnTo>
                  <a:lnTo>
                    <a:pt x="63765" y="1048889"/>
                  </a:lnTo>
                  <a:lnTo>
                    <a:pt x="53138" y="1048889"/>
                  </a:lnTo>
                  <a:lnTo>
                    <a:pt x="42510" y="1048889"/>
                  </a:lnTo>
                  <a:lnTo>
                    <a:pt x="31882" y="1048889"/>
                  </a:lnTo>
                  <a:lnTo>
                    <a:pt x="21255" y="1048889"/>
                  </a:lnTo>
                  <a:lnTo>
                    <a:pt x="10627" y="1048889"/>
                  </a:lnTo>
                  <a:lnTo>
                    <a:pt x="0" y="1048889"/>
                  </a:lnTo>
                  <a:close/>
                </a:path>
              </a:pathLst>
            </a:custGeom>
            <a:solidFill>
              <a:srgbClr val="D97706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9202" y="4811989"/>
              <a:ext cx="2029872" cy="1044592"/>
            </a:xfrm>
            <a:custGeom>
              <a:avLst/>
              <a:pathLst>
                <a:path w="2029872" h="1044592">
                  <a:moveTo>
                    <a:pt x="0" y="1044592"/>
                  </a:moveTo>
                  <a:lnTo>
                    <a:pt x="10627" y="1043619"/>
                  </a:lnTo>
                  <a:lnTo>
                    <a:pt x="21255" y="1042421"/>
                  </a:lnTo>
                  <a:lnTo>
                    <a:pt x="31882" y="1041010"/>
                  </a:lnTo>
                  <a:lnTo>
                    <a:pt x="42510" y="1039393"/>
                  </a:lnTo>
                  <a:lnTo>
                    <a:pt x="53138" y="1037585"/>
                  </a:lnTo>
                  <a:lnTo>
                    <a:pt x="63765" y="1035608"/>
                  </a:lnTo>
                  <a:lnTo>
                    <a:pt x="74393" y="1033489"/>
                  </a:lnTo>
                  <a:lnTo>
                    <a:pt x="85020" y="1031261"/>
                  </a:lnTo>
                  <a:lnTo>
                    <a:pt x="95648" y="1028954"/>
                  </a:lnTo>
                  <a:lnTo>
                    <a:pt x="106276" y="1026599"/>
                  </a:lnTo>
                  <a:lnTo>
                    <a:pt x="116903" y="1024216"/>
                  </a:lnTo>
                  <a:lnTo>
                    <a:pt x="127531" y="1021821"/>
                  </a:lnTo>
                  <a:lnTo>
                    <a:pt x="138158" y="1019419"/>
                  </a:lnTo>
                  <a:lnTo>
                    <a:pt x="148786" y="1017001"/>
                  </a:lnTo>
                  <a:lnTo>
                    <a:pt x="159414" y="1014555"/>
                  </a:lnTo>
                  <a:lnTo>
                    <a:pt x="170041" y="1012066"/>
                  </a:lnTo>
                  <a:lnTo>
                    <a:pt x="180669" y="1009520"/>
                  </a:lnTo>
                  <a:lnTo>
                    <a:pt x="191296" y="1006908"/>
                  </a:lnTo>
                  <a:lnTo>
                    <a:pt x="201924" y="1004226"/>
                  </a:lnTo>
                  <a:lnTo>
                    <a:pt x="212552" y="1001480"/>
                  </a:lnTo>
                  <a:lnTo>
                    <a:pt x="223179" y="998678"/>
                  </a:lnTo>
                  <a:lnTo>
                    <a:pt x="233807" y="995829"/>
                  </a:lnTo>
                  <a:lnTo>
                    <a:pt x="244434" y="992939"/>
                  </a:lnTo>
                  <a:lnTo>
                    <a:pt x="255062" y="990004"/>
                  </a:lnTo>
                  <a:lnTo>
                    <a:pt x="265690" y="986992"/>
                  </a:lnTo>
                  <a:lnTo>
                    <a:pt x="276317" y="983861"/>
                  </a:lnTo>
                  <a:lnTo>
                    <a:pt x="286945" y="980544"/>
                  </a:lnTo>
                  <a:lnTo>
                    <a:pt x="297572" y="976957"/>
                  </a:lnTo>
                  <a:lnTo>
                    <a:pt x="308200" y="973003"/>
                  </a:lnTo>
                  <a:lnTo>
                    <a:pt x="318828" y="968582"/>
                  </a:lnTo>
                  <a:lnTo>
                    <a:pt x="329455" y="963597"/>
                  </a:lnTo>
                  <a:lnTo>
                    <a:pt x="340083" y="957963"/>
                  </a:lnTo>
                  <a:lnTo>
                    <a:pt x="350710" y="951615"/>
                  </a:lnTo>
                  <a:lnTo>
                    <a:pt x="361338" y="944514"/>
                  </a:lnTo>
                  <a:lnTo>
                    <a:pt x="371966" y="936652"/>
                  </a:lnTo>
                  <a:lnTo>
                    <a:pt x="382593" y="928006"/>
                  </a:lnTo>
                  <a:lnTo>
                    <a:pt x="393221" y="918669"/>
                  </a:lnTo>
                  <a:lnTo>
                    <a:pt x="403848" y="908758"/>
                  </a:lnTo>
                  <a:lnTo>
                    <a:pt x="414476" y="898378"/>
                  </a:lnTo>
                  <a:lnTo>
                    <a:pt x="425104" y="887641"/>
                  </a:lnTo>
                  <a:lnTo>
                    <a:pt x="435731" y="876655"/>
                  </a:lnTo>
                  <a:lnTo>
                    <a:pt x="446359" y="865513"/>
                  </a:lnTo>
                  <a:lnTo>
                    <a:pt x="456986" y="854290"/>
                  </a:lnTo>
                  <a:lnTo>
                    <a:pt x="467614" y="843028"/>
                  </a:lnTo>
                  <a:lnTo>
                    <a:pt x="478242" y="831739"/>
                  </a:lnTo>
                  <a:lnTo>
                    <a:pt x="488869" y="820402"/>
                  </a:lnTo>
                  <a:lnTo>
                    <a:pt x="499497" y="808962"/>
                  </a:lnTo>
                  <a:lnTo>
                    <a:pt x="510124" y="797320"/>
                  </a:lnTo>
                  <a:lnTo>
                    <a:pt x="520752" y="785391"/>
                  </a:lnTo>
                  <a:lnTo>
                    <a:pt x="531380" y="773081"/>
                  </a:lnTo>
                  <a:lnTo>
                    <a:pt x="542007" y="760301"/>
                  </a:lnTo>
                  <a:lnTo>
                    <a:pt x="552635" y="746973"/>
                  </a:lnTo>
                  <a:lnTo>
                    <a:pt x="563262" y="733036"/>
                  </a:lnTo>
                  <a:lnTo>
                    <a:pt x="573890" y="718444"/>
                  </a:lnTo>
                  <a:lnTo>
                    <a:pt x="584518" y="703166"/>
                  </a:lnTo>
                  <a:lnTo>
                    <a:pt x="595145" y="687186"/>
                  </a:lnTo>
                  <a:lnTo>
                    <a:pt x="605773" y="670499"/>
                  </a:lnTo>
                  <a:lnTo>
                    <a:pt x="616400" y="653108"/>
                  </a:lnTo>
                  <a:lnTo>
                    <a:pt x="627028" y="634968"/>
                  </a:lnTo>
                  <a:lnTo>
                    <a:pt x="637656" y="616142"/>
                  </a:lnTo>
                  <a:lnTo>
                    <a:pt x="648283" y="596676"/>
                  </a:lnTo>
                  <a:lnTo>
                    <a:pt x="658911" y="576607"/>
                  </a:lnTo>
                  <a:lnTo>
                    <a:pt x="669538" y="555988"/>
                  </a:lnTo>
                  <a:lnTo>
                    <a:pt x="680166" y="534884"/>
                  </a:lnTo>
                  <a:lnTo>
                    <a:pt x="690794" y="513379"/>
                  </a:lnTo>
                  <a:lnTo>
                    <a:pt x="701421" y="491567"/>
                  </a:lnTo>
                  <a:lnTo>
                    <a:pt x="712049" y="469560"/>
                  </a:lnTo>
                  <a:lnTo>
                    <a:pt x="722677" y="447474"/>
                  </a:lnTo>
                  <a:lnTo>
                    <a:pt x="733304" y="425433"/>
                  </a:lnTo>
                  <a:lnTo>
                    <a:pt x="743932" y="403569"/>
                  </a:lnTo>
                  <a:lnTo>
                    <a:pt x="754559" y="382023"/>
                  </a:lnTo>
                  <a:lnTo>
                    <a:pt x="765187" y="360880"/>
                  </a:lnTo>
                  <a:lnTo>
                    <a:pt x="775815" y="340219"/>
                  </a:lnTo>
                  <a:lnTo>
                    <a:pt x="786442" y="320099"/>
                  </a:lnTo>
                  <a:lnTo>
                    <a:pt x="797070" y="300558"/>
                  </a:lnTo>
                  <a:lnTo>
                    <a:pt x="807697" y="281608"/>
                  </a:lnTo>
                  <a:lnTo>
                    <a:pt x="818325" y="263240"/>
                  </a:lnTo>
                  <a:lnTo>
                    <a:pt x="828953" y="245420"/>
                  </a:lnTo>
                  <a:lnTo>
                    <a:pt x="839580" y="228095"/>
                  </a:lnTo>
                  <a:lnTo>
                    <a:pt x="850208" y="211190"/>
                  </a:lnTo>
                  <a:lnTo>
                    <a:pt x="860835" y="194622"/>
                  </a:lnTo>
                  <a:lnTo>
                    <a:pt x="871463" y="178314"/>
                  </a:lnTo>
                  <a:lnTo>
                    <a:pt x="882091" y="162152"/>
                  </a:lnTo>
                  <a:lnTo>
                    <a:pt x="892718" y="146079"/>
                  </a:lnTo>
                  <a:lnTo>
                    <a:pt x="903346" y="130068"/>
                  </a:lnTo>
                  <a:lnTo>
                    <a:pt x="913973" y="114140"/>
                  </a:lnTo>
                  <a:lnTo>
                    <a:pt x="924601" y="98363"/>
                  </a:lnTo>
                  <a:lnTo>
                    <a:pt x="935229" y="82860"/>
                  </a:lnTo>
                  <a:lnTo>
                    <a:pt x="945856" y="67813"/>
                  </a:lnTo>
                  <a:lnTo>
                    <a:pt x="956484" y="53454"/>
                  </a:lnTo>
                  <a:lnTo>
                    <a:pt x="967111" y="40065"/>
                  </a:lnTo>
                  <a:lnTo>
                    <a:pt x="977739" y="27964"/>
                  </a:lnTo>
                  <a:lnTo>
                    <a:pt x="988367" y="17602"/>
                  </a:lnTo>
                  <a:lnTo>
                    <a:pt x="998994" y="9385"/>
                  </a:lnTo>
                  <a:lnTo>
                    <a:pt x="1009622" y="3544"/>
                  </a:lnTo>
                  <a:lnTo>
                    <a:pt x="1020249" y="349"/>
                  </a:lnTo>
                  <a:lnTo>
                    <a:pt x="1030877" y="0"/>
                  </a:lnTo>
                  <a:lnTo>
                    <a:pt x="1030877" y="0"/>
                  </a:lnTo>
                  <a:lnTo>
                    <a:pt x="1041505" y="2610"/>
                  </a:lnTo>
                  <a:lnTo>
                    <a:pt x="1052132" y="8194"/>
                  </a:lnTo>
                  <a:lnTo>
                    <a:pt x="1062760" y="16661"/>
                  </a:lnTo>
                  <a:lnTo>
                    <a:pt x="1073387" y="27817"/>
                  </a:lnTo>
                  <a:lnTo>
                    <a:pt x="1084015" y="41375"/>
                  </a:lnTo>
                  <a:lnTo>
                    <a:pt x="1094643" y="56972"/>
                  </a:lnTo>
                  <a:lnTo>
                    <a:pt x="1105270" y="74204"/>
                  </a:lnTo>
                  <a:lnTo>
                    <a:pt x="1115898" y="92689"/>
                  </a:lnTo>
                  <a:lnTo>
                    <a:pt x="1126525" y="111862"/>
                  </a:lnTo>
                  <a:lnTo>
                    <a:pt x="1137153" y="131369"/>
                  </a:lnTo>
                  <a:lnTo>
                    <a:pt x="1147781" y="150932"/>
                  </a:lnTo>
                  <a:lnTo>
                    <a:pt x="1158408" y="170351"/>
                  </a:lnTo>
                  <a:lnTo>
                    <a:pt x="1169036" y="189512"/>
                  </a:lnTo>
                  <a:lnTo>
                    <a:pt x="1179663" y="208377"/>
                  </a:lnTo>
                  <a:lnTo>
                    <a:pt x="1190291" y="226973"/>
                  </a:lnTo>
                  <a:lnTo>
                    <a:pt x="1200919" y="245373"/>
                  </a:lnTo>
                  <a:lnTo>
                    <a:pt x="1211546" y="263683"/>
                  </a:lnTo>
                  <a:lnTo>
                    <a:pt x="1222174" y="282019"/>
                  </a:lnTo>
                  <a:lnTo>
                    <a:pt x="1232801" y="300516"/>
                  </a:lnTo>
                  <a:lnTo>
                    <a:pt x="1243429" y="319284"/>
                  </a:lnTo>
                  <a:lnTo>
                    <a:pt x="1254057" y="338389"/>
                  </a:lnTo>
                  <a:lnTo>
                    <a:pt x="1264684" y="357879"/>
                  </a:lnTo>
                  <a:lnTo>
                    <a:pt x="1275312" y="377774"/>
                  </a:lnTo>
                  <a:lnTo>
                    <a:pt x="1285939" y="398070"/>
                  </a:lnTo>
                  <a:lnTo>
                    <a:pt x="1296567" y="418734"/>
                  </a:lnTo>
                  <a:lnTo>
                    <a:pt x="1307195" y="439710"/>
                  </a:lnTo>
                  <a:lnTo>
                    <a:pt x="1317822" y="460916"/>
                  </a:lnTo>
                  <a:lnTo>
                    <a:pt x="1328450" y="482254"/>
                  </a:lnTo>
                  <a:lnTo>
                    <a:pt x="1339077" y="503612"/>
                  </a:lnTo>
                  <a:lnTo>
                    <a:pt x="1349705" y="524864"/>
                  </a:lnTo>
                  <a:lnTo>
                    <a:pt x="1360333" y="545872"/>
                  </a:lnTo>
                  <a:lnTo>
                    <a:pt x="1370960" y="566553"/>
                  </a:lnTo>
                  <a:lnTo>
                    <a:pt x="1381588" y="586846"/>
                  </a:lnTo>
                  <a:lnTo>
                    <a:pt x="1392215" y="606719"/>
                  </a:lnTo>
                  <a:lnTo>
                    <a:pt x="1402843" y="626172"/>
                  </a:lnTo>
                  <a:lnTo>
                    <a:pt x="1413471" y="645226"/>
                  </a:lnTo>
                  <a:lnTo>
                    <a:pt x="1424098" y="663917"/>
                  </a:lnTo>
                  <a:lnTo>
                    <a:pt x="1434726" y="682279"/>
                  </a:lnTo>
                  <a:lnTo>
                    <a:pt x="1445354" y="700340"/>
                  </a:lnTo>
                  <a:lnTo>
                    <a:pt x="1455981" y="718100"/>
                  </a:lnTo>
                  <a:lnTo>
                    <a:pt x="1466609" y="735536"/>
                  </a:lnTo>
                  <a:lnTo>
                    <a:pt x="1477236" y="752551"/>
                  </a:lnTo>
                  <a:lnTo>
                    <a:pt x="1487864" y="769072"/>
                  </a:lnTo>
                  <a:lnTo>
                    <a:pt x="1498492" y="785011"/>
                  </a:lnTo>
                  <a:lnTo>
                    <a:pt x="1509119" y="800273"/>
                  </a:lnTo>
                  <a:lnTo>
                    <a:pt x="1519747" y="814781"/>
                  </a:lnTo>
                  <a:lnTo>
                    <a:pt x="1530374" y="828483"/>
                  </a:lnTo>
                  <a:lnTo>
                    <a:pt x="1541002" y="841361"/>
                  </a:lnTo>
                  <a:lnTo>
                    <a:pt x="1551630" y="853429"/>
                  </a:lnTo>
                  <a:lnTo>
                    <a:pt x="1562257" y="864733"/>
                  </a:lnTo>
                  <a:lnTo>
                    <a:pt x="1572885" y="875344"/>
                  </a:lnTo>
                  <a:lnTo>
                    <a:pt x="1583512" y="885352"/>
                  </a:lnTo>
                  <a:lnTo>
                    <a:pt x="1594140" y="894836"/>
                  </a:lnTo>
                  <a:lnTo>
                    <a:pt x="1604768" y="903885"/>
                  </a:lnTo>
                  <a:lnTo>
                    <a:pt x="1615395" y="912600"/>
                  </a:lnTo>
                  <a:lnTo>
                    <a:pt x="1626023" y="921024"/>
                  </a:lnTo>
                  <a:lnTo>
                    <a:pt x="1636650" y="929173"/>
                  </a:lnTo>
                  <a:lnTo>
                    <a:pt x="1647278" y="937038"/>
                  </a:lnTo>
                  <a:lnTo>
                    <a:pt x="1657906" y="944592"/>
                  </a:lnTo>
                  <a:lnTo>
                    <a:pt x="1668533" y="951791"/>
                  </a:lnTo>
                  <a:lnTo>
                    <a:pt x="1679161" y="958589"/>
                  </a:lnTo>
                  <a:lnTo>
                    <a:pt x="1689788" y="964940"/>
                  </a:lnTo>
                  <a:lnTo>
                    <a:pt x="1700416" y="970810"/>
                  </a:lnTo>
                  <a:lnTo>
                    <a:pt x="1711044" y="976182"/>
                  </a:lnTo>
                  <a:lnTo>
                    <a:pt x="1721671" y="981014"/>
                  </a:lnTo>
                  <a:lnTo>
                    <a:pt x="1732299" y="985382"/>
                  </a:lnTo>
                  <a:lnTo>
                    <a:pt x="1742926" y="989337"/>
                  </a:lnTo>
                  <a:lnTo>
                    <a:pt x="1753554" y="992939"/>
                  </a:lnTo>
                  <a:lnTo>
                    <a:pt x="1764182" y="996249"/>
                  </a:lnTo>
                  <a:lnTo>
                    <a:pt x="1774809" y="999331"/>
                  </a:lnTo>
                  <a:lnTo>
                    <a:pt x="1785437" y="1002241"/>
                  </a:lnTo>
                  <a:lnTo>
                    <a:pt x="1796064" y="1005023"/>
                  </a:lnTo>
                  <a:lnTo>
                    <a:pt x="1806692" y="1007713"/>
                  </a:lnTo>
                  <a:lnTo>
                    <a:pt x="1817320" y="1010330"/>
                  </a:lnTo>
                  <a:lnTo>
                    <a:pt x="1827947" y="1012887"/>
                  </a:lnTo>
                  <a:lnTo>
                    <a:pt x="1838575" y="1015380"/>
                  </a:lnTo>
                  <a:lnTo>
                    <a:pt x="1849202" y="1017804"/>
                  </a:lnTo>
                  <a:lnTo>
                    <a:pt x="1859830" y="1020157"/>
                  </a:lnTo>
                  <a:lnTo>
                    <a:pt x="1870458" y="1022431"/>
                  </a:lnTo>
                  <a:lnTo>
                    <a:pt x="1881085" y="1024621"/>
                  </a:lnTo>
                  <a:lnTo>
                    <a:pt x="1891713" y="1026722"/>
                  </a:lnTo>
                  <a:lnTo>
                    <a:pt x="1902340" y="1028731"/>
                  </a:lnTo>
                  <a:lnTo>
                    <a:pt x="1912968" y="1030642"/>
                  </a:lnTo>
                  <a:lnTo>
                    <a:pt x="1923596" y="1032452"/>
                  </a:lnTo>
                  <a:lnTo>
                    <a:pt x="1934223" y="1034156"/>
                  </a:lnTo>
                  <a:lnTo>
                    <a:pt x="1944851" y="1035748"/>
                  </a:lnTo>
                  <a:lnTo>
                    <a:pt x="1955478" y="1037224"/>
                  </a:lnTo>
                  <a:lnTo>
                    <a:pt x="1966106" y="1038567"/>
                  </a:lnTo>
                  <a:lnTo>
                    <a:pt x="1976734" y="1039791"/>
                  </a:lnTo>
                  <a:lnTo>
                    <a:pt x="1987361" y="1040897"/>
                  </a:lnTo>
                  <a:lnTo>
                    <a:pt x="1997989" y="1041892"/>
                  </a:lnTo>
                  <a:lnTo>
                    <a:pt x="2008616" y="1042783"/>
                  </a:lnTo>
                  <a:lnTo>
                    <a:pt x="2019244" y="1043579"/>
                  </a:lnTo>
                  <a:lnTo>
                    <a:pt x="2029872" y="1044292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5337697" y="6043722"/>
              <a:ext cx="2412465" cy="816099"/>
            </a:xfrm>
            <a:custGeom>
              <a:avLst/>
              <a:pathLst>
                <a:path w="2412465" h="816099">
                  <a:moveTo>
                    <a:pt x="0" y="811790"/>
                  </a:moveTo>
                  <a:lnTo>
                    <a:pt x="10627" y="811244"/>
                  </a:lnTo>
                  <a:lnTo>
                    <a:pt x="21255" y="810568"/>
                  </a:lnTo>
                  <a:lnTo>
                    <a:pt x="31882" y="809745"/>
                  </a:lnTo>
                  <a:lnTo>
                    <a:pt x="42510" y="808765"/>
                  </a:lnTo>
                  <a:lnTo>
                    <a:pt x="53138" y="807621"/>
                  </a:lnTo>
                  <a:lnTo>
                    <a:pt x="63765" y="806318"/>
                  </a:lnTo>
                  <a:lnTo>
                    <a:pt x="74393" y="804869"/>
                  </a:lnTo>
                  <a:lnTo>
                    <a:pt x="85020" y="803293"/>
                  </a:lnTo>
                  <a:lnTo>
                    <a:pt x="95648" y="801625"/>
                  </a:lnTo>
                  <a:lnTo>
                    <a:pt x="106276" y="799913"/>
                  </a:lnTo>
                  <a:lnTo>
                    <a:pt x="116903" y="798197"/>
                  </a:lnTo>
                  <a:lnTo>
                    <a:pt x="127531" y="796515"/>
                  </a:lnTo>
                  <a:lnTo>
                    <a:pt x="138158" y="794898"/>
                  </a:lnTo>
                  <a:lnTo>
                    <a:pt x="148786" y="793365"/>
                  </a:lnTo>
                  <a:lnTo>
                    <a:pt x="159414" y="791924"/>
                  </a:lnTo>
                  <a:lnTo>
                    <a:pt x="170041" y="790569"/>
                  </a:lnTo>
                  <a:lnTo>
                    <a:pt x="180669" y="789274"/>
                  </a:lnTo>
                  <a:lnTo>
                    <a:pt x="191296" y="788004"/>
                  </a:lnTo>
                  <a:lnTo>
                    <a:pt x="201924" y="786708"/>
                  </a:lnTo>
                  <a:lnTo>
                    <a:pt x="212552" y="785311"/>
                  </a:lnTo>
                  <a:lnTo>
                    <a:pt x="223179" y="783754"/>
                  </a:lnTo>
                  <a:lnTo>
                    <a:pt x="233807" y="781980"/>
                  </a:lnTo>
                  <a:lnTo>
                    <a:pt x="244434" y="779946"/>
                  </a:lnTo>
                  <a:lnTo>
                    <a:pt x="255062" y="777626"/>
                  </a:lnTo>
                  <a:lnTo>
                    <a:pt x="265690" y="775013"/>
                  </a:lnTo>
                  <a:lnTo>
                    <a:pt x="276317" y="772127"/>
                  </a:lnTo>
                  <a:lnTo>
                    <a:pt x="286945" y="769014"/>
                  </a:lnTo>
                  <a:lnTo>
                    <a:pt x="297572" y="765739"/>
                  </a:lnTo>
                  <a:lnTo>
                    <a:pt x="308200" y="762388"/>
                  </a:lnTo>
                  <a:lnTo>
                    <a:pt x="318828" y="759058"/>
                  </a:lnTo>
                  <a:lnTo>
                    <a:pt x="329455" y="755855"/>
                  </a:lnTo>
                  <a:lnTo>
                    <a:pt x="340083" y="752877"/>
                  </a:lnTo>
                  <a:lnTo>
                    <a:pt x="350710" y="750171"/>
                  </a:lnTo>
                  <a:lnTo>
                    <a:pt x="361338" y="747756"/>
                  </a:lnTo>
                  <a:lnTo>
                    <a:pt x="371966" y="745613"/>
                  </a:lnTo>
                  <a:lnTo>
                    <a:pt x="382593" y="743684"/>
                  </a:lnTo>
                  <a:lnTo>
                    <a:pt x="393221" y="741877"/>
                  </a:lnTo>
                  <a:lnTo>
                    <a:pt x="403848" y="740073"/>
                  </a:lnTo>
                  <a:lnTo>
                    <a:pt x="414476" y="738135"/>
                  </a:lnTo>
                  <a:lnTo>
                    <a:pt x="425104" y="735918"/>
                  </a:lnTo>
                  <a:lnTo>
                    <a:pt x="435731" y="733286"/>
                  </a:lnTo>
                  <a:lnTo>
                    <a:pt x="446359" y="730115"/>
                  </a:lnTo>
                  <a:lnTo>
                    <a:pt x="456986" y="726250"/>
                  </a:lnTo>
                  <a:lnTo>
                    <a:pt x="467614" y="721702"/>
                  </a:lnTo>
                  <a:lnTo>
                    <a:pt x="478242" y="716464"/>
                  </a:lnTo>
                  <a:lnTo>
                    <a:pt x="488869" y="710569"/>
                  </a:lnTo>
                  <a:lnTo>
                    <a:pt x="499497" y="704079"/>
                  </a:lnTo>
                  <a:lnTo>
                    <a:pt x="510124" y="697080"/>
                  </a:lnTo>
                  <a:lnTo>
                    <a:pt x="520752" y="689672"/>
                  </a:lnTo>
                  <a:lnTo>
                    <a:pt x="531380" y="681963"/>
                  </a:lnTo>
                  <a:lnTo>
                    <a:pt x="542007" y="674058"/>
                  </a:lnTo>
                  <a:lnTo>
                    <a:pt x="552635" y="666049"/>
                  </a:lnTo>
                  <a:lnTo>
                    <a:pt x="563262" y="658010"/>
                  </a:lnTo>
                  <a:lnTo>
                    <a:pt x="573890" y="649993"/>
                  </a:lnTo>
                  <a:lnTo>
                    <a:pt x="584518" y="642015"/>
                  </a:lnTo>
                  <a:lnTo>
                    <a:pt x="595145" y="634065"/>
                  </a:lnTo>
                  <a:lnTo>
                    <a:pt x="605773" y="626107"/>
                  </a:lnTo>
                  <a:lnTo>
                    <a:pt x="616400" y="618098"/>
                  </a:lnTo>
                  <a:lnTo>
                    <a:pt x="627028" y="609988"/>
                  </a:lnTo>
                  <a:lnTo>
                    <a:pt x="637656" y="601732"/>
                  </a:lnTo>
                  <a:lnTo>
                    <a:pt x="648283" y="593297"/>
                  </a:lnTo>
                  <a:lnTo>
                    <a:pt x="658911" y="584667"/>
                  </a:lnTo>
                  <a:lnTo>
                    <a:pt x="669538" y="575843"/>
                  </a:lnTo>
                  <a:lnTo>
                    <a:pt x="680166" y="566845"/>
                  </a:lnTo>
                  <a:lnTo>
                    <a:pt x="690794" y="557704"/>
                  </a:lnTo>
                  <a:lnTo>
                    <a:pt x="701421" y="548460"/>
                  </a:lnTo>
                  <a:lnTo>
                    <a:pt x="712049" y="539158"/>
                  </a:lnTo>
                  <a:lnTo>
                    <a:pt x="722677" y="529814"/>
                  </a:lnTo>
                  <a:lnTo>
                    <a:pt x="733304" y="520426"/>
                  </a:lnTo>
                  <a:lnTo>
                    <a:pt x="743932" y="510969"/>
                  </a:lnTo>
                  <a:lnTo>
                    <a:pt x="754559" y="501398"/>
                  </a:lnTo>
                  <a:lnTo>
                    <a:pt x="765187" y="491652"/>
                  </a:lnTo>
                  <a:lnTo>
                    <a:pt x="775815" y="481661"/>
                  </a:lnTo>
                  <a:lnTo>
                    <a:pt x="786442" y="471355"/>
                  </a:lnTo>
                  <a:lnTo>
                    <a:pt x="797070" y="460671"/>
                  </a:lnTo>
                  <a:lnTo>
                    <a:pt x="807697" y="449558"/>
                  </a:lnTo>
                  <a:lnTo>
                    <a:pt x="818325" y="437942"/>
                  </a:lnTo>
                  <a:lnTo>
                    <a:pt x="828953" y="425833"/>
                  </a:lnTo>
                  <a:lnTo>
                    <a:pt x="839580" y="413236"/>
                  </a:lnTo>
                  <a:lnTo>
                    <a:pt x="850208" y="400152"/>
                  </a:lnTo>
                  <a:lnTo>
                    <a:pt x="860835" y="386583"/>
                  </a:lnTo>
                  <a:lnTo>
                    <a:pt x="871463" y="372531"/>
                  </a:lnTo>
                  <a:lnTo>
                    <a:pt x="882091" y="358000"/>
                  </a:lnTo>
                  <a:lnTo>
                    <a:pt x="892718" y="343000"/>
                  </a:lnTo>
                  <a:lnTo>
                    <a:pt x="903346" y="327557"/>
                  </a:lnTo>
                  <a:lnTo>
                    <a:pt x="913973" y="311714"/>
                  </a:lnTo>
                  <a:lnTo>
                    <a:pt x="924601" y="295541"/>
                  </a:lnTo>
                  <a:lnTo>
                    <a:pt x="935229" y="279132"/>
                  </a:lnTo>
                  <a:lnTo>
                    <a:pt x="945856" y="262631"/>
                  </a:lnTo>
                  <a:lnTo>
                    <a:pt x="956484" y="246195"/>
                  </a:lnTo>
                  <a:lnTo>
                    <a:pt x="967111" y="229965"/>
                  </a:lnTo>
                  <a:lnTo>
                    <a:pt x="977739" y="214070"/>
                  </a:lnTo>
                  <a:lnTo>
                    <a:pt x="988367" y="198618"/>
                  </a:lnTo>
                  <a:lnTo>
                    <a:pt x="998994" y="183689"/>
                  </a:lnTo>
                  <a:lnTo>
                    <a:pt x="1009622" y="169339"/>
                  </a:lnTo>
                  <a:lnTo>
                    <a:pt x="1020249" y="155602"/>
                  </a:lnTo>
                  <a:lnTo>
                    <a:pt x="1030877" y="142496"/>
                  </a:lnTo>
                  <a:lnTo>
                    <a:pt x="1041505" y="130040"/>
                  </a:lnTo>
                  <a:lnTo>
                    <a:pt x="1052132" y="118254"/>
                  </a:lnTo>
                  <a:lnTo>
                    <a:pt x="1062760" y="107241"/>
                  </a:lnTo>
                  <a:lnTo>
                    <a:pt x="1073387" y="96983"/>
                  </a:lnTo>
                  <a:lnTo>
                    <a:pt x="1084015" y="87519"/>
                  </a:lnTo>
                  <a:lnTo>
                    <a:pt x="1094643" y="78882"/>
                  </a:lnTo>
                  <a:lnTo>
                    <a:pt x="1105270" y="71089"/>
                  </a:lnTo>
                  <a:lnTo>
                    <a:pt x="1115898" y="64128"/>
                  </a:lnTo>
                  <a:lnTo>
                    <a:pt x="1126525" y="57955"/>
                  </a:lnTo>
                  <a:lnTo>
                    <a:pt x="1137153" y="52493"/>
                  </a:lnTo>
                  <a:lnTo>
                    <a:pt x="1147781" y="47634"/>
                  </a:lnTo>
                  <a:lnTo>
                    <a:pt x="1158408" y="43247"/>
                  </a:lnTo>
                  <a:lnTo>
                    <a:pt x="1169036" y="39185"/>
                  </a:lnTo>
                  <a:lnTo>
                    <a:pt x="1179663" y="35302"/>
                  </a:lnTo>
                  <a:lnTo>
                    <a:pt x="1190291" y="31443"/>
                  </a:lnTo>
                  <a:lnTo>
                    <a:pt x="1200919" y="27506"/>
                  </a:lnTo>
                  <a:lnTo>
                    <a:pt x="1211546" y="23445"/>
                  </a:lnTo>
                  <a:lnTo>
                    <a:pt x="1222174" y="19271"/>
                  </a:lnTo>
                  <a:lnTo>
                    <a:pt x="1232801" y="15060"/>
                  </a:lnTo>
                  <a:lnTo>
                    <a:pt x="1243429" y="10950"/>
                  </a:lnTo>
                  <a:lnTo>
                    <a:pt x="1254057" y="7140"/>
                  </a:lnTo>
                  <a:lnTo>
                    <a:pt x="1264684" y="3873"/>
                  </a:lnTo>
                  <a:lnTo>
                    <a:pt x="1275312" y="1418"/>
                  </a:lnTo>
                  <a:lnTo>
                    <a:pt x="1285939" y="43"/>
                  </a:lnTo>
                  <a:lnTo>
                    <a:pt x="1296567" y="0"/>
                  </a:lnTo>
                  <a:lnTo>
                    <a:pt x="1307195" y="1613"/>
                  </a:lnTo>
                  <a:lnTo>
                    <a:pt x="1317822" y="4811"/>
                  </a:lnTo>
                  <a:lnTo>
                    <a:pt x="1328450" y="9549"/>
                  </a:lnTo>
                  <a:lnTo>
                    <a:pt x="1339077" y="15685"/>
                  </a:lnTo>
                  <a:lnTo>
                    <a:pt x="1349705" y="23001"/>
                  </a:lnTo>
                  <a:lnTo>
                    <a:pt x="1360333" y="31225"/>
                  </a:lnTo>
                  <a:lnTo>
                    <a:pt x="1370960" y="40068"/>
                  </a:lnTo>
                  <a:lnTo>
                    <a:pt x="1381588" y="49255"/>
                  </a:lnTo>
                  <a:lnTo>
                    <a:pt x="1392215" y="58556"/>
                  </a:lnTo>
                  <a:lnTo>
                    <a:pt x="1402843" y="67811"/>
                  </a:lnTo>
                  <a:lnTo>
                    <a:pt x="1413471" y="76940"/>
                  </a:lnTo>
                  <a:lnTo>
                    <a:pt x="1424098" y="85947"/>
                  </a:lnTo>
                  <a:lnTo>
                    <a:pt x="1434726" y="94938"/>
                  </a:lnTo>
                  <a:lnTo>
                    <a:pt x="1445354" y="104063"/>
                  </a:lnTo>
                  <a:lnTo>
                    <a:pt x="1455981" y="113488"/>
                  </a:lnTo>
                  <a:lnTo>
                    <a:pt x="1466609" y="123380"/>
                  </a:lnTo>
                  <a:lnTo>
                    <a:pt x="1477236" y="133884"/>
                  </a:lnTo>
                  <a:lnTo>
                    <a:pt x="1487864" y="145117"/>
                  </a:lnTo>
                  <a:lnTo>
                    <a:pt x="1498492" y="157150"/>
                  </a:lnTo>
                  <a:lnTo>
                    <a:pt x="1509119" y="170014"/>
                  </a:lnTo>
                  <a:lnTo>
                    <a:pt x="1519747" y="183689"/>
                  </a:lnTo>
                  <a:lnTo>
                    <a:pt x="1530374" y="198111"/>
                  </a:lnTo>
                  <a:lnTo>
                    <a:pt x="1541002" y="213183"/>
                  </a:lnTo>
                  <a:lnTo>
                    <a:pt x="1551630" y="228768"/>
                  </a:lnTo>
                  <a:lnTo>
                    <a:pt x="1562257" y="244640"/>
                  </a:lnTo>
                  <a:lnTo>
                    <a:pt x="1572885" y="260614"/>
                  </a:lnTo>
                  <a:lnTo>
                    <a:pt x="1583512" y="276514"/>
                  </a:lnTo>
                  <a:lnTo>
                    <a:pt x="1594140" y="292181"/>
                  </a:lnTo>
                  <a:lnTo>
                    <a:pt x="1604768" y="307487"/>
                  </a:lnTo>
                  <a:lnTo>
                    <a:pt x="1615395" y="322345"/>
                  </a:lnTo>
                  <a:lnTo>
                    <a:pt x="1626023" y="336713"/>
                  </a:lnTo>
                  <a:lnTo>
                    <a:pt x="1636650" y="350596"/>
                  </a:lnTo>
                  <a:lnTo>
                    <a:pt x="1647278" y="364043"/>
                  </a:lnTo>
                  <a:lnTo>
                    <a:pt x="1657906" y="377136"/>
                  </a:lnTo>
                  <a:lnTo>
                    <a:pt x="1668533" y="389971"/>
                  </a:lnTo>
                  <a:lnTo>
                    <a:pt x="1679161" y="402693"/>
                  </a:lnTo>
                  <a:lnTo>
                    <a:pt x="1689788" y="415406"/>
                  </a:lnTo>
                  <a:lnTo>
                    <a:pt x="1700416" y="428187"/>
                  </a:lnTo>
                  <a:lnTo>
                    <a:pt x="1711044" y="441080"/>
                  </a:lnTo>
                  <a:lnTo>
                    <a:pt x="1721671" y="454093"/>
                  </a:lnTo>
                  <a:lnTo>
                    <a:pt x="1732299" y="467199"/>
                  </a:lnTo>
                  <a:lnTo>
                    <a:pt x="1742926" y="480342"/>
                  </a:lnTo>
                  <a:lnTo>
                    <a:pt x="1753554" y="493444"/>
                  </a:lnTo>
                  <a:lnTo>
                    <a:pt x="1764182" y="506417"/>
                  </a:lnTo>
                  <a:lnTo>
                    <a:pt x="1774809" y="519177"/>
                  </a:lnTo>
                  <a:lnTo>
                    <a:pt x="1785437" y="531643"/>
                  </a:lnTo>
                  <a:lnTo>
                    <a:pt x="1796064" y="543764"/>
                  </a:lnTo>
                  <a:lnTo>
                    <a:pt x="1806692" y="555557"/>
                  </a:lnTo>
                  <a:lnTo>
                    <a:pt x="1817320" y="567049"/>
                  </a:lnTo>
                  <a:lnTo>
                    <a:pt x="1827947" y="578280"/>
                  </a:lnTo>
                  <a:lnTo>
                    <a:pt x="1838575" y="589295"/>
                  </a:lnTo>
                  <a:lnTo>
                    <a:pt x="1849202" y="600130"/>
                  </a:lnTo>
                  <a:lnTo>
                    <a:pt x="1859830" y="610799"/>
                  </a:lnTo>
                  <a:lnTo>
                    <a:pt x="1870458" y="621289"/>
                  </a:lnTo>
                  <a:lnTo>
                    <a:pt x="1881085" y="631557"/>
                  </a:lnTo>
                  <a:lnTo>
                    <a:pt x="1891713" y="641531"/>
                  </a:lnTo>
                  <a:lnTo>
                    <a:pt x="1902340" y="651124"/>
                  </a:lnTo>
                  <a:lnTo>
                    <a:pt x="1912968" y="660183"/>
                  </a:lnTo>
                  <a:lnTo>
                    <a:pt x="1923596" y="668664"/>
                  </a:lnTo>
                  <a:lnTo>
                    <a:pt x="1934223" y="676515"/>
                  </a:lnTo>
                  <a:lnTo>
                    <a:pt x="1944851" y="683714"/>
                  </a:lnTo>
                  <a:lnTo>
                    <a:pt x="1955478" y="690274"/>
                  </a:lnTo>
                  <a:lnTo>
                    <a:pt x="1966106" y="696234"/>
                  </a:lnTo>
                  <a:lnTo>
                    <a:pt x="1976734" y="701660"/>
                  </a:lnTo>
                  <a:lnTo>
                    <a:pt x="1987361" y="706635"/>
                  </a:lnTo>
                  <a:lnTo>
                    <a:pt x="1997989" y="711246"/>
                  </a:lnTo>
                  <a:lnTo>
                    <a:pt x="2008616" y="715583"/>
                  </a:lnTo>
                  <a:lnTo>
                    <a:pt x="2019244" y="719729"/>
                  </a:lnTo>
                  <a:lnTo>
                    <a:pt x="2029872" y="723750"/>
                  </a:lnTo>
                  <a:lnTo>
                    <a:pt x="2040499" y="727708"/>
                  </a:lnTo>
                  <a:lnTo>
                    <a:pt x="2051127" y="731643"/>
                  </a:lnTo>
                  <a:lnTo>
                    <a:pt x="2061754" y="735572"/>
                  </a:lnTo>
                  <a:lnTo>
                    <a:pt x="2072382" y="739497"/>
                  </a:lnTo>
                  <a:lnTo>
                    <a:pt x="2083010" y="743409"/>
                  </a:lnTo>
                  <a:lnTo>
                    <a:pt x="2093637" y="747287"/>
                  </a:lnTo>
                  <a:lnTo>
                    <a:pt x="2104265" y="751102"/>
                  </a:lnTo>
                  <a:lnTo>
                    <a:pt x="2114892" y="754821"/>
                  </a:lnTo>
                  <a:lnTo>
                    <a:pt x="2125520" y="758409"/>
                  </a:lnTo>
                  <a:lnTo>
                    <a:pt x="2136148" y="761838"/>
                  </a:lnTo>
                  <a:lnTo>
                    <a:pt x="2146775" y="765083"/>
                  </a:lnTo>
                  <a:lnTo>
                    <a:pt x="2157403" y="768114"/>
                  </a:lnTo>
                  <a:lnTo>
                    <a:pt x="2168031" y="770952"/>
                  </a:lnTo>
                  <a:lnTo>
                    <a:pt x="2178658" y="773612"/>
                  </a:lnTo>
                  <a:lnTo>
                    <a:pt x="2189286" y="776117"/>
                  </a:lnTo>
                  <a:lnTo>
                    <a:pt x="2199913" y="778494"/>
                  </a:lnTo>
                  <a:lnTo>
                    <a:pt x="2210541" y="780771"/>
                  </a:lnTo>
                  <a:lnTo>
                    <a:pt x="2221169" y="782978"/>
                  </a:lnTo>
                  <a:lnTo>
                    <a:pt x="2231796" y="785136"/>
                  </a:lnTo>
                  <a:lnTo>
                    <a:pt x="2242424" y="787264"/>
                  </a:lnTo>
                  <a:lnTo>
                    <a:pt x="2253051" y="789372"/>
                  </a:lnTo>
                  <a:lnTo>
                    <a:pt x="2263679" y="791462"/>
                  </a:lnTo>
                  <a:lnTo>
                    <a:pt x="2274307" y="793530"/>
                  </a:lnTo>
                  <a:lnTo>
                    <a:pt x="2284934" y="795562"/>
                  </a:lnTo>
                  <a:lnTo>
                    <a:pt x="2295562" y="797546"/>
                  </a:lnTo>
                  <a:lnTo>
                    <a:pt x="2306189" y="799461"/>
                  </a:lnTo>
                  <a:lnTo>
                    <a:pt x="2316817" y="801291"/>
                  </a:lnTo>
                  <a:lnTo>
                    <a:pt x="2327445" y="803016"/>
                  </a:lnTo>
                  <a:lnTo>
                    <a:pt x="2338072" y="804620"/>
                  </a:lnTo>
                  <a:lnTo>
                    <a:pt x="2348700" y="806090"/>
                  </a:lnTo>
                  <a:lnTo>
                    <a:pt x="2359327" y="807416"/>
                  </a:lnTo>
                  <a:lnTo>
                    <a:pt x="2369955" y="808594"/>
                  </a:lnTo>
                  <a:lnTo>
                    <a:pt x="2380583" y="809621"/>
                  </a:lnTo>
                  <a:lnTo>
                    <a:pt x="2391210" y="810498"/>
                  </a:lnTo>
                  <a:lnTo>
                    <a:pt x="2401838" y="811224"/>
                  </a:lnTo>
                  <a:lnTo>
                    <a:pt x="2412465" y="811820"/>
                  </a:lnTo>
                  <a:lnTo>
                    <a:pt x="2412465" y="816099"/>
                  </a:lnTo>
                  <a:lnTo>
                    <a:pt x="2401838" y="816099"/>
                  </a:lnTo>
                  <a:lnTo>
                    <a:pt x="2391210" y="816099"/>
                  </a:lnTo>
                  <a:lnTo>
                    <a:pt x="2380583" y="816099"/>
                  </a:lnTo>
                  <a:lnTo>
                    <a:pt x="2369955" y="816099"/>
                  </a:lnTo>
                  <a:lnTo>
                    <a:pt x="2359327" y="816099"/>
                  </a:lnTo>
                  <a:lnTo>
                    <a:pt x="2348700" y="816099"/>
                  </a:lnTo>
                  <a:lnTo>
                    <a:pt x="2338072" y="816099"/>
                  </a:lnTo>
                  <a:lnTo>
                    <a:pt x="2327445" y="816099"/>
                  </a:lnTo>
                  <a:lnTo>
                    <a:pt x="2316817" y="816099"/>
                  </a:lnTo>
                  <a:lnTo>
                    <a:pt x="2306189" y="816099"/>
                  </a:lnTo>
                  <a:lnTo>
                    <a:pt x="2295562" y="816099"/>
                  </a:lnTo>
                  <a:lnTo>
                    <a:pt x="2284934" y="816099"/>
                  </a:lnTo>
                  <a:lnTo>
                    <a:pt x="2274307" y="816099"/>
                  </a:lnTo>
                  <a:lnTo>
                    <a:pt x="2263679" y="816099"/>
                  </a:lnTo>
                  <a:lnTo>
                    <a:pt x="2253051" y="816099"/>
                  </a:lnTo>
                  <a:lnTo>
                    <a:pt x="2242424" y="816099"/>
                  </a:lnTo>
                  <a:lnTo>
                    <a:pt x="2231796" y="816099"/>
                  </a:lnTo>
                  <a:lnTo>
                    <a:pt x="2221169" y="816099"/>
                  </a:lnTo>
                  <a:lnTo>
                    <a:pt x="2210541" y="816099"/>
                  </a:lnTo>
                  <a:lnTo>
                    <a:pt x="2199913" y="816099"/>
                  </a:lnTo>
                  <a:lnTo>
                    <a:pt x="2189286" y="816099"/>
                  </a:lnTo>
                  <a:lnTo>
                    <a:pt x="2178658" y="816099"/>
                  </a:lnTo>
                  <a:lnTo>
                    <a:pt x="2168031" y="816099"/>
                  </a:lnTo>
                  <a:lnTo>
                    <a:pt x="2157403" y="816099"/>
                  </a:lnTo>
                  <a:lnTo>
                    <a:pt x="2146775" y="816099"/>
                  </a:lnTo>
                  <a:lnTo>
                    <a:pt x="2136148" y="816099"/>
                  </a:lnTo>
                  <a:lnTo>
                    <a:pt x="2125520" y="816099"/>
                  </a:lnTo>
                  <a:lnTo>
                    <a:pt x="2114892" y="816099"/>
                  </a:lnTo>
                  <a:lnTo>
                    <a:pt x="2104265" y="816099"/>
                  </a:lnTo>
                  <a:lnTo>
                    <a:pt x="2093637" y="816099"/>
                  </a:lnTo>
                  <a:lnTo>
                    <a:pt x="2083010" y="816099"/>
                  </a:lnTo>
                  <a:lnTo>
                    <a:pt x="2072382" y="816099"/>
                  </a:lnTo>
                  <a:lnTo>
                    <a:pt x="2061754" y="816099"/>
                  </a:lnTo>
                  <a:lnTo>
                    <a:pt x="2051127" y="816099"/>
                  </a:lnTo>
                  <a:lnTo>
                    <a:pt x="2040499" y="816099"/>
                  </a:lnTo>
                  <a:lnTo>
                    <a:pt x="2029872" y="816099"/>
                  </a:lnTo>
                  <a:lnTo>
                    <a:pt x="2019244" y="816099"/>
                  </a:lnTo>
                  <a:lnTo>
                    <a:pt x="2008616" y="816099"/>
                  </a:lnTo>
                  <a:lnTo>
                    <a:pt x="1997989" y="816099"/>
                  </a:lnTo>
                  <a:lnTo>
                    <a:pt x="1987361" y="816099"/>
                  </a:lnTo>
                  <a:lnTo>
                    <a:pt x="1976734" y="816099"/>
                  </a:lnTo>
                  <a:lnTo>
                    <a:pt x="1966106" y="816099"/>
                  </a:lnTo>
                  <a:lnTo>
                    <a:pt x="1955478" y="816099"/>
                  </a:lnTo>
                  <a:lnTo>
                    <a:pt x="1944851" y="816099"/>
                  </a:lnTo>
                  <a:lnTo>
                    <a:pt x="1934223" y="816099"/>
                  </a:lnTo>
                  <a:lnTo>
                    <a:pt x="1923596" y="816099"/>
                  </a:lnTo>
                  <a:lnTo>
                    <a:pt x="1912968" y="816099"/>
                  </a:lnTo>
                  <a:lnTo>
                    <a:pt x="1902340" y="816099"/>
                  </a:lnTo>
                  <a:lnTo>
                    <a:pt x="1891713" y="816099"/>
                  </a:lnTo>
                  <a:lnTo>
                    <a:pt x="1881085" y="816099"/>
                  </a:lnTo>
                  <a:lnTo>
                    <a:pt x="1870458" y="816099"/>
                  </a:lnTo>
                  <a:lnTo>
                    <a:pt x="1859830" y="816099"/>
                  </a:lnTo>
                  <a:lnTo>
                    <a:pt x="1849202" y="816099"/>
                  </a:lnTo>
                  <a:lnTo>
                    <a:pt x="1838575" y="816099"/>
                  </a:lnTo>
                  <a:lnTo>
                    <a:pt x="1827947" y="816099"/>
                  </a:lnTo>
                  <a:lnTo>
                    <a:pt x="1817320" y="816099"/>
                  </a:lnTo>
                  <a:lnTo>
                    <a:pt x="1806692" y="816099"/>
                  </a:lnTo>
                  <a:lnTo>
                    <a:pt x="1796064" y="816099"/>
                  </a:lnTo>
                  <a:lnTo>
                    <a:pt x="1785437" y="816099"/>
                  </a:lnTo>
                  <a:lnTo>
                    <a:pt x="1774809" y="816099"/>
                  </a:lnTo>
                  <a:lnTo>
                    <a:pt x="1764182" y="816099"/>
                  </a:lnTo>
                  <a:lnTo>
                    <a:pt x="1753554" y="816099"/>
                  </a:lnTo>
                  <a:lnTo>
                    <a:pt x="1742926" y="816099"/>
                  </a:lnTo>
                  <a:lnTo>
                    <a:pt x="1732299" y="816099"/>
                  </a:lnTo>
                  <a:lnTo>
                    <a:pt x="1721671" y="816099"/>
                  </a:lnTo>
                  <a:lnTo>
                    <a:pt x="1711044" y="816099"/>
                  </a:lnTo>
                  <a:lnTo>
                    <a:pt x="1700416" y="816099"/>
                  </a:lnTo>
                  <a:lnTo>
                    <a:pt x="1689788" y="816099"/>
                  </a:lnTo>
                  <a:lnTo>
                    <a:pt x="1679161" y="816099"/>
                  </a:lnTo>
                  <a:lnTo>
                    <a:pt x="1668533" y="816099"/>
                  </a:lnTo>
                  <a:lnTo>
                    <a:pt x="1657906" y="816099"/>
                  </a:lnTo>
                  <a:lnTo>
                    <a:pt x="1647278" y="816099"/>
                  </a:lnTo>
                  <a:lnTo>
                    <a:pt x="1636650" y="816099"/>
                  </a:lnTo>
                  <a:lnTo>
                    <a:pt x="1626023" y="816099"/>
                  </a:lnTo>
                  <a:lnTo>
                    <a:pt x="1615395" y="816099"/>
                  </a:lnTo>
                  <a:lnTo>
                    <a:pt x="1604768" y="816099"/>
                  </a:lnTo>
                  <a:lnTo>
                    <a:pt x="1594140" y="816099"/>
                  </a:lnTo>
                  <a:lnTo>
                    <a:pt x="1583512" y="816099"/>
                  </a:lnTo>
                  <a:lnTo>
                    <a:pt x="1572885" y="816099"/>
                  </a:lnTo>
                  <a:lnTo>
                    <a:pt x="1562257" y="816099"/>
                  </a:lnTo>
                  <a:lnTo>
                    <a:pt x="1551630" y="816099"/>
                  </a:lnTo>
                  <a:lnTo>
                    <a:pt x="1541002" y="816099"/>
                  </a:lnTo>
                  <a:lnTo>
                    <a:pt x="1530374" y="816099"/>
                  </a:lnTo>
                  <a:lnTo>
                    <a:pt x="1519747" y="816099"/>
                  </a:lnTo>
                  <a:lnTo>
                    <a:pt x="1509119" y="816099"/>
                  </a:lnTo>
                  <a:lnTo>
                    <a:pt x="1498492" y="816099"/>
                  </a:lnTo>
                  <a:lnTo>
                    <a:pt x="1487864" y="816099"/>
                  </a:lnTo>
                  <a:lnTo>
                    <a:pt x="1477236" y="816099"/>
                  </a:lnTo>
                  <a:lnTo>
                    <a:pt x="1466609" y="816099"/>
                  </a:lnTo>
                  <a:lnTo>
                    <a:pt x="1455981" y="816099"/>
                  </a:lnTo>
                  <a:lnTo>
                    <a:pt x="1445354" y="816099"/>
                  </a:lnTo>
                  <a:lnTo>
                    <a:pt x="1434726" y="816099"/>
                  </a:lnTo>
                  <a:lnTo>
                    <a:pt x="1424098" y="816099"/>
                  </a:lnTo>
                  <a:lnTo>
                    <a:pt x="1413471" y="816099"/>
                  </a:lnTo>
                  <a:lnTo>
                    <a:pt x="1402843" y="816099"/>
                  </a:lnTo>
                  <a:lnTo>
                    <a:pt x="1392215" y="816099"/>
                  </a:lnTo>
                  <a:lnTo>
                    <a:pt x="1381588" y="816099"/>
                  </a:lnTo>
                  <a:lnTo>
                    <a:pt x="1370960" y="816099"/>
                  </a:lnTo>
                  <a:lnTo>
                    <a:pt x="1360333" y="816099"/>
                  </a:lnTo>
                  <a:lnTo>
                    <a:pt x="1349705" y="816099"/>
                  </a:lnTo>
                  <a:lnTo>
                    <a:pt x="1339077" y="816099"/>
                  </a:lnTo>
                  <a:lnTo>
                    <a:pt x="1328450" y="816099"/>
                  </a:lnTo>
                  <a:lnTo>
                    <a:pt x="1317822" y="816099"/>
                  </a:lnTo>
                  <a:lnTo>
                    <a:pt x="1307195" y="816099"/>
                  </a:lnTo>
                  <a:lnTo>
                    <a:pt x="1296567" y="816099"/>
                  </a:lnTo>
                  <a:lnTo>
                    <a:pt x="1285939" y="816099"/>
                  </a:lnTo>
                  <a:lnTo>
                    <a:pt x="1275312" y="816099"/>
                  </a:lnTo>
                  <a:lnTo>
                    <a:pt x="1264684" y="816099"/>
                  </a:lnTo>
                  <a:lnTo>
                    <a:pt x="1254057" y="816099"/>
                  </a:lnTo>
                  <a:lnTo>
                    <a:pt x="1243429" y="816099"/>
                  </a:lnTo>
                  <a:lnTo>
                    <a:pt x="1232801" y="816099"/>
                  </a:lnTo>
                  <a:lnTo>
                    <a:pt x="1222174" y="816099"/>
                  </a:lnTo>
                  <a:lnTo>
                    <a:pt x="1211546" y="816099"/>
                  </a:lnTo>
                  <a:lnTo>
                    <a:pt x="1200919" y="816099"/>
                  </a:lnTo>
                  <a:lnTo>
                    <a:pt x="1190291" y="816099"/>
                  </a:lnTo>
                  <a:lnTo>
                    <a:pt x="1179663" y="816099"/>
                  </a:lnTo>
                  <a:lnTo>
                    <a:pt x="1169036" y="816099"/>
                  </a:lnTo>
                  <a:lnTo>
                    <a:pt x="1158408" y="816099"/>
                  </a:lnTo>
                  <a:lnTo>
                    <a:pt x="1147781" y="816099"/>
                  </a:lnTo>
                  <a:lnTo>
                    <a:pt x="1137153" y="816099"/>
                  </a:lnTo>
                  <a:lnTo>
                    <a:pt x="1126525" y="816099"/>
                  </a:lnTo>
                  <a:lnTo>
                    <a:pt x="1115898" y="816099"/>
                  </a:lnTo>
                  <a:lnTo>
                    <a:pt x="1105270" y="816099"/>
                  </a:lnTo>
                  <a:lnTo>
                    <a:pt x="1094643" y="816099"/>
                  </a:lnTo>
                  <a:lnTo>
                    <a:pt x="1084015" y="816099"/>
                  </a:lnTo>
                  <a:lnTo>
                    <a:pt x="1073387" y="816099"/>
                  </a:lnTo>
                  <a:lnTo>
                    <a:pt x="1062760" y="816099"/>
                  </a:lnTo>
                  <a:lnTo>
                    <a:pt x="1052132" y="816099"/>
                  </a:lnTo>
                  <a:lnTo>
                    <a:pt x="1041505" y="816099"/>
                  </a:lnTo>
                  <a:lnTo>
                    <a:pt x="1030877" y="816099"/>
                  </a:lnTo>
                  <a:lnTo>
                    <a:pt x="1020249" y="816099"/>
                  </a:lnTo>
                  <a:lnTo>
                    <a:pt x="1009622" y="816099"/>
                  </a:lnTo>
                  <a:lnTo>
                    <a:pt x="998994" y="816099"/>
                  </a:lnTo>
                  <a:lnTo>
                    <a:pt x="988367" y="816099"/>
                  </a:lnTo>
                  <a:lnTo>
                    <a:pt x="977739" y="816099"/>
                  </a:lnTo>
                  <a:lnTo>
                    <a:pt x="967111" y="816099"/>
                  </a:lnTo>
                  <a:lnTo>
                    <a:pt x="956484" y="816099"/>
                  </a:lnTo>
                  <a:lnTo>
                    <a:pt x="945856" y="816099"/>
                  </a:lnTo>
                  <a:lnTo>
                    <a:pt x="935229" y="816099"/>
                  </a:lnTo>
                  <a:lnTo>
                    <a:pt x="924601" y="816099"/>
                  </a:lnTo>
                  <a:lnTo>
                    <a:pt x="913973" y="816099"/>
                  </a:lnTo>
                  <a:lnTo>
                    <a:pt x="903346" y="816099"/>
                  </a:lnTo>
                  <a:lnTo>
                    <a:pt x="892718" y="816099"/>
                  </a:lnTo>
                  <a:lnTo>
                    <a:pt x="882091" y="816099"/>
                  </a:lnTo>
                  <a:lnTo>
                    <a:pt x="871463" y="816099"/>
                  </a:lnTo>
                  <a:lnTo>
                    <a:pt x="860835" y="816099"/>
                  </a:lnTo>
                  <a:lnTo>
                    <a:pt x="850208" y="816099"/>
                  </a:lnTo>
                  <a:lnTo>
                    <a:pt x="839580" y="816099"/>
                  </a:lnTo>
                  <a:lnTo>
                    <a:pt x="828953" y="816099"/>
                  </a:lnTo>
                  <a:lnTo>
                    <a:pt x="818325" y="816099"/>
                  </a:lnTo>
                  <a:lnTo>
                    <a:pt x="807697" y="816099"/>
                  </a:lnTo>
                  <a:lnTo>
                    <a:pt x="797070" y="816099"/>
                  </a:lnTo>
                  <a:lnTo>
                    <a:pt x="786442" y="816099"/>
                  </a:lnTo>
                  <a:lnTo>
                    <a:pt x="775815" y="816099"/>
                  </a:lnTo>
                  <a:lnTo>
                    <a:pt x="765187" y="816099"/>
                  </a:lnTo>
                  <a:lnTo>
                    <a:pt x="754559" y="816099"/>
                  </a:lnTo>
                  <a:lnTo>
                    <a:pt x="743932" y="816099"/>
                  </a:lnTo>
                  <a:lnTo>
                    <a:pt x="733304" y="816099"/>
                  </a:lnTo>
                  <a:lnTo>
                    <a:pt x="722677" y="816099"/>
                  </a:lnTo>
                  <a:lnTo>
                    <a:pt x="712049" y="816099"/>
                  </a:lnTo>
                  <a:lnTo>
                    <a:pt x="701421" y="816099"/>
                  </a:lnTo>
                  <a:lnTo>
                    <a:pt x="690794" y="816099"/>
                  </a:lnTo>
                  <a:lnTo>
                    <a:pt x="680166" y="816099"/>
                  </a:lnTo>
                  <a:lnTo>
                    <a:pt x="669538" y="816099"/>
                  </a:lnTo>
                  <a:lnTo>
                    <a:pt x="658911" y="816099"/>
                  </a:lnTo>
                  <a:lnTo>
                    <a:pt x="648283" y="816099"/>
                  </a:lnTo>
                  <a:lnTo>
                    <a:pt x="637656" y="816099"/>
                  </a:lnTo>
                  <a:lnTo>
                    <a:pt x="627028" y="816099"/>
                  </a:lnTo>
                  <a:lnTo>
                    <a:pt x="616400" y="816099"/>
                  </a:lnTo>
                  <a:lnTo>
                    <a:pt x="605773" y="816099"/>
                  </a:lnTo>
                  <a:lnTo>
                    <a:pt x="595145" y="816099"/>
                  </a:lnTo>
                  <a:lnTo>
                    <a:pt x="584518" y="816099"/>
                  </a:lnTo>
                  <a:lnTo>
                    <a:pt x="573890" y="816099"/>
                  </a:lnTo>
                  <a:lnTo>
                    <a:pt x="563262" y="816099"/>
                  </a:lnTo>
                  <a:lnTo>
                    <a:pt x="552635" y="816099"/>
                  </a:lnTo>
                  <a:lnTo>
                    <a:pt x="542007" y="816099"/>
                  </a:lnTo>
                  <a:lnTo>
                    <a:pt x="531380" y="816099"/>
                  </a:lnTo>
                  <a:lnTo>
                    <a:pt x="520752" y="816099"/>
                  </a:lnTo>
                  <a:lnTo>
                    <a:pt x="510124" y="816099"/>
                  </a:lnTo>
                  <a:lnTo>
                    <a:pt x="499497" y="816099"/>
                  </a:lnTo>
                  <a:lnTo>
                    <a:pt x="488869" y="816099"/>
                  </a:lnTo>
                  <a:lnTo>
                    <a:pt x="478242" y="816099"/>
                  </a:lnTo>
                  <a:lnTo>
                    <a:pt x="467614" y="816099"/>
                  </a:lnTo>
                  <a:lnTo>
                    <a:pt x="456986" y="816099"/>
                  </a:lnTo>
                  <a:lnTo>
                    <a:pt x="446359" y="816099"/>
                  </a:lnTo>
                  <a:lnTo>
                    <a:pt x="435731" y="816099"/>
                  </a:lnTo>
                  <a:lnTo>
                    <a:pt x="425104" y="816099"/>
                  </a:lnTo>
                  <a:lnTo>
                    <a:pt x="414476" y="816099"/>
                  </a:lnTo>
                  <a:lnTo>
                    <a:pt x="403848" y="816099"/>
                  </a:lnTo>
                  <a:lnTo>
                    <a:pt x="393221" y="816099"/>
                  </a:lnTo>
                  <a:lnTo>
                    <a:pt x="382593" y="816099"/>
                  </a:lnTo>
                  <a:lnTo>
                    <a:pt x="371966" y="816099"/>
                  </a:lnTo>
                  <a:lnTo>
                    <a:pt x="361338" y="816099"/>
                  </a:lnTo>
                  <a:lnTo>
                    <a:pt x="350710" y="816099"/>
                  </a:lnTo>
                  <a:lnTo>
                    <a:pt x="340083" y="816099"/>
                  </a:lnTo>
                  <a:lnTo>
                    <a:pt x="329455" y="816099"/>
                  </a:lnTo>
                  <a:lnTo>
                    <a:pt x="318828" y="816099"/>
                  </a:lnTo>
                  <a:lnTo>
                    <a:pt x="308200" y="816099"/>
                  </a:lnTo>
                  <a:lnTo>
                    <a:pt x="297572" y="816099"/>
                  </a:lnTo>
                  <a:lnTo>
                    <a:pt x="286945" y="816099"/>
                  </a:lnTo>
                  <a:lnTo>
                    <a:pt x="276317" y="816099"/>
                  </a:lnTo>
                  <a:lnTo>
                    <a:pt x="265690" y="816099"/>
                  </a:lnTo>
                  <a:lnTo>
                    <a:pt x="255062" y="816099"/>
                  </a:lnTo>
                  <a:lnTo>
                    <a:pt x="244434" y="816099"/>
                  </a:lnTo>
                  <a:lnTo>
                    <a:pt x="233807" y="816099"/>
                  </a:lnTo>
                  <a:lnTo>
                    <a:pt x="223179" y="816099"/>
                  </a:lnTo>
                  <a:lnTo>
                    <a:pt x="212552" y="816099"/>
                  </a:lnTo>
                  <a:lnTo>
                    <a:pt x="201924" y="816099"/>
                  </a:lnTo>
                  <a:lnTo>
                    <a:pt x="191296" y="816099"/>
                  </a:lnTo>
                  <a:lnTo>
                    <a:pt x="180669" y="816099"/>
                  </a:lnTo>
                  <a:lnTo>
                    <a:pt x="170041" y="816099"/>
                  </a:lnTo>
                  <a:lnTo>
                    <a:pt x="159414" y="816099"/>
                  </a:lnTo>
                  <a:lnTo>
                    <a:pt x="148786" y="816099"/>
                  </a:lnTo>
                  <a:lnTo>
                    <a:pt x="138158" y="816099"/>
                  </a:lnTo>
                  <a:lnTo>
                    <a:pt x="127531" y="816099"/>
                  </a:lnTo>
                  <a:lnTo>
                    <a:pt x="116903" y="816099"/>
                  </a:lnTo>
                  <a:lnTo>
                    <a:pt x="106276" y="816099"/>
                  </a:lnTo>
                  <a:lnTo>
                    <a:pt x="95648" y="816099"/>
                  </a:lnTo>
                  <a:lnTo>
                    <a:pt x="85020" y="816099"/>
                  </a:lnTo>
                  <a:lnTo>
                    <a:pt x="74393" y="816099"/>
                  </a:lnTo>
                  <a:lnTo>
                    <a:pt x="63765" y="816099"/>
                  </a:lnTo>
                  <a:lnTo>
                    <a:pt x="53138" y="816099"/>
                  </a:lnTo>
                  <a:lnTo>
                    <a:pt x="42510" y="816099"/>
                  </a:lnTo>
                  <a:lnTo>
                    <a:pt x="31882" y="816099"/>
                  </a:lnTo>
                  <a:lnTo>
                    <a:pt x="21255" y="816099"/>
                  </a:lnTo>
                  <a:lnTo>
                    <a:pt x="10627" y="816099"/>
                  </a:lnTo>
                  <a:lnTo>
                    <a:pt x="0" y="816099"/>
                  </a:lnTo>
                  <a:close/>
                </a:path>
              </a:pathLst>
            </a:custGeom>
            <a:solidFill>
              <a:srgbClr val="F59E0B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337697" y="6043722"/>
              <a:ext cx="2412465" cy="811820"/>
            </a:xfrm>
            <a:custGeom>
              <a:avLst/>
              <a:pathLst>
                <a:path w="2412465" h="811820">
                  <a:moveTo>
                    <a:pt x="0" y="811790"/>
                  </a:moveTo>
                  <a:lnTo>
                    <a:pt x="10627" y="811244"/>
                  </a:lnTo>
                  <a:lnTo>
                    <a:pt x="21255" y="810568"/>
                  </a:lnTo>
                  <a:lnTo>
                    <a:pt x="31882" y="809745"/>
                  </a:lnTo>
                  <a:lnTo>
                    <a:pt x="42510" y="808765"/>
                  </a:lnTo>
                  <a:lnTo>
                    <a:pt x="53138" y="807621"/>
                  </a:lnTo>
                  <a:lnTo>
                    <a:pt x="63765" y="806318"/>
                  </a:lnTo>
                  <a:lnTo>
                    <a:pt x="74393" y="804869"/>
                  </a:lnTo>
                  <a:lnTo>
                    <a:pt x="85020" y="803293"/>
                  </a:lnTo>
                  <a:lnTo>
                    <a:pt x="95648" y="801625"/>
                  </a:lnTo>
                  <a:lnTo>
                    <a:pt x="106276" y="799913"/>
                  </a:lnTo>
                  <a:lnTo>
                    <a:pt x="116903" y="798197"/>
                  </a:lnTo>
                  <a:lnTo>
                    <a:pt x="127531" y="796515"/>
                  </a:lnTo>
                  <a:lnTo>
                    <a:pt x="138158" y="794898"/>
                  </a:lnTo>
                  <a:lnTo>
                    <a:pt x="148786" y="793365"/>
                  </a:lnTo>
                  <a:lnTo>
                    <a:pt x="159414" y="791924"/>
                  </a:lnTo>
                  <a:lnTo>
                    <a:pt x="170041" y="790569"/>
                  </a:lnTo>
                  <a:lnTo>
                    <a:pt x="180669" y="789274"/>
                  </a:lnTo>
                  <a:lnTo>
                    <a:pt x="191296" y="788004"/>
                  </a:lnTo>
                  <a:lnTo>
                    <a:pt x="201924" y="786708"/>
                  </a:lnTo>
                  <a:lnTo>
                    <a:pt x="212552" y="785311"/>
                  </a:lnTo>
                  <a:lnTo>
                    <a:pt x="223179" y="783754"/>
                  </a:lnTo>
                  <a:lnTo>
                    <a:pt x="233807" y="781980"/>
                  </a:lnTo>
                  <a:lnTo>
                    <a:pt x="244434" y="779946"/>
                  </a:lnTo>
                  <a:lnTo>
                    <a:pt x="255062" y="777626"/>
                  </a:lnTo>
                  <a:lnTo>
                    <a:pt x="265690" y="775013"/>
                  </a:lnTo>
                  <a:lnTo>
                    <a:pt x="276317" y="772127"/>
                  </a:lnTo>
                  <a:lnTo>
                    <a:pt x="286945" y="769014"/>
                  </a:lnTo>
                  <a:lnTo>
                    <a:pt x="297572" y="765739"/>
                  </a:lnTo>
                  <a:lnTo>
                    <a:pt x="308200" y="762388"/>
                  </a:lnTo>
                  <a:lnTo>
                    <a:pt x="318828" y="759058"/>
                  </a:lnTo>
                  <a:lnTo>
                    <a:pt x="329455" y="755855"/>
                  </a:lnTo>
                  <a:lnTo>
                    <a:pt x="340083" y="752877"/>
                  </a:lnTo>
                  <a:lnTo>
                    <a:pt x="350710" y="750171"/>
                  </a:lnTo>
                  <a:lnTo>
                    <a:pt x="361338" y="747756"/>
                  </a:lnTo>
                  <a:lnTo>
                    <a:pt x="371966" y="745613"/>
                  </a:lnTo>
                  <a:lnTo>
                    <a:pt x="382593" y="743684"/>
                  </a:lnTo>
                  <a:lnTo>
                    <a:pt x="393221" y="741877"/>
                  </a:lnTo>
                  <a:lnTo>
                    <a:pt x="403848" y="740073"/>
                  </a:lnTo>
                  <a:lnTo>
                    <a:pt x="414476" y="738135"/>
                  </a:lnTo>
                  <a:lnTo>
                    <a:pt x="425104" y="735918"/>
                  </a:lnTo>
                  <a:lnTo>
                    <a:pt x="435731" y="733286"/>
                  </a:lnTo>
                  <a:lnTo>
                    <a:pt x="446359" y="730115"/>
                  </a:lnTo>
                  <a:lnTo>
                    <a:pt x="456986" y="726250"/>
                  </a:lnTo>
                  <a:lnTo>
                    <a:pt x="467614" y="721702"/>
                  </a:lnTo>
                  <a:lnTo>
                    <a:pt x="478242" y="716464"/>
                  </a:lnTo>
                  <a:lnTo>
                    <a:pt x="488869" y="710569"/>
                  </a:lnTo>
                  <a:lnTo>
                    <a:pt x="499497" y="704079"/>
                  </a:lnTo>
                  <a:lnTo>
                    <a:pt x="510124" y="697080"/>
                  </a:lnTo>
                  <a:lnTo>
                    <a:pt x="520752" y="689672"/>
                  </a:lnTo>
                  <a:lnTo>
                    <a:pt x="531380" y="681963"/>
                  </a:lnTo>
                  <a:lnTo>
                    <a:pt x="542007" y="674058"/>
                  </a:lnTo>
                  <a:lnTo>
                    <a:pt x="552635" y="666049"/>
                  </a:lnTo>
                  <a:lnTo>
                    <a:pt x="563262" y="658010"/>
                  </a:lnTo>
                  <a:lnTo>
                    <a:pt x="573890" y="649993"/>
                  </a:lnTo>
                  <a:lnTo>
                    <a:pt x="584518" y="642015"/>
                  </a:lnTo>
                  <a:lnTo>
                    <a:pt x="595145" y="634065"/>
                  </a:lnTo>
                  <a:lnTo>
                    <a:pt x="605773" y="626107"/>
                  </a:lnTo>
                  <a:lnTo>
                    <a:pt x="616400" y="618098"/>
                  </a:lnTo>
                  <a:lnTo>
                    <a:pt x="627028" y="609988"/>
                  </a:lnTo>
                  <a:lnTo>
                    <a:pt x="637656" y="601732"/>
                  </a:lnTo>
                  <a:lnTo>
                    <a:pt x="648283" y="593297"/>
                  </a:lnTo>
                  <a:lnTo>
                    <a:pt x="658911" y="584667"/>
                  </a:lnTo>
                  <a:lnTo>
                    <a:pt x="669538" y="575843"/>
                  </a:lnTo>
                  <a:lnTo>
                    <a:pt x="680166" y="566845"/>
                  </a:lnTo>
                  <a:lnTo>
                    <a:pt x="690794" y="557704"/>
                  </a:lnTo>
                  <a:lnTo>
                    <a:pt x="701421" y="548460"/>
                  </a:lnTo>
                  <a:lnTo>
                    <a:pt x="712049" y="539158"/>
                  </a:lnTo>
                  <a:lnTo>
                    <a:pt x="722677" y="529814"/>
                  </a:lnTo>
                  <a:lnTo>
                    <a:pt x="733304" y="520426"/>
                  </a:lnTo>
                  <a:lnTo>
                    <a:pt x="743932" y="510969"/>
                  </a:lnTo>
                  <a:lnTo>
                    <a:pt x="754559" y="501398"/>
                  </a:lnTo>
                  <a:lnTo>
                    <a:pt x="765187" y="491652"/>
                  </a:lnTo>
                  <a:lnTo>
                    <a:pt x="775815" y="481661"/>
                  </a:lnTo>
                  <a:lnTo>
                    <a:pt x="786442" y="471355"/>
                  </a:lnTo>
                  <a:lnTo>
                    <a:pt x="797070" y="460671"/>
                  </a:lnTo>
                  <a:lnTo>
                    <a:pt x="807697" y="449558"/>
                  </a:lnTo>
                  <a:lnTo>
                    <a:pt x="818325" y="437942"/>
                  </a:lnTo>
                  <a:lnTo>
                    <a:pt x="828953" y="425833"/>
                  </a:lnTo>
                  <a:lnTo>
                    <a:pt x="839580" y="413236"/>
                  </a:lnTo>
                  <a:lnTo>
                    <a:pt x="850208" y="400152"/>
                  </a:lnTo>
                  <a:lnTo>
                    <a:pt x="860835" y="386583"/>
                  </a:lnTo>
                  <a:lnTo>
                    <a:pt x="871463" y="372531"/>
                  </a:lnTo>
                  <a:lnTo>
                    <a:pt x="882091" y="358000"/>
                  </a:lnTo>
                  <a:lnTo>
                    <a:pt x="892718" y="343000"/>
                  </a:lnTo>
                  <a:lnTo>
                    <a:pt x="903346" y="327557"/>
                  </a:lnTo>
                  <a:lnTo>
                    <a:pt x="913973" y="311714"/>
                  </a:lnTo>
                  <a:lnTo>
                    <a:pt x="924601" y="295541"/>
                  </a:lnTo>
                  <a:lnTo>
                    <a:pt x="935229" y="279132"/>
                  </a:lnTo>
                  <a:lnTo>
                    <a:pt x="945856" y="262631"/>
                  </a:lnTo>
                  <a:lnTo>
                    <a:pt x="956484" y="246195"/>
                  </a:lnTo>
                  <a:lnTo>
                    <a:pt x="967111" y="229965"/>
                  </a:lnTo>
                  <a:lnTo>
                    <a:pt x="977739" y="214070"/>
                  </a:lnTo>
                  <a:lnTo>
                    <a:pt x="988367" y="198618"/>
                  </a:lnTo>
                  <a:lnTo>
                    <a:pt x="998994" y="183689"/>
                  </a:lnTo>
                  <a:lnTo>
                    <a:pt x="1009622" y="169339"/>
                  </a:lnTo>
                  <a:lnTo>
                    <a:pt x="1020249" y="155602"/>
                  </a:lnTo>
                  <a:lnTo>
                    <a:pt x="1030877" y="142496"/>
                  </a:lnTo>
                  <a:lnTo>
                    <a:pt x="1041505" y="130040"/>
                  </a:lnTo>
                  <a:lnTo>
                    <a:pt x="1052132" y="118254"/>
                  </a:lnTo>
                  <a:lnTo>
                    <a:pt x="1062760" y="107241"/>
                  </a:lnTo>
                  <a:lnTo>
                    <a:pt x="1073387" y="96983"/>
                  </a:lnTo>
                  <a:lnTo>
                    <a:pt x="1084015" y="87519"/>
                  </a:lnTo>
                  <a:lnTo>
                    <a:pt x="1094643" y="78882"/>
                  </a:lnTo>
                  <a:lnTo>
                    <a:pt x="1105270" y="71089"/>
                  </a:lnTo>
                  <a:lnTo>
                    <a:pt x="1115898" y="64128"/>
                  </a:lnTo>
                  <a:lnTo>
                    <a:pt x="1126525" y="57955"/>
                  </a:lnTo>
                  <a:lnTo>
                    <a:pt x="1137153" y="52493"/>
                  </a:lnTo>
                  <a:lnTo>
                    <a:pt x="1147781" y="47634"/>
                  </a:lnTo>
                  <a:lnTo>
                    <a:pt x="1158408" y="43247"/>
                  </a:lnTo>
                  <a:lnTo>
                    <a:pt x="1169036" y="39185"/>
                  </a:lnTo>
                  <a:lnTo>
                    <a:pt x="1179663" y="35302"/>
                  </a:lnTo>
                  <a:lnTo>
                    <a:pt x="1190291" y="31443"/>
                  </a:lnTo>
                  <a:lnTo>
                    <a:pt x="1200919" y="27506"/>
                  </a:lnTo>
                  <a:lnTo>
                    <a:pt x="1211546" y="23445"/>
                  </a:lnTo>
                  <a:lnTo>
                    <a:pt x="1222174" y="19271"/>
                  </a:lnTo>
                  <a:lnTo>
                    <a:pt x="1232801" y="15060"/>
                  </a:lnTo>
                  <a:lnTo>
                    <a:pt x="1243429" y="10950"/>
                  </a:lnTo>
                  <a:lnTo>
                    <a:pt x="1254057" y="7140"/>
                  </a:lnTo>
                  <a:lnTo>
                    <a:pt x="1264684" y="3873"/>
                  </a:lnTo>
                  <a:lnTo>
                    <a:pt x="1275312" y="1418"/>
                  </a:lnTo>
                  <a:lnTo>
                    <a:pt x="1285939" y="43"/>
                  </a:lnTo>
                  <a:lnTo>
                    <a:pt x="1296567" y="0"/>
                  </a:lnTo>
                  <a:lnTo>
                    <a:pt x="1307195" y="1613"/>
                  </a:lnTo>
                  <a:lnTo>
                    <a:pt x="1317822" y="4811"/>
                  </a:lnTo>
                  <a:lnTo>
                    <a:pt x="1328450" y="9549"/>
                  </a:lnTo>
                  <a:lnTo>
                    <a:pt x="1339077" y="15685"/>
                  </a:lnTo>
                  <a:lnTo>
                    <a:pt x="1349705" y="23001"/>
                  </a:lnTo>
                  <a:lnTo>
                    <a:pt x="1360333" y="31225"/>
                  </a:lnTo>
                  <a:lnTo>
                    <a:pt x="1370960" y="40068"/>
                  </a:lnTo>
                  <a:lnTo>
                    <a:pt x="1381588" y="49255"/>
                  </a:lnTo>
                  <a:lnTo>
                    <a:pt x="1392215" y="58556"/>
                  </a:lnTo>
                  <a:lnTo>
                    <a:pt x="1402843" y="67811"/>
                  </a:lnTo>
                  <a:lnTo>
                    <a:pt x="1413471" y="76940"/>
                  </a:lnTo>
                  <a:lnTo>
                    <a:pt x="1424098" y="85947"/>
                  </a:lnTo>
                  <a:lnTo>
                    <a:pt x="1434726" y="94938"/>
                  </a:lnTo>
                  <a:lnTo>
                    <a:pt x="1445354" y="104063"/>
                  </a:lnTo>
                  <a:lnTo>
                    <a:pt x="1455981" y="113488"/>
                  </a:lnTo>
                  <a:lnTo>
                    <a:pt x="1466609" y="123380"/>
                  </a:lnTo>
                  <a:lnTo>
                    <a:pt x="1477236" y="133884"/>
                  </a:lnTo>
                  <a:lnTo>
                    <a:pt x="1487864" y="145117"/>
                  </a:lnTo>
                  <a:lnTo>
                    <a:pt x="1498492" y="157150"/>
                  </a:lnTo>
                  <a:lnTo>
                    <a:pt x="1509119" y="170014"/>
                  </a:lnTo>
                  <a:lnTo>
                    <a:pt x="1519747" y="183689"/>
                  </a:lnTo>
                  <a:lnTo>
                    <a:pt x="1530374" y="198111"/>
                  </a:lnTo>
                  <a:lnTo>
                    <a:pt x="1541002" y="213183"/>
                  </a:lnTo>
                  <a:lnTo>
                    <a:pt x="1551630" y="228768"/>
                  </a:lnTo>
                  <a:lnTo>
                    <a:pt x="1562257" y="244640"/>
                  </a:lnTo>
                  <a:lnTo>
                    <a:pt x="1572885" y="260614"/>
                  </a:lnTo>
                  <a:lnTo>
                    <a:pt x="1583512" y="276514"/>
                  </a:lnTo>
                  <a:lnTo>
                    <a:pt x="1594140" y="292181"/>
                  </a:lnTo>
                  <a:lnTo>
                    <a:pt x="1604768" y="307487"/>
                  </a:lnTo>
                  <a:lnTo>
                    <a:pt x="1615395" y="322345"/>
                  </a:lnTo>
                  <a:lnTo>
                    <a:pt x="1626023" y="336713"/>
                  </a:lnTo>
                  <a:lnTo>
                    <a:pt x="1636650" y="350596"/>
                  </a:lnTo>
                  <a:lnTo>
                    <a:pt x="1647278" y="364043"/>
                  </a:lnTo>
                  <a:lnTo>
                    <a:pt x="1657906" y="377136"/>
                  </a:lnTo>
                  <a:lnTo>
                    <a:pt x="1668533" y="389971"/>
                  </a:lnTo>
                  <a:lnTo>
                    <a:pt x="1679161" y="402693"/>
                  </a:lnTo>
                  <a:lnTo>
                    <a:pt x="1689788" y="415406"/>
                  </a:lnTo>
                  <a:lnTo>
                    <a:pt x="1700416" y="428187"/>
                  </a:lnTo>
                  <a:lnTo>
                    <a:pt x="1711044" y="441080"/>
                  </a:lnTo>
                  <a:lnTo>
                    <a:pt x="1721671" y="454093"/>
                  </a:lnTo>
                  <a:lnTo>
                    <a:pt x="1732299" y="467199"/>
                  </a:lnTo>
                  <a:lnTo>
                    <a:pt x="1742926" y="480342"/>
                  </a:lnTo>
                  <a:lnTo>
                    <a:pt x="1753554" y="493444"/>
                  </a:lnTo>
                  <a:lnTo>
                    <a:pt x="1764182" y="506417"/>
                  </a:lnTo>
                  <a:lnTo>
                    <a:pt x="1774809" y="519177"/>
                  </a:lnTo>
                  <a:lnTo>
                    <a:pt x="1785437" y="531643"/>
                  </a:lnTo>
                  <a:lnTo>
                    <a:pt x="1796064" y="543764"/>
                  </a:lnTo>
                  <a:lnTo>
                    <a:pt x="1806692" y="555557"/>
                  </a:lnTo>
                  <a:lnTo>
                    <a:pt x="1817320" y="567049"/>
                  </a:lnTo>
                  <a:lnTo>
                    <a:pt x="1827947" y="578280"/>
                  </a:lnTo>
                  <a:lnTo>
                    <a:pt x="1838575" y="589295"/>
                  </a:lnTo>
                  <a:lnTo>
                    <a:pt x="1849202" y="600130"/>
                  </a:lnTo>
                  <a:lnTo>
                    <a:pt x="1859830" y="610799"/>
                  </a:lnTo>
                  <a:lnTo>
                    <a:pt x="1870458" y="621289"/>
                  </a:lnTo>
                  <a:lnTo>
                    <a:pt x="1881085" y="631557"/>
                  </a:lnTo>
                  <a:lnTo>
                    <a:pt x="1891713" y="641531"/>
                  </a:lnTo>
                  <a:lnTo>
                    <a:pt x="1902340" y="651124"/>
                  </a:lnTo>
                  <a:lnTo>
                    <a:pt x="1912968" y="660183"/>
                  </a:lnTo>
                  <a:lnTo>
                    <a:pt x="1923596" y="668664"/>
                  </a:lnTo>
                  <a:lnTo>
                    <a:pt x="1934223" y="676515"/>
                  </a:lnTo>
                  <a:lnTo>
                    <a:pt x="1944851" y="683714"/>
                  </a:lnTo>
                  <a:lnTo>
                    <a:pt x="1955478" y="690274"/>
                  </a:lnTo>
                  <a:lnTo>
                    <a:pt x="1966106" y="696234"/>
                  </a:lnTo>
                  <a:lnTo>
                    <a:pt x="1976734" y="701660"/>
                  </a:lnTo>
                  <a:lnTo>
                    <a:pt x="1987361" y="706635"/>
                  </a:lnTo>
                  <a:lnTo>
                    <a:pt x="1997989" y="711246"/>
                  </a:lnTo>
                  <a:lnTo>
                    <a:pt x="2008616" y="715583"/>
                  </a:lnTo>
                  <a:lnTo>
                    <a:pt x="2019244" y="719729"/>
                  </a:lnTo>
                  <a:lnTo>
                    <a:pt x="2029872" y="723750"/>
                  </a:lnTo>
                  <a:lnTo>
                    <a:pt x="2040499" y="727708"/>
                  </a:lnTo>
                  <a:lnTo>
                    <a:pt x="2051127" y="731643"/>
                  </a:lnTo>
                  <a:lnTo>
                    <a:pt x="2061754" y="735572"/>
                  </a:lnTo>
                  <a:lnTo>
                    <a:pt x="2072382" y="739497"/>
                  </a:lnTo>
                  <a:lnTo>
                    <a:pt x="2083010" y="743409"/>
                  </a:lnTo>
                  <a:lnTo>
                    <a:pt x="2093637" y="747287"/>
                  </a:lnTo>
                  <a:lnTo>
                    <a:pt x="2104265" y="751102"/>
                  </a:lnTo>
                  <a:lnTo>
                    <a:pt x="2114892" y="754821"/>
                  </a:lnTo>
                  <a:lnTo>
                    <a:pt x="2125520" y="758409"/>
                  </a:lnTo>
                  <a:lnTo>
                    <a:pt x="2136148" y="761838"/>
                  </a:lnTo>
                  <a:lnTo>
                    <a:pt x="2146775" y="765083"/>
                  </a:lnTo>
                  <a:lnTo>
                    <a:pt x="2157403" y="768114"/>
                  </a:lnTo>
                  <a:lnTo>
                    <a:pt x="2168031" y="770952"/>
                  </a:lnTo>
                  <a:lnTo>
                    <a:pt x="2178658" y="773612"/>
                  </a:lnTo>
                  <a:lnTo>
                    <a:pt x="2189286" y="776117"/>
                  </a:lnTo>
                  <a:lnTo>
                    <a:pt x="2199913" y="778494"/>
                  </a:lnTo>
                  <a:lnTo>
                    <a:pt x="2210541" y="780771"/>
                  </a:lnTo>
                  <a:lnTo>
                    <a:pt x="2221169" y="782978"/>
                  </a:lnTo>
                  <a:lnTo>
                    <a:pt x="2231796" y="785136"/>
                  </a:lnTo>
                  <a:lnTo>
                    <a:pt x="2242424" y="787264"/>
                  </a:lnTo>
                  <a:lnTo>
                    <a:pt x="2253051" y="789372"/>
                  </a:lnTo>
                  <a:lnTo>
                    <a:pt x="2263679" y="791462"/>
                  </a:lnTo>
                  <a:lnTo>
                    <a:pt x="2274307" y="793530"/>
                  </a:lnTo>
                  <a:lnTo>
                    <a:pt x="2284934" y="795562"/>
                  </a:lnTo>
                  <a:lnTo>
                    <a:pt x="2295562" y="797546"/>
                  </a:lnTo>
                  <a:lnTo>
                    <a:pt x="2306189" y="799461"/>
                  </a:lnTo>
                  <a:lnTo>
                    <a:pt x="2316817" y="801291"/>
                  </a:lnTo>
                  <a:lnTo>
                    <a:pt x="2327445" y="803016"/>
                  </a:lnTo>
                  <a:lnTo>
                    <a:pt x="2338072" y="804620"/>
                  </a:lnTo>
                  <a:lnTo>
                    <a:pt x="2348700" y="806090"/>
                  </a:lnTo>
                  <a:lnTo>
                    <a:pt x="2359327" y="807416"/>
                  </a:lnTo>
                  <a:lnTo>
                    <a:pt x="2369955" y="808594"/>
                  </a:lnTo>
                  <a:lnTo>
                    <a:pt x="2380583" y="809621"/>
                  </a:lnTo>
                  <a:lnTo>
                    <a:pt x="2391210" y="810498"/>
                  </a:lnTo>
                  <a:lnTo>
                    <a:pt x="2401838" y="811224"/>
                  </a:lnTo>
                  <a:lnTo>
                    <a:pt x="2412465" y="811820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7697025" y="6861242"/>
              <a:ext cx="2051127" cy="997522"/>
            </a:xfrm>
            <a:custGeom>
              <a:avLst/>
              <a:pathLst>
                <a:path w="2051127" h="997522">
                  <a:moveTo>
                    <a:pt x="0" y="993069"/>
                  </a:moveTo>
                  <a:lnTo>
                    <a:pt x="10627" y="992587"/>
                  </a:lnTo>
                  <a:lnTo>
                    <a:pt x="21255" y="992078"/>
                  </a:lnTo>
                  <a:lnTo>
                    <a:pt x="31882" y="991545"/>
                  </a:lnTo>
                  <a:lnTo>
                    <a:pt x="42510" y="990986"/>
                  </a:lnTo>
                  <a:lnTo>
                    <a:pt x="53138" y="990399"/>
                  </a:lnTo>
                  <a:lnTo>
                    <a:pt x="63765" y="989777"/>
                  </a:lnTo>
                  <a:lnTo>
                    <a:pt x="74393" y="989108"/>
                  </a:lnTo>
                  <a:lnTo>
                    <a:pt x="85020" y="988380"/>
                  </a:lnTo>
                  <a:lnTo>
                    <a:pt x="95648" y="987583"/>
                  </a:lnTo>
                  <a:lnTo>
                    <a:pt x="106276" y="986709"/>
                  </a:lnTo>
                  <a:lnTo>
                    <a:pt x="116903" y="985754"/>
                  </a:lnTo>
                  <a:lnTo>
                    <a:pt x="127531" y="984723"/>
                  </a:lnTo>
                  <a:lnTo>
                    <a:pt x="138158" y="983623"/>
                  </a:lnTo>
                  <a:lnTo>
                    <a:pt x="148786" y="982469"/>
                  </a:lnTo>
                  <a:lnTo>
                    <a:pt x="159414" y="981275"/>
                  </a:lnTo>
                  <a:lnTo>
                    <a:pt x="170041" y="980060"/>
                  </a:lnTo>
                  <a:lnTo>
                    <a:pt x="180669" y="978828"/>
                  </a:lnTo>
                  <a:lnTo>
                    <a:pt x="191296" y="977573"/>
                  </a:lnTo>
                  <a:lnTo>
                    <a:pt x="201924" y="976273"/>
                  </a:lnTo>
                  <a:lnTo>
                    <a:pt x="212552" y="974888"/>
                  </a:lnTo>
                  <a:lnTo>
                    <a:pt x="223179" y="973366"/>
                  </a:lnTo>
                  <a:lnTo>
                    <a:pt x="233807" y="971642"/>
                  </a:lnTo>
                  <a:lnTo>
                    <a:pt x="244434" y="969645"/>
                  </a:lnTo>
                  <a:lnTo>
                    <a:pt x="255062" y="967303"/>
                  </a:lnTo>
                  <a:lnTo>
                    <a:pt x="265690" y="964551"/>
                  </a:lnTo>
                  <a:lnTo>
                    <a:pt x="276317" y="961321"/>
                  </a:lnTo>
                  <a:lnTo>
                    <a:pt x="286945" y="957565"/>
                  </a:lnTo>
                  <a:lnTo>
                    <a:pt x="297572" y="953316"/>
                  </a:lnTo>
                  <a:lnTo>
                    <a:pt x="308200" y="948599"/>
                  </a:lnTo>
                  <a:lnTo>
                    <a:pt x="318828" y="943455"/>
                  </a:lnTo>
                  <a:lnTo>
                    <a:pt x="329455" y="937937"/>
                  </a:lnTo>
                  <a:lnTo>
                    <a:pt x="340083" y="932101"/>
                  </a:lnTo>
                  <a:lnTo>
                    <a:pt x="350710" y="926003"/>
                  </a:lnTo>
                  <a:lnTo>
                    <a:pt x="361338" y="919682"/>
                  </a:lnTo>
                  <a:lnTo>
                    <a:pt x="371966" y="913165"/>
                  </a:lnTo>
                  <a:lnTo>
                    <a:pt x="382593" y="906457"/>
                  </a:lnTo>
                  <a:lnTo>
                    <a:pt x="393221" y="899539"/>
                  </a:lnTo>
                  <a:lnTo>
                    <a:pt x="403848" y="892343"/>
                  </a:lnTo>
                  <a:lnTo>
                    <a:pt x="414476" y="884823"/>
                  </a:lnTo>
                  <a:lnTo>
                    <a:pt x="425104" y="876905"/>
                  </a:lnTo>
                  <a:lnTo>
                    <a:pt x="435731" y="868501"/>
                  </a:lnTo>
                  <a:lnTo>
                    <a:pt x="446359" y="859519"/>
                  </a:lnTo>
                  <a:lnTo>
                    <a:pt x="456986" y="849864"/>
                  </a:lnTo>
                  <a:lnTo>
                    <a:pt x="467614" y="839441"/>
                  </a:lnTo>
                  <a:lnTo>
                    <a:pt x="478242" y="828165"/>
                  </a:lnTo>
                  <a:lnTo>
                    <a:pt x="488869" y="815958"/>
                  </a:lnTo>
                  <a:lnTo>
                    <a:pt x="499497" y="802765"/>
                  </a:lnTo>
                  <a:lnTo>
                    <a:pt x="510124" y="788551"/>
                  </a:lnTo>
                  <a:lnTo>
                    <a:pt x="520752" y="773261"/>
                  </a:lnTo>
                  <a:lnTo>
                    <a:pt x="531380" y="756933"/>
                  </a:lnTo>
                  <a:lnTo>
                    <a:pt x="542007" y="739697"/>
                  </a:lnTo>
                  <a:lnTo>
                    <a:pt x="552635" y="721648"/>
                  </a:lnTo>
                  <a:lnTo>
                    <a:pt x="563262" y="702905"/>
                  </a:lnTo>
                  <a:lnTo>
                    <a:pt x="573890" y="683594"/>
                  </a:lnTo>
                  <a:lnTo>
                    <a:pt x="584518" y="663837"/>
                  </a:lnTo>
                  <a:lnTo>
                    <a:pt x="595145" y="643746"/>
                  </a:lnTo>
                  <a:lnTo>
                    <a:pt x="605773" y="623415"/>
                  </a:lnTo>
                  <a:lnTo>
                    <a:pt x="616400" y="602909"/>
                  </a:lnTo>
                  <a:lnTo>
                    <a:pt x="627028" y="582268"/>
                  </a:lnTo>
                  <a:lnTo>
                    <a:pt x="637656" y="561505"/>
                  </a:lnTo>
                  <a:lnTo>
                    <a:pt x="648283" y="540601"/>
                  </a:lnTo>
                  <a:lnTo>
                    <a:pt x="658911" y="519552"/>
                  </a:lnTo>
                  <a:lnTo>
                    <a:pt x="669538" y="498347"/>
                  </a:lnTo>
                  <a:lnTo>
                    <a:pt x="680166" y="476998"/>
                  </a:lnTo>
                  <a:lnTo>
                    <a:pt x="690794" y="455541"/>
                  </a:lnTo>
                  <a:lnTo>
                    <a:pt x="701421" y="434047"/>
                  </a:lnTo>
                  <a:lnTo>
                    <a:pt x="712049" y="412620"/>
                  </a:lnTo>
                  <a:lnTo>
                    <a:pt x="722677" y="391397"/>
                  </a:lnTo>
                  <a:lnTo>
                    <a:pt x="733304" y="370535"/>
                  </a:lnTo>
                  <a:lnTo>
                    <a:pt x="743932" y="350200"/>
                  </a:lnTo>
                  <a:lnTo>
                    <a:pt x="754559" y="330551"/>
                  </a:lnTo>
                  <a:lnTo>
                    <a:pt x="765187" y="311783"/>
                  </a:lnTo>
                  <a:lnTo>
                    <a:pt x="775815" y="293961"/>
                  </a:lnTo>
                  <a:lnTo>
                    <a:pt x="786442" y="277063"/>
                  </a:lnTo>
                  <a:lnTo>
                    <a:pt x="797070" y="261030"/>
                  </a:lnTo>
                  <a:lnTo>
                    <a:pt x="807697" y="245746"/>
                  </a:lnTo>
                  <a:lnTo>
                    <a:pt x="818325" y="231044"/>
                  </a:lnTo>
                  <a:lnTo>
                    <a:pt x="828953" y="216726"/>
                  </a:lnTo>
                  <a:lnTo>
                    <a:pt x="839580" y="202582"/>
                  </a:lnTo>
                  <a:lnTo>
                    <a:pt x="850208" y="188417"/>
                  </a:lnTo>
                  <a:lnTo>
                    <a:pt x="860835" y="174071"/>
                  </a:lnTo>
                  <a:lnTo>
                    <a:pt x="871463" y="159440"/>
                  </a:lnTo>
                  <a:lnTo>
                    <a:pt x="882091" y="144487"/>
                  </a:lnTo>
                  <a:lnTo>
                    <a:pt x="892718" y="129264"/>
                  </a:lnTo>
                  <a:lnTo>
                    <a:pt x="903346" y="113951"/>
                  </a:lnTo>
                  <a:lnTo>
                    <a:pt x="913973" y="98760"/>
                  </a:lnTo>
                  <a:lnTo>
                    <a:pt x="924601" y="83942"/>
                  </a:lnTo>
                  <a:lnTo>
                    <a:pt x="935229" y="69764"/>
                  </a:lnTo>
                  <a:lnTo>
                    <a:pt x="945856" y="56487"/>
                  </a:lnTo>
                  <a:lnTo>
                    <a:pt x="956484" y="44341"/>
                  </a:lnTo>
                  <a:lnTo>
                    <a:pt x="967111" y="33514"/>
                  </a:lnTo>
                  <a:lnTo>
                    <a:pt x="977739" y="24137"/>
                  </a:lnTo>
                  <a:lnTo>
                    <a:pt x="988367" y="16285"/>
                  </a:lnTo>
                  <a:lnTo>
                    <a:pt x="998994" y="9978"/>
                  </a:lnTo>
                  <a:lnTo>
                    <a:pt x="1009622" y="5316"/>
                  </a:lnTo>
                  <a:lnTo>
                    <a:pt x="1020249" y="2152"/>
                  </a:lnTo>
                  <a:lnTo>
                    <a:pt x="1030877" y="395"/>
                  </a:lnTo>
                  <a:lnTo>
                    <a:pt x="1041505" y="0"/>
                  </a:lnTo>
                  <a:lnTo>
                    <a:pt x="1052132" y="938"/>
                  </a:lnTo>
                  <a:lnTo>
                    <a:pt x="1062760" y="3198"/>
                  </a:lnTo>
                  <a:lnTo>
                    <a:pt x="1073387" y="6779"/>
                  </a:lnTo>
                  <a:lnTo>
                    <a:pt x="1084015" y="11682"/>
                  </a:lnTo>
                  <a:lnTo>
                    <a:pt x="1094643" y="17901"/>
                  </a:lnTo>
                  <a:lnTo>
                    <a:pt x="1105270" y="25409"/>
                  </a:lnTo>
                  <a:lnTo>
                    <a:pt x="1115898" y="34155"/>
                  </a:lnTo>
                  <a:lnTo>
                    <a:pt x="1126525" y="44098"/>
                  </a:lnTo>
                  <a:lnTo>
                    <a:pt x="1137153" y="55151"/>
                  </a:lnTo>
                  <a:lnTo>
                    <a:pt x="1147781" y="67123"/>
                  </a:lnTo>
                  <a:lnTo>
                    <a:pt x="1158408" y="79914"/>
                  </a:lnTo>
                  <a:lnTo>
                    <a:pt x="1169036" y="93446"/>
                  </a:lnTo>
                  <a:lnTo>
                    <a:pt x="1179663" y="107675"/>
                  </a:lnTo>
                  <a:lnTo>
                    <a:pt x="1190291" y="122594"/>
                  </a:lnTo>
                  <a:lnTo>
                    <a:pt x="1200919" y="138226"/>
                  </a:lnTo>
                  <a:lnTo>
                    <a:pt x="1211546" y="154619"/>
                  </a:lnTo>
                  <a:lnTo>
                    <a:pt x="1222174" y="171830"/>
                  </a:lnTo>
                  <a:lnTo>
                    <a:pt x="1232801" y="189915"/>
                  </a:lnTo>
                  <a:lnTo>
                    <a:pt x="1243429" y="208915"/>
                  </a:lnTo>
                  <a:lnTo>
                    <a:pt x="1254057" y="228935"/>
                  </a:lnTo>
                  <a:lnTo>
                    <a:pt x="1264684" y="249864"/>
                  </a:lnTo>
                  <a:lnTo>
                    <a:pt x="1275312" y="271641"/>
                  </a:lnTo>
                  <a:lnTo>
                    <a:pt x="1285939" y="294184"/>
                  </a:lnTo>
                  <a:lnTo>
                    <a:pt x="1296567" y="317394"/>
                  </a:lnTo>
                  <a:lnTo>
                    <a:pt x="1307195" y="341153"/>
                  </a:lnTo>
                  <a:lnTo>
                    <a:pt x="1317822" y="365328"/>
                  </a:lnTo>
                  <a:lnTo>
                    <a:pt x="1328450" y="389772"/>
                  </a:lnTo>
                  <a:lnTo>
                    <a:pt x="1339077" y="414327"/>
                  </a:lnTo>
                  <a:lnTo>
                    <a:pt x="1349705" y="438818"/>
                  </a:lnTo>
                  <a:lnTo>
                    <a:pt x="1360333" y="463062"/>
                  </a:lnTo>
                  <a:lnTo>
                    <a:pt x="1370960" y="486834"/>
                  </a:lnTo>
                  <a:lnTo>
                    <a:pt x="1381588" y="509917"/>
                  </a:lnTo>
                  <a:lnTo>
                    <a:pt x="1392215" y="532174"/>
                  </a:lnTo>
                  <a:lnTo>
                    <a:pt x="1402843" y="553472"/>
                  </a:lnTo>
                  <a:lnTo>
                    <a:pt x="1413471" y="573723"/>
                  </a:lnTo>
                  <a:lnTo>
                    <a:pt x="1424098" y="592886"/>
                  </a:lnTo>
                  <a:lnTo>
                    <a:pt x="1434726" y="610967"/>
                  </a:lnTo>
                  <a:lnTo>
                    <a:pt x="1445354" y="628011"/>
                  </a:lnTo>
                  <a:lnTo>
                    <a:pt x="1455981" y="644098"/>
                  </a:lnTo>
                  <a:lnTo>
                    <a:pt x="1466609" y="659326"/>
                  </a:lnTo>
                  <a:lnTo>
                    <a:pt x="1477236" y="673796"/>
                  </a:lnTo>
                  <a:lnTo>
                    <a:pt x="1487864" y="687597"/>
                  </a:lnTo>
                  <a:lnTo>
                    <a:pt x="1498492" y="700754"/>
                  </a:lnTo>
                  <a:lnTo>
                    <a:pt x="1509119" y="713376"/>
                  </a:lnTo>
                  <a:lnTo>
                    <a:pt x="1519747" y="725488"/>
                  </a:lnTo>
                  <a:lnTo>
                    <a:pt x="1530374" y="737107"/>
                  </a:lnTo>
                  <a:lnTo>
                    <a:pt x="1541002" y="748253"/>
                  </a:lnTo>
                  <a:lnTo>
                    <a:pt x="1551630" y="758956"/>
                  </a:lnTo>
                  <a:lnTo>
                    <a:pt x="1562257" y="769260"/>
                  </a:lnTo>
                  <a:lnTo>
                    <a:pt x="1572885" y="779231"/>
                  </a:lnTo>
                  <a:lnTo>
                    <a:pt x="1583512" y="788949"/>
                  </a:lnTo>
                  <a:lnTo>
                    <a:pt x="1594140" y="798505"/>
                  </a:lnTo>
                  <a:lnTo>
                    <a:pt x="1604768" y="807992"/>
                  </a:lnTo>
                  <a:lnTo>
                    <a:pt x="1615395" y="817497"/>
                  </a:lnTo>
                  <a:lnTo>
                    <a:pt x="1626023" y="827085"/>
                  </a:lnTo>
                  <a:lnTo>
                    <a:pt x="1636650" y="836779"/>
                  </a:lnTo>
                  <a:lnTo>
                    <a:pt x="1647278" y="846572"/>
                  </a:lnTo>
                  <a:lnTo>
                    <a:pt x="1657906" y="856425"/>
                  </a:lnTo>
                  <a:lnTo>
                    <a:pt x="1668533" y="866271"/>
                  </a:lnTo>
                  <a:lnTo>
                    <a:pt x="1679161" y="876025"/>
                  </a:lnTo>
                  <a:lnTo>
                    <a:pt x="1689788" y="885584"/>
                  </a:lnTo>
                  <a:lnTo>
                    <a:pt x="1700416" y="894835"/>
                  </a:lnTo>
                  <a:lnTo>
                    <a:pt x="1711044" y="903666"/>
                  </a:lnTo>
                  <a:lnTo>
                    <a:pt x="1721671" y="911970"/>
                  </a:lnTo>
                  <a:lnTo>
                    <a:pt x="1732299" y="919633"/>
                  </a:lnTo>
                  <a:lnTo>
                    <a:pt x="1742926" y="926529"/>
                  </a:lnTo>
                  <a:lnTo>
                    <a:pt x="1753554" y="932665"/>
                  </a:lnTo>
                  <a:lnTo>
                    <a:pt x="1764182" y="938029"/>
                  </a:lnTo>
                  <a:lnTo>
                    <a:pt x="1774809" y="942636"/>
                  </a:lnTo>
                  <a:lnTo>
                    <a:pt x="1785437" y="946533"/>
                  </a:lnTo>
                  <a:lnTo>
                    <a:pt x="1796064" y="949794"/>
                  </a:lnTo>
                  <a:lnTo>
                    <a:pt x="1806692" y="952511"/>
                  </a:lnTo>
                  <a:lnTo>
                    <a:pt x="1817320" y="954793"/>
                  </a:lnTo>
                  <a:lnTo>
                    <a:pt x="1827947" y="956755"/>
                  </a:lnTo>
                  <a:lnTo>
                    <a:pt x="1838575" y="958511"/>
                  </a:lnTo>
                  <a:lnTo>
                    <a:pt x="1849202" y="960167"/>
                  </a:lnTo>
                  <a:lnTo>
                    <a:pt x="1859830" y="961818"/>
                  </a:lnTo>
                  <a:lnTo>
                    <a:pt x="1870458" y="963542"/>
                  </a:lnTo>
                  <a:lnTo>
                    <a:pt x="1881085" y="965378"/>
                  </a:lnTo>
                  <a:lnTo>
                    <a:pt x="1891713" y="967345"/>
                  </a:lnTo>
                  <a:lnTo>
                    <a:pt x="1902340" y="969442"/>
                  </a:lnTo>
                  <a:lnTo>
                    <a:pt x="1912968" y="971652"/>
                  </a:lnTo>
                  <a:lnTo>
                    <a:pt x="1923596" y="973942"/>
                  </a:lnTo>
                  <a:lnTo>
                    <a:pt x="1934223" y="976270"/>
                  </a:lnTo>
                  <a:lnTo>
                    <a:pt x="1944851" y="978590"/>
                  </a:lnTo>
                  <a:lnTo>
                    <a:pt x="1955478" y="980853"/>
                  </a:lnTo>
                  <a:lnTo>
                    <a:pt x="1966106" y="983009"/>
                  </a:lnTo>
                  <a:lnTo>
                    <a:pt x="1976734" y="985011"/>
                  </a:lnTo>
                  <a:lnTo>
                    <a:pt x="1987361" y="986813"/>
                  </a:lnTo>
                  <a:lnTo>
                    <a:pt x="1997989" y="988403"/>
                  </a:lnTo>
                  <a:lnTo>
                    <a:pt x="2008616" y="989771"/>
                  </a:lnTo>
                  <a:lnTo>
                    <a:pt x="2019244" y="990915"/>
                  </a:lnTo>
                  <a:lnTo>
                    <a:pt x="2029872" y="991846"/>
                  </a:lnTo>
                  <a:lnTo>
                    <a:pt x="2040499" y="992580"/>
                  </a:lnTo>
                  <a:lnTo>
                    <a:pt x="2051127" y="993141"/>
                  </a:lnTo>
                  <a:lnTo>
                    <a:pt x="2051127" y="997522"/>
                  </a:lnTo>
                  <a:lnTo>
                    <a:pt x="2040499" y="997522"/>
                  </a:lnTo>
                  <a:lnTo>
                    <a:pt x="2029872" y="997522"/>
                  </a:lnTo>
                  <a:lnTo>
                    <a:pt x="2019244" y="997522"/>
                  </a:lnTo>
                  <a:lnTo>
                    <a:pt x="2008616" y="997522"/>
                  </a:lnTo>
                  <a:lnTo>
                    <a:pt x="1997989" y="997522"/>
                  </a:lnTo>
                  <a:lnTo>
                    <a:pt x="1987361" y="997522"/>
                  </a:lnTo>
                  <a:lnTo>
                    <a:pt x="1976734" y="997522"/>
                  </a:lnTo>
                  <a:lnTo>
                    <a:pt x="1966106" y="997522"/>
                  </a:lnTo>
                  <a:lnTo>
                    <a:pt x="1955478" y="997522"/>
                  </a:lnTo>
                  <a:lnTo>
                    <a:pt x="1944851" y="997522"/>
                  </a:lnTo>
                  <a:lnTo>
                    <a:pt x="1934223" y="997522"/>
                  </a:lnTo>
                  <a:lnTo>
                    <a:pt x="1923596" y="997522"/>
                  </a:lnTo>
                  <a:lnTo>
                    <a:pt x="1912968" y="997522"/>
                  </a:lnTo>
                  <a:lnTo>
                    <a:pt x="1902340" y="997522"/>
                  </a:lnTo>
                  <a:lnTo>
                    <a:pt x="1891713" y="997522"/>
                  </a:lnTo>
                  <a:lnTo>
                    <a:pt x="1881085" y="997522"/>
                  </a:lnTo>
                  <a:lnTo>
                    <a:pt x="1870458" y="997522"/>
                  </a:lnTo>
                  <a:lnTo>
                    <a:pt x="1859830" y="997522"/>
                  </a:lnTo>
                  <a:lnTo>
                    <a:pt x="1849202" y="997522"/>
                  </a:lnTo>
                  <a:lnTo>
                    <a:pt x="1838575" y="997522"/>
                  </a:lnTo>
                  <a:lnTo>
                    <a:pt x="1827947" y="997522"/>
                  </a:lnTo>
                  <a:lnTo>
                    <a:pt x="1817320" y="997522"/>
                  </a:lnTo>
                  <a:lnTo>
                    <a:pt x="1806692" y="997522"/>
                  </a:lnTo>
                  <a:lnTo>
                    <a:pt x="1796064" y="997522"/>
                  </a:lnTo>
                  <a:lnTo>
                    <a:pt x="1785437" y="997522"/>
                  </a:lnTo>
                  <a:lnTo>
                    <a:pt x="1774809" y="997522"/>
                  </a:lnTo>
                  <a:lnTo>
                    <a:pt x="1764182" y="997522"/>
                  </a:lnTo>
                  <a:lnTo>
                    <a:pt x="1753554" y="997522"/>
                  </a:lnTo>
                  <a:lnTo>
                    <a:pt x="1742926" y="997522"/>
                  </a:lnTo>
                  <a:lnTo>
                    <a:pt x="1732299" y="997522"/>
                  </a:lnTo>
                  <a:lnTo>
                    <a:pt x="1721671" y="997522"/>
                  </a:lnTo>
                  <a:lnTo>
                    <a:pt x="1711044" y="997522"/>
                  </a:lnTo>
                  <a:lnTo>
                    <a:pt x="1700416" y="997522"/>
                  </a:lnTo>
                  <a:lnTo>
                    <a:pt x="1689788" y="997522"/>
                  </a:lnTo>
                  <a:lnTo>
                    <a:pt x="1679161" y="997522"/>
                  </a:lnTo>
                  <a:lnTo>
                    <a:pt x="1668533" y="997522"/>
                  </a:lnTo>
                  <a:lnTo>
                    <a:pt x="1657906" y="997522"/>
                  </a:lnTo>
                  <a:lnTo>
                    <a:pt x="1647278" y="997522"/>
                  </a:lnTo>
                  <a:lnTo>
                    <a:pt x="1636650" y="997522"/>
                  </a:lnTo>
                  <a:lnTo>
                    <a:pt x="1626023" y="997522"/>
                  </a:lnTo>
                  <a:lnTo>
                    <a:pt x="1615395" y="997522"/>
                  </a:lnTo>
                  <a:lnTo>
                    <a:pt x="1604768" y="997522"/>
                  </a:lnTo>
                  <a:lnTo>
                    <a:pt x="1594140" y="997522"/>
                  </a:lnTo>
                  <a:lnTo>
                    <a:pt x="1583512" y="997522"/>
                  </a:lnTo>
                  <a:lnTo>
                    <a:pt x="1572885" y="997522"/>
                  </a:lnTo>
                  <a:lnTo>
                    <a:pt x="1562257" y="997522"/>
                  </a:lnTo>
                  <a:lnTo>
                    <a:pt x="1551630" y="997522"/>
                  </a:lnTo>
                  <a:lnTo>
                    <a:pt x="1541002" y="997522"/>
                  </a:lnTo>
                  <a:lnTo>
                    <a:pt x="1530374" y="997522"/>
                  </a:lnTo>
                  <a:lnTo>
                    <a:pt x="1519747" y="997522"/>
                  </a:lnTo>
                  <a:lnTo>
                    <a:pt x="1509119" y="997522"/>
                  </a:lnTo>
                  <a:lnTo>
                    <a:pt x="1498492" y="997522"/>
                  </a:lnTo>
                  <a:lnTo>
                    <a:pt x="1487864" y="997522"/>
                  </a:lnTo>
                  <a:lnTo>
                    <a:pt x="1477236" y="997522"/>
                  </a:lnTo>
                  <a:lnTo>
                    <a:pt x="1466609" y="997522"/>
                  </a:lnTo>
                  <a:lnTo>
                    <a:pt x="1455981" y="997522"/>
                  </a:lnTo>
                  <a:lnTo>
                    <a:pt x="1445354" y="997522"/>
                  </a:lnTo>
                  <a:lnTo>
                    <a:pt x="1434726" y="997522"/>
                  </a:lnTo>
                  <a:lnTo>
                    <a:pt x="1424098" y="997522"/>
                  </a:lnTo>
                  <a:lnTo>
                    <a:pt x="1413471" y="997522"/>
                  </a:lnTo>
                  <a:lnTo>
                    <a:pt x="1402843" y="997522"/>
                  </a:lnTo>
                  <a:lnTo>
                    <a:pt x="1392215" y="997522"/>
                  </a:lnTo>
                  <a:lnTo>
                    <a:pt x="1381588" y="997522"/>
                  </a:lnTo>
                  <a:lnTo>
                    <a:pt x="1370960" y="997522"/>
                  </a:lnTo>
                  <a:lnTo>
                    <a:pt x="1360333" y="997522"/>
                  </a:lnTo>
                  <a:lnTo>
                    <a:pt x="1349705" y="997522"/>
                  </a:lnTo>
                  <a:lnTo>
                    <a:pt x="1339077" y="997522"/>
                  </a:lnTo>
                  <a:lnTo>
                    <a:pt x="1328450" y="997522"/>
                  </a:lnTo>
                  <a:lnTo>
                    <a:pt x="1317822" y="997522"/>
                  </a:lnTo>
                  <a:lnTo>
                    <a:pt x="1307195" y="997522"/>
                  </a:lnTo>
                  <a:lnTo>
                    <a:pt x="1296567" y="997522"/>
                  </a:lnTo>
                  <a:lnTo>
                    <a:pt x="1285939" y="997522"/>
                  </a:lnTo>
                  <a:lnTo>
                    <a:pt x="1275312" y="997522"/>
                  </a:lnTo>
                  <a:lnTo>
                    <a:pt x="1264684" y="997522"/>
                  </a:lnTo>
                  <a:lnTo>
                    <a:pt x="1254057" y="997522"/>
                  </a:lnTo>
                  <a:lnTo>
                    <a:pt x="1243429" y="997522"/>
                  </a:lnTo>
                  <a:lnTo>
                    <a:pt x="1232801" y="997522"/>
                  </a:lnTo>
                  <a:lnTo>
                    <a:pt x="1222174" y="997522"/>
                  </a:lnTo>
                  <a:lnTo>
                    <a:pt x="1211546" y="997522"/>
                  </a:lnTo>
                  <a:lnTo>
                    <a:pt x="1200919" y="997522"/>
                  </a:lnTo>
                  <a:lnTo>
                    <a:pt x="1190291" y="997522"/>
                  </a:lnTo>
                  <a:lnTo>
                    <a:pt x="1179663" y="997522"/>
                  </a:lnTo>
                  <a:lnTo>
                    <a:pt x="1169036" y="997522"/>
                  </a:lnTo>
                  <a:lnTo>
                    <a:pt x="1158408" y="997522"/>
                  </a:lnTo>
                  <a:lnTo>
                    <a:pt x="1147781" y="997522"/>
                  </a:lnTo>
                  <a:lnTo>
                    <a:pt x="1137153" y="997522"/>
                  </a:lnTo>
                  <a:lnTo>
                    <a:pt x="1126525" y="997522"/>
                  </a:lnTo>
                  <a:lnTo>
                    <a:pt x="1115898" y="997522"/>
                  </a:lnTo>
                  <a:lnTo>
                    <a:pt x="1105270" y="997522"/>
                  </a:lnTo>
                  <a:lnTo>
                    <a:pt x="1094643" y="997522"/>
                  </a:lnTo>
                  <a:lnTo>
                    <a:pt x="1084015" y="997522"/>
                  </a:lnTo>
                  <a:lnTo>
                    <a:pt x="1073387" y="997522"/>
                  </a:lnTo>
                  <a:lnTo>
                    <a:pt x="1062760" y="997522"/>
                  </a:lnTo>
                  <a:lnTo>
                    <a:pt x="1052132" y="997522"/>
                  </a:lnTo>
                  <a:lnTo>
                    <a:pt x="1041505" y="997522"/>
                  </a:lnTo>
                  <a:lnTo>
                    <a:pt x="1030877" y="997522"/>
                  </a:lnTo>
                  <a:lnTo>
                    <a:pt x="1020249" y="997522"/>
                  </a:lnTo>
                  <a:lnTo>
                    <a:pt x="1009622" y="997522"/>
                  </a:lnTo>
                  <a:lnTo>
                    <a:pt x="998994" y="997522"/>
                  </a:lnTo>
                  <a:lnTo>
                    <a:pt x="988367" y="997522"/>
                  </a:lnTo>
                  <a:lnTo>
                    <a:pt x="977739" y="997522"/>
                  </a:lnTo>
                  <a:lnTo>
                    <a:pt x="967111" y="997522"/>
                  </a:lnTo>
                  <a:lnTo>
                    <a:pt x="956484" y="997522"/>
                  </a:lnTo>
                  <a:lnTo>
                    <a:pt x="945856" y="997522"/>
                  </a:lnTo>
                  <a:lnTo>
                    <a:pt x="935229" y="997522"/>
                  </a:lnTo>
                  <a:lnTo>
                    <a:pt x="924601" y="997522"/>
                  </a:lnTo>
                  <a:lnTo>
                    <a:pt x="913973" y="997522"/>
                  </a:lnTo>
                  <a:lnTo>
                    <a:pt x="903346" y="997522"/>
                  </a:lnTo>
                  <a:lnTo>
                    <a:pt x="892718" y="997522"/>
                  </a:lnTo>
                  <a:lnTo>
                    <a:pt x="882091" y="997522"/>
                  </a:lnTo>
                  <a:lnTo>
                    <a:pt x="871463" y="997522"/>
                  </a:lnTo>
                  <a:lnTo>
                    <a:pt x="860835" y="997522"/>
                  </a:lnTo>
                  <a:lnTo>
                    <a:pt x="850208" y="997522"/>
                  </a:lnTo>
                  <a:lnTo>
                    <a:pt x="839580" y="997522"/>
                  </a:lnTo>
                  <a:lnTo>
                    <a:pt x="828953" y="997522"/>
                  </a:lnTo>
                  <a:lnTo>
                    <a:pt x="818325" y="997522"/>
                  </a:lnTo>
                  <a:lnTo>
                    <a:pt x="807697" y="997522"/>
                  </a:lnTo>
                  <a:lnTo>
                    <a:pt x="797070" y="997522"/>
                  </a:lnTo>
                  <a:lnTo>
                    <a:pt x="786442" y="997522"/>
                  </a:lnTo>
                  <a:lnTo>
                    <a:pt x="775815" y="997522"/>
                  </a:lnTo>
                  <a:lnTo>
                    <a:pt x="765187" y="997522"/>
                  </a:lnTo>
                  <a:lnTo>
                    <a:pt x="754559" y="997522"/>
                  </a:lnTo>
                  <a:lnTo>
                    <a:pt x="743932" y="997522"/>
                  </a:lnTo>
                  <a:lnTo>
                    <a:pt x="733304" y="997522"/>
                  </a:lnTo>
                  <a:lnTo>
                    <a:pt x="722677" y="997522"/>
                  </a:lnTo>
                  <a:lnTo>
                    <a:pt x="712049" y="997522"/>
                  </a:lnTo>
                  <a:lnTo>
                    <a:pt x="701421" y="997522"/>
                  </a:lnTo>
                  <a:lnTo>
                    <a:pt x="690794" y="997522"/>
                  </a:lnTo>
                  <a:lnTo>
                    <a:pt x="680166" y="997522"/>
                  </a:lnTo>
                  <a:lnTo>
                    <a:pt x="669538" y="997522"/>
                  </a:lnTo>
                  <a:lnTo>
                    <a:pt x="658911" y="997522"/>
                  </a:lnTo>
                  <a:lnTo>
                    <a:pt x="648283" y="997522"/>
                  </a:lnTo>
                  <a:lnTo>
                    <a:pt x="637656" y="997522"/>
                  </a:lnTo>
                  <a:lnTo>
                    <a:pt x="627028" y="997522"/>
                  </a:lnTo>
                  <a:lnTo>
                    <a:pt x="616400" y="997522"/>
                  </a:lnTo>
                  <a:lnTo>
                    <a:pt x="605773" y="997522"/>
                  </a:lnTo>
                  <a:lnTo>
                    <a:pt x="595145" y="997522"/>
                  </a:lnTo>
                  <a:lnTo>
                    <a:pt x="584518" y="997522"/>
                  </a:lnTo>
                  <a:lnTo>
                    <a:pt x="573890" y="997522"/>
                  </a:lnTo>
                  <a:lnTo>
                    <a:pt x="563262" y="997522"/>
                  </a:lnTo>
                  <a:lnTo>
                    <a:pt x="552635" y="997522"/>
                  </a:lnTo>
                  <a:lnTo>
                    <a:pt x="542007" y="997522"/>
                  </a:lnTo>
                  <a:lnTo>
                    <a:pt x="531380" y="997522"/>
                  </a:lnTo>
                  <a:lnTo>
                    <a:pt x="520752" y="997522"/>
                  </a:lnTo>
                  <a:lnTo>
                    <a:pt x="510124" y="997522"/>
                  </a:lnTo>
                  <a:lnTo>
                    <a:pt x="499497" y="997522"/>
                  </a:lnTo>
                  <a:lnTo>
                    <a:pt x="488869" y="997522"/>
                  </a:lnTo>
                  <a:lnTo>
                    <a:pt x="478242" y="997522"/>
                  </a:lnTo>
                  <a:lnTo>
                    <a:pt x="467614" y="997522"/>
                  </a:lnTo>
                  <a:lnTo>
                    <a:pt x="456986" y="997522"/>
                  </a:lnTo>
                  <a:lnTo>
                    <a:pt x="446359" y="997522"/>
                  </a:lnTo>
                  <a:lnTo>
                    <a:pt x="435731" y="997522"/>
                  </a:lnTo>
                  <a:lnTo>
                    <a:pt x="425104" y="997522"/>
                  </a:lnTo>
                  <a:lnTo>
                    <a:pt x="414476" y="997522"/>
                  </a:lnTo>
                  <a:lnTo>
                    <a:pt x="403848" y="997522"/>
                  </a:lnTo>
                  <a:lnTo>
                    <a:pt x="393221" y="997522"/>
                  </a:lnTo>
                  <a:lnTo>
                    <a:pt x="382593" y="997522"/>
                  </a:lnTo>
                  <a:lnTo>
                    <a:pt x="371966" y="997522"/>
                  </a:lnTo>
                  <a:lnTo>
                    <a:pt x="361338" y="997522"/>
                  </a:lnTo>
                  <a:lnTo>
                    <a:pt x="350710" y="997522"/>
                  </a:lnTo>
                  <a:lnTo>
                    <a:pt x="340083" y="997522"/>
                  </a:lnTo>
                  <a:lnTo>
                    <a:pt x="329455" y="997522"/>
                  </a:lnTo>
                  <a:lnTo>
                    <a:pt x="318828" y="997522"/>
                  </a:lnTo>
                  <a:lnTo>
                    <a:pt x="308200" y="997522"/>
                  </a:lnTo>
                  <a:lnTo>
                    <a:pt x="297572" y="997522"/>
                  </a:lnTo>
                  <a:lnTo>
                    <a:pt x="286945" y="997522"/>
                  </a:lnTo>
                  <a:lnTo>
                    <a:pt x="276317" y="997522"/>
                  </a:lnTo>
                  <a:lnTo>
                    <a:pt x="265690" y="997522"/>
                  </a:lnTo>
                  <a:lnTo>
                    <a:pt x="255062" y="997522"/>
                  </a:lnTo>
                  <a:lnTo>
                    <a:pt x="244434" y="997522"/>
                  </a:lnTo>
                  <a:lnTo>
                    <a:pt x="233807" y="997522"/>
                  </a:lnTo>
                  <a:lnTo>
                    <a:pt x="223179" y="997522"/>
                  </a:lnTo>
                  <a:lnTo>
                    <a:pt x="212552" y="997522"/>
                  </a:lnTo>
                  <a:lnTo>
                    <a:pt x="201924" y="997522"/>
                  </a:lnTo>
                  <a:lnTo>
                    <a:pt x="191296" y="997522"/>
                  </a:lnTo>
                  <a:lnTo>
                    <a:pt x="180669" y="997522"/>
                  </a:lnTo>
                  <a:lnTo>
                    <a:pt x="170041" y="997522"/>
                  </a:lnTo>
                  <a:lnTo>
                    <a:pt x="159414" y="997522"/>
                  </a:lnTo>
                  <a:lnTo>
                    <a:pt x="148786" y="997522"/>
                  </a:lnTo>
                  <a:lnTo>
                    <a:pt x="138158" y="997522"/>
                  </a:lnTo>
                  <a:lnTo>
                    <a:pt x="127531" y="997522"/>
                  </a:lnTo>
                  <a:lnTo>
                    <a:pt x="116903" y="997522"/>
                  </a:lnTo>
                  <a:lnTo>
                    <a:pt x="106276" y="997522"/>
                  </a:lnTo>
                  <a:lnTo>
                    <a:pt x="95648" y="997522"/>
                  </a:lnTo>
                  <a:lnTo>
                    <a:pt x="85020" y="997522"/>
                  </a:lnTo>
                  <a:lnTo>
                    <a:pt x="74393" y="997522"/>
                  </a:lnTo>
                  <a:lnTo>
                    <a:pt x="63765" y="997522"/>
                  </a:lnTo>
                  <a:lnTo>
                    <a:pt x="53138" y="997522"/>
                  </a:lnTo>
                  <a:lnTo>
                    <a:pt x="42510" y="997522"/>
                  </a:lnTo>
                  <a:lnTo>
                    <a:pt x="31882" y="997522"/>
                  </a:lnTo>
                  <a:lnTo>
                    <a:pt x="21255" y="997522"/>
                  </a:lnTo>
                  <a:lnTo>
                    <a:pt x="10627" y="997522"/>
                  </a:lnTo>
                  <a:lnTo>
                    <a:pt x="0" y="997522"/>
                  </a:lnTo>
                  <a:close/>
                </a:path>
              </a:pathLst>
            </a:custGeom>
            <a:solidFill>
              <a:srgbClr val="2563EB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697025" y="6861242"/>
              <a:ext cx="2051127" cy="993141"/>
            </a:xfrm>
            <a:custGeom>
              <a:avLst/>
              <a:pathLst>
                <a:path w="2051127" h="993141">
                  <a:moveTo>
                    <a:pt x="0" y="993069"/>
                  </a:moveTo>
                  <a:lnTo>
                    <a:pt x="10627" y="992587"/>
                  </a:lnTo>
                  <a:lnTo>
                    <a:pt x="21255" y="992078"/>
                  </a:lnTo>
                  <a:lnTo>
                    <a:pt x="31882" y="991545"/>
                  </a:lnTo>
                  <a:lnTo>
                    <a:pt x="42510" y="990986"/>
                  </a:lnTo>
                  <a:lnTo>
                    <a:pt x="53138" y="990399"/>
                  </a:lnTo>
                  <a:lnTo>
                    <a:pt x="63765" y="989777"/>
                  </a:lnTo>
                  <a:lnTo>
                    <a:pt x="74393" y="989108"/>
                  </a:lnTo>
                  <a:lnTo>
                    <a:pt x="85020" y="988380"/>
                  </a:lnTo>
                  <a:lnTo>
                    <a:pt x="95648" y="987583"/>
                  </a:lnTo>
                  <a:lnTo>
                    <a:pt x="106276" y="986709"/>
                  </a:lnTo>
                  <a:lnTo>
                    <a:pt x="116903" y="985754"/>
                  </a:lnTo>
                  <a:lnTo>
                    <a:pt x="127531" y="984723"/>
                  </a:lnTo>
                  <a:lnTo>
                    <a:pt x="138158" y="983623"/>
                  </a:lnTo>
                  <a:lnTo>
                    <a:pt x="148786" y="982469"/>
                  </a:lnTo>
                  <a:lnTo>
                    <a:pt x="159414" y="981275"/>
                  </a:lnTo>
                  <a:lnTo>
                    <a:pt x="170041" y="980060"/>
                  </a:lnTo>
                  <a:lnTo>
                    <a:pt x="180669" y="978828"/>
                  </a:lnTo>
                  <a:lnTo>
                    <a:pt x="191296" y="977573"/>
                  </a:lnTo>
                  <a:lnTo>
                    <a:pt x="201924" y="976273"/>
                  </a:lnTo>
                  <a:lnTo>
                    <a:pt x="212552" y="974888"/>
                  </a:lnTo>
                  <a:lnTo>
                    <a:pt x="223179" y="973366"/>
                  </a:lnTo>
                  <a:lnTo>
                    <a:pt x="233807" y="971642"/>
                  </a:lnTo>
                  <a:lnTo>
                    <a:pt x="244434" y="969645"/>
                  </a:lnTo>
                  <a:lnTo>
                    <a:pt x="255062" y="967303"/>
                  </a:lnTo>
                  <a:lnTo>
                    <a:pt x="265690" y="964551"/>
                  </a:lnTo>
                  <a:lnTo>
                    <a:pt x="276317" y="961321"/>
                  </a:lnTo>
                  <a:lnTo>
                    <a:pt x="286945" y="957565"/>
                  </a:lnTo>
                  <a:lnTo>
                    <a:pt x="297572" y="953316"/>
                  </a:lnTo>
                  <a:lnTo>
                    <a:pt x="308200" y="948599"/>
                  </a:lnTo>
                  <a:lnTo>
                    <a:pt x="318828" y="943455"/>
                  </a:lnTo>
                  <a:lnTo>
                    <a:pt x="329455" y="937937"/>
                  </a:lnTo>
                  <a:lnTo>
                    <a:pt x="340083" y="932101"/>
                  </a:lnTo>
                  <a:lnTo>
                    <a:pt x="350710" y="926003"/>
                  </a:lnTo>
                  <a:lnTo>
                    <a:pt x="361338" y="919682"/>
                  </a:lnTo>
                  <a:lnTo>
                    <a:pt x="371966" y="913165"/>
                  </a:lnTo>
                  <a:lnTo>
                    <a:pt x="382593" y="906457"/>
                  </a:lnTo>
                  <a:lnTo>
                    <a:pt x="393221" y="899539"/>
                  </a:lnTo>
                  <a:lnTo>
                    <a:pt x="403848" y="892343"/>
                  </a:lnTo>
                  <a:lnTo>
                    <a:pt x="414476" y="884823"/>
                  </a:lnTo>
                  <a:lnTo>
                    <a:pt x="425104" y="876905"/>
                  </a:lnTo>
                  <a:lnTo>
                    <a:pt x="435731" y="868501"/>
                  </a:lnTo>
                  <a:lnTo>
                    <a:pt x="446359" y="859519"/>
                  </a:lnTo>
                  <a:lnTo>
                    <a:pt x="456986" y="849864"/>
                  </a:lnTo>
                  <a:lnTo>
                    <a:pt x="467614" y="839441"/>
                  </a:lnTo>
                  <a:lnTo>
                    <a:pt x="478242" y="828165"/>
                  </a:lnTo>
                  <a:lnTo>
                    <a:pt x="488869" y="815958"/>
                  </a:lnTo>
                  <a:lnTo>
                    <a:pt x="499497" y="802765"/>
                  </a:lnTo>
                  <a:lnTo>
                    <a:pt x="510124" y="788551"/>
                  </a:lnTo>
                  <a:lnTo>
                    <a:pt x="520752" y="773261"/>
                  </a:lnTo>
                  <a:lnTo>
                    <a:pt x="531380" y="756933"/>
                  </a:lnTo>
                  <a:lnTo>
                    <a:pt x="542007" y="739697"/>
                  </a:lnTo>
                  <a:lnTo>
                    <a:pt x="552635" y="721648"/>
                  </a:lnTo>
                  <a:lnTo>
                    <a:pt x="563262" y="702905"/>
                  </a:lnTo>
                  <a:lnTo>
                    <a:pt x="573890" y="683594"/>
                  </a:lnTo>
                  <a:lnTo>
                    <a:pt x="584518" y="663837"/>
                  </a:lnTo>
                  <a:lnTo>
                    <a:pt x="595145" y="643746"/>
                  </a:lnTo>
                  <a:lnTo>
                    <a:pt x="605773" y="623415"/>
                  </a:lnTo>
                  <a:lnTo>
                    <a:pt x="616400" y="602909"/>
                  </a:lnTo>
                  <a:lnTo>
                    <a:pt x="627028" y="582268"/>
                  </a:lnTo>
                  <a:lnTo>
                    <a:pt x="637656" y="561505"/>
                  </a:lnTo>
                  <a:lnTo>
                    <a:pt x="648283" y="540601"/>
                  </a:lnTo>
                  <a:lnTo>
                    <a:pt x="658911" y="519552"/>
                  </a:lnTo>
                  <a:lnTo>
                    <a:pt x="669538" y="498347"/>
                  </a:lnTo>
                  <a:lnTo>
                    <a:pt x="680166" y="476998"/>
                  </a:lnTo>
                  <a:lnTo>
                    <a:pt x="690794" y="455541"/>
                  </a:lnTo>
                  <a:lnTo>
                    <a:pt x="701421" y="434047"/>
                  </a:lnTo>
                  <a:lnTo>
                    <a:pt x="712049" y="412620"/>
                  </a:lnTo>
                  <a:lnTo>
                    <a:pt x="722677" y="391397"/>
                  </a:lnTo>
                  <a:lnTo>
                    <a:pt x="733304" y="370535"/>
                  </a:lnTo>
                  <a:lnTo>
                    <a:pt x="743932" y="350200"/>
                  </a:lnTo>
                  <a:lnTo>
                    <a:pt x="754559" y="330551"/>
                  </a:lnTo>
                  <a:lnTo>
                    <a:pt x="765187" y="311783"/>
                  </a:lnTo>
                  <a:lnTo>
                    <a:pt x="775815" y="293961"/>
                  </a:lnTo>
                  <a:lnTo>
                    <a:pt x="786442" y="277063"/>
                  </a:lnTo>
                  <a:lnTo>
                    <a:pt x="797070" y="261030"/>
                  </a:lnTo>
                  <a:lnTo>
                    <a:pt x="807697" y="245746"/>
                  </a:lnTo>
                  <a:lnTo>
                    <a:pt x="818325" y="231044"/>
                  </a:lnTo>
                  <a:lnTo>
                    <a:pt x="828953" y="216726"/>
                  </a:lnTo>
                  <a:lnTo>
                    <a:pt x="839580" y="202582"/>
                  </a:lnTo>
                  <a:lnTo>
                    <a:pt x="850208" y="188417"/>
                  </a:lnTo>
                  <a:lnTo>
                    <a:pt x="860835" y="174071"/>
                  </a:lnTo>
                  <a:lnTo>
                    <a:pt x="871463" y="159440"/>
                  </a:lnTo>
                  <a:lnTo>
                    <a:pt x="882091" y="144487"/>
                  </a:lnTo>
                  <a:lnTo>
                    <a:pt x="892718" y="129264"/>
                  </a:lnTo>
                  <a:lnTo>
                    <a:pt x="903346" y="113951"/>
                  </a:lnTo>
                  <a:lnTo>
                    <a:pt x="913973" y="98760"/>
                  </a:lnTo>
                  <a:lnTo>
                    <a:pt x="924601" y="83942"/>
                  </a:lnTo>
                  <a:lnTo>
                    <a:pt x="935229" y="69764"/>
                  </a:lnTo>
                  <a:lnTo>
                    <a:pt x="945856" y="56487"/>
                  </a:lnTo>
                  <a:lnTo>
                    <a:pt x="956484" y="44341"/>
                  </a:lnTo>
                  <a:lnTo>
                    <a:pt x="967111" y="33514"/>
                  </a:lnTo>
                  <a:lnTo>
                    <a:pt x="977739" y="24137"/>
                  </a:lnTo>
                  <a:lnTo>
                    <a:pt x="988367" y="16285"/>
                  </a:lnTo>
                  <a:lnTo>
                    <a:pt x="998994" y="9978"/>
                  </a:lnTo>
                  <a:lnTo>
                    <a:pt x="1009622" y="5316"/>
                  </a:lnTo>
                  <a:lnTo>
                    <a:pt x="1020249" y="2152"/>
                  </a:lnTo>
                  <a:lnTo>
                    <a:pt x="1030877" y="395"/>
                  </a:lnTo>
                  <a:lnTo>
                    <a:pt x="1041505" y="0"/>
                  </a:lnTo>
                  <a:lnTo>
                    <a:pt x="1052132" y="938"/>
                  </a:lnTo>
                  <a:lnTo>
                    <a:pt x="1062760" y="3198"/>
                  </a:lnTo>
                  <a:lnTo>
                    <a:pt x="1073387" y="6779"/>
                  </a:lnTo>
                  <a:lnTo>
                    <a:pt x="1084015" y="11682"/>
                  </a:lnTo>
                  <a:lnTo>
                    <a:pt x="1094643" y="17901"/>
                  </a:lnTo>
                  <a:lnTo>
                    <a:pt x="1105270" y="25409"/>
                  </a:lnTo>
                  <a:lnTo>
                    <a:pt x="1115898" y="34155"/>
                  </a:lnTo>
                  <a:lnTo>
                    <a:pt x="1126525" y="44098"/>
                  </a:lnTo>
                  <a:lnTo>
                    <a:pt x="1137153" y="55151"/>
                  </a:lnTo>
                  <a:lnTo>
                    <a:pt x="1147781" y="67123"/>
                  </a:lnTo>
                  <a:lnTo>
                    <a:pt x="1158408" y="79914"/>
                  </a:lnTo>
                  <a:lnTo>
                    <a:pt x="1169036" y="93446"/>
                  </a:lnTo>
                  <a:lnTo>
                    <a:pt x="1179663" y="107675"/>
                  </a:lnTo>
                  <a:lnTo>
                    <a:pt x="1190291" y="122594"/>
                  </a:lnTo>
                  <a:lnTo>
                    <a:pt x="1200919" y="138226"/>
                  </a:lnTo>
                  <a:lnTo>
                    <a:pt x="1211546" y="154619"/>
                  </a:lnTo>
                  <a:lnTo>
                    <a:pt x="1222174" y="171830"/>
                  </a:lnTo>
                  <a:lnTo>
                    <a:pt x="1232801" y="189915"/>
                  </a:lnTo>
                  <a:lnTo>
                    <a:pt x="1243429" y="208915"/>
                  </a:lnTo>
                  <a:lnTo>
                    <a:pt x="1254057" y="228935"/>
                  </a:lnTo>
                  <a:lnTo>
                    <a:pt x="1264684" y="249864"/>
                  </a:lnTo>
                  <a:lnTo>
                    <a:pt x="1275312" y="271641"/>
                  </a:lnTo>
                  <a:lnTo>
                    <a:pt x="1285939" y="294184"/>
                  </a:lnTo>
                  <a:lnTo>
                    <a:pt x="1296567" y="317394"/>
                  </a:lnTo>
                  <a:lnTo>
                    <a:pt x="1307195" y="341153"/>
                  </a:lnTo>
                  <a:lnTo>
                    <a:pt x="1317822" y="365328"/>
                  </a:lnTo>
                  <a:lnTo>
                    <a:pt x="1328450" y="389772"/>
                  </a:lnTo>
                  <a:lnTo>
                    <a:pt x="1339077" y="414327"/>
                  </a:lnTo>
                  <a:lnTo>
                    <a:pt x="1349705" y="438818"/>
                  </a:lnTo>
                  <a:lnTo>
                    <a:pt x="1360333" y="463062"/>
                  </a:lnTo>
                  <a:lnTo>
                    <a:pt x="1370960" y="486834"/>
                  </a:lnTo>
                  <a:lnTo>
                    <a:pt x="1381588" y="509917"/>
                  </a:lnTo>
                  <a:lnTo>
                    <a:pt x="1392215" y="532174"/>
                  </a:lnTo>
                  <a:lnTo>
                    <a:pt x="1402843" y="553472"/>
                  </a:lnTo>
                  <a:lnTo>
                    <a:pt x="1413471" y="573723"/>
                  </a:lnTo>
                  <a:lnTo>
                    <a:pt x="1424098" y="592886"/>
                  </a:lnTo>
                  <a:lnTo>
                    <a:pt x="1434726" y="610967"/>
                  </a:lnTo>
                  <a:lnTo>
                    <a:pt x="1445354" y="628011"/>
                  </a:lnTo>
                  <a:lnTo>
                    <a:pt x="1455981" y="644098"/>
                  </a:lnTo>
                  <a:lnTo>
                    <a:pt x="1466609" y="659326"/>
                  </a:lnTo>
                  <a:lnTo>
                    <a:pt x="1477236" y="673796"/>
                  </a:lnTo>
                  <a:lnTo>
                    <a:pt x="1487864" y="687597"/>
                  </a:lnTo>
                  <a:lnTo>
                    <a:pt x="1498492" y="700754"/>
                  </a:lnTo>
                  <a:lnTo>
                    <a:pt x="1509119" y="713376"/>
                  </a:lnTo>
                  <a:lnTo>
                    <a:pt x="1519747" y="725488"/>
                  </a:lnTo>
                  <a:lnTo>
                    <a:pt x="1530374" y="737107"/>
                  </a:lnTo>
                  <a:lnTo>
                    <a:pt x="1541002" y="748253"/>
                  </a:lnTo>
                  <a:lnTo>
                    <a:pt x="1551630" y="758956"/>
                  </a:lnTo>
                  <a:lnTo>
                    <a:pt x="1562257" y="769260"/>
                  </a:lnTo>
                  <a:lnTo>
                    <a:pt x="1572885" y="779231"/>
                  </a:lnTo>
                  <a:lnTo>
                    <a:pt x="1583512" y="788949"/>
                  </a:lnTo>
                  <a:lnTo>
                    <a:pt x="1594140" y="798505"/>
                  </a:lnTo>
                  <a:lnTo>
                    <a:pt x="1604768" y="807992"/>
                  </a:lnTo>
                  <a:lnTo>
                    <a:pt x="1615395" y="817497"/>
                  </a:lnTo>
                  <a:lnTo>
                    <a:pt x="1626023" y="827085"/>
                  </a:lnTo>
                  <a:lnTo>
                    <a:pt x="1636650" y="836779"/>
                  </a:lnTo>
                  <a:lnTo>
                    <a:pt x="1647278" y="846572"/>
                  </a:lnTo>
                  <a:lnTo>
                    <a:pt x="1657906" y="856425"/>
                  </a:lnTo>
                  <a:lnTo>
                    <a:pt x="1668533" y="866271"/>
                  </a:lnTo>
                  <a:lnTo>
                    <a:pt x="1679161" y="876025"/>
                  </a:lnTo>
                  <a:lnTo>
                    <a:pt x="1689788" y="885584"/>
                  </a:lnTo>
                  <a:lnTo>
                    <a:pt x="1700416" y="894835"/>
                  </a:lnTo>
                  <a:lnTo>
                    <a:pt x="1711044" y="903666"/>
                  </a:lnTo>
                  <a:lnTo>
                    <a:pt x="1721671" y="911970"/>
                  </a:lnTo>
                  <a:lnTo>
                    <a:pt x="1732299" y="919633"/>
                  </a:lnTo>
                  <a:lnTo>
                    <a:pt x="1742926" y="926529"/>
                  </a:lnTo>
                  <a:lnTo>
                    <a:pt x="1753554" y="932665"/>
                  </a:lnTo>
                  <a:lnTo>
                    <a:pt x="1764182" y="938029"/>
                  </a:lnTo>
                  <a:lnTo>
                    <a:pt x="1774809" y="942636"/>
                  </a:lnTo>
                  <a:lnTo>
                    <a:pt x="1785437" y="946533"/>
                  </a:lnTo>
                  <a:lnTo>
                    <a:pt x="1796064" y="949794"/>
                  </a:lnTo>
                  <a:lnTo>
                    <a:pt x="1806692" y="952511"/>
                  </a:lnTo>
                  <a:lnTo>
                    <a:pt x="1817320" y="954793"/>
                  </a:lnTo>
                  <a:lnTo>
                    <a:pt x="1827947" y="956755"/>
                  </a:lnTo>
                  <a:lnTo>
                    <a:pt x="1838575" y="958511"/>
                  </a:lnTo>
                  <a:lnTo>
                    <a:pt x="1849202" y="960167"/>
                  </a:lnTo>
                  <a:lnTo>
                    <a:pt x="1859830" y="961818"/>
                  </a:lnTo>
                  <a:lnTo>
                    <a:pt x="1870458" y="963542"/>
                  </a:lnTo>
                  <a:lnTo>
                    <a:pt x="1881085" y="965378"/>
                  </a:lnTo>
                  <a:lnTo>
                    <a:pt x="1891713" y="967345"/>
                  </a:lnTo>
                  <a:lnTo>
                    <a:pt x="1902340" y="969442"/>
                  </a:lnTo>
                  <a:lnTo>
                    <a:pt x="1912968" y="971652"/>
                  </a:lnTo>
                  <a:lnTo>
                    <a:pt x="1923596" y="973942"/>
                  </a:lnTo>
                  <a:lnTo>
                    <a:pt x="1934223" y="976270"/>
                  </a:lnTo>
                  <a:lnTo>
                    <a:pt x="1944851" y="978590"/>
                  </a:lnTo>
                  <a:lnTo>
                    <a:pt x="1955478" y="980853"/>
                  </a:lnTo>
                  <a:lnTo>
                    <a:pt x="1966106" y="983009"/>
                  </a:lnTo>
                  <a:lnTo>
                    <a:pt x="1976734" y="985011"/>
                  </a:lnTo>
                  <a:lnTo>
                    <a:pt x="1987361" y="986813"/>
                  </a:lnTo>
                  <a:lnTo>
                    <a:pt x="1997989" y="988403"/>
                  </a:lnTo>
                  <a:lnTo>
                    <a:pt x="2008616" y="989771"/>
                  </a:lnTo>
                  <a:lnTo>
                    <a:pt x="2019244" y="990915"/>
                  </a:lnTo>
                  <a:lnTo>
                    <a:pt x="2029872" y="991846"/>
                  </a:lnTo>
                  <a:lnTo>
                    <a:pt x="2040499" y="992580"/>
                  </a:lnTo>
                  <a:lnTo>
                    <a:pt x="2051127" y="993141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5571504" y="8201899"/>
              <a:ext cx="2975728" cy="655807"/>
            </a:xfrm>
            <a:custGeom>
              <a:avLst/>
              <a:pathLst>
                <a:path w="2975728" h="655807">
                  <a:moveTo>
                    <a:pt x="0" y="650974"/>
                  </a:moveTo>
                  <a:lnTo>
                    <a:pt x="10627" y="650258"/>
                  </a:lnTo>
                  <a:lnTo>
                    <a:pt x="21255" y="649547"/>
                  </a:lnTo>
                  <a:lnTo>
                    <a:pt x="31882" y="648865"/>
                  </a:lnTo>
                  <a:lnTo>
                    <a:pt x="42510" y="648233"/>
                  </a:lnTo>
                  <a:lnTo>
                    <a:pt x="53138" y="647668"/>
                  </a:lnTo>
                  <a:lnTo>
                    <a:pt x="63765" y="647179"/>
                  </a:lnTo>
                  <a:lnTo>
                    <a:pt x="74393" y="646767"/>
                  </a:lnTo>
                  <a:lnTo>
                    <a:pt x="85020" y="646426"/>
                  </a:lnTo>
                  <a:lnTo>
                    <a:pt x="95648" y="646142"/>
                  </a:lnTo>
                  <a:lnTo>
                    <a:pt x="106276" y="645891"/>
                  </a:lnTo>
                  <a:lnTo>
                    <a:pt x="116903" y="645648"/>
                  </a:lnTo>
                  <a:lnTo>
                    <a:pt x="127531" y="645391"/>
                  </a:lnTo>
                  <a:lnTo>
                    <a:pt x="138158" y="645107"/>
                  </a:lnTo>
                  <a:lnTo>
                    <a:pt x="148786" y="644786"/>
                  </a:lnTo>
                  <a:lnTo>
                    <a:pt x="159414" y="644427"/>
                  </a:lnTo>
                  <a:lnTo>
                    <a:pt x="170041" y="644037"/>
                  </a:lnTo>
                  <a:lnTo>
                    <a:pt x="180669" y="643627"/>
                  </a:lnTo>
                  <a:lnTo>
                    <a:pt x="191296" y="643212"/>
                  </a:lnTo>
                  <a:lnTo>
                    <a:pt x="201924" y="642805"/>
                  </a:lnTo>
                  <a:lnTo>
                    <a:pt x="212552" y="642417"/>
                  </a:lnTo>
                  <a:lnTo>
                    <a:pt x="223179" y="642053"/>
                  </a:lnTo>
                  <a:lnTo>
                    <a:pt x="233807" y="641705"/>
                  </a:lnTo>
                  <a:lnTo>
                    <a:pt x="244434" y="641355"/>
                  </a:lnTo>
                  <a:lnTo>
                    <a:pt x="255062" y="640982"/>
                  </a:lnTo>
                  <a:lnTo>
                    <a:pt x="265690" y="640558"/>
                  </a:lnTo>
                  <a:lnTo>
                    <a:pt x="276317" y="640052"/>
                  </a:lnTo>
                  <a:lnTo>
                    <a:pt x="286945" y="639437"/>
                  </a:lnTo>
                  <a:lnTo>
                    <a:pt x="297572" y="638689"/>
                  </a:lnTo>
                  <a:lnTo>
                    <a:pt x="308200" y="637794"/>
                  </a:lnTo>
                  <a:lnTo>
                    <a:pt x="318828" y="636747"/>
                  </a:lnTo>
                  <a:lnTo>
                    <a:pt x="329455" y="635556"/>
                  </a:lnTo>
                  <a:lnTo>
                    <a:pt x="340083" y="634236"/>
                  </a:lnTo>
                  <a:lnTo>
                    <a:pt x="350710" y="632828"/>
                  </a:lnTo>
                  <a:lnTo>
                    <a:pt x="361338" y="631376"/>
                  </a:lnTo>
                  <a:lnTo>
                    <a:pt x="371966" y="629920"/>
                  </a:lnTo>
                  <a:lnTo>
                    <a:pt x="382593" y="628496"/>
                  </a:lnTo>
                  <a:lnTo>
                    <a:pt x="393221" y="627131"/>
                  </a:lnTo>
                  <a:lnTo>
                    <a:pt x="403848" y="625843"/>
                  </a:lnTo>
                  <a:lnTo>
                    <a:pt x="414476" y="624634"/>
                  </a:lnTo>
                  <a:lnTo>
                    <a:pt x="425104" y="623492"/>
                  </a:lnTo>
                  <a:lnTo>
                    <a:pt x="435731" y="622393"/>
                  </a:lnTo>
                  <a:lnTo>
                    <a:pt x="446359" y="621303"/>
                  </a:lnTo>
                  <a:lnTo>
                    <a:pt x="456986" y="620182"/>
                  </a:lnTo>
                  <a:lnTo>
                    <a:pt x="467614" y="618977"/>
                  </a:lnTo>
                  <a:lnTo>
                    <a:pt x="478242" y="617657"/>
                  </a:lnTo>
                  <a:lnTo>
                    <a:pt x="488869" y="616193"/>
                  </a:lnTo>
                  <a:lnTo>
                    <a:pt x="499497" y="614564"/>
                  </a:lnTo>
                  <a:lnTo>
                    <a:pt x="510124" y="612758"/>
                  </a:lnTo>
                  <a:lnTo>
                    <a:pt x="520752" y="610770"/>
                  </a:lnTo>
                  <a:lnTo>
                    <a:pt x="531380" y="608599"/>
                  </a:lnTo>
                  <a:lnTo>
                    <a:pt x="542007" y="606246"/>
                  </a:lnTo>
                  <a:lnTo>
                    <a:pt x="552635" y="603712"/>
                  </a:lnTo>
                  <a:lnTo>
                    <a:pt x="563262" y="600996"/>
                  </a:lnTo>
                  <a:lnTo>
                    <a:pt x="573890" y="598094"/>
                  </a:lnTo>
                  <a:lnTo>
                    <a:pt x="584518" y="594981"/>
                  </a:lnTo>
                  <a:lnTo>
                    <a:pt x="595145" y="591656"/>
                  </a:lnTo>
                  <a:lnTo>
                    <a:pt x="605773" y="588112"/>
                  </a:lnTo>
                  <a:lnTo>
                    <a:pt x="616400" y="584336"/>
                  </a:lnTo>
                  <a:lnTo>
                    <a:pt x="627028" y="580317"/>
                  </a:lnTo>
                  <a:lnTo>
                    <a:pt x="637656" y="576049"/>
                  </a:lnTo>
                  <a:lnTo>
                    <a:pt x="648283" y="571528"/>
                  </a:lnTo>
                  <a:lnTo>
                    <a:pt x="658911" y="566758"/>
                  </a:lnTo>
                  <a:lnTo>
                    <a:pt x="669538" y="561747"/>
                  </a:lnTo>
                  <a:lnTo>
                    <a:pt x="680166" y="556515"/>
                  </a:lnTo>
                  <a:lnTo>
                    <a:pt x="690794" y="551087"/>
                  </a:lnTo>
                  <a:lnTo>
                    <a:pt x="701421" y="545495"/>
                  </a:lnTo>
                  <a:lnTo>
                    <a:pt x="712049" y="539787"/>
                  </a:lnTo>
                  <a:lnTo>
                    <a:pt x="722677" y="534023"/>
                  </a:lnTo>
                  <a:lnTo>
                    <a:pt x="733304" y="528252"/>
                  </a:lnTo>
                  <a:lnTo>
                    <a:pt x="743932" y="522517"/>
                  </a:lnTo>
                  <a:lnTo>
                    <a:pt x="754559" y="516853"/>
                  </a:lnTo>
                  <a:lnTo>
                    <a:pt x="765187" y="511279"/>
                  </a:lnTo>
                  <a:lnTo>
                    <a:pt x="775815" y="505799"/>
                  </a:lnTo>
                  <a:lnTo>
                    <a:pt x="786442" y="500405"/>
                  </a:lnTo>
                  <a:lnTo>
                    <a:pt x="797070" y="495072"/>
                  </a:lnTo>
                  <a:lnTo>
                    <a:pt x="807697" y="489772"/>
                  </a:lnTo>
                  <a:lnTo>
                    <a:pt x="818325" y="484474"/>
                  </a:lnTo>
                  <a:lnTo>
                    <a:pt x="828953" y="479149"/>
                  </a:lnTo>
                  <a:lnTo>
                    <a:pt x="839580" y="473793"/>
                  </a:lnTo>
                  <a:lnTo>
                    <a:pt x="850208" y="468413"/>
                  </a:lnTo>
                  <a:lnTo>
                    <a:pt x="860835" y="463034"/>
                  </a:lnTo>
                  <a:lnTo>
                    <a:pt x="871463" y="457683"/>
                  </a:lnTo>
                  <a:lnTo>
                    <a:pt x="882091" y="452390"/>
                  </a:lnTo>
                  <a:lnTo>
                    <a:pt x="892718" y="447176"/>
                  </a:lnTo>
                  <a:lnTo>
                    <a:pt x="903346" y="442046"/>
                  </a:lnTo>
                  <a:lnTo>
                    <a:pt x="913973" y="436983"/>
                  </a:lnTo>
                  <a:lnTo>
                    <a:pt x="924601" y="431947"/>
                  </a:lnTo>
                  <a:lnTo>
                    <a:pt x="935229" y="426878"/>
                  </a:lnTo>
                  <a:lnTo>
                    <a:pt x="945856" y="421686"/>
                  </a:lnTo>
                  <a:lnTo>
                    <a:pt x="956484" y="416269"/>
                  </a:lnTo>
                  <a:lnTo>
                    <a:pt x="967111" y="410549"/>
                  </a:lnTo>
                  <a:lnTo>
                    <a:pt x="977739" y="404452"/>
                  </a:lnTo>
                  <a:lnTo>
                    <a:pt x="988367" y="397919"/>
                  </a:lnTo>
                  <a:lnTo>
                    <a:pt x="998994" y="390912"/>
                  </a:lnTo>
                  <a:lnTo>
                    <a:pt x="1009622" y="383410"/>
                  </a:lnTo>
                  <a:lnTo>
                    <a:pt x="1020249" y="375410"/>
                  </a:lnTo>
                  <a:lnTo>
                    <a:pt x="1030877" y="366927"/>
                  </a:lnTo>
                  <a:lnTo>
                    <a:pt x="1041505" y="357994"/>
                  </a:lnTo>
                  <a:lnTo>
                    <a:pt x="1052132" y="348660"/>
                  </a:lnTo>
                  <a:lnTo>
                    <a:pt x="1062760" y="338992"/>
                  </a:lnTo>
                  <a:lnTo>
                    <a:pt x="1073387" y="329067"/>
                  </a:lnTo>
                  <a:lnTo>
                    <a:pt x="1084015" y="319026"/>
                  </a:lnTo>
                  <a:lnTo>
                    <a:pt x="1094643" y="308986"/>
                  </a:lnTo>
                  <a:lnTo>
                    <a:pt x="1105270" y="299063"/>
                  </a:lnTo>
                  <a:lnTo>
                    <a:pt x="1115898" y="289362"/>
                  </a:lnTo>
                  <a:lnTo>
                    <a:pt x="1126525" y="279966"/>
                  </a:lnTo>
                  <a:lnTo>
                    <a:pt x="1137153" y="270926"/>
                  </a:lnTo>
                  <a:lnTo>
                    <a:pt x="1147781" y="262252"/>
                  </a:lnTo>
                  <a:lnTo>
                    <a:pt x="1158408" y="253918"/>
                  </a:lnTo>
                  <a:lnTo>
                    <a:pt x="1169036" y="245859"/>
                  </a:lnTo>
                  <a:lnTo>
                    <a:pt x="1179663" y="237986"/>
                  </a:lnTo>
                  <a:lnTo>
                    <a:pt x="1190291" y="230192"/>
                  </a:lnTo>
                  <a:lnTo>
                    <a:pt x="1200919" y="222365"/>
                  </a:lnTo>
                  <a:lnTo>
                    <a:pt x="1211546" y="214427"/>
                  </a:lnTo>
                  <a:lnTo>
                    <a:pt x="1222174" y="206336"/>
                  </a:lnTo>
                  <a:lnTo>
                    <a:pt x="1232801" y="198081"/>
                  </a:lnTo>
                  <a:lnTo>
                    <a:pt x="1243429" y="189677"/>
                  </a:lnTo>
                  <a:lnTo>
                    <a:pt x="1254057" y="181166"/>
                  </a:lnTo>
                  <a:lnTo>
                    <a:pt x="1264684" y="172603"/>
                  </a:lnTo>
                  <a:lnTo>
                    <a:pt x="1275312" y="164054"/>
                  </a:lnTo>
                  <a:lnTo>
                    <a:pt x="1285939" y="155588"/>
                  </a:lnTo>
                  <a:lnTo>
                    <a:pt x="1296567" y="147276"/>
                  </a:lnTo>
                  <a:lnTo>
                    <a:pt x="1307195" y="139193"/>
                  </a:lnTo>
                  <a:lnTo>
                    <a:pt x="1317822" y="131429"/>
                  </a:lnTo>
                  <a:lnTo>
                    <a:pt x="1328450" y="124018"/>
                  </a:lnTo>
                  <a:lnTo>
                    <a:pt x="1339077" y="116998"/>
                  </a:lnTo>
                  <a:lnTo>
                    <a:pt x="1349705" y="110383"/>
                  </a:lnTo>
                  <a:lnTo>
                    <a:pt x="1360333" y="104158"/>
                  </a:lnTo>
                  <a:lnTo>
                    <a:pt x="1370960" y="98274"/>
                  </a:lnTo>
                  <a:lnTo>
                    <a:pt x="1381588" y="92651"/>
                  </a:lnTo>
                  <a:lnTo>
                    <a:pt x="1392215" y="87180"/>
                  </a:lnTo>
                  <a:lnTo>
                    <a:pt x="1402843" y="81740"/>
                  </a:lnTo>
                  <a:lnTo>
                    <a:pt x="1413471" y="76209"/>
                  </a:lnTo>
                  <a:lnTo>
                    <a:pt x="1424098" y="70492"/>
                  </a:lnTo>
                  <a:lnTo>
                    <a:pt x="1434726" y="64511"/>
                  </a:lnTo>
                  <a:lnTo>
                    <a:pt x="1445354" y="58297"/>
                  </a:lnTo>
                  <a:lnTo>
                    <a:pt x="1455981" y="51942"/>
                  </a:lnTo>
                  <a:lnTo>
                    <a:pt x="1466609" y="45583"/>
                  </a:lnTo>
                  <a:lnTo>
                    <a:pt x="1477236" y="39391"/>
                  </a:lnTo>
                  <a:lnTo>
                    <a:pt x="1487864" y="33548"/>
                  </a:lnTo>
                  <a:lnTo>
                    <a:pt x="1498492" y="28223"/>
                  </a:lnTo>
                  <a:lnTo>
                    <a:pt x="1509119" y="23546"/>
                  </a:lnTo>
                  <a:lnTo>
                    <a:pt x="1519747" y="19596"/>
                  </a:lnTo>
                  <a:lnTo>
                    <a:pt x="1530374" y="16387"/>
                  </a:lnTo>
                  <a:lnTo>
                    <a:pt x="1541002" y="13870"/>
                  </a:lnTo>
                  <a:lnTo>
                    <a:pt x="1551630" y="11957"/>
                  </a:lnTo>
                  <a:lnTo>
                    <a:pt x="1562257" y="10495"/>
                  </a:lnTo>
                  <a:lnTo>
                    <a:pt x="1572885" y="9288"/>
                  </a:lnTo>
                  <a:lnTo>
                    <a:pt x="1583512" y="8199"/>
                  </a:lnTo>
                  <a:lnTo>
                    <a:pt x="1594140" y="7121"/>
                  </a:lnTo>
                  <a:lnTo>
                    <a:pt x="1604768" y="5992"/>
                  </a:lnTo>
                  <a:lnTo>
                    <a:pt x="1615395" y="4796"/>
                  </a:lnTo>
                  <a:lnTo>
                    <a:pt x="1626023" y="3562"/>
                  </a:lnTo>
                  <a:lnTo>
                    <a:pt x="1636650" y="2358"/>
                  </a:lnTo>
                  <a:lnTo>
                    <a:pt x="1647278" y="1282"/>
                  </a:lnTo>
                  <a:lnTo>
                    <a:pt x="1657906" y="453"/>
                  </a:lnTo>
                  <a:lnTo>
                    <a:pt x="1668533" y="0"/>
                  </a:lnTo>
                  <a:lnTo>
                    <a:pt x="1679161" y="117"/>
                  </a:lnTo>
                  <a:lnTo>
                    <a:pt x="1689788" y="891"/>
                  </a:lnTo>
                  <a:lnTo>
                    <a:pt x="1700416" y="2418"/>
                  </a:lnTo>
                  <a:lnTo>
                    <a:pt x="1711044" y="4770"/>
                  </a:lnTo>
                  <a:lnTo>
                    <a:pt x="1721671" y="7991"/>
                  </a:lnTo>
                  <a:lnTo>
                    <a:pt x="1732299" y="12091"/>
                  </a:lnTo>
                  <a:lnTo>
                    <a:pt x="1742926" y="17038"/>
                  </a:lnTo>
                  <a:lnTo>
                    <a:pt x="1753554" y="22769"/>
                  </a:lnTo>
                  <a:lnTo>
                    <a:pt x="1764182" y="29184"/>
                  </a:lnTo>
                  <a:lnTo>
                    <a:pt x="1774809" y="36160"/>
                  </a:lnTo>
                  <a:lnTo>
                    <a:pt x="1785437" y="43560"/>
                  </a:lnTo>
                  <a:lnTo>
                    <a:pt x="1796064" y="51252"/>
                  </a:lnTo>
                  <a:lnTo>
                    <a:pt x="1806692" y="59094"/>
                  </a:lnTo>
                  <a:lnTo>
                    <a:pt x="1817320" y="66984"/>
                  </a:lnTo>
                  <a:lnTo>
                    <a:pt x="1827947" y="74863"/>
                  </a:lnTo>
                  <a:lnTo>
                    <a:pt x="1838575" y="82705"/>
                  </a:lnTo>
                  <a:lnTo>
                    <a:pt x="1849202" y="90511"/>
                  </a:lnTo>
                  <a:lnTo>
                    <a:pt x="1859830" y="98296"/>
                  </a:lnTo>
                  <a:lnTo>
                    <a:pt x="1870458" y="106088"/>
                  </a:lnTo>
                  <a:lnTo>
                    <a:pt x="1881085" y="113917"/>
                  </a:lnTo>
                  <a:lnTo>
                    <a:pt x="1891713" y="121813"/>
                  </a:lnTo>
                  <a:lnTo>
                    <a:pt x="1902340" y="129804"/>
                  </a:lnTo>
                  <a:lnTo>
                    <a:pt x="1912968" y="137916"/>
                  </a:lnTo>
                  <a:lnTo>
                    <a:pt x="1923596" y="146200"/>
                  </a:lnTo>
                  <a:lnTo>
                    <a:pt x="1934223" y="154681"/>
                  </a:lnTo>
                  <a:lnTo>
                    <a:pt x="1944851" y="163408"/>
                  </a:lnTo>
                  <a:lnTo>
                    <a:pt x="1955478" y="172428"/>
                  </a:lnTo>
                  <a:lnTo>
                    <a:pt x="1966106" y="181789"/>
                  </a:lnTo>
                  <a:lnTo>
                    <a:pt x="1976734" y="191528"/>
                  </a:lnTo>
                  <a:lnTo>
                    <a:pt x="1987361" y="201660"/>
                  </a:lnTo>
                  <a:lnTo>
                    <a:pt x="1997989" y="212180"/>
                  </a:lnTo>
                  <a:lnTo>
                    <a:pt x="2008616" y="223052"/>
                  </a:lnTo>
                  <a:lnTo>
                    <a:pt x="2019244" y="234213"/>
                  </a:lnTo>
                  <a:lnTo>
                    <a:pt x="2029872" y="245574"/>
                  </a:lnTo>
                  <a:lnTo>
                    <a:pt x="2040499" y="257022"/>
                  </a:lnTo>
                  <a:lnTo>
                    <a:pt x="2051127" y="268417"/>
                  </a:lnTo>
                  <a:lnTo>
                    <a:pt x="2061754" y="279631"/>
                  </a:lnTo>
                  <a:lnTo>
                    <a:pt x="2072382" y="290552"/>
                  </a:lnTo>
                  <a:lnTo>
                    <a:pt x="2083010" y="301077"/>
                  </a:lnTo>
                  <a:lnTo>
                    <a:pt x="2093637" y="311122"/>
                  </a:lnTo>
                  <a:lnTo>
                    <a:pt x="2104265" y="320622"/>
                  </a:lnTo>
                  <a:lnTo>
                    <a:pt x="2114892" y="329534"/>
                  </a:lnTo>
                  <a:lnTo>
                    <a:pt x="2125520" y="337837"/>
                  </a:lnTo>
                  <a:lnTo>
                    <a:pt x="2136148" y="345530"/>
                  </a:lnTo>
                  <a:lnTo>
                    <a:pt x="2146775" y="352638"/>
                  </a:lnTo>
                  <a:lnTo>
                    <a:pt x="2157403" y="359194"/>
                  </a:lnTo>
                  <a:lnTo>
                    <a:pt x="2168031" y="365243"/>
                  </a:lnTo>
                  <a:lnTo>
                    <a:pt x="2178658" y="370913"/>
                  </a:lnTo>
                  <a:lnTo>
                    <a:pt x="2189286" y="376301"/>
                  </a:lnTo>
                  <a:lnTo>
                    <a:pt x="2199913" y="381513"/>
                  </a:lnTo>
                  <a:lnTo>
                    <a:pt x="2210541" y="386659"/>
                  </a:lnTo>
                  <a:lnTo>
                    <a:pt x="2221169" y="391855"/>
                  </a:lnTo>
                  <a:lnTo>
                    <a:pt x="2231796" y="397210"/>
                  </a:lnTo>
                  <a:lnTo>
                    <a:pt x="2242424" y="402831"/>
                  </a:lnTo>
                  <a:lnTo>
                    <a:pt x="2253051" y="408807"/>
                  </a:lnTo>
                  <a:lnTo>
                    <a:pt x="2263679" y="415209"/>
                  </a:lnTo>
                  <a:lnTo>
                    <a:pt x="2274307" y="422082"/>
                  </a:lnTo>
                  <a:lnTo>
                    <a:pt x="2284934" y="429473"/>
                  </a:lnTo>
                  <a:lnTo>
                    <a:pt x="2295562" y="437317"/>
                  </a:lnTo>
                  <a:lnTo>
                    <a:pt x="2306189" y="445530"/>
                  </a:lnTo>
                  <a:lnTo>
                    <a:pt x="2316817" y="454011"/>
                  </a:lnTo>
                  <a:lnTo>
                    <a:pt x="2327445" y="462637"/>
                  </a:lnTo>
                  <a:lnTo>
                    <a:pt x="2338072" y="471275"/>
                  </a:lnTo>
                  <a:lnTo>
                    <a:pt x="2348700" y="479792"/>
                  </a:lnTo>
                  <a:lnTo>
                    <a:pt x="2359327" y="488059"/>
                  </a:lnTo>
                  <a:lnTo>
                    <a:pt x="2369955" y="495965"/>
                  </a:lnTo>
                  <a:lnTo>
                    <a:pt x="2380583" y="503415"/>
                  </a:lnTo>
                  <a:lnTo>
                    <a:pt x="2391210" y="510335"/>
                  </a:lnTo>
                  <a:lnTo>
                    <a:pt x="2401838" y="516649"/>
                  </a:lnTo>
                  <a:lnTo>
                    <a:pt x="2412465" y="522303"/>
                  </a:lnTo>
                  <a:lnTo>
                    <a:pt x="2423093" y="527328"/>
                  </a:lnTo>
                  <a:lnTo>
                    <a:pt x="2433721" y="531735"/>
                  </a:lnTo>
                  <a:lnTo>
                    <a:pt x="2444348" y="535551"/>
                  </a:lnTo>
                  <a:lnTo>
                    <a:pt x="2454976" y="538826"/>
                  </a:lnTo>
                  <a:lnTo>
                    <a:pt x="2465603" y="541629"/>
                  </a:lnTo>
                  <a:lnTo>
                    <a:pt x="2476231" y="544047"/>
                  </a:lnTo>
                  <a:lnTo>
                    <a:pt x="2486859" y="546186"/>
                  </a:lnTo>
                  <a:lnTo>
                    <a:pt x="2497486" y="548164"/>
                  </a:lnTo>
                  <a:lnTo>
                    <a:pt x="2508114" y="550104"/>
                  </a:lnTo>
                  <a:lnTo>
                    <a:pt x="2518741" y="552127"/>
                  </a:lnTo>
                  <a:lnTo>
                    <a:pt x="2529369" y="554375"/>
                  </a:lnTo>
                  <a:lnTo>
                    <a:pt x="2539997" y="556924"/>
                  </a:lnTo>
                  <a:lnTo>
                    <a:pt x="2550624" y="559825"/>
                  </a:lnTo>
                  <a:lnTo>
                    <a:pt x="2561252" y="563098"/>
                  </a:lnTo>
                  <a:lnTo>
                    <a:pt x="2571879" y="566733"/>
                  </a:lnTo>
                  <a:lnTo>
                    <a:pt x="2582507" y="570686"/>
                  </a:lnTo>
                  <a:lnTo>
                    <a:pt x="2593135" y="574891"/>
                  </a:lnTo>
                  <a:lnTo>
                    <a:pt x="2603762" y="579263"/>
                  </a:lnTo>
                  <a:lnTo>
                    <a:pt x="2614390" y="583706"/>
                  </a:lnTo>
                  <a:lnTo>
                    <a:pt x="2625017" y="588123"/>
                  </a:lnTo>
                  <a:lnTo>
                    <a:pt x="2635645" y="592421"/>
                  </a:lnTo>
                  <a:lnTo>
                    <a:pt x="2646273" y="596508"/>
                  </a:lnTo>
                  <a:lnTo>
                    <a:pt x="2656900" y="600319"/>
                  </a:lnTo>
                  <a:lnTo>
                    <a:pt x="2667528" y="603833"/>
                  </a:lnTo>
                  <a:lnTo>
                    <a:pt x="2678155" y="607041"/>
                  </a:lnTo>
                  <a:lnTo>
                    <a:pt x="2688783" y="609949"/>
                  </a:lnTo>
                  <a:lnTo>
                    <a:pt x="2699411" y="612579"/>
                  </a:lnTo>
                  <a:lnTo>
                    <a:pt x="2710038" y="614961"/>
                  </a:lnTo>
                  <a:lnTo>
                    <a:pt x="2720666" y="617131"/>
                  </a:lnTo>
                  <a:lnTo>
                    <a:pt x="2731293" y="619126"/>
                  </a:lnTo>
                  <a:lnTo>
                    <a:pt x="2741921" y="620984"/>
                  </a:lnTo>
                  <a:lnTo>
                    <a:pt x="2752549" y="622739"/>
                  </a:lnTo>
                  <a:lnTo>
                    <a:pt x="2763176" y="624420"/>
                  </a:lnTo>
                  <a:lnTo>
                    <a:pt x="2773804" y="626054"/>
                  </a:lnTo>
                  <a:lnTo>
                    <a:pt x="2784431" y="627672"/>
                  </a:lnTo>
                  <a:lnTo>
                    <a:pt x="2795059" y="629291"/>
                  </a:lnTo>
                  <a:lnTo>
                    <a:pt x="2805687" y="630927"/>
                  </a:lnTo>
                  <a:lnTo>
                    <a:pt x="2816314" y="632587"/>
                  </a:lnTo>
                  <a:lnTo>
                    <a:pt x="2826942" y="634274"/>
                  </a:lnTo>
                  <a:lnTo>
                    <a:pt x="2837569" y="635985"/>
                  </a:lnTo>
                  <a:lnTo>
                    <a:pt x="2848197" y="637706"/>
                  </a:lnTo>
                  <a:lnTo>
                    <a:pt x="2858825" y="639421"/>
                  </a:lnTo>
                  <a:lnTo>
                    <a:pt x="2869452" y="641107"/>
                  </a:lnTo>
                  <a:lnTo>
                    <a:pt x="2880080" y="642738"/>
                  </a:lnTo>
                  <a:lnTo>
                    <a:pt x="2890708" y="644279"/>
                  </a:lnTo>
                  <a:lnTo>
                    <a:pt x="2901335" y="645704"/>
                  </a:lnTo>
                  <a:lnTo>
                    <a:pt x="2911963" y="646995"/>
                  </a:lnTo>
                  <a:lnTo>
                    <a:pt x="2922590" y="648139"/>
                  </a:lnTo>
                  <a:lnTo>
                    <a:pt x="2933218" y="649127"/>
                  </a:lnTo>
                  <a:lnTo>
                    <a:pt x="2943846" y="649958"/>
                  </a:lnTo>
                  <a:lnTo>
                    <a:pt x="2954473" y="650635"/>
                  </a:lnTo>
                  <a:lnTo>
                    <a:pt x="2965101" y="651168"/>
                  </a:lnTo>
                  <a:lnTo>
                    <a:pt x="2975728" y="651568"/>
                  </a:lnTo>
                  <a:lnTo>
                    <a:pt x="2975728" y="655807"/>
                  </a:lnTo>
                  <a:lnTo>
                    <a:pt x="2965101" y="655807"/>
                  </a:lnTo>
                  <a:lnTo>
                    <a:pt x="2954473" y="655807"/>
                  </a:lnTo>
                  <a:lnTo>
                    <a:pt x="2943846" y="655807"/>
                  </a:lnTo>
                  <a:lnTo>
                    <a:pt x="2933218" y="655807"/>
                  </a:lnTo>
                  <a:lnTo>
                    <a:pt x="2922590" y="655807"/>
                  </a:lnTo>
                  <a:lnTo>
                    <a:pt x="2911963" y="655807"/>
                  </a:lnTo>
                  <a:lnTo>
                    <a:pt x="2901335" y="655807"/>
                  </a:lnTo>
                  <a:lnTo>
                    <a:pt x="2890708" y="655807"/>
                  </a:lnTo>
                  <a:lnTo>
                    <a:pt x="2880080" y="655807"/>
                  </a:lnTo>
                  <a:lnTo>
                    <a:pt x="2869452" y="655807"/>
                  </a:lnTo>
                  <a:lnTo>
                    <a:pt x="2858825" y="655807"/>
                  </a:lnTo>
                  <a:lnTo>
                    <a:pt x="2848197" y="655807"/>
                  </a:lnTo>
                  <a:lnTo>
                    <a:pt x="2837569" y="655807"/>
                  </a:lnTo>
                  <a:lnTo>
                    <a:pt x="2826942" y="655807"/>
                  </a:lnTo>
                  <a:lnTo>
                    <a:pt x="2816314" y="655807"/>
                  </a:lnTo>
                  <a:lnTo>
                    <a:pt x="2805687" y="655807"/>
                  </a:lnTo>
                  <a:lnTo>
                    <a:pt x="2795059" y="655807"/>
                  </a:lnTo>
                  <a:lnTo>
                    <a:pt x="2784431" y="655807"/>
                  </a:lnTo>
                  <a:lnTo>
                    <a:pt x="2773804" y="655807"/>
                  </a:lnTo>
                  <a:lnTo>
                    <a:pt x="2763176" y="655807"/>
                  </a:lnTo>
                  <a:lnTo>
                    <a:pt x="2752549" y="655807"/>
                  </a:lnTo>
                  <a:lnTo>
                    <a:pt x="2741921" y="655807"/>
                  </a:lnTo>
                  <a:lnTo>
                    <a:pt x="2731293" y="655807"/>
                  </a:lnTo>
                  <a:lnTo>
                    <a:pt x="2720666" y="655807"/>
                  </a:lnTo>
                  <a:lnTo>
                    <a:pt x="2710038" y="655807"/>
                  </a:lnTo>
                  <a:lnTo>
                    <a:pt x="2699411" y="655807"/>
                  </a:lnTo>
                  <a:lnTo>
                    <a:pt x="2688783" y="655807"/>
                  </a:lnTo>
                  <a:lnTo>
                    <a:pt x="2678155" y="655807"/>
                  </a:lnTo>
                  <a:lnTo>
                    <a:pt x="2667528" y="655807"/>
                  </a:lnTo>
                  <a:lnTo>
                    <a:pt x="2656900" y="655807"/>
                  </a:lnTo>
                  <a:lnTo>
                    <a:pt x="2646273" y="655807"/>
                  </a:lnTo>
                  <a:lnTo>
                    <a:pt x="2635645" y="655807"/>
                  </a:lnTo>
                  <a:lnTo>
                    <a:pt x="2625017" y="655807"/>
                  </a:lnTo>
                  <a:lnTo>
                    <a:pt x="2614390" y="655807"/>
                  </a:lnTo>
                  <a:lnTo>
                    <a:pt x="2603762" y="655807"/>
                  </a:lnTo>
                  <a:lnTo>
                    <a:pt x="2593135" y="655807"/>
                  </a:lnTo>
                  <a:lnTo>
                    <a:pt x="2582507" y="655807"/>
                  </a:lnTo>
                  <a:lnTo>
                    <a:pt x="2571879" y="655807"/>
                  </a:lnTo>
                  <a:lnTo>
                    <a:pt x="2561252" y="655807"/>
                  </a:lnTo>
                  <a:lnTo>
                    <a:pt x="2550624" y="655807"/>
                  </a:lnTo>
                  <a:lnTo>
                    <a:pt x="2539997" y="655807"/>
                  </a:lnTo>
                  <a:lnTo>
                    <a:pt x="2529369" y="655807"/>
                  </a:lnTo>
                  <a:lnTo>
                    <a:pt x="2518741" y="655807"/>
                  </a:lnTo>
                  <a:lnTo>
                    <a:pt x="2508114" y="655807"/>
                  </a:lnTo>
                  <a:lnTo>
                    <a:pt x="2497486" y="655807"/>
                  </a:lnTo>
                  <a:lnTo>
                    <a:pt x="2486859" y="655807"/>
                  </a:lnTo>
                  <a:lnTo>
                    <a:pt x="2476231" y="655807"/>
                  </a:lnTo>
                  <a:lnTo>
                    <a:pt x="2465603" y="655807"/>
                  </a:lnTo>
                  <a:lnTo>
                    <a:pt x="2454976" y="655807"/>
                  </a:lnTo>
                  <a:lnTo>
                    <a:pt x="2444348" y="655807"/>
                  </a:lnTo>
                  <a:lnTo>
                    <a:pt x="2433721" y="655807"/>
                  </a:lnTo>
                  <a:lnTo>
                    <a:pt x="2423093" y="655807"/>
                  </a:lnTo>
                  <a:lnTo>
                    <a:pt x="2412465" y="655807"/>
                  </a:lnTo>
                  <a:lnTo>
                    <a:pt x="2401838" y="655807"/>
                  </a:lnTo>
                  <a:lnTo>
                    <a:pt x="2391210" y="655807"/>
                  </a:lnTo>
                  <a:lnTo>
                    <a:pt x="2380583" y="655807"/>
                  </a:lnTo>
                  <a:lnTo>
                    <a:pt x="2369955" y="655807"/>
                  </a:lnTo>
                  <a:lnTo>
                    <a:pt x="2359327" y="655807"/>
                  </a:lnTo>
                  <a:lnTo>
                    <a:pt x="2348700" y="655807"/>
                  </a:lnTo>
                  <a:lnTo>
                    <a:pt x="2338072" y="655807"/>
                  </a:lnTo>
                  <a:lnTo>
                    <a:pt x="2327445" y="655807"/>
                  </a:lnTo>
                  <a:lnTo>
                    <a:pt x="2316817" y="655807"/>
                  </a:lnTo>
                  <a:lnTo>
                    <a:pt x="2306189" y="655807"/>
                  </a:lnTo>
                  <a:lnTo>
                    <a:pt x="2295562" y="655807"/>
                  </a:lnTo>
                  <a:lnTo>
                    <a:pt x="2284934" y="655807"/>
                  </a:lnTo>
                  <a:lnTo>
                    <a:pt x="2274307" y="655807"/>
                  </a:lnTo>
                  <a:lnTo>
                    <a:pt x="2263679" y="655807"/>
                  </a:lnTo>
                  <a:lnTo>
                    <a:pt x="2253051" y="655807"/>
                  </a:lnTo>
                  <a:lnTo>
                    <a:pt x="2242424" y="655807"/>
                  </a:lnTo>
                  <a:lnTo>
                    <a:pt x="2231796" y="655807"/>
                  </a:lnTo>
                  <a:lnTo>
                    <a:pt x="2221169" y="655807"/>
                  </a:lnTo>
                  <a:lnTo>
                    <a:pt x="2210541" y="655807"/>
                  </a:lnTo>
                  <a:lnTo>
                    <a:pt x="2199913" y="655807"/>
                  </a:lnTo>
                  <a:lnTo>
                    <a:pt x="2189286" y="655807"/>
                  </a:lnTo>
                  <a:lnTo>
                    <a:pt x="2178658" y="655807"/>
                  </a:lnTo>
                  <a:lnTo>
                    <a:pt x="2168031" y="655807"/>
                  </a:lnTo>
                  <a:lnTo>
                    <a:pt x="2157403" y="655807"/>
                  </a:lnTo>
                  <a:lnTo>
                    <a:pt x="2146775" y="655807"/>
                  </a:lnTo>
                  <a:lnTo>
                    <a:pt x="2136148" y="655807"/>
                  </a:lnTo>
                  <a:lnTo>
                    <a:pt x="2125520" y="655807"/>
                  </a:lnTo>
                  <a:lnTo>
                    <a:pt x="2114892" y="655807"/>
                  </a:lnTo>
                  <a:lnTo>
                    <a:pt x="2104265" y="655807"/>
                  </a:lnTo>
                  <a:lnTo>
                    <a:pt x="2093637" y="655807"/>
                  </a:lnTo>
                  <a:lnTo>
                    <a:pt x="2083010" y="655807"/>
                  </a:lnTo>
                  <a:lnTo>
                    <a:pt x="2072382" y="655807"/>
                  </a:lnTo>
                  <a:lnTo>
                    <a:pt x="2061754" y="655807"/>
                  </a:lnTo>
                  <a:lnTo>
                    <a:pt x="2051127" y="655807"/>
                  </a:lnTo>
                  <a:lnTo>
                    <a:pt x="2040499" y="655807"/>
                  </a:lnTo>
                  <a:lnTo>
                    <a:pt x="2029872" y="655807"/>
                  </a:lnTo>
                  <a:lnTo>
                    <a:pt x="2019244" y="655807"/>
                  </a:lnTo>
                  <a:lnTo>
                    <a:pt x="2008616" y="655807"/>
                  </a:lnTo>
                  <a:lnTo>
                    <a:pt x="1997989" y="655807"/>
                  </a:lnTo>
                  <a:lnTo>
                    <a:pt x="1987361" y="655807"/>
                  </a:lnTo>
                  <a:lnTo>
                    <a:pt x="1976734" y="655807"/>
                  </a:lnTo>
                  <a:lnTo>
                    <a:pt x="1966106" y="655807"/>
                  </a:lnTo>
                  <a:lnTo>
                    <a:pt x="1955478" y="655807"/>
                  </a:lnTo>
                  <a:lnTo>
                    <a:pt x="1944851" y="655807"/>
                  </a:lnTo>
                  <a:lnTo>
                    <a:pt x="1934223" y="655807"/>
                  </a:lnTo>
                  <a:lnTo>
                    <a:pt x="1923596" y="655807"/>
                  </a:lnTo>
                  <a:lnTo>
                    <a:pt x="1912968" y="655807"/>
                  </a:lnTo>
                  <a:lnTo>
                    <a:pt x="1902340" y="655807"/>
                  </a:lnTo>
                  <a:lnTo>
                    <a:pt x="1891713" y="655807"/>
                  </a:lnTo>
                  <a:lnTo>
                    <a:pt x="1881085" y="655807"/>
                  </a:lnTo>
                  <a:lnTo>
                    <a:pt x="1870458" y="655807"/>
                  </a:lnTo>
                  <a:lnTo>
                    <a:pt x="1859830" y="655807"/>
                  </a:lnTo>
                  <a:lnTo>
                    <a:pt x="1849202" y="655807"/>
                  </a:lnTo>
                  <a:lnTo>
                    <a:pt x="1838575" y="655807"/>
                  </a:lnTo>
                  <a:lnTo>
                    <a:pt x="1827947" y="655807"/>
                  </a:lnTo>
                  <a:lnTo>
                    <a:pt x="1817320" y="655807"/>
                  </a:lnTo>
                  <a:lnTo>
                    <a:pt x="1806692" y="655807"/>
                  </a:lnTo>
                  <a:lnTo>
                    <a:pt x="1796064" y="655807"/>
                  </a:lnTo>
                  <a:lnTo>
                    <a:pt x="1785437" y="655807"/>
                  </a:lnTo>
                  <a:lnTo>
                    <a:pt x="1774809" y="655807"/>
                  </a:lnTo>
                  <a:lnTo>
                    <a:pt x="1764182" y="655807"/>
                  </a:lnTo>
                  <a:lnTo>
                    <a:pt x="1753554" y="655807"/>
                  </a:lnTo>
                  <a:lnTo>
                    <a:pt x="1742926" y="655807"/>
                  </a:lnTo>
                  <a:lnTo>
                    <a:pt x="1732299" y="655807"/>
                  </a:lnTo>
                  <a:lnTo>
                    <a:pt x="1721671" y="655807"/>
                  </a:lnTo>
                  <a:lnTo>
                    <a:pt x="1711044" y="655807"/>
                  </a:lnTo>
                  <a:lnTo>
                    <a:pt x="1700416" y="655807"/>
                  </a:lnTo>
                  <a:lnTo>
                    <a:pt x="1689788" y="655807"/>
                  </a:lnTo>
                  <a:lnTo>
                    <a:pt x="1679161" y="655807"/>
                  </a:lnTo>
                  <a:lnTo>
                    <a:pt x="1668533" y="655807"/>
                  </a:lnTo>
                  <a:lnTo>
                    <a:pt x="1657906" y="655807"/>
                  </a:lnTo>
                  <a:lnTo>
                    <a:pt x="1647278" y="655807"/>
                  </a:lnTo>
                  <a:lnTo>
                    <a:pt x="1636650" y="655807"/>
                  </a:lnTo>
                  <a:lnTo>
                    <a:pt x="1626023" y="655807"/>
                  </a:lnTo>
                  <a:lnTo>
                    <a:pt x="1615395" y="655807"/>
                  </a:lnTo>
                  <a:lnTo>
                    <a:pt x="1604768" y="655807"/>
                  </a:lnTo>
                  <a:lnTo>
                    <a:pt x="1594140" y="655807"/>
                  </a:lnTo>
                  <a:lnTo>
                    <a:pt x="1583512" y="655807"/>
                  </a:lnTo>
                  <a:lnTo>
                    <a:pt x="1572885" y="655807"/>
                  </a:lnTo>
                  <a:lnTo>
                    <a:pt x="1562257" y="655807"/>
                  </a:lnTo>
                  <a:lnTo>
                    <a:pt x="1551630" y="655807"/>
                  </a:lnTo>
                  <a:lnTo>
                    <a:pt x="1541002" y="655807"/>
                  </a:lnTo>
                  <a:lnTo>
                    <a:pt x="1530374" y="655807"/>
                  </a:lnTo>
                  <a:lnTo>
                    <a:pt x="1519747" y="655807"/>
                  </a:lnTo>
                  <a:lnTo>
                    <a:pt x="1509119" y="655807"/>
                  </a:lnTo>
                  <a:lnTo>
                    <a:pt x="1498492" y="655807"/>
                  </a:lnTo>
                  <a:lnTo>
                    <a:pt x="1487864" y="655807"/>
                  </a:lnTo>
                  <a:lnTo>
                    <a:pt x="1477236" y="655807"/>
                  </a:lnTo>
                  <a:lnTo>
                    <a:pt x="1466609" y="655807"/>
                  </a:lnTo>
                  <a:lnTo>
                    <a:pt x="1455981" y="655807"/>
                  </a:lnTo>
                  <a:lnTo>
                    <a:pt x="1445354" y="655807"/>
                  </a:lnTo>
                  <a:lnTo>
                    <a:pt x="1434726" y="655807"/>
                  </a:lnTo>
                  <a:lnTo>
                    <a:pt x="1424098" y="655807"/>
                  </a:lnTo>
                  <a:lnTo>
                    <a:pt x="1413471" y="655807"/>
                  </a:lnTo>
                  <a:lnTo>
                    <a:pt x="1402843" y="655807"/>
                  </a:lnTo>
                  <a:lnTo>
                    <a:pt x="1392215" y="655807"/>
                  </a:lnTo>
                  <a:lnTo>
                    <a:pt x="1381588" y="655807"/>
                  </a:lnTo>
                  <a:lnTo>
                    <a:pt x="1370960" y="655807"/>
                  </a:lnTo>
                  <a:lnTo>
                    <a:pt x="1360333" y="655807"/>
                  </a:lnTo>
                  <a:lnTo>
                    <a:pt x="1349705" y="655807"/>
                  </a:lnTo>
                  <a:lnTo>
                    <a:pt x="1339077" y="655807"/>
                  </a:lnTo>
                  <a:lnTo>
                    <a:pt x="1328450" y="655807"/>
                  </a:lnTo>
                  <a:lnTo>
                    <a:pt x="1317822" y="655807"/>
                  </a:lnTo>
                  <a:lnTo>
                    <a:pt x="1307195" y="655807"/>
                  </a:lnTo>
                  <a:lnTo>
                    <a:pt x="1296567" y="655807"/>
                  </a:lnTo>
                  <a:lnTo>
                    <a:pt x="1285939" y="655807"/>
                  </a:lnTo>
                  <a:lnTo>
                    <a:pt x="1275312" y="655807"/>
                  </a:lnTo>
                  <a:lnTo>
                    <a:pt x="1264684" y="655807"/>
                  </a:lnTo>
                  <a:lnTo>
                    <a:pt x="1254057" y="655807"/>
                  </a:lnTo>
                  <a:lnTo>
                    <a:pt x="1243429" y="655807"/>
                  </a:lnTo>
                  <a:lnTo>
                    <a:pt x="1232801" y="655807"/>
                  </a:lnTo>
                  <a:lnTo>
                    <a:pt x="1222174" y="655807"/>
                  </a:lnTo>
                  <a:lnTo>
                    <a:pt x="1211546" y="655807"/>
                  </a:lnTo>
                  <a:lnTo>
                    <a:pt x="1200919" y="655807"/>
                  </a:lnTo>
                  <a:lnTo>
                    <a:pt x="1190291" y="655807"/>
                  </a:lnTo>
                  <a:lnTo>
                    <a:pt x="1179663" y="655807"/>
                  </a:lnTo>
                  <a:lnTo>
                    <a:pt x="1169036" y="655807"/>
                  </a:lnTo>
                  <a:lnTo>
                    <a:pt x="1158408" y="655807"/>
                  </a:lnTo>
                  <a:lnTo>
                    <a:pt x="1147781" y="655807"/>
                  </a:lnTo>
                  <a:lnTo>
                    <a:pt x="1137153" y="655807"/>
                  </a:lnTo>
                  <a:lnTo>
                    <a:pt x="1126525" y="655807"/>
                  </a:lnTo>
                  <a:lnTo>
                    <a:pt x="1115898" y="655807"/>
                  </a:lnTo>
                  <a:lnTo>
                    <a:pt x="1105270" y="655807"/>
                  </a:lnTo>
                  <a:lnTo>
                    <a:pt x="1094643" y="655807"/>
                  </a:lnTo>
                  <a:lnTo>
                    <a:pt x="1084015" y="655807"/>
                  </a:lnTo>
                  <a:lnTo>
                    <a:pt x="1073387" y="655807"/>
                  </a:lnTo>
                  <a:lnTo>
                    <a:pt x="1062760" y="655807"/>
                  </a:lnTo>
                  <a:lnTo>
                    <a:pt x="1052132" y="655807"/>
                  </a:lnTo>
                  <a:lnTo>
                    <a:pt x="1041505" y="655807"/>
                  </a:lnTo>
                  <a:lnTo>
                    <a:pt x="1030877" y="655807"/>
                  </a:lnTo>
                  <a:lnTo>
                    <a:pt x="1020249" y="655807"/>
                  </a:lnTo>
                  <a:lnTo>
                    <a:pt x="1009622" y="655807"/>
                  </a:lnTo>
                  <a:lnTo>
                    <a:pt x="998994" y="655807"/>
                  </a:lnTo>
                  <a:lnTo>
                    <a:pt x="988367" y="655807"/>
                  </a:lnTo>
                  <a:lnTo>
                    <a:pt x="977739" y="655807"/>
                  </a:lnTo>
                  <a:lnTo>
                    <a:pt x="967111" y="655807"/>
                  </a:lnTo>
                  <a:lnTo>
                    <a:pt x="956484" y="655807"/>
                  </a:lnTo>
                  <a:lnTo>
                    <a:pt x="945856" y="655807"/>
                  </a:lnTo>
                  <a:lnTo>
                    <a:pt x="935229" y="655807"/>
                  </a:lnTo>
                  <a:lnTo>
                    <a:pt x="924601" y="655807"/>
                  </a:lnTo>
                  <a:lnTo>
                    <a:pt x="913973" y="655807"/>
                  </a:lnTo>
                  <a:lnTo>
                    <a:pt x="903346" y="655807"/>
                  </a:lnTo>
                  <a:lnTo>
                    <a:pt x="892718" y="655807"/>
                  </a:lnTo>
                  <a:lnTo>
                    <a:pt x="882091" y="655807"/>
                  </a:lnTo>
                  <a:lnTo>
                    <a:pt x="871463" y="655807"/>
                  </a:lnTo>
                  <a:lnTo>
                    <a:pt x="860835" y="655807"/>
                  </a:lnTo>
                  <a:lnTo>
                    <a:pt x="850208" y="655807"/>
                  </a:lnTo>
                  <a:lnTo>
                    <a:pt x="839580" y="655807"/>
                  </a:lnTo>
                  <a:lnTo>
                    <a:pt x="828953" y="655807"/>
                  </a:lnTo>
                  <a:lnTo>
                    <a:pt x="818325" y="655807"/>
                  </a:lnTo>
                  <a:lnTo>
                    <a:pt x="807697" y="655807"/>
                  </a:lnTo>
                  <a:lnTo>
                    <a:pt x="797070" y="655807"/>
                  </a:lnTo>
                  <a:lnTo>
                    <a:pt x="786442" y="655807"/>
                  </a:lnTo>
                  <a:lnTo>
                    <a:pt x="775815" y="655807"/>
                  </a:lnTo>
                  <a:lnTo>
                    <a:pt x="765187" y="655807"/>
                  </a:lnTo>
                  <a:lnTo>
                    <a:pt x="754559" y="655807"/>
                  </a:lnTo>
                  <a:lnTo>
                    <a:pt x="743932" y="655807"/>
                  </a:lnTo>
                  <a:lnTo>
                    <a:pt x="733304" y="655807"/>
                  </a:lnTo>
                  <a:lnTo>
                    <a:pt x="722677" y="655807"/>
                  </a:lnTo>
                  <a:lnTo>
                    <a:pt x="712049" y="655807"/>
                  </a:lnTo>
                  <a:lnTo>
                    <a:pt x="701421" y="655807"/>
                  </a:lnTo>
                  <a:lnTo>
                    <a:pt x="690794" y="655807"/>
                  </a:lnTo>
                  <a:lnTo>
                    <a:pt x="680166" y="655807"/>
                  </a:lnTo>
                  <a:lnTo>
                    <a:pt x="669538" y="655807"/>
                  </a:lnTo>
                  <a:lnTo>
                    <a:pt x="658911" y="655807"/>
                  </a:lnTo>
                  <a:lnTo>
                    <a:pt x="648283" y="655807"/>
                  </a:lnTo>
                  <a:lnTo>
                    <a:pt x="637656" y="655807"/>
                  </a:lnTo>
                  <a:lnTo>
                    <a:pt x="627028" y="655807"/>
                  </a:lnTo>
                  <a:lnTo>
                    <a:pt x="616400" y="655807"/>
                  </a:lnTo>
                  <a:lnTo>
                    <a:pt x="605773" y="655807"/>
                  </a:lnTo>
                  <a:lnTo>
                    <a:pt x="595145" y="655807"/>
                  </a:lnTo>
                  <a:lnTo>
                    <a:pt x="584518" y="655807"/>
                  </a:lnTo>
                  <a:lnTo>
                    <a:pt x="573890" y="655807"/>
                  </a:lnTo>
                  <a:lnTo>
                    <a:pt x="563262" y="655807"/>
                  </a:lnTo>
                  <a:lnTo>
                    <a:pt x="552635" y="655807"/>
                  </a:lnTo>
                  <a:lnTo>
                    <a:pt x="542007" y="655807"/>
                  </a:lnTo>
                  <a:lnTo>
                    <a:pt x="531380" y="655807"/>
                  </a:lnTo>
                  <a:lnTo>
                    <a:pt x="520752" y="655807"/>
                  </a:lnTo>
                  <a:lnTo>
                    <a:pt x="510124" y="655807"/>
                  </a:lnTo>
                  <a:lnTo>
                    <a:pt x="499497" y="655807"/>
                  </a:lnTo>
                  <a:lnTo>
                    <a:pt x="488869" y="655807"/>
                  </a:lnTo>
                  <a:lnTo>
                    <a:pt x="478242" y="655807"/>
                  </a:lnTo>
                  <a:lnTo>
                    <a:pt x="467614" y="655807"/>
                  </a:lnTo>
                  <a:lnTo>
                    <a:pt x="456986" y="655807"/>
                  </a:lnTo>
                  <a:lnTo>
                    <a:pt x="446359" y="655807"/>
                  </a:lnTo>
                  <a:lnTo>
                    <a:pt x="435731" y="655807"/>
                  </a:lnTo>
                  <a:lnTo>
                    <a:pt x="425104" y="655807"/>
                  </a:lnTo>
                  <a:lnTo>
                    <a:pt x="414476" y="655807"/>
                  </a:lnTo>
                  <a:lnTo>
                    <a:pt x="403848" y="655807"/>
                  </a:lnTo>
                  <a:lnTo>
                    <a:pt x="393221" y="655807"/>
                  </a:lnTo>
                  <a:lnTo>
                    <a:pt x="382593" y="655807"/>
                  </a:lnTo>
                  <a:lnTo>
                    <a:pt x="371966" y="655807"/>
                  </a:lnTo>
                  <a:lnTo>
                    <a:pt x="361338" y="655807"/>
                  </a:lnTo>
                  <a:lnTo>
                    <a:pt x="350710" y="655807"/>
                  </a:lnTo>
                  <a:lnTo>
                    <a:pt x="340083" y="655807"/>
                  </a:lnTo>
                  <a:lnTo>
                    <a:pt x="329455" y="655807"/>
                  </a:lnTo>
                  <a:lnTo>
                    <a:pt x="318828" y="655807"/>
                  </a:lnTo>
                  <a:lnTo>
                    <a:pt x="308200" y="655807"/>
                  </a:lnTo>
                  <a:lnTo>
                    <a:pt x="297572" y="655807"/>
                  </a:lnTo>
                  <a:lnTo>
                    <a:pt x="286945" y="655807"/>
                  </a:lnTo>
                  <a:lnTo>
                    <a:pt x="276317" y="655807"/>
                  </a:lnTo>
                  <a:lnTo>
                    <a:pt x="265690" y="655807"/>
                  </a:lnTo>
                  <a:lnTo>
                    <a:pt x="255062" y="655807"/>
                  </a:lnTo>
                  <a:lnTo>
                    <a:pt x="244434" y="655807"/>
                  </a:lnTo>
                  <a:lnTo>
                    <a:pt x="233807" y="655807"/>
                  </a:lnTo>
                  <a:lnTo>
                    <a:pt x="223179" y="655807"/>
                  </a:lnTo>
                  <a:lnTo>
                    <a:pt x="212552" y="655807"/>
                  </a:lnTo>
                  <a:lnTo>
                    <a:pt x="201924" y="655807"/>
                  </a:lnTo>
                  <a:lnTo>
                    <a:pt x="191296" y="655807"/>
                  </a:lnTo>
                  <a:lnTo>
                    <a:pt x="180669" y="655807"/>
                  </a:lnTo>
                  <a:lnTo>
                    <a:pt x="170041" y="655807"/>
                  </a:lnTo>
                  <a:lnTo>
                    <a:pt x="159414" y="655807"/>
                  </a:lnTo>
                  <a:lnTo>
                    <a:pt x="148786" y="655807"/>
                  </a:lnTo>
                  <a:lnTo>
                    <a:pt x="138158" y="655807"/>
                  </a:lnTo>
                  <a:lnTo>
                    <a:pt x="127531" y="655807"/>
                  </a:lnTo>
                  <a:lnTo>
                    <a:pt x="116903" y="655807"/>
                  </a:lnTo>
                  <a:lnTo>
                    <a:pt x="106276" y="655807"/>
                  </a:lnTo>
                  <a:lnTo>
                    <a:pt x="95648" y="655807"/>
                  </a:lnTo>
                  <a:lnTo>
                    <a:pt x="85020" y="655807"/>
                  </a:lnTo>
                  <a:lnTo>
                    <a:pt x="74393" y="655807"/>
                  </a:lnTo>
                  <a:lnTo>
                    <a:pt x="63765" y="655807"/>
                  </a:lnTo>
                  <a:lnTo>
                    <a:pt x="53138" y="655807"/>
                  </a:lnTo>
                  <a:lnTo>
                    <a:pt x="42510" y="655807"/>
                  </a:lnTo>
                  <a:lnTo>
                    <a:pt x="31882" y="655807"/>
                  </a:lnTo>
                  <a:lnTo>
                    <a:pt x="21255" y="655807"/>
                  </a:lnTo>
                  <a:lnTo>
                    <a:pt x="10627" y="655807"/>
                  </a:lnTo>
                  <a:lnTo>
                    <a:pt x="0" y="655807"/>
                  </a:lnTo>
                  <a:close/>
                </a:path>
              </a:pathLst>
            </a:custGeom>
            <a:solidFill>
              <a:srgbClr val="14B8A6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71504" y="8201899"/>
              <a:ext cx="2975728" cy="651568"/>
            </a:xfrm>
            <a:custGeom>
              <a:avLst/>
              <a:pathLst>
                <a:path w="2975728" h="651568">
                  <a:moveTo>
                    <a:pt x="0" y="650974"/>
                  </a:moveTo>
                  <a:lnTo>
                    <a:pt x="10627" y="650258"/>
                  </a:lnTo>
                  <a:lnTo>
                    <a:pt x="21255" y="649547"/>
                  </a:lnTo>
                  <a:lnTo>
                    <a:pt x="31882" y="648865"/>
                  </a:lnTo>
                  <a:lnTo>
                    <a:pt x="42510" y="648233"/>
                  </a:lnTo>
                  <a:lnTo>
                    <a:pt x="53138" y="647668"/>
                  </a:lnTo>
                  <a:lnTo>
                    <a:pt x="63765" y="647179"/>
                  </a:lnTo>
                  <a:lnTo>
                    <a:pt x="74393" y="646767"/>
                  </a:lnTo>
                  <a:lnTo>
                    <a:pt x="85020" y="646426"/>
                  </a:lnTo>
                  <a:lnTo>
                    <a:pt x="95648" y="646142"/>
                  </a:lnTo>
                  <a:lnTo>
                    <a:pt x="106276" y="645891"/>
                  </a:lnTo>
                  <a:lnTo>
                    <a:pt x="116903" y="645648"/>
                  </a:lnTo>
                  <a:lnTo>
                    <a:pt x="127531" y="645391"/>
                  </a:lnTo>
                  <a:lnTo>
                    <a:pt x="138158" y="645107"/>
                  </a:lnTo>
                  <a:lnTo>
                    <a:pt x="148786" y="644786"/>
                  </a:lnTo>
                  <a:lnTo>
                    <a:pt x="159414" y="644427"/>
                  </a:lnTo>
                  <a:lnTo>
                    <a:pt x="170041" y="644037"/>
                  </a:lnTo>
                  <a:lnTo>
                    <a:pt x="180669" y="643627"/>
                  </a:lnTo>
                  <a:lnTo>
                    <a:pt x="191296" y="643212"/>
                  </a:lnTo>
                  <a:lnTo>
                    <a:pt x="201924" y="642805"/>
                  </a:lnTo>
                  <a:lnTo>
                    <a:pt x="212552" y="642417"/>
                  </a:lnTo>
                  <a:lnTo>
                    <a:pt x="223179" y="642053"/>
                  </a:lnTo>
                  <a:lnTo>
                    <a:pt x="233807" y="641705"/>
                  </a:lnTo>
                  <a:lnTo>
                    <a:pt x="244434" y="641355"/>
                  </a:lnTo>
                  <a:lnTo>
                    <a:pt x="255062" y="640982"/>
                  </a:lnTo>
                  <a:lnTo>
                    <a:pt x="265690" y="640558"/>
                  </a:lnTo>
                  <a:lnTo>
                    <a:pt x="276317" y="640052"/>
                  </a:lnTo>
                  <a:lnTo>
                    <a:pt x="286945" y="639437"/>
                  </a:lnTo>
                  <a:lnTo>
                    <a:pt x="297572" y="638689"/>
                  </a:lnTo>
                  <a:lnTo>
                    <a:pt x="308200" y="637794"/>
                  </a:lnTo>
                  <a:lnTo>
                    <a:pt x="318828" y="636747"/>
                  </a:lnTo>
                  <a:lnTo>
                    <a:pt x="329455" y="635556"/>
                  </a:lnTo>
                  <a:lnTo>
                    <a:pt x="340083" y="634236"/>
                  </a:lnTo>
                  <a:lnTo>
                    <a:pt x="350710" y="632828"/>
                  </a:lnTo>
                  <a:lnTo>
                    <a:pt x="361338" y="631376"/>
                  </a:lnTo>
                  <a:lnTo>
                    <a:pt x="371966" y="629920"/>
                  </a:lnTo>
                  <a:lnTo>
                    <a:pt x="382593" y="628496"/>
                  </a:lnTo>
                  <a:lnTo>
                    <a:pt x="393221" y="627131"/>
                  </a:lnTo>
                  <a:lnTo>
                    <a:pt x="403848" y="625843"/>
                  </a:lnTo>
                  <a:lnTo>
                    <a:pt x="414476" y="624634"/>
                  </a:lnTo>
                  <a:lnTo>
                    <a:pt x="425104" y="623492"/>
                  </a:lnTo>
                  <a:lnTo>
                    <a:pt x="435731" y="622393"/>
                  </a:lnTo>
                  <a:lnTo>
                    <a:pt x="446359" y="621303"/>
                  </a:lnTo>
                  <a:lnTo>
                    <a:pt x="456986" y="620182"/>
                  </a:lnTo>
                  <a:lnTo>
                    <a:pt x="467614" y="618977"/>
                  </a:lnTo>
                  <a:lnTo>
                    <a:pt x="478242" y="617657"/>
                  </a:lnTo>
                  <a:lnTo>
                    <a:pt x="488869" y="616193"/>
                  </a:lnTo>
                  <a:lnTo>
                    <a:pt x="499497" y="614564"/>
                  </a:lnTo>
                  <a:lnTo>
                    <a:pt x="510124" y="612758"/>
                  </a:lnTo>
                  <a:lnTo>
                    <a:pt x="520752" y="610770"/>
                  </a:lnTo>
                  <a:lnTo>
                    <a:pt x="531380" y="608599"/>
                  </a:lnTo>
                  <a:lnTo>
                    <a:pt x="542007" y="606246"/>
                  </a:lnTo>
                  <a:lnTo>
                    <a:pt x="552635" y="603712"/>
                  </a:lnTo>
                  <a:lnTo>
                    <a:pt x="563262" y="600996"/>
                  </a:lnTo>
                  <a:lnTo>
                    <a:pt x="573890" y="598094"/>
                  </a:lnTo>
                  <a:lnTo>
                    <a:pt x="584518" y="594981"/>
                  </a:lnTo>
                  <a:lnTo>
                    <a:pt x="595145" y="591656"/>
                  </a:lnTo>
                  <a:lnTo>
                    <a:pt x="605773" y="588112"/>
                  </a:lnTo>
                  <a:lnTo>
                    <a:pt x="616400" y="584336"/>
                  </a:lnTo>
                  <a:lnTo>
                    <a:pt x="627028" y="580317"/>
                  </a:lnTo>
                  <a:lnTo>
                    <a:pt x="637656" y="576049"/>
                  </a:lnTo>
                  <a:lnTo>
                    <a:pt x="648283" y="571528"/>
                  </a:lnTo>
                  <a:lnTo>
                    <a:pt x="658911" y="566758"/>
                  </a:lnTo>
                  <a:lnTo>
                    <a:pt x="669538" y="561747"/>
                  </a:lnTo>
                  <a:lnTo>
                    <a:pt x="680166" y="556515"/>
                  </a:lnTo>
                  <a:lnTo>
                    <a:pt x="690794" y="551087"/>
                  </a:lnTo>
                  <a:lnTo>
                    <a:pt x="701421" y="545495"/>
                  </a:lnTo>
                  <a:lnTo>
                    <a:pt x="712049" y="539787"/>
                  </a:lnTo>
                  <a:lnTo>
                    <a:pt x="722677" y="534023"/>
                  </a:lnTo>
                  <a:lnTo>
                    <a:pt x="733304" y="528252"/>
                  </a:lnTo>
                  <a:lnTo>
                    <a:pt x="743932" y="522517"/>
                  </a:lnTo>
                  <a:lnTo>
                    <a:pt x="754559" y="516853"/>
                  </a:lnTo>
                  <a:lnTo>
                    <a:pt x="765187" y="511279"/>
                  </a:lnTo>
                  <a:lnTo>
                    <a:pt x="775815" y="505799"/>
                  </a:lnTo>
                  <a:lnTo>
                    <a:pt x="786442" y="500405"/>
                  </a:lnTo>
                  <a:lnTo>
                    <a:pt x="797070" y="495072"/>
                  </a:lnTo>
                  <a:lnTo>
                    <a:pt x="807697" y="489772"/>
                  </a:lnTo>
                  <a:lnTo>
                    <a:pt x="818325" y="484474"/>
                  </a:lnTo>
                  <a:lnTo>
                    <a:pt x="828953" y="479149"/>
                  </a:lnTo>
                  <a:lnTo>
                    <a:pt x="839580" y="473793"/>
                  </a:lnTo>
                  <a:lnTo>
                    <a:pt x="850208" y="468413"/>
                  </a:lnTo>
                  <a:lnTo>
                    <a:pt x="860835" y="463034"/>
                  </a:lnTo>
                  <a:lnTo>
                    <a:pt x="871463" y="457683"/>
                  </a:lnTo>
                  <a:lnTo>
                    <a:pt x="882091" y="452390"/>
                  </a:lnTo>
                  <a:lnTo>
                    <a:pt x="892718" y="447176"/>
                  </a:lnTo>
                  <a:lnTo>
                    <a:pt x="903346" y="442046"/>
                  </a:lnTo>
                  <a:lnTo>
                    <a:pt x="913973" y="436983"/>
                  </a:lnTo>
                  <a:lnTo>
                    <a:pt x="924601" y="431947"/>
                  </a:lnTo>
                  <a:lnTo>
                    <a:pt x="935229" y="426878"/>
                  </a:lnTo>
                  <a:lnTo>
                    <a:pt x="945856" y="421686"/>
                  </a:lnTo>
                  <a:lnTo>
                    <a:pt x="956484" y="416269"/>
                  </a:lnTo>
                  <a:lnTo>
                    <a:pt x="967111" y="410549"/>
                  </a:lnTo>
                  <a:lnTo>
                    <a:pt x="977739" y="404452"/>
                  </a:lnTo>
                  <a:lnTo>
                    <a:pt x="988367" y="397919"/>
                  </a:lnTo>
                  <a:lnTo>
                    <a:pt x="998994" y="390912"/>
                  </a:lnTo>
                  <a:lnTo>
                    <a:pt x="1009622" y="383410"/>
                  </a:lnTo>
                  <a:lnTo>
                    <a:pt x="1020249" y="375410"/>
                  </a:lnTo>
                  <a:lnTo>
                    <a:pt x="1030877" y="366927"/>
                  </a:lnTo>
                  <a:lnTo>
                    <a:pt x="1041505" y="357994"/>
                  </a:lnTo>
                  <a:lnTo>
                    <a:pt x="1052132" y="348660"/>
                  </a:lnTo>
                  <a:lnTo>
                    <a:pt x="1062760" y="338992"/>
                  </a:lnTo>
                  <a:lnTo>
                    <a:pt x="1073387" y="329067"/>
                  </a:lnTo>
                  <a:lnTo>
                    <a:pt x="1084015" y="319026"/>
                  </a:lnTo>
                  <a:lnTo>
                    <a:pt x="1094643" y="308986"/>
                  </a:lnTo>
                  <a:lnTo>
                    <a:pt x="1105270" y="299063"/>
                  </a:lnTo>
                  <a:lnTo>
                    <a:pt x="1115898" y="289362"/>
                  </a:lnTo>
                  <a:lnTo>
                    <a:pt x="1126525" y="279966"/>
                  </a:lnTo>
                  <a:lnTo>
                    <a:pt x="1137153" y="270926"/>
                  </a:lnTo>
                  <a:lnTo>
                    <a:pt x="1147781" y="262252"/>
                  </a:lnTo>
                  <a:lnTo>
                    <a:pt x="1158408" y="253918"/>
                  </a:lnTo>
                  <a:lnTo>
                    <a:pt x="1169036" y="245859"/>
                  </a:lnTo>
                  <a:lnTo>
                    <a:pt x="1179663" y="237986"/>
                  </a:lnTo>
                  <a:lnTo>
                    <a:pt x="1190291" y="230192"/>
                  </a:lnTo>
                  <a:lnTo>
                    <a:pt x="1200919" y="222365"/>
                  </a:lnTo>
                  <a:lnTo>
                    <a:pt x="1211546" y="214427"/>
                  </a:lnTo>
                  <a:lnTo>
                    <a:pt x="1222174" y="206336"/>
                  </a:lnTo>
                  <a:lnTo>
                    <a:pt x="1232801" y="198081"/>
                  </a:lnTo>
                  <a:lnTo>
                    <a:pt x="1243429" y="189677"/>
                  </a:lnTo>
                  <a:lnTo>
                    <a:pt x="1254057" y="181166"/>
                  </a:lnTo>
                  <a:lnTo>
                    <a:pt x="1264684" y="172603"/>
                  </a:lnTo>
                  <a:lnTo>
                    <a:pt x="1275312" y="164054"/>
                  </a:lnTo>
                  <a:lnTo>
                    <a:pt x="1285939" y="155588"/>
                  </a:lnTo>
                  <a:lnTo>
                    <a:pt x="1296567" y="147276"/>
                  </a:lnTo>
                  <a:lnTo>
                    <a:pt x="1307195" y="139193"/>
                  </a:lnTo>
                  <a:lnTo>
                    <a:pt x="1317822" y="131429"/>
                  </a:lnTo>
                  <a:lnTo>
                    <a:pt x="1328450" y="124018"/>
                  </a:lnTo>
                  <a:lnTo>
                    <a:pt x="1339077" y="116998"/>
                  </a:lnTo>
                  <a:lnTo>
                    <a:pt x="1349705" y="110383"/>
                  </a:lnTo>
                  <a:lnTo>
                    <a:pt x="1360333" y="104158"/>
                  </a:lnTo>
                  <a:lnTo>
                    <a:pt x="1370960" y="98274"/>
                  </a:lnTo>
                  <a:lnTo>
                    <a:pt x="1381588" y="92651"/>
                  </a:lnTo>
                  <a:lnTo>
                    <a:pt x="1392215" y="87180"/>
                  </a:lnTo>
                  <a:lnTo>
                    <a:pt x="1402843" y="81740"/>
                  </a:lnTo>
                  <a:lnTo>
                    <a:pt x="1413471" y="76209"/>
                  </a:lnTo>
                  <a:lnTo>
                    <a:pt x="1424098" y="70492"/>
                  </a:lnTo>
                  <a:lnTo>
                    <a:pt x="1434726" y="64511"/>
                  </a:lnTo>
                  <a:lnTo>
                    <a:pt x="1445354" y="58297"/>
                  </a:lnTo>
                  <a:lnTo>
                    <a:pt x="1455981" y="51942"/>
                  </a:lnTo>
                  <a:lnTo>
                    <a:pt x="1466609" y="45583"/>
                  </a:lnTo>
                  <a:lnTo>
                    <a:pt x="1477236" y="39391"/>
                  </a:lnTo>
                  <a:lnTo>
                    <a:pt x="1487864" y="33548"/>
                  </a:lnTo>
                  <a:lnTo>
                    <a:pt x="1498492" y="28223"/>
                  </a:lnTo>
                  <a:lnTo>
                    <a:pt x="1509119" y="23546"/>
                  </a:lnTo>
                  <a:lnTo>
                    <a:pt x="1519747" y="19596"/>
                  </a:lnTo>
                  <a:lnTo>
                    <a:pt x="1530374" y="16387"/>
                  </a:lnTo>
                  <a:lnTo>
                    <a:pt x="1541002" y="13870"/>
                  </a:lnTo>
                  <a:lnTo>
                    <a:pt x="1551630" y="11957"/>
                  </a:lnTo>
                  <a:lnTo>
                    <a:pt x="1562257" y="10495"/>
                  </a:lnTo>
                  <a:lnTo>
                    <a:pt x="1572885" y="9288"/>
                  </a:lnTo>
                  <a:lnTo>
                    <a:pt x="1583512" y="8199"/>
                  </a:lnTo>
                  <a:lnTo>
                    <a:pt x="1594140" y="7121"/>
                  </a:lnTo>
                  <a:lnTo>
                    <a:pt x="1604768" y="5992"/>
                  </a:lnTo>
                  <a:lnTo>
                    <a:pt x="1615395" y="4796"/>
                  </a:lnTo>
                  <a:lnTo>
                    <a:pt x="1626023" y="3562"/>
                  </a:lnTo>
                  <a:lnTo>
                    <a:pt x="1636650" y="2358"/>
                  </a:lnTo>
                  <a:lnTo>
                    <a:pt x="1647278" y="1282"/>
                  </a:lnTo>
                  <a:lnTo>
                    <a:pt x="1657906" y="453"/>
                  </a:lnTo>
                  <a:lnTo>
                    <a:pt x="1668533" y="0"/>
                  </a:lnTo>
                  <a:lnTo>
                    <a:pt x="1679161" y="117"/>
                  </a:lnTo>
                  <a:lnTo>
                    <a:pt x="1689788" y="891"/>
                  </a:lnTo>
                  <a:lnTo>
                    <a:pt x="1700416" y="2418"/>
                  </a:lnTo>
                  <a:lnTo>
                    <a:pt x="1711044" y="4770"/>
                  </a:lnTo>
                  <a:lnTo>
                    <a:pt x="1721671" y="7991"/>
                  </a:lnTo>
                  <a:lnTo>
                    <a:pt x="1732299" y="12091"/>
                  </a:lnTo>
                  <a:lnTo>
                    <a:pt x="1742926" y="17038"/>
                  </a:lnTo>
                  <a:lnTo>
                    <a:pt x="1753554" y="22769"/>
                  </a:lnTo>
                  <a:lnTo>
                    <a:pt x="1764182" y="29184"/>
                  </a:lnTo>
                  <a:lnTo>
                    <a:pt x="1774809" y="36160"/>
                  </a:lnTo>
                  <a:lnTo>
                    <a:pt x="1785437" y="43560"/>
                  </a:lnTo>
                  <a:lnTo>
                    <a:pt x="1796064" y="51252"/>
                  </a:lnTo>
                  <a:lnTo>
                    <a:pt x="1806692" y="59094"/>
                  </a:lnTo>
                  <a:lnTo>
                    <a:pt x="1817320" y="66984"/>
                  </a:lnTo>
                  <a:lnTo>
                    <a:pt x="1827947" y="74863"/>
                  </a:lnTo>
                  <a:lnTo>
                    <a:pt x="1838575" y="82705"/>
                  </a:lnTo>
                  <a:lnTo>
                    <a:pt x="1849202" y="90511"/>
                  </a:lnTo>
                  <a:lnTo>
                    <a:pt x="1859830" y="98296"/>
                  </a:lnTo>
                  <a:lnTo>
                    <a:pt x="1870458" y="106088"/>
                  </a:lnTo>
                  <a:lnTo>
                    <a:pt x="1881085" y="113917"/>
                  </a:lnTo>
                  <a:lnTo>
                    <a:pt x="1891713" y="121813"/>
                  </a:lnTo>
                  <a:lnTo>
                    <a:pt x="1902340" y="129804"/>
                  </a:lnTo>
                  <a:lnTo>
                    <a:pt x="1912968" y="137916"/>
                  </a:lnTo>
                  <a:lnTo>
                    <a:pt x="1923596" y="146200"/>
                  </a:lnTo>
                  <a:lnTo>
                    <a:pt x="1934223" y="154681"/>
                  </a:lnTo>
                  <a:lnTo>
                    <a:pt x="1944851" y="163408"/>
                  </a:lnTo>
                  <a:lnTo>
                    <a:pt x="1955478" y="172428"/>
                  </a:lnTo>
                  <a:lnTo>
                    <a:pt x="1966106" y="181789"/>
                  </a:lnTo>
                  <a:lnTo>
                    <a:pt x="1976734" y="191528"/>
                  </a:lnTo>
                  <a:lnTo>
                    <a:pt x="1987361" y="201660"/>
                  </a:lnTo>
                  <a:lnTo>
                    <a:pt x="1997989" y="212180"/>
                  </a:lnTo>
                  <a:lnTo>
                    <a:pt x="2008616" y="223052"/>
                  </a:lnTo>
                  <a:lnTo>
                    <a:pt x="2019244" y="234213"/>
                  </a:lnTo>
                  <a:lnTo>
                    <a:pt x="2029872" y="245574"/>
                  </a:lnTo>
                  <a:lnTo>
                    <a:pt x="2040499" y="257022"/>
                  </a:lnTo>
                  <a:lnTo>
                    <a:pt x="2051127" y="268417"/>
                  </a:lnTo>
                  <a:lnTo>
                    <a:pt x="2061754" y="279631"/>
                  </a:lnTo>
                  <a:lnTo>
                    <a:pt x="2072382" y="290552"/>
                  </a:lnTo>
                  <a:lnTo>
                    <a:pt x="2083010" y="301077"/>
                  </a:lnTo>
                  <a:lnTo>
                    <a:pt x="2093637" y="311122"/>
                  </a:lnTo>
                  <a:lnTo>
                    <a:pt x="2104265" y="320622"/>
                  </a:lnTo>
                  <a:lnTo>
                    <a:pt x="2114892" y="329534"/>
                  </a:lnTo>
                  <a:lnTo>
                    <a:pt x="2125520" y="337837"/>
                  </a:lnTo>
                  <a:lnTo>
                    <a:pt x="2136148" y="345530"/>
                  </a:lnTo>
                  <a:lnTo>
                    <a:pt x="2146775" y="352638"/>
                  </a:lnTo>
                  <a:lnTo>
                    <a:pt x="2157403" y="359194"/>
                  </a:lnTo>
                  <a:lnTo>
                    <a:pt x="2168031" y="365243"/>
                  </a:lnTo>
                  <a:lnTo>
                    <a:pt x="2178658" y="370913"/>
                  </a:lnTo>
                  <a:lnTo>
                    <a:pt x="2189286" y="376301"/>
                  </a:lnTo>
                  <a:lnTo>
                    <a:pt x="2199913" y="381513"/>
                  </a:lnTo>
                  <a:lnTo>
                    <a:pt x="2210541" y="386659"/>
                  </a:lnTo>
                  <a:lnTo>
                    <a:pt x="2221169" y="391855"/>
                  </a:lnTo>
                  <a:lnTo>
                    <a:pt x="2231796" y="397210"/>
                  </a:lnTo>
                  <a:lnTo>
                    <a:pt x="2242424" y="402831"/>
                  </a:lnTo>
                  <a:lnTo>
                    <a:pt x="2253051" y="408807"/>
                  </a:lnTo>
                  <a:lnTo>
                    <a:pt x="2263679" y="415209"/>
                  </a:lnTo>
                  <a:lnTo>
                    <a:pt x="2274307" y="422082"/>
                  </a:lnTo>
                  <a:lnTo>
                    <a:pt x="2284934" y="429473"/>
                  </a:lnTo>
                  <a:lnTo>
                    <a:pt x="2295562" y="437317"/>
                  </a:lnTo>
                  <a:lnTo>
                    <a:pt x="2306189" y="445530"/>
                  </a:lnTo>
                  <a:lnTo>
                    <a:pt x="2316817" y="454011"/>
                  </a:lnTo>
                  <a:lnTo>
                    <a:pt x="2327445" y="462637"/>
                  </a:lnTo>
                  <a:lnTo>
                    <a:pt x="2338072" y="471275"/>
                  </a:lnTo>
                  <a:lnTo>
                    <a:pt x="2348700" y="479792"/>
                  </a:lnTo>
                  <a:lnTo>
                    <a:pt x="2359327" y="488059"/>
                  </a:lnTo>
                  <a:lnTo>
                    <a:pt x="2369955" y="495965"/>
                  </a:lnTo>
                  <a:lnTo>
                    <a:pt x="2380583" y="503415"/>
                  </a:lnTo>
                  <a:lnTo>
                    <a:pt x="2391210" y="510335"/>
                  </a:lnTo>
                  <a:lnTo>
                    <a:pt x="2401838" y="516649"/>
                  </a:lnTo>
                  <a:lnTo>
                    <a:pt x="2412465" y="522303"/>
                  </a:lnTo>
                  <a:lnTo>
                    <a:pt x="2423093" y="527328"/>
                  </a:lnTo>
                  <a:lnTo>
                    <a:pt x="2433721" y="531735"/>
                  </a:lnTo>
                  <a:lnTo>
                    <a:pt x="2444348" y="535551"/>
                  </a:lnTo>
                  <a:lnTo>
                    <a:pt x="2454976" y="538826"/>
                  </a:lnTo>
                  <a:lnTo>
                    <a:pt x="2465603" y="541629"/>
                  </a:lnTo>
                  <a:lnTo>
                    <a:pt x="2476231" y="544047"/>
                  </a:lnTo>
                  <a:lnTo>
                    <a:pt x="2486859" y="546186"/>
                  </a:lnTo>
                  <a:lnTo>
                    <a:pt x="2497486" y="548164"/>
                  </a:lnTo>
                  <a:lnTo>
                    <a:pt x="2508114" y="550104"/>
                  </a:lnTo>
                  <a:lnTo>
                    <a:pt x="2518741" y="552127"/>
                  </a:lnTo>
                  <a:lnTo>
                    <a:pt x="2529369" y="554375"/>
                  </a:lnTo>
                  <a:lnTo>
                    <a:pt x="2539997" y="556924"/>
                  </a:lnTo>
                  <a:lnTo>
                    <a:pt x="2550624" y="559825"/>
                  </a:lnTo>
                  <a:lnTo>
                    <a:pt x="2561252" y="563098"/>
                  </a:lnTo>
                  <a:lnTo>
                    <a:pt x="2571879" y="566733"/>
                  </a:lnTo>
                  <a:lnTo>
                    <a:pt x="2582507" y="570686"/>
                  </a:lnTo>
                  <a:lnTo>
                    <a:pt x="2593135" y="574891"/>
                  </a:lnTo>
                  <a:lnTo>
                    <a:pt x="2603762" y="579263"/>
                  </a:lnTo>
                  <a:lnTo>
                    <a:pt x="2614390" y="583706"/>
                  </a:lnTo>
                  <a:lnTo>
                    <a:pt x="2625017" y="588123"/>
                  </a:lnTo>
                  <a:lnTo>
                    <a:pt x="2635645" y="592421"/>
                  </a:lnTo>
                  <a:lnTo>
                    <a:pt x="2646273" y="596508"/>
                  </a:lnTo>
                  <a:lnTo>
                    <a:pt x="2656900" y="600319"/>
                  </a:lnTo>
                  <a:lnTo>
                    <a:pt x="2667528" y="603833"/>
                  </a:lnTo>
                  <a:lnTo>
                    <a:pt x="2678155" y="607041"/>
                  </a:lnTo>
                  <a:lnTo>
                    <a:pt x="2688783" y="609949"/>
                  </a:lnTo>
                  <a:lnTo>
                    <a:pt x="2699411" y="612579"/>
                  </a:lnTo>
                  <a:lnTo>
                    <a:pt x="2710038" y="614961"/>
                  </a:lnTo>
                  <a:lnTo>
                    <a:pt x="2720666" y="617131"/>
                  </a:lnTo>
                  <a:lnTo>
                    <a:pt x="2731293" y="619126"/>
                  </a:lnTo>
                  <a:lnTo>
                    <a:pt x="2741921" y="620984"/>
                  </a:lnTo>
                  <a:lnTo>
                    <a:pt x="2752549" y="622739"/>
                  </a:lnTo>
                  <a:lnTo>
                    <a:pt x="2763176" y="624420"/>
                  </a:lnTo>
                  <a:lnTo>
                    <a:pt x="2773804" y="626054"/>
                  </a:lnTo>
                  <a:lnTo>
                    <a:pt x="2784431" y="627672"/>
                  </a:lnTo>
                  <a:lnTo>
                    <a:pt x="2795059" y="629291"/>
                  </a:lnTo>
                  <a:lnTo>
                    <a:pt x="2805687" y="630927"/>
                  </a:lnTo>
                  <a:lnTo>
                    <a:pt x="2816314" y="632587"/>
                  </a:lnTo>
                  <a:lnTo>
                    <a:pt x="2826942" y="634274"/>
                  </a:lnTo>
                  <a:lnTo>
                    <a:pt x="2837569" y="635985"/>
                  </a:lnTo>
                  <a:lnTo>
                    <a:pt x="2848197" y="637706"/>
                  </a:lnTo>
                  <a:lnTo>
                    <a:pt x="2858825" y="639421"/>
                  </a:lnTo>
                  <a:lnTo>
                    <a:pt x="2869452" y="641107"/>
                  </a:lnTo>
                  <a:lnTo>
                    <a:pt x="2880080" y="642738"/>
                  </a:lnTo>
                  <a:lnTo>
                    <a:pt x="2890708" y="644279"/>
                  </a:lnTo>
                  <a:lnTo>
                    <a:pt x="2901335" y="645704"/>
                  </a:lnTo>
                  <a:lnTo>
                    <a:pt x="2911963" y="646995"/>
                  </a:lnTo>
                  <a:lnTo>
                    <a:pt x="2922590" y="648139"/>
                  </a:lnTo>
                  <a:lnTo>
                    <a:pt x="2933218" y="649127"/>
                  </a:lnTo>
                  <a:lnTo>
                    <a:pt x="2943846" y="649958"/>
                  </a:lnTo>
                  <a:lnTo>
                    <a:pt x="2954473" y="650635"/>
                  </a:lnTo>
                  <a:lnTo>
                    <a:pt x="2965101" y="651168"/>
                  </a:lnTo>
                  <a:lnTo>
                    <a:pt x="2975728" y="651568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5433346" y="9206828"/>
              <a:ext cx="3241418" cy="649821"/>
            </a:xfrm>
            <a:custGeom>
              <a:avLst/>
              <a:pathLst>
                <a:path w="3241418" h="649821">
                  <a:moveTo>
                    <a:pt x="0" y="645253"/>
                  </a:moveTo>
                  <a:lnTo>
                    <a:pt x="10627" y="644793"/>
                  </a:lnTo>
                  <a:lnTo>
                    <a:pt x="21255" y="644389"/>
                  </a:lnTo>
                  <a:lnTo>
                    <a:pt x="31882" y="644052"/>
                  </a:lnTo>
                  <a:lnTo>
                    <a:pt x="42510" y="643786"/>
                  </a:lnTo>
                  <a:lnTo>
                    <a:pt x="53138" y="643589"/>
                  </a:lnTo>
                  <a:lnTo>
                    <a:pt x="63765" y="643457"/>
                  </a:lnTo>
                  <a:lnTo>
                    <a:pt x="74393" y="643377"/>
                  </a:lnTo>
                  <a:lnTo>
                    <a:pt x="85020" y="643339"/>
                  </a:lnTo>
                  <a:lnTo>
                    <a:pt x="95648" y="643328"/>
                  </a:lnTo>
                  <a:lnTo>
                    <a:pt x="106276" y="643332"/>
                  </a:lnTo>
                  <a:lnTo>
                    <a:pt x="116903" y="643340"/>
                  </a:lnTo>
                  <a:lnTo>
                    <a:pt x="127531" y="643342"/>
                  </a:lnTo>
                  <a:lnTo>
                    <a:pt x="138158" y="643334"/>
                  </a:lnTo>
                  <a:lnTo>
                    <a:pt x="148786" y="643310"/>
                  </a:lnTo>
                  <a:lnTo>
                    <a:pt x="159414" y="643269"/>
                  </a:lnTo>
                  <a:lnTo>
                    <a:pt x="170041" y="643206"/>
                  </a:lnTo>
                  <a:lnTo>
                    <a:pt x="180669" y="643117"/>
                  </a:lnTo>
                  <a:lnTo>
                    <a:pt x="191296" y="642998"/>
                  </a:lnTo>
                  <a:lnTo>
                    <a:pt x="201924" y="642844"/>
                  </a:lnTo>
                  <a:lnTo>
                    <a:pt x="212552" y="642651"/>
                  </a:lnTo>
                  <a:lnTo>
                    <a:pt x="223179" y="642417"/>
                  </a:lnTo>
                  <a:lnTo>
                    <a:pt x="233807" y="642137"/>
                  </a:lnTo>
                  <a:lnTo>
                    <a:pt x="244434" y="641815"/>
                  </a:lnTo>
                  <a:lnTo>
                    <a:pt x="255062" y="641457"/>
                  </a:lnTo>
                  <a:lnTo>
                    <a:pt x="265690" y="641071"/>
                  </a:lnTo>
                  <a:lnTo>
                    <a:pt x="276317" y="640661"/>
                  </a:lnTo>
                  <a:lnTo>
                    <a:pt x="286945" y="640235"/>
                  </a:lnTo>
                  <a:lnTo>
                    <a:pt x="297572" y="639797"/>
                  </a:lnTo>
                  <a:lnTo>
                    <a:pt x="308200" y="639347"/>
                  </a:lnTo>
                  <a:lnTo>
                    <a:pt x="318828" y="638885"/>
                  </a:lnTo>
                  <a:lnTo>
                    <a:pt x="329455" y="638404"/>
                  </a:lnTo>
                  <a:lnTo>
                    <a:pt x="340083" y="637899"/>
                  </a:lnTo>
                  <a:lnTo>
                    <a:pt x="350710" y="637361"/>
                  </a:lnTo>
                  <a:lnTo>
                    <a:pt x="361338" y="636780"/>
                  </a:lnTo>
                  <a:lnTo>
                    <a:pt x="371966" y="636153"/>
                  </a:lnTo>
                  <a:lnTo>
                    <a:pt x="382593" y="635480"/>
                  </a:lnTo>
                  <a:lnTo>
                    <a:pt x="393221" y="634766"/>
                  </a:lnTo>
                  <a:lnTo>
                    <a:pt x="403848" y="634015"/>
                  </a:lnTo>
                  <a:lnTo>
                    <a:pt x="414476" y="633238"/>
                  </a:lnTo>
                  <a:lnTo>
                    <a:pt x="425104" y="632445"/>
                  </a:lnTo>
                  <a:lnTo>
                    <a:pt x="435731" y="631646"/>
                  </a:lnTo>
                  <a:lnTo>
                    <a:pt x="446359" y="630849"/>
                  </a:lnTo>
                  <a:lnTo>
                    <a:pt x="456986" y="630061"/>
                  </a:lnTo>
                  <a:lnTo>
                    <a:pt x="467614" y="629285"/>
                  </a:lnTo>
                  <a:lnTo>
                    <a:pt x="478242" y="628519"/>
                  </a:lnTo>
                  <a:lnTo>
                    <a:pt x="488869" y="627758"/>
                  </a:lnTo>
                  <a:lnTo>
                    <a:pt x="499497" y="626992"/>
                  </a:lnTo>
                  <a:lnTo>
                    <a:pt x="510124" y="626211"/>
                  </a:lnTo>
                  <a:lnTo>
                    <a:pt x="520752" y="625402"/>
                  </a:lnTo>
                  <a:lnTo>
                    <a:pt x="531380" y="624551"/>
                  </a:lnTo>
                  <a:lnTo>
                    <a:pt x="542007" y="623644"/>
                  </a:lnTo>
                  <a:lnTo>
                    <a:pt x="552635" y="622662"/>
                  </a:lnTo>
                  <a:lnTo>
                    <a:pt x="563262" y="621589"/>
                  </a:lnTo>
                  <a:lnTo>
                    <a:pt x="573890" y="620406"/>
                  </a:lnTo>
                  <a:lnTo>
                    <a:pt x="584518" y="619093"/>
                  </a:lnTo>
                  <a:lnTo>
                    <a:pt x="595145" y="617627"/>
                  </a:lnTo>
                  <a:lnTo>
                    <a:pt x="605773" y="615975"/>
                  </a:lnTo>
                  <a:lnTo>
                    <a:pt x="616400" y="614134"/>
                  </a:lnTo>
                  <a:lnTo>
                    <a:pt x="627028" y="612094"/>
                  </a:lnTo>
                  <a:lnTo>
                    <a:pt x="637656" y="609850"/>
                  </a:lnTo>
                  <a:lnTo>
                    <a:pt x="648283" y="607404"/>
                  </a:lnTo>
                  <a:lnTo>
                    <a:pt x="658911" y="604768"/>
                  </a:lnTo>
                  <a:lnTo>
                    <a:pt x="669538" y="601962"/>
                  </a:lnTo>
                  <a:lnTo>
                    <a:pt x="680166" y="599010"/>
                  </a:lnTo>
                  <a:lnTo>
                    <a:pt x="690794" y="595944"/>
                  </a:lnTo>
                  <a:lnTo>
                    <a:pt x="701421" y="592798"/>
                  </a:lnTo>
                  <a:lnTo>
                    <a:pt x="712049" y="589607"/>
                  </a:lnTo>
                  <a:lnTo>
                    <a:pt x="722677" y="586401"/>
                  </a:lnTo>
                  <a:lnTo>
                    <a:pt x="733304" y="583210"/>
                  </a:lnTo>
                  <a:lnTo>
                    <a:pt x="743932" y="580051"/>
                  </a:lnTo>
                  <a:lnTo>
                    <a:pt x="754559" y="576933"/>
                  </a:lnTo>
                  <a:lnTo>
                    <a:pt x="765187" y="573863"/>
                  </a:lnTo>
                  <a:lnTo>
                    <a:pt x="775815" y="570841"/>
                  </a:lnTo>
                  <a:lnTo>
                    <a:pt x="786442" y="567867"/>
                  </a:lnTo>
                  <a:lnTo>
                    <a:pt x="797070" y="564936"/>
                  </a:lnTo>
                  <a:lnTo>
                    <a:pt x="807697" y="562043"/>
                  </a:lnTo>
                  <a:lnTo>
                    <a:pt x="818325" y="559179"/>
                  </a:lnTo>
                  <a:lnTo>
                    <a:pt x="828953" y="556328"/>
                  </a:lnTo>
                  <a:lnTo>
                    <a:pt x="839580" y="553471"/>
                  </a:lnTo>
                  <a:lnTo>
                    <a:pt x="850208" y="550569"/>
                  </a:lnTo>
                  <a:lnTo>
                    <a:pt x="860835" y="547582"/>
                  </a:lnTo>
                  <a:lnTo>
                    <a:pt x="871463" y="544457"/>
                  </a:lnTo>
                  <a:lnTo>
                    <a:pt x="882091" y="541134"/>
                  </a:lnTo>
                  <a:lnTo>
                    <a:pt x="892718" y="537549"/>
                  </a:lnTo>
                  <a:lnTo>
                    <a:pt x="903346" y="533636"/>
                  </a:lnTo>
                  <a:lnTo>
                    <a:pt x="913973" y="529337"/>
                  </a:lnTo>
                  <a:lnTo>
                    <a:pt x="924601" y="524605"/>
                  </a:lnTo>
                  <a:lnTo>
                    <a:pt x="935229" y="519413"/>
                  </a:lnTo>
                  <a:lnTo>
                    <a:pt x="945856" y="513759"/>
                  </a:lnTo>
                  <a:lnTo>
                    <a:pt x="956484" y="507670"/>
                  </a:lnTo>
                  <a:lnTo>
                    <a:pt x="967111" y="501178"/>
                  </a:lnTo>
                  <a:lnTo>
                    <a:pt x="977739" y="494421"/>
                  </a:lnTo>
                  <a:lnTo>
                    <a:pt x="988367" y="487511"/>
                  </a:lnTo>
                  <a:lnTo>
                    <a:pt x="998994" y="480563"/>
                  </a:lnTo>
                  <a:lnTo>
                    <a:pt x="1009622" y="473681"/>
                  </a:lnTo>
                  <a:lnTo>
                    <a:pt x="1020249" y="466947"/>
                  </a:lnTo>
                  <a:lnTo>
                    <a:pt x="1030877" y="460413"/>
                  </a:lnTo>
                  <a:lnTo>
                    <a:pt x="1041505" y="454095"/>
                  </a:lnTo>
                  <a:lnTo>
                    <a:pt x="1052132" y="447974"/>
                  </a:lnTo>
                  <a:lnTo>
                    <a:pt x="1062760" y="441997"/>
                  </a:lnTo>
                  <a:lnTo>
                    <a:pt x="1073387" y="436090"/>
                  </a:lnTo>
                  <a:lnTo>
                    <a:pt x="1084015" y="430160"/>
                  </a:lnTo>
                  <a:lnTo>
                    <a:pt x="1094643" y="424110"/>
                  </a:lnTo>
                  <a:lnTo>
                    <a:pt x="1105270" y="417871"/>
                  </a:lnTo>
                  <a:lnTo>
                    <a:pt x="1115898" y="411392"/>
                  </a:lnTo>
                  <a:lnTo>
                    <a:pt x="1126525" y="404643"/>
                  </a:lnTo>
                  <a:lnTo>
                    <a:pt x="1137153" y="397609"/>
                  </a:lnTo>
                  <a:lnTo>
                    <a:pt x="1147781" y="390288"/>
                  </a:lnTo>
                  <a:lnTo>
                    <a:pt x="1158408" y="382687"/>
                  </a:lnTo>
                  <a:lnTo>
                    <a:pt x="1169036" y="374818"/>
                  </a:lnTo>
                  <a:lnTo>
                    <a:pt x="1179663" y="366698"/>
                  </a:lnTo>
                  <a:lnTo>
                    <a:pt x="1190291" y="358346"/>
                  </a:lnTo>
                  <a:lnTo>
                    <a:pt x="1200919" y="349790"/>
                  </a:lnTo>
                  <a:lnTo>
                    <a:pt x="1211546" y="341054"/>
                  </a:lnTo>
                  <a:lnTo>
                    <a:pt x="1222174" y="332206"/>
                  </a:lnTo>
                  <a:lnTo>
                    <a:pt x="1232801" y="323301"/>
                  </a:lnTo>
                  <a:lnTo>
                    <a:pt x="1243429" y="314396"/>
                  </a:lnTo>
                  <a:lnTo>
                    <a:pt x="1254057" y="305545"/>
                  </a:lnTo>
                  <a:lnTo>
                    <a:pt x="1264684" y="296794"/>
                  </a:lnTo>
                  <a:lnTo>
                    <a:pt x="1275312" y="288174"/>
                  </a:lnTo>
                  <a:lnTo>
                    <a:pt x="1285939" y="279699"/>
                  </a:lnTo>
                  <a:lnTo>
                    <a:pt x="1296567" y="271370"/>
                  </a:lnTo>
                  <a:lnTo>
                    <a:pt x="1307195" y="263170"/>
                  </a:lnTo>
                  <a:lnTo>
                    <a:pt x="1317822" y="255073"/>
                  </a:lnTo>
                  <a:lnTo>
                    <a:pt x="1328450" y="247058"/>
                  </a:lnTo>
                  <a:lnTo>
                    <a:pt x="1339077" y="239095"/>
                  </a:lnTo>
                  <a:lnTo>
                    <a:pt x="1349705" y="231171"/>
                  </a:lnTo>
                  <a:lnTo>
                    <a:pt x="1360333" y="223284"/>
                  </a:lnTo>
                  <a:lnTo>
                    <a:pt x="1370960" y="215437"/>
                  </a:lnTo>
                  <a:lnTo>
                    <a:pt x="1381588" y="207635"/>
                  </a:lnTo>
                  <a:lnTo>
                    <a:pt x="1392215" y="199882"/>
                  </a:lnTo>
                  <a:lnTo>
                    <a:pt x="1402843" y="192171"/>
                  </a:lnTo>
                  <a:lnTo>
                    <a:pt x="1413471" y="184486"/>
                  </a:lnTo>
                  <a:lnTo>
                    <a:pt x="1424098" y="176802"/>
                  </a:lnTo>
                  <a:lnTo>
                    <a:pt x="1434726" y="169088"/>
                  </a:lnTo>
                  <a:lnTo>
                    <a:pt x="1445354" y="161312"/>
                  </a:lnTo>
                  <a:lnTo>
                    <a:pt x="1455981" y="153449"/>
                  </a:lnTo>
                  <a:lnTo>
                    <a:pt x="1466609" y="145511"/>
                  </a:lnTo>
                  <a:lnTo>
                    <a:pt x="1477236" y="137532"/>
                  </a:lnTo>
                  <a:lnTo>
                    <a:pt x="1487864" y="129575"/>
                  </a:lnTo>
                  <a:lnTo>
                    <a:pt x="1498492" y="121729"/>
                  </a:lnTo>
                  <a:lnTo>
                    <a:pt x="1509119" y="114101"/>
                  </a:lnTo>
                  <a:lnTo>
                    <a:pt x="1519747" y="106811"/>
                  </a:lnTo>
                  <a:lnTo>
                    <a:pt x="1530374" y="99978"/>
                  </a:lnTo>
                  <a:lnTo>
                    <a:pt x="1541002" y="93710"/>
                  </a:lnTo>
                  <a:lnTo>
                    <a:pt x="1551630" y="88093"/>
                  </a:lnTo>
                  <a:lnTo>
                    <a:pt x="1562257" y="83178"/>
                  </a:lnTo>
                  <a:lnTo>
                    <a:pt x="1572885" y="79030"/>
                  </a:lnTo>
                  <a:lnTo>
                    <a:pt x="1583512" y="75551"/>
                  </a:lnTo>
                  <a:lnTo>
                    <a:pt x="1594140" y="72621"/>
                  </a:lnTo>
                  <a:lnTo>
                    <a:pt x="1604768" y="70091"/>
                  </a:lnTo>
                  <a:lnTo>
                    <a:pt x="1615395" y="67781"/>
                  </a:lnTo>
                  <a:lnTo>
                    <a:pt x="1626023" y="65492"/>
                  </a:lnTo>
                  <a:lnTo>
                    <a:pt x="1636650" y="63022"/>
                  </a:lnTo>
                  <a:lnTo>
                    <a:pt x="1647278" y="60187"/>
                  </a:lnTo>
                  <a:lnTo>
                    <a:pt x="1657906" y="56838"/>
                  </a:lnTo>
                  <a:lnTo>
                    <a:pt x="1668533" y="52878"/>
                  </a:lnTo>
                  <a:lnTo>
                    <a:pt x="1679161" y="48277"/>
                  </a:lnTo>
                  <a:lnTo>
                    <a:pt x="1689788" y="43060"/>
                  </a:lnTo>
                  <a:lnTo>
                    <a:pt x="1700416" y="37356"/>
                  </a:lnTo>
                  <a:lnTo>
                    <a:pt x="1711044" y="31399"/>
                  </a:lnTo>
                  <a:lnTo>
                    <a:pt x="1721671" y="25418"/>
                  </a:lnTo>
                  <a:lnTo>
                    <a:pt x="1732299" y="19656"/>
                  </a:lnTo>
                  <a:lnTo>
                    <a:pt x="1742926" y="14348"/>
                  </a:lnTo>
                  <a:lnTo>
                    <a:pt x="1753554" y="9701"/>
                  </a:lnTo>
                  <a:lnTo>
                    <a:pt x="1764182" y="5876"/>
                  </a:lnTo>
                  <a:lnTo>
                    <a:pt x="1774809" y="2979"/>
                  </a:lnTo>
                  <a:lnTo>
                    <a:pt x="1785437" y="1053"/>
                  </a:lnTo>
                  <a:lnTo>
                    <a:pt x="1796064" y="83"/>
                  </a:lnTo>
                  <a:lnTo>
                    <a:pt x="1806692" y="0"/>
                  </a:lnTo>
                  <a:lnTo>
                    <a:pt x="1817320" y="752"/>
                  </a:lnTo>
                  <a:lnTo>
                    <a:pt x="1827947" y="2118"/>
                  </a:lnTo>
                  <a:lnTo>
                    <a:pt x="1838575" y="3954"/>
                  </a:lnTo>
                  <a:lnTo>
                    <a:pt x="1849202" y="6138"/>
                  </a:lnTo>
                  <a:lnTo>
                    <a:pt x="1859830" y="8578"/>
                  </a:lnTo>
                  <a:lnTo>
                    <a:pt x="1870458" y="11217"/>
                  </a:lnTo>
                  <a:lnTo>
                    <a:pt x="1881085" y="14033"/>
                  </a:lnTo>
                  <a:lnTo>
                    <a:pt x="1891713" y="17042"/>
                  </a:lnTo>
                  <a:lnTo>
                    <a:pt x="1902340" y="20282"/>
                  </a:lnTo>
                  <a:lnTo>
                    <a:pt x="1912968" y="23813"/>
                  </a:lnTo>
                  <a:lnTo>
                    <a:pt x="1923596" y="27693"/>
                  </a:lnTo>
                  <a:lnTo>
                    <a:pt x="1934223" y="32001"/>
                  </a:lnTo>
                  <a:lnTo>
                    <a:pt x="1944851" y="36769"/>
                  </a:lnTo>
                  <a:lnTo>
                    <a:pt x="1955478" y="41976"/>
                  </a:lnTo>
                  <a:lnTo>
                    <a:pt x="1966106" y="47597"/>
                  </a:lnTo>
                  <a:lnTo>
                    <a:pt x="1976734" y="53586"/>
                  </a:lnTo>
                  <a:lnTo>
                    <a:pt x="1987361" y="59888"/>
                  </a:lnTo>
                  <a:lnTo>
                    <a:pt x="1997989" y="66446"/>
                  </a:lnTo>
                  <a:lnTo>
                    <a:pt x="2008616" y="73207"/>
                  </a:lnTo>
                  <a:lnTo>
                    <a:pt x="2019244" y="80133"/>
                  </a:lnTo>
                  <a:lnTo>
                    <a:pt x="2029872" y="87199"/>
                  </a:lnTo>
                  <a:lnTo>
                    <a:pt x="2040499" y="94396"/>
                  </a:lnTo>
                  <a:lnTo>
                    <a:pt x="2051127" y="101727"/>
                  </a:lnTo>
                  <a:lnTo>
                    <a:pt x="2061754" y="109208"/>
                  </a:lnTo>
                  <a:lnTo>
                    <a:pt x="2072382" y="116826"/>
                  </a:lnTo>
                  <a:lnTo>
                    <a:pt x="2083010" y="124567"/>
                  </a:lnTo>
                  <a:lnTo>
                    <a:pt x="2093637" y="132406"/>
                  </a:lnTo>
                  <a:lnTo>
                    <a:pt x="2104265" y="140310"/>
                  </a:lnTo>
                  <a:lnTo>
                    <a:pt x="2114892" y="148245"/>
                  </a:lnTo>
                  <a:lnTo>
                    <a:pt x="2125520" y="156183"/>
                  </a:lnTo>
                  <a:lnTo>
                    <a:pt x="2136148" y="164110"/>
                  </a:lnTo>
                  <a:lnTo>
                    <a:pt x="2146775" y="172030"/>
                  </a:lnTo>
                  <a:lnTo>
                    <a:pt x="2157403" y="179975"/>
                  </a:lnTo>
                  <a:lnTo>
                    <a:pt x="2168031" y="187994"/>
                  </a:lnTo>
                  <a:lnTo>
                    <a:pt x="2178658" y="196169"/>
                  </a:lnTo>
                  <a:lnTo>
                    <a:pt x="2189286" y="204578"/>
                  </a:lnTo>
                  <a:lnTo>
                    <a:pt x="2199913" y="213272"/>
                  </a:lnTo>
                  <a:lnTo>
                    <a:pt x="2210541" y="222288"/>
                  </a:lnTo>
                  <a:lnTo>
                    <a:pt x="2221169" y="231635"/>
                  </a:lnTo>
                  <a:lnTo>
                    <a:pt x="2231796" y="241292"/>
                  </a:lnTo>
                  <a:lnTo>
                    <a:pt x="2242424" y="251214"/>
                  </a:lnTo>
                  <a:lnTo>
                    <a:pt x="2253051" y="261340"/>
                  </a:lnTo>
                  <a:lnTo>
                    <a:pt x="2263679" y="271603"/>
                  </a:lnTo>
                  <a:lnTo>
                    <a:pt x="2274307" y="281942"/>
                  </a:lnTo>
                  <a:lnTo>
                    <a:pt x="2284934" y="292310"/>
                  </a:lnTo>
                  <a:lnTo>
                    <a:pt x="2295562" y="302685"/>
                  </a:lnTo>
                  <a:lnTo>
                    <a:pt x="2306189" y="313071"/>
                  </a:lnTo>
                  <a:lnTo>
                    <a:pt x="2316817" y="323495"/>
                  </a:lnTo>
                  <a:lnTo>
                    <a:pt x="2327445" y="333987"/>
                  </a:lnTo>
                  <a:lnTo>
                    <a:pt x="2338072" y="344569"/>
                  </a:lnTo>
                  <a:lnTo>
                    <a:pt x="2348700" y="355242"/>
                  </a:lnTo>
                  <a:lnTo>
                    <a:pt x="2359327" y="365976"/>
                  </a:lnTo>
                  <a:lnTo>
                    <a:pt x="2369955" y="376708"/>
                  </a:lnTo>
                  <a:lnTo>
                    <a:pt x="2380583" y="387342"/>
                  </a:lnTo>
                  <a:lnTo>
                    <a:pt x="2391210" y="397755"/>
                  </a:lnTo>
                  <a:lnTo>
                    <a:pt x="2401838" y="407810"/>
                  </a:lnTo>
                  <a:lnTo>
                    <a:pt x="2412465" y="417371"/>
                  </a:lnTo>
                  <a:lnTo>
                    <a:pt x="2423093" y="426258"/>
                  </a:lnTo>
                  <a:lnTo>
                    <a:pt x="2433721" y="434415"/>
                  </a:lnTo>
                  <a:lnTo>
                    <a:pt x="2444348" y="441824"/>
                  </a:lnTo>
                  <a:lnTo>
                    <a:pt x="2454976" y="448492"/>
                  </a:lnTo>
                  <a:lnTo>
                    <a:pt x="2465603" y="454468"/>
                  </a:lnTo>
                  <a:lnTo>
                    <a:pt x="2476231" y="459828"/>
                  </a:lnTo>
                  <a:lnTo>
                    <a:pt x="2486859" y="464669"/>
                  </a:lnTo>
                  <a:lnTo>
                    <a:pt x="2497486" y="469098"/>
                  </a:lnTo>
                  <a:lnTo>
                    <a:pt x="2508114" y="473222"/>
                  </a:lnTo>
                  <a:lnTo>
                    <a:pt x="2518741" y="477142"/>
                  </a:lnTo>
                  <a:lnTo>
                    <a:pt x="2529369" y="480948"/>
                  </a:lnTo>
                  <a:lnTo>
                    <a:pt x="2539997" y="484720"/>
                  </a:lnTo>
                  <a:lnTo>
                    <a:pt x="2550624" y="488533"/>
                  </a:lnTo>
                  <a:lnTo>
                    <a:pt x="2561252" y="492445"/>
                  </a:lnTo>
                  <a:lnTo>
                    <a:pt x="2571879" y="496502"/>
                  </a:lnTo>
                  <a:lnTo>
                    <a:pt x="2582507" y="500746"/>
                  </a:lnTo>
                  <a:lnTo>
                    <a:pt x="2593135" y="505211"/>
                  </a:lnTo>
                  <a:lnTo>
                    <a:pt x="2603762" y="509924"/>
                  </a:lnTo>
                  <a:lnTo>
                    <a:pt x="2614390" y="514897"/>
                  </a:lnTo>
                  <a:lnTo>
                    <a:pt x="2625017" y="520131"/>
                  </a:lnTo>
                  <a:lnTo>
                    <a:pt x="2635645" y="525610"/>
                  </a:lnTo>
                  <a:lnTo>
                    <a:pt x="2646273" y="531299"/>
                  </a:lnTo>
                  <a:lnTo>
                    <a:pt x="2656900" y="537145"/>
                  </a:lnTo>
                  <a:lnTo>
                    <a:pt x="2667528" y="543075"/>
                  </a:lnTo>
                  <a:lnTo>
                    <a:pt x="2678155" y="548985"/>
                  </a:lnTo>
                  <a:lnTo>
                    <a:pt x="2688783" y="554777"/>
                  </a:lnTo>
                  <a:lnTo>
                    <a:pt x="2699411" y="560358"/>
                  </a:lnTo>
                  <a:lnTo>
                    <a:pt x="2710038" y="565638"/>
                  </a:lnTo>
                  <a:lnTo>
                    <a:pt x="2720666" y="570543"/>
                  </a:lnTo>
                  <a:lnTo>
                    <a:pt x="2731293" y="575018"/>
                  </a:lnTo>
                  <a:lnTo>
                    <a:pt x="2741921" y="579033"/>
                  </a:lnTo>
                  <a:lnTo>
                    <a:pt x="2752549" y="582584"/>
                  </a:lnTo>
                  <a:lnTo>
                    <a:pt x="2763176" y="585693"/>
                  </a:lnTo>
                  <a:lnTo>
                    <a:pt x="2773804" y="588405"/>
                  </a:lnTo>
                  <a:lnTo>
                    <a:pt x="2784431" y="590769"/>
                  </a:lnTo>
                  <a:lnTo>
                    <a:pt x="2795059" y="592874"/>
                  </a:lnTo>
                  <a:lnTo>
                    <a:pt x="2805687" y="594813"/>
                  </a:lnTo>
                  <a:lnTo>
                    <a:pt x="2816314" y="596653"/>
                  </a:lnTo>
                  <a:lnTo>
                    <a:pt x="2826942" y="598450"/>
                  </a:lnTo>
                  <a:lnTo>
                    <a:pt x="2837569" y="600250"/>
                  </a:lnTo>
                  <a:lnTo>
                    <a:pt x="2848197" y="602083"/>
                  </a:lnTo>
                  <a:lnTo>
                    <a:pt x="2858825" y="603969"/>
                  </a:lnTo>
                  <a:lnTo>
                    <a:pt x="2869452" y="605918"/>
                  </a:lnTo>
                  <a:lnTo>
                    <a:pt x="2880080" y="607935"/>
                  </a:lnTo>
                  <a:lnTo>
                    <a:pt x="2890708" y="610021"/>
                  </a:lnTo>
                  <a:lnTo>
                    <a:pt x="2901335" y="612174"/>
                  </a:lnTo>
                  <a:lnTo>
                    <a:pt x="2911963" y="614391"/>
                  </a:lnTo>
                  <a:lnTo>
                    <a:pt x="2922590" y="616655"/>
                  </a:lnTo>
                  <a:lnTo>
                    <a:pt x="2933218" y="618949"/>
                  </a:lnTo>
                  <a:lnTo>
                    <a:pt x="2943846" y="621251"/>
                  </a:lnTo>
                  <a:lnTo>
                    <a:pt x="2954473" y="623532"/>
                  </a:lnTo>
                  <a:lnTo>
                    <a:pt x="2965101" y="625760"/>
                  </a:lnTo>
                  <a:lnTo>
                    <a:pt x="2975728" y="627901"/>
                  </a:lnTo>
                  <a:lnTo>
                    <a:pt x="2986356" y="629921"/>
                  </a:lnTo>
                  <a:lnTo>
                    <a:pt x="2996984" y="631789"/>
                  </a:lnTo>
                  <a:lnTo>
                    <a:pt x="3007611" y="633479"/>
                  </a:lnTo>
                  <a:lnTo>
                    <a:pt x="3018239" y="634974"/>
                  </a:lnTo>
                  <a:lnTo>
                    <a:pt x="3028866" y="636249"/>
                  </a:lnTo>
                  <a:lnTo>
                    <a:pt x="3039494" y="637313"/>
                  </a:lnTo>
                  <a:lnTo>
                    <a:pt x="3050122" y="638182"/>
                  </a:lnTo>
                  <a:lnTo>
                    <a:pt x="3060749" y="638873"/>
                  </a:lnTo>
                  <a:lnTo>
                    <a:pt x="3071377" y="639408"/>
                  </a:lnTo>
                  <a:lnTo>
                    <a:pt x="3082004" y="639811"/>
                  </a:lnTo>
                  <a:lnTo>
                    <a:pt x="3092632" y="640110"/>
                  </a:lnTo>
                  <a:lnTo>
                    <a:pt x="3103260" y="640335"/>
                  </a:lnTo>
                  <a:lnTo>
                    <a:pt x="3113887" y="640513"/>
                  </a:lnTo>
                  <a:lnTo>
                    <a:pt x="3124515" y="640673"/>
                  </a:lnTo>
                  <a:lnTo>
                    <a:pt x="3135142" y="640840"/>
                  </a:lnTo>
                  <a:lnTo>
                    <a:pt x="3145770" y="641035"/>
                  </a:lnTo>
                  <a:lnTo>
                    <a:pt x="3156398" y="641280"/>
                  </a:lnTo>
                  <a:lnTo>
                    <a:pt x="3167025" y="641583"/>
                  </a:lnTo>
                  <a:lnTo>
                    <a:pt x="3177653" y="641946"/>
                  </a:lnTo>
                  <a:lnTo>
                    <a:pt x="3188280" y="642368"/>
                  </a:lnTo>
                  <a:lnTo>
                    <a:pt x="3198908" y="642844"/>
                  </a:lnTo>
                  <a:lnTo>
                    <a:pt x="3209536" y="643364"/>
                  </a:lnTo>
                  <a:lnTo>
                    <a:pt x="3220163" y="643916"/>
                  </a:lnTo>
                  <a:lnTo>
                    <a:pt x="3230791" y="644487"/>
                  </a:lnTo>
                  <a:lnTo>
                    <a:pt x="3241418" y="645064"/>
                  </a:lnTo>
                  <a:lnTo>
                    <a:pt x="3241418" y="649821"/>
                  </a:lnTo>
                  <a:lnTo>
                    <a:pt x="3230791" y="649821"/>
                  </a:lnTo>
                  <a:lnTo>
                    <a:pt x="3220163" y="649821"/>
                  </a:lnTo>
                  <a:lnTo>
                    <a:pt x="3209536" y="649821"/>
                  </a:lnTo>
                  <a:lnTo>
                    <a:pt x="3198908" y="649821"/>
                  </a:lnTo>
                  <a:lnTo>
                    <a:pt x="3188280" y="649821"/>
                  </a:lnTo>
                  <a:lnTo>
                    <a:pt x="3177653" y="649821"/>
                  </a:lnTo>
                  <a:lnTo>
                    <a:pt x="3167025" y="649821"/>
                  </a:lnTo>
                  <a:lnTo>
                    <a:pt x="3156398" y="649821"/>
                  </a:lnTo>
                  <a:lnTo>
                    <a:pt x="3145770" y="649821"/>
                  </a:lnTo>
                  <a:lnTo>
                    <a:pt x="3135142" y="649821"/>
                  </a:lnTo>
                  <a:lnTo>
                    <a:pt x="3124515" y="649821"/>
                  </a:lnTo>
                  <a:lnTo>
                    <a:pt x="3113887" y="649821"/>
                  </a:lnTo>
                  <a:lnTo>
                    <a:pt x="3103260" y="649821"/>
                  </a:lnTo>
                  <a:lnTo>
                    <a:pt x="3092632" y="649821"/>
                  </a:lnTo>
                  <a:lnTo>
                    <a:pt x="3082004" y="649821"/>
                  </a:lnTo>
                  <a:lnTo>
                    <a:pt x="3071377" y="649821"/>
                  </a:lnTo>
                  <a:lnTo>
                    <a:pt x="3060749" y="649821"/>
                  </a:lnTo>
                  <a:lnTo>
                    <a:pt x="3050122" y="649821"/>
                  </a:lnTo>
                  <a:lnTo>
                    <a:pt x="3039494" y="649821"/>
                  </a:lnTo>
                  <a:lnTo>
                    <a:pt x="3028866" y="649821"/>
                  </a:lnTo>
                  <a:lnTo>
                    <a:pt x="3018239" y="649821"/>
                  </a:lnTo>
                  <a:lnTo>
                    <a:pt x="3007611" y="649821"/>
                  </a:lnTo>
                  <a:lnTo>
                    <a:pt x="2996984" y="649821"/>
                  </a:lnTo>
                  <a:lnTo>
                    <a:pt x="2986356" y="649821"/>
                  </a:lnTo>
                  <a:lnTo>
                    <a:pt x="2975728" y="649821"/>
                  </a:lnTo>
                  <a:lnTo>
                    <a:pt x="2965101" y="649821"/>
                  </a:lnTo>
                  <a:lnTo>
                    <a:pt x="2954473" y="649821"/>
                  </a:lnTo>
                  <a:lnTo>
                    <a:pt x="2943846" y="649821"/>
                  </a:lnTo>
                  <a:lnTo>
                    <a:pt x="2933218" y="649821"/>
                  </a:lnTo>
                  <a:lnTo>
                    <a:pt x="2922590" y="649821"/>
                  </a:lnTo>
                  <a:lnTo>
                    <a:pt x="2911963" y="649821"/>
                  </a:lnTo>
                  <a:lnTo>
                    <a:pt x="2901335" y="649821"/>
                  </a:lnTo>
                  <a:lnTo>
                    <a:pt x="2890708" y="649821"/>
                  </a:lnTo>
                  <a:lnTo>
                    <a:pt x="2880080" y="649821"/>
                  </a:lnTo>
                  <a:lnTo>
                    <a:pt x="2869452" y="649821"/>
                  </a:lnTo>
                  <a:lnTo>
                    <a:pt x="2858825" y="649821"/>
                  </a:lnTo>
                  <a:lnTo>
                    <a:pt x="2848197" y="649821"/>
                  </a:lnTo>
                  <a:lnTo>
                    <a:pt x="2837569" y="649821"/>
                  </a:lnTo>
                  <a:lnTo>
                    <a:pt x="2826942" y="649821"/>
                  </a:lnTo>
                  <a:lnTo>
                    <a:pt x="2816314" y="649821"/>
                  </a:lnTo>
                  <a:lnTo>
                    <a:pt x="2805687" y="649821"/>
                  </a:lnTo>
                  <a:lnTo>
                    <a:pt x="2795059" y="649821"/>
                  </a:lnTo>
                  <a:lnTo>
                    <a:pt x="2784431" y="649821"/>
                  </a:lnTo>
                  <a:lnTo>
                    <a:pt x="2773804" y="649821"/>
                  </a:lnTo>
                  <a:lnTo>
                    <a:pt x="2763176" y="649821"/>
                  </a:lnTo>
                  <a:lnTo>
                    <a:pt x="2752549" y="649821"/>
                  </a:lnTo>
                  <a:lnTo>
                    <a:pt x="2741921" y="649821"/>
                  </a:lnTo>
                  <a:lnTo>
                    <a:pt x="2731293" y="649821"/>
                  </a:lnTo>
                  <a:lnTo>
                    <a:pt x="2720666" y="649821"/>
                  </a:lnTo>
                  <a:lnTo>
                    <a:pt x="2710038" y="649821"/>
                  </a:lnTo>
                  <a:lnTo>
                    <a:pt x="2699411" y="649821"/>
                  </a:lnTo>
                  <a:lnTo>
                    <a:pt x="2688783" y="649821"/>
                  </a:lnTo>
                  <a:lnTo>
                    <a:pt x="2678155" y="649821"/>
                  </a:lnTo>
                  <a:lnTo>
                    <a:pt x="2667528" y="649821"/>
                  </a:lnTo>
                  <a:lnTo>
                    <a:pt x="2656900" y="649821"/>
                  </a:lnTo>
                  <a:lnTo>
                    <a:pt x="2646273" y="649821"/>
                  </a:lnTo>
                  <a:lnTo>
                    <a:pt x="2635645" y="649821"/>
                  </a:lnTo>
                  <a:lnTo>
                    <a:pt x="2625017" y="649821"/>
                  </a:lnTo>
                  <a:lnTo>
                    <a:pt x="2614390" y="649821"/>
                  </a:lnTo>
                  <a:lnTo>
                    <a:pt x="2603762" y="649821"/>
                  </a:lnTo>
                  <a:lnTo>
                    <a:pt x="2593135" y="649821"/>
                  </a:lnTo>
                  <a:lnTo>
                    <a:pt x="2582507" y="649821"/>
                  </a:lnTo>
                  <a:lnTo>
                    <a:pt x="2571879" y="649821"/>
                  </a:lnTo>
                  <a:lnTo>
                    <a:pt x="2561252" y="649821"/>
                  </a:lnTo>
                  <a:lnTo>
                    <a:pt x="2550624" y="649821"/>
                  </a:lnTo>
                  <a:lnTo>
                    <a:pt x="2539997" y="649821"/>
                  </a:lnTo>
                  <a:lnTo>
                    <a:pt x="2529369" y="649821"/>
                  </a:lnTo>
                  <a:lnTo>
                    <a:pt x="2518741" y="649821"/>
                  </a:lnTo>
                  <a:lnTo>
                    <a:pt x="2508114" y="649821"/>
                  </a:lnTo>
                  <a:lnTo>
                    <a:pt x="2497486" y="649821"/>
                  </a:lnTo>
                  <a:lnTo>
                    <a:pt x="2486859" y="649821"/>
                  </a:lnTo>
                  <a:lnTo>
                    <a:pt x="2476231" y="649821"/>
                  </a:lnTo>
                  <a:lnTo>
                    <a:pt x="2465603" y="649821"/>
                  </a:lnTo>
                  <a:lnTo>
                    <a:pt x="2454976" y="649821"/>
                  </a:lnTo>
                  <a:lnTo>
                    <a:pt x="2444348" y="649821"/>
                  </a:lnTo>
                  <a:lnTo>
                    <a:pt x="2433721" y="649821"/>
                  </a:lnTo>
                  <a:lnTo>
                    <a:pt x="2423093" y="649821"/>
                  </a:lnTo>
                  <a:lnTo>
                    <a:pt x="2412465" y="649821"/>
                  </a:lnTo>
                  <a:lnTo>
                    <a:pt x="2401838" y="649821"/>
                  </a:lnTo>
                  <a:lnTo>
                    <a:pt x="2391210" y="649821"/>
                  </a:lnTo>
                  <a:lnTo>
                    <a:pt x="2380583" y="649821"/>
                  </a:lnTo>
                  <a:lnTo>
                    <a:pt x="2369955" y="649821"/>
                  </a:lnTo>
                  <a:lnTo>
                    <a:pt x="2359327" y="649821"/>
                  </a:lnTo>
                  <a:lnTo>
                    <a:pt x="2348700" y="649821"/>
                  </a:lnTo>
                  <a:lnTo>
                    <a:pt x="2338072" y="649821"/>
                  </a:lnTo>
                  <a:lnTo>
                    <a:pt x="2327445" y="649821"/>
                  </a:lnTo>
                  <a:lnTo>
                    <a:pt x="2316817" y="649821"/>
                  </a:lnTo>
                  <a:lnTo>
                    <a:pt x="2306189" y="649821"/>
                  </a:lnTo>
                  <a:lnTo>
                    <a:pt x="2295562" y="649821"/>
                  </a:lnTo>
                  <a:lnTo>
                    <a:pt x="2284934" y="649821"/>
                  </a:lnTo>
                  <a:lnTo>
                    <a:pt x="2274307" y="649821"/>
                  </a:lnTo>
                  <a:lnTo>
                    <a:pt x="2263679" y="649821"/>
                  </a:lnTo>
                  <a:lnTo>
                    <a:pt x="2253051" y="649821"/>
                  </a:lnTo>
                  <a:lnTo>
                    <a:pt x="2242424" y="649821"/>
                  </a:lnTo>
                  <a:lnTo>
                    <a:pt x="2231796" y="649821"/>
                  </a:lnTo>
                  <a:lnTo>
                    <a:pt x="2221169" y="649821"/>
                  </a:lnTo>
                  <a:lnTo>
                    <a:pt x="2210541" y="649821"/>
                  </a:lnTo>
                  <a:lnTo>
                    <a:pt x="2199913" y="649821"/>
                  </a:lnTo>
                  <a:lnTo>
                    <a:pt x="2189286" y="649821"/>
                  </a:lnTo>
                  <a:lnTo>
                    <a:pt x="2178658" y="649821"/>
                  </a:lnTo>
                  <a:lnTo>
                    <a:pt x="2168031" y="649821"/>
                  </a:lnTo>
                  <a:lnTo>
                    <a:pt x="2157403" y="649821"/>
                  </a:lnTo>
                  <a:lnTo>
                    <a:pt x="2146775" y="649821"/>
                  </a:lnTo>
                  <a:lnTo>
                    <a:pt x="2136148" y="649821"/>
                  </a:lnTo>
                  <a:lnTo>
                    <a:pt x="2125520" y="649821"/>
                  </a:lnTo>
                  <a:lnTo>
                    <a:pt x="2114892" y="649821"/>
                  </a:lnTo>
                  <a:lnTo>
                    <a:pt x="2104265" y="649821"/>
                  </a:lnTo>
                  <a:lnTo>
                    <a:pt x="2093637" y="649821"/>
                  </a:lnTo>
                  <a:lnTo>
                    <a:pt x="2083010" y="649821"/>
                  </a:lnTo>
                  <a:lnTo>
                    <a:pt x="2072382" y="649821"/>
                  </a:lnTo>
                  <a:lnTo>
                    <a:pt x="2061754" y="649821"/>
                  </a:lnTo>
                  <a:lnTo>
                    <a:pt x="2051127" y="649821"/>
                  </a:lnTo>
                  <a:lnTo>
                    <a:pt x="2040499" y="649821"/>
                  </a:lnTo>
                  <a:lnTo>
                    <a:pt x="2029872" y="649821"/>
                  </a:lnTo>
                  <a:lnTo>
                    <a:pt x="2019244" y="649821"/>
                  </a:lnTo>
                  <a:lnTo>
                    <a:pt x="2008616" y="649821"/>
                  </a:lnTo>
                  <a:lnTo>
                    <a:pt x="1997989" y="649821"/>
                  </a:lnTo>
                  <a:lnTo>
                    <a:pt x="1987361" y="649821"/>
                  </a:lnTo>
                  <a:lnTo>
                    <a:pt x="1976734" y="649821"/>
                  </a:lnTo>
                  <a:lnTo>
                    <a:pt x="1966106" y="649821"/>
                  </a:lnTo>
                  <a:lnTo>
                    <a:pt x="1955478" y="649821"/>
                  </a:lnTo>
                  <a:lnTo>
                    <a:pt x="1944851" y="649821"/>
                  </a:lnTo>
                  <a:lnTo>
                    <a:pt x="1934223" y="649821"/>
                  </a:lnTo>
                  <a:lnTo>
                    <a:pt x="1923596" y="649821"/>
                  </a:lnTo>
                  <a:lnTo>
                    <a:pt x="1912968" y="649821"/>
                  </a:lnTo>
                  <a:lnTo>
                    <a:pt x="1902340" y="649821"/>
                  </a:lnTo>
                  <a:lnTo>
                    <a:pt x="1891713" y="649821"/>
                  </a:lnTo>
                  <a:lnTo>
                    <a:pt x="1881085" y="649821"/>
                  </a:lnTo>
                  <a:lnTo>
                    <a:pt x="1870458" y="649821"/>
                  </a:lnTo>
                  <a:lnTo>
                    <a:pt x="1859830" y="649821"/>
                  </a:lnTo>
                  <a:lnTo>
                    <a:pt x="1849202" y="649821"/>
                  </a:lnTo>
                  <a:lnTo>
                    <a:pt x="1838575" y="649821"/>
                  </a:lnTo>
                  <a:lnTo>
                    <a:pt x="1827947" y="649821"/>
                  </a:lnTo>
                  <a:lnTo>
                    <a:pt x="1817320" y="649821"/>
                  </a:lnTo>
                  <a:lnTo>
                    <a:pt x="1806692" y="649821"/>
                  </a:lnTo>
                  <a:lnTo>
                    <a:pt x="1796064" y="649821"/>
                  </a:lnTo>
                  <a:lnTo>
                    <a:pt x="1785437" y="649821"/>
                  </a:lnTo>
                  <a:lnTo>
                    <a:pt x="1774809" y="649821"/>
                  </a:lnTo>
                  <a:lnTo>
                    <a:pt x="1764182" y="649821"/>
                  </a:lnTo>
                  <a:lnTo>
                    <a:pt x="1753554" y="649821"/>
                  </a:lnTo>
                  <a:lnTo>
                    <a:pt x="1742926" y="649821"/>
                  </a:lnTo>
                  <a:lnTo>
                    <a:pt x="1732299" y="649821"/>
                  </a:lnTo>
                  <a:lnTo>
                    <a:pt x="1721671" y="649821"/>
                  </a:lnTo>
                  <a:lnTo>
                    <a:pt x="1711044" y="649821"/>
                  </a:lnTo>
                  <a:lnTo>
                    <a:pt x="1700416" y="649821"/>
                  </a:lnTo>
                  <a:lnTo>
                    <a:pt x="1689788" y="649821"/>
                  </a:lnTo>
                  <a:lnTo>
                    <a:pt x="1679161" y="649821"/>
                  </a:lnTo>
                  <a:lnTo>
                    <a:pt x="1668533" y="649821"/>
                  </a:lnTo>
                  <a:lnTo>
                    <a:pt x="1657906" y="649821"/>
                  </a:lnTo>
                  <a:lnTo>
                    <a:pt x="1647278" y="649821"/>
                  </a:lnTo>
                  <a:lnTo>
                    <a:pt x="1636650" y="649821"/>
                  </a:lnTo>
                  <a:lnTo>
                    <a:pt x="1626023" y="649821"/>
                  </a:lnTo>
                  <a:lnTo>
                    <a:pt x="1615395" y="649821"/>
                  </a:lnTo>
                  <a:lnTo>
                    <a:pt x="1604768" y="649821"/>
                  </a:lnTo>
                  <a:lnTo>
                    <a:pt x="1594140" y="649821"/>
                  </a:lnTo>
                  <a:lnTo>
                    <a:pt x="1583512" y="649821"/>
                  </a:lnTo>
                  <a:lnTo>
                    <a:pt x="1572885" y="649821"/>
                  </a:lnTo>
                  <a:lnTo>
                    <a:pt x="1562257" y="649821"/>
                  </a:lnTo>
                  <a:lnTo>
                    <a:pt x="1551630" y="649821"/>
                  </a:lnTo>
                  <a:lnTo>
                    <a:pt x="1541002" y="649821"/>
                  </a:lnTo>
                  <a:lnTo>
                    <a:pt x="1530374" y="649821"/>
                  </a:lnTo>
                  <a:lnTo>
                    <a:pt x="1519747" y="649821"/>
                  </a:lnTo>
                  <a:lnTo>
                    <a:pt x="1509119" y="649821"/>
                  </a:lnTo>
                  <a:lnTo>
                    <a:pt x="1498492" y="649821"/>
                  </a:lnTo>
                  <a:lnTo>
                    <a:pt x="1487864" y="649821"/>
                  </a:lnTo>
                  <a:lnTo>
                    <a:pt x="1477236" y="649821"/>
                  </a:lnTo>
                  <a:lnTo>
                    <a:pt x="1466609" y="649821"/>
                  </a:lnTo>
                  <a:lnTo>
                    <a:pt x="1455981" y="649821"/>
                  </a:lnTo>
                  <a:lnTo>
                    <a:pt x="1445354" y="649821"/>
                  </a:lnTo>
                  <a:lnTo>
                    <a:pt x="1434726" y="649821"/>
                  </a:lnTo>
                  <a:lnTo>
                    <a:pt x="1424098" y="649821"/>
                  </a:lnTo>
                  <a:lnTo>
                    <a:pt x="1413471" y="649821"/>
                  </a:lnTo>
                  <a:lnTo>
                    <a:pt x="1402843" y="649821"/>
                  </a:lnTo>
                  <a:lnTo>
                    <a:pt x="1392215" y="649821"/>
                  </a:lnTo>
                  <a:lnTo>
                    <a:pt x="1381588" y="649821"/>
                  </a:lnTo>
                  <a:lnTo>
                    <a:pt x="1370960" y="649821"/>
                  </a:lnTo>
                  <a:lnTo>
                    <a:pt x="1360333" y="649821"/>
                  </a:lnTo>
                  <a:lnTo>
                    <a:pt x="1349705" y="649821"/>
                  </a:lnTo>
                  <a:lnTo>
                    <a:pt x="1339077" y="649821"/>
                  </a:lnTo>
                  <a:lnTo>
                    <a:pt x="1328450" y="649821"/>
                  </a:lnTo>
                  <a:lnTo>
                    <a:pt x="1317822" y="649821"/>
                  </a:lnTo>
                  <a:lnTo>
                    <a:pt x="1307195" y="649821"/>
                  </a:lnTo>
                  <a:lnTo>
                    <a:pt x="1296567" y="649821"/>
                  </a:lnTo>
                  <a:lnTo>
                    <a:pt x="1285939" y="649821"/>
                  </a:lnTo>
                  <a:lnTo>
                    <a:pt x="1275312" y="649821"/>
                  </a:lnTo>
                  <a:lnTo>
                    <a:pt x="1264684" y="649821"/>
                  </a:lnTo>
                  <a:lnTo>
                    <a:pt x="1254057" y="649821"/>
                  </a:lnTo>
                  <a:lnTo>
                    <a:pt x="1243429" y="649821"/>
                  </a:lnTo>
                  <a:lnTo>
                    <a:pt x="1232801" y="649821"/>
                  </a:lnTo>
                  <a:lnTo>
                    <a:pt x="1222174" y="649821"/>
                  </a:lnTo>
                  <a:lnTo>
                    <a:pt x="1211546" y="649821"/>
                  </a:lnTo>
                  <a:lnTo>
                    <a:pt x="1200919" y="649821"/>
                  </a:lnTo>
                  <a:lnTo>
                    <a:pt x="1190291" y="649821"/>
                  </a:lnTo>
                  <a:lnTo>
                    <a:pt x="1179663" y="649821"/>
                  </a:lnTo>
                  <a:lnTo>
                    <a:pt x="1169036" y="649821"/>
                  </a:lnTo>
                  <a:lnTo>
                    <a:pt x="1158408" y="649821"/>
                  </a:lnTo>
                  <a:lnTo>
                    <a:pt x="1147781" y="649821"/>
                  </a:lnTo>
                  <a:lnTo>
                    <a:pt x="1137153" y="649821"/>
                  </a:lnTo>
                  <a:lnTo>
                    <a:pt x="1126525" y="649821"/>
                  </a:lnTo>
                  <a:lnTo>
                    <a:pt x="1115898" y="649821"/>
                  </a:lnTo>
                  <a:lnTo>
                    <a:pt x="1105270" y="649821"/>
                  </a:lnTo>
                  <a:lnTo>
                    <a:pt x="1094643" y="649821"/>
                  </a:lnTo>
                  <a:lnTo>
                    <a:pt x="1084015" y="649821"/>
                  </a:lnTo>
                  <a:lnTo>
                    <a:pt x="1073387" y="649821"/>
                  </a:lnTo>
                  <a:lnTo>
                    <a:pt x="1062760" y="649821"/>
                  </a:lnTo>
                  <a:lnTo>
                    <a:pt x="1052132" y="649821"/>
                  </a:lnTo>
                  <a:lnTo>
                    <a:pt x="1041505" y="649821"/>
                  </a:lnTo>
                  <a:lnTo>
                    <a:pt x="1030877" y="649821"/>
                  </a:lnTo>
                  <a:lnTo>
                    <a:pt x="1020249" y="649821"/>
                  </a:lnTo>
                  <a:lnTo>
                    <a:pt x="1009622" y="649821"/>
                  </a:lnTo>
                  <a:lnTo>
                    <a:pt x="998994" y="649821"/>
                  </a:lnTo>
                  <a:lnTo>
                    <a:pt x="988367" y="649821"/>
                  </a:lnTo>
                  <a:lnTo>
                    <a:pt x="977739" y="649821"/>
                  </a:lnTo>
                  <a:lnTo>
                    <a:pt x="967111" y="649821"/>
                  </a:lnTo>
                  <a:lnTo>
                    <a:pt x="956484" y="649821"/>
                  </a:lnTo>
                  <a:lnTo>
                    <a:pt x="945856" y="649821"/>
                  </a:lnTo>
                  <a:lnTo>
                    <a:pt x="935229" y="649821"/>
                  </a:lnTo>
                  <a:lnTo>
                    <a:pt x="924601" y="649821"/>
                  </a:lnTo>
                  <a:lnTo>
                    <a:pt x="913973" y="649821"/>
                  </a:lnTo>
                  <a:lnTo>
                    <a:pt x="903346" y="649821"/>
                  </a:lnTo>
                  <a:lnTo>
                    <a:pt x="892718" y="649821"/>
                  </a:lnTo>
                  <a:lnTo>
                    <a:pt x="882091" y="649821"/>
                  </a:lnTo>
                  <a:lnTo>
                    <a:pt x="871463" y="649821"/>
                  </a:lnTo>
                  <a:lnTo>
                    <a:pt x="860835" y="649821"/>
                  </a:lnTo>
                  <a:lnTo>
                    <a:pt x="850208" y="649821"/>
                  </a:lnTo>
                  <a:lnTo>
                    <a:pt x="839580" y="649821"/>
                  </a:lnTo>
                  <a:lnTo>
                    <a:pt x="828953" y="649821"/>
                  </a:lnTo>
                  <a:lnTo>
                    <a:pt x="818325" y="649821"/>
                  </a:lnTo>
                  <a:lnTo>
                    <a:pt x="807697" y="649821"/>
                  </a:lnTo>
                  <a:lnTo>
                    <a:pt x="797070" y="649821"/>
                  </a:lnTo>
                  <a:lnTo>
                    <a:pt x="786442" y="649821"/>
                  </a:lnTo>
                  <a:lnTo>
                    <a:pt x="775815" y="649821"/>
                  </a:lnTo>
                  <a:lnTo>
                    <a:pt x="765187" y="649821"/>
                  </a:lnTo>
                  <a:lnTo>
                    <a:pt x="754559" y="649821"/>
                  </a:lnTo>
                  <a:lnTo>
                    <a:pt x="743932" y="649821"/>
                  </a:lnTo>
                  <a:lnTo>
                    <a:pt x="733304" y="649821"/>
                  </a:lnTo>
                  <a:lnTo>
                    <a:pt x="722677" y="649821"/>
                  </a:lnTo>
                  <a:lnTo>
                    <a:pt x="712049" y="649821"/>
                  </a:lnTo>
                  <a:lnTo>
                    <a:pt x="701421" y="649821"/>
                  </a:lnTo>
                  <a:lnTo>
                    <a:pt x="690794" y="649821"/>
                  </a:lnTo>
                  <a:lnTo>
                    <a:pt x="680166" y="649821"/>
                  </a:lnTo>
                  <a:lnTo>
                    <a:pt x="669538" y="649821"/>
                  </a:lnTo>
                  <a:lnTo>
                    <a:pt x="658911" y="649821"/>
                  </a:lnTo>
                  <a:lnTo>
                    <a:pt x="648283" y="649821"/>
                  </a:lnTo>
                  <a:lnTo>
                    <a:pt x="637656" y="649821"/>
                  </a:lnTo>
                  <a:lnTo>
                    <a:pt x="627028" y="649821"/>
                  </a:lnTo>
                  <a:lnTo>
                    <a:pt x="616400" y="649821"/>
                  </a:lnTo>
                  <a:lnTo>
                    <a:pt x="605773" y="649821"/>
                  </a:lnTo>
                  <a:lnTo>
                    <a:pt x="595145" y="649821"/>
                  </a:lnTo>
                  <a:lnTo>
                    <a:pt x="584518" y="649821"/>
                  </a:lnTo>
                  <a:lnTo>
                    <a:pt x="573890" y="649821"/>
                  </a:lnTo>
                  <a:lnTo>
                    <a:pt x="563262" y="649821"/>
                  </a:lnTo>
                  <a:lnTo>
                    <a:pt x="552635" y="649821"/>
                  </a:lnTo>
                  <a:lnTo>
                    <a:pt x="542007" y="649821"/>
                  </a:lnTo>
                  <a:lnTo>
                    <a:pt x="531380" y="649821"/>
                  </a:lnTo>
                  <a:lnTo>
                    <a:pt x="520752" y="649821"/>
                  </a:lnTo>
                  <a:lnTo>
                    <a:pt x="510124" y="649821"/>
                  </a:lnTo>
                  <a:lnTo>
                    <a:pt x="499497" y="649821"/>
                  </a:lnTo>
                  <a:lnTo>
                    <a:pt x="488869" y="649821"/>
                  </a:lnTo>
                  <a:lnTo>
                    <a:pt x="478242" y="649821"/>
                  </a:lnTo>
                  <a:lnTo>
                    <a:pt x="467614" y="649821"/>
                  </a:lnTo>
                  <a:lnTo>
                    <a:pt x="456986" y="649821"/>
                  </a:lnTo>
                  <a:lnTo>
                    <a:pt x="446359" y="649821"/>
                  </a:lnTo>
                  <a:lnTo>
                    <a:pt x="435731" y="649821"/>
                  </a:lnTo>
                  <a:lnTo>
                    <a:pt x="425104" y="649821"/>
                  </a:lnTo>
                  <a:lnTo>
                    <a:pt x="414476" y="649821"/>
                  </a:lnTo>
                  <a:lnTo>
                    <a:pt x="403848" y="649821"/>
                  </a:lnTo>
                  <a:lnTo>
                    <a:pt x="393221" y="649821"/>
                  </a:lnTo>
                  <a:lnTo>
                    <a:pt x="382593" y="649821"/>
                  </a:lnTo>
                  <a:lnTo>
                    <a:pt x="371966" y="649821"/>
                  </a:lnTo>
                  <a:lnTo>
                    <a:pt x="361338" y="649821"/>
                  </a:lnTo>
                  <a:lnTo>
                    <a:pt x="350710" y="649821"/>
                  </a:lnTo>
                  <a:lnTo>
                    <a:pt x="340083" y="649821"/>
                  </a:lnTo>
                  <a:lnTo>
                    <a:pt x="329455" y="649821"/>
                  </a:lnTo>
                  <a:lnTo>
                    <a:pt x="318828" y="649821"/>
                  </a:lnTo>
                  <a:lnTo>
                    <a:pt x="308200" y="649821"/>
                  </a:lnTo>
                  <a:lnTo>
                    <a:pt x="297572" y="649821"/>
                  </a:lnTo>
                  <a:lnTo>
                    <a:pt x="286945" y="649821"/>
                  </a:lnTo>
                  <a:lnTo>
                    <a:pt x="276317" y="649821"/>
                  </a:lnTo>
                  <a:lnTo>
                    <a:pt x="265690" y="649821"/>
                  </a:lnTo>
                  <a:lnTo>
                    <a:pt x="255062" y="649821"/>
                  </a:lnTo>
                  <a:lnTo>
                    <a:pt x="244434" y="649821"/>
                  </a:lnTo>
                  <a:lnTo>
                    <a:pt x="233807" y="649821"/>
                  </a:lnTo>
                  <a:lnTo>
                    <a:pt x="223179" y="649821"/>
                  </a:lnTo>
                  <a:lnTo>
                    <a:pt x="212552" y="649821"/>
                  </a:lnTo>
                  <a:lnTo>
                    <a:pt x="201924" y="649821"/>
                  </a:lnTo>
                  <a:lnTo>
                    <a:pt x="191296" y="649821"/>
                  </a:lnTo>
                  <a:lnTo>
                    <a:pt x="180669" y="649821"/>
                  </a:lnTo>
                  <a:lnTo>
                    <a:pt x="170041" y="649821"/>
                  </a:lnTo>
                  <a:lnTo>
                    <a:pt x="159414" y="649821"/>
                  </a:lnTo>
                  <a:lnTo>
                    <a:pt x="148786" y="649821"/>
                  </a:lnTo>
                  <a:lnTo>
                    <a:pt x="138158" y="649821"/>
                  </a:lnTo>
                  <a:lnTo>
                    <a:pt x="127531" y="649821"/>
                  </a:lnTo>
                  <a:lnTo>
                    <a:pt x="116903" y="649821"/>
                  </a:lnTo>
                  <a:lnTo>
                    <a:pt x="106276" y="649821"/>
                  </a:lnTo>
                  <a:lnTo>
                    <a:pt x="95648" y="649821"/>
                  </a:lnTo>
                  <a:lnTo>
                    <a:pt x="85020" y="649821"/>
                  </a:lnTo>
                  <a:lnTo>
                    <a:pt x="74393" y="649821"/>
                  </a:lnTo>
                  <a:lnTo>
                    <a:pt x="63765" y="649821"/>
                  </a:lnTo>
                  <a:lnTo>
                    <a:pt x="53138" y="649821"/>
                  </a:lnTo>
                  <a:lnTo>
                    <a:pt x="42510" y="649821"/>
                  </a:lnTo>
                  <a:lnTo>
                    <a:pt x="31882" y="649821"/>
                  </a:lnTo>
                  <a:lnTo>
                    <a:pt x="21255" y="649821"/>
                  </a:lnTo>
                  <a:lnTo>
                    <a:pt x="10627" y="649821"/>
                  </a:lnTo>
                  <a:lnTo>
                    <a:pt x="0" y="649821"/>
                  </a:lnTo>
                  <a:close/>
                </a:path>
              </a:pathLst>
            </a:custGeom>
            <a:solidFill>
              <a:srgbClr val="0E7490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433346" y="9206828"/>
              <a:ext cx="3241418" cy="645253"/>
            </a:xfrm>
            <a:custGeom>
              <a:avLst/>
              <a:pathLst>
                <a:path w="3241418" h="645253">
                  <a:moveTo>
                    <a:pt x="0" y="645253"/>
                  </a:moveTo>
                  <a:lnTo>
                    <a:pt x="10627" y="644793"/>
                  </a:lnTo>
                  <a:lnTo>
                    <a:pt x="21255" y="644389"/>
                  </a:lnTo>
                  <a:lnTo>
                    <a:pt x="31882" y="644052"/>
                  </a:lnTo>
                  <a:lnTo>
                    <a:pt x="42510" y="643786"/>
                  </a:lnTo>
                  <a:lnTo>
                    <a:pt x="53138" y="643589"/>
                  </a:lnTo>
                  <a:lnTo>
                    <a:pt x="63765" y="643457"/>
                  </a:lnTo>
                  <a:lnTo>
                    <a:pt x="74393" y="643377"/>
                  </a:lnTo>
                  <a:lnTo>
                    <a:pt x="85020" y="643339"/>
                  </a:lnTo>
                  <a:lnTo>
                    <a:pt x="95648" y="643328"/>
                  </a:lnTo>
                  <a:lnTo>
                    <a:pt x="106276" y="643332"/>
                  </a:lnTo>
                  <a:lnTo>
                    <a:pt x="116903" y="643340"/>
                  </a:lnTo>
                  <a:lnTo>
                    <a:pt x="127531" y="643342"/>
                  </a:lnTo>
                  <a:lnTo>
                    <a:pt x="138158" y="643334"/>
                  </a:lnTo>
                  <a:lnTo>
                    <a:pt x="148786" y="643310"/>
                  </a:lnTo>
                  <a:lnTo>
                    <a:pt x="159414" y="643269"/>
                  </a:lnTo>
                  <a:lnTo>
                    <a:pt x="170041" y="643206"/>
                  </a:lnTo>
                  <a:lnTo>
                    <a:pt x="180669" y="643117"/>
                  </a:lnTo>
                  <a:lnTo>
                    <a:pt x="191296" y="642998"/>
                  </a:lnTo>
                  <a:lnTo>
                    <a:pt x="201924" y="642844"/>
                  </a:lnTo>
                  <a:lnTo>
                    <a:pt x="212552" y="642651"/>
                  </a:lnTo>
                  <a:lnTo>
                    <a:pt x="223179" y="642417"/>
                  </a:lnTo>
                  <a:lnTo>
                    <a:pt x="233807" y="642137"/>
                  </a:lnTo>
                  <a:lnTo>
                    <a:pt x="244434" y="641815"/>
                  </a:lnTo>
                  <a:lnTo>
                    <a:pt x="255062" y="641457"/>
                  </a:lnTo>
                  <a:lnTo>
                    <a:pt x="265690" y="641071"/>
                  </a:lnTo>
                  <a:lnTo>
                    <a:pt x="276317" y="640661"/>
                  </a:lnTo>
                  <a:lnTo>
                    <a:pt x="286945" y="640235"/>
                  </a:lnTo>
                  <a:lnTo>
                    <a:pt x="297572" y="639797"/>
                  </a:lnTo>
                  <a:lnTo>
                    <a:pt x="308200" y="639347"/>
                  </a:lnTo>
                  <a:lnTo>
                    <a:pt x="318828" y="638885"/>
                  </a:lnTo>
                  <a:lnTo>
                    <a:pt x="329455" y="638404"/>
                  </a:lnTo>
                  <a:lnTo>
                    <a:pt x="340083" y="637899"/>
                  </a:lnTo>
                  <a:lnTo>
                    <a:pt x="350710" y="637361"/>
                  </a:lnTo>
                  <a:lnTo>
                    <a:pt x="361338" y="636780"/>
                  </a:lnTo>
                  <a:lnTo>
                    <a:pt x="371966" y="636153"/>
                  </a:lnTo>
                  <a:lnTo>
                    <a:pt x="382593" y="635480"/>
                  </a:lnTo>
                  <a:lnTo>
                    <a:pt x="393221" y="634766"/>
                  </a:lnTo>
                  <a:lnTo>
                    <a:pt x="403848" y="634015"/>
                  </a:lnTo>
                  <a:lnTo>
                    <a:pt x="414476" y="633238"/>
                  </a:lnTo>
                  <a:lnTo>
                    <a:pt x="425104" y="632445"/>
                  </a:lnTo>
                  <a:lnTo>
                    <a:pt x="435731" y="631646"/>
                  </a:lnTo>
                  <a:lnTo>
                    <a:pt x="446359" y="630849"/>
                  </a:lnTo>
                  <a:lnTo>
                    <a:pt x="456986" y="630061"/>
                  </a:lnTo>
                  <a:lnTo>
                    <a:pt x="467614" y="629285"/>
                  </a:lnTo>
                  <a:lnTo>
                    <a:pt x="478242" y="628519"/>
                  </a:lnTo>
                  <a:lnTo>
                    <a:pt x="488869" y="627758"/>
                  </a:lnTo>
                  <a:lnTo>
                    <a:pt x="499497" y="626992"/>
                  </a:lnTo>
                  <a:lnTo>
                    <a:pt x="510124" y="626211"/>
                  </a:lnTo>
                  <a:lnTo>
                    <a:pt x="520752" y="625402"/>
                  </a:lnTo>
                  <a:lnTo>
                    <a:pt x="531380" y="624551"/>
                  </a:lnTo>
                  <a:lnTo>
                    <a:pt x="542007" y="623644"/>
                  </a:lnTo>
                  <a:lnTo>
                    <a:pt x="552635" y="622662"/>
                  </a:lnTo>
                  <a:lnTo>
                    <a:pt x="563262" y="621589"/>
                  </a:lnTo>
                  <a:lnTo>
                    <a:pt x="573890" y="620406"/>
                  </a:lnTo>
                  <a:lnTo>
                    <a:pt x="584518" y="619093"/>
                  </a:lnTo>
                  <a:lnTo>
                    <a:pt x="595145" y="617627"/>
                  </a:lnTo>
                  <a:lnTo>
                    <a:pt x="605773" y="615975"/>
                  </a:lnTo>
                  <a:lnTo>
                    <a:pt x="616400" y="614134"/>
                  </a:lnTo>
                  <a:lnTo>
                    <a:pt x="627028" y="612094"/>
                  </a:lnTo>
                  <a:lnTo>
                    <a:pt x="637656" y="609850"/>
                  </a:lnTo>
                  <a:lnTo>
                    <a:pt x="648283" y="607404"/>
                  </a:lnTo>
                  <a:lnTo>
                    <a:pt x="658911" y="604768"/>
                  </a:lnTo>
                  <a:lnTo>
                    <a:pt x="669538" y="601962"/>
                  </a:lnTo>
                  <a:lnTo>
                    <a:pt x="680166" y="599010"/>
                  </a:lnTo>
                  <a:lnTo>
                    <a:pt x="690794" y="595944"/>
                  </a:lnTo>
                  <a:lnTo>
                    <a:pt x="701421" y="592798"/>
                  </a:lnTo>
                  <a:lnTo>
                    <a:pt x="712049" y="589607"/>
                  </a:lnTo>
                  <a:lnTo>
                    <a:pt x="722677" y="586401"/>
                  </a:lnTo>
                  <a:lnTo>
                    <a:pt x="733304" y="583210"/>
                  </a:lnTo>
                  <a:lnTo>
                    <a:pt x="743932" y="580051"/>
                  </a:lnTo>
                  <a:lnTo>
                    <a:pt x="754559" y="576933"/>
                  </a:lnTo>
                  <a:lnTo>
                    <a:pt x="765187" y="573863"/>
                  </a:lnTo>
                  <a:lnTo>
                    <a:pt x="775815" y="570841"/>
                  </a:lnTo>
                  <a:lnTo>
                    <a:pt x="786442" y="567867"/>
                  </a:lnTo>
                  <a:lnTo>
                    <a:pt x="797070" y="564936"/>
                  </a:lnTo>
                  <a:lnTo>
                    <a:pt x="807697" y="562043"/>
                  </a:lnTo>
                  <a:lnTo>
                    <a:pt x="818325" y="559179"/>
                  </a:lnTo>
                  <a:lnTo>
                    <a:pt x="828953" y="556328"/>
                  </a:lnTo>
                  <a:lnTo>
                    <a:pt x="839580" y="553471"/>
                  </a:lnTo>
                  <a:lnTo>
                    <a:pt x="850208" y="550569"/>
                  </a:lnTo>
                  <a:lnTo>
                    <a:pt x="860835" y="547582"/>
                  </a:lnTo>
                  <a:lnTo>
                    <a:pt x="871463" y="544457"/>
                  </a:lnTo>
                  <a:lnTo>
                    <a:pt x="882091" y="541134"/>
                  </a:lnTo>
                  <a:lnTo>
                    <a:pt x="892718" y="537549"/>
                  </a:lnTo>
                  <a:lnTo>
                    <a:pt x="903346" y="533636"/>
                  </a:lnTo>
                  <a:lnTo>
                    <a:pt x="913973" y="529337"/>
                  </a:lnTo>
                  <a:lnTo>
                    <a:pt x="924601" y="524605"/>
                  </a:lnTo>
                  <a:lnTo>
                    <a:pt x="935229" y="519413"/>
                  </a:lnTo>
                  <a:lnTo>
                    <a:pt x="945856" y="513759"/>
                  </a:lnTo>
                  <a:lnTo>
                    <a:pt x="956484" y="507670"/>
                  </a:lnTo>
                  <a:lnTo>
                    <a:pt x="967111" y="501178"/>
                  </a:lnTo>
                  <a:lnTo>
                    <a:pt x="977739" y="494421"/>
                  </a:lnTo>
                  <a:lnTo>
                    <a:pt x="988367" y="487511"/>
                  </a:lnTo>
                  <a:lnTo>
                    <a:pt x="998994" y="480563"/>
                  </a:lnTo>
                  <a:lnTo>
                    <a:pt x="1009622" y="473681"/>
                  </a:lnTo>
                  <a:lnTo>
                    <a:pt x="1020249" y="466947"/>
                  </a:lnTo>
                  <a:lnTo>
                    <a:pt x="1030877" y="460413"/>
                  </a:lnTo>
                  <a:lnTo>
                    <a:pt x="1041505" y="454095"/>
                  </a:lnTo>
                  <a:lnTo>
                    <a:pt x="1052132" y="447974"/>
                  </a:lnTo>
                  <a:lnTo>
                    <a:pt x="1062760" y="441997"/>
                  </a:lnTo>
                  <a:lnTo>
                    <a:pt x="1073387" y="436090"/>
                  </a:lnTo>
                  <a:lnTo>
                    <a:pt x="1084015" y="430160"/>
                  </a:lnTo>
                  <a:lnTo>
                    <a:pt x="1094643" y="424110"/>
                  </a:lnTo>
                  <a:lnTo>
                    <a:pt x="1105270" y="417871"/>
                  </a:lnTo>
                  <a:lnTo>
                    <a:pt x="1115898" y="411392"/>
                  </a:lnTo>
                  <a:lnTo>
                    <a:pt x="1126525" y="404643"/>
                  </a:lnTo>
                  <a:lnTo>
                    <a:pt x="1137153" y="397609"/>
                  </a:lnTo>
                  <a:lnTo>
                    <a:pt x="1147781" y="390288"/>
                  </a:lnTo>
                  <a:lnTo>
                    <a:pt x="1158408" y="382687"/>
                  </a:lnTo>
                  <a:lnTo>
                    <a:pt x="1169036" y="374818"/>
                  </a:lnTo>
                  <a:lnTo>
                    <a:pt x="1179663" y="366698"/>
                  </a:lnTo>
                  <a:lnTo>
                    <a:pt x="1190291" y="358346"/>
                  </a:lnTo>
                  <a:lnTo>
                    <a:pt x="1200919" y="349790"/>
                  </a:lnTo>
                  <a:lnTo>
                    <a:pt x="1211546" y="341054"/>
                  </a:lnTo>
                  <a:lnTo>
                    <a:pt x="1222174" y="332206"/>
                  </a:lnTo>
                  <a:lnTo>
                    <a:pt x="1232801" y="323301"/>
                  </a:lnTo>
                  <a:lnTo>
                    <a:pt x="1243429" y="314396"/>
                  </a:lnTo>
                  <a:lnTo>
                    <a:pt x="1254057" y="305545"/>
                  </a:lnTo>
                  <a:lnTo>
                    <a:pt x="1264684" y="296794"/>
                  </a:lnTo>
                  <a:lnTo>
                    <a:pt x="1275312" y="288174"/>
                  </a:lnTo>
                  <a:lnTo>
                    <a:pt x="1285939" y="279699"/>
                  </a:lnTo>
                  <a:lnTo>
                    <a:pt x="1296567" y="271370"/>
                  </a:lnTo>
                  <a:lnTo>
                    <a:pt x="1307195" y="263170"/>
                  </a:lnTo>
                  <a:lnTo>
                    <a:pt x="1317822" y="255073"/>
                  </a:lnTo>
                  <a:lnTo>
                    <a:pt x="1328450" y="247058"/>
                  </a:lnTo>
                  <a:lnTo>
                    <a:pt x="1339077" y="239095"/>
                  </a:lnTo>
                  <a:lnTo>
                    <a:pt x="1349705" y="231171"/>
                  </a:lnTo>
                  <a:lnTo>
                    <a:pt x="1360333" y="223284"/>
                  </a:lnTo>
                  <a:lnTo>
                    <a:pt x="1370960" y="215437"/>
                  </a:lnTo>
                  <a:lnTo>
                    <a:pt x="1381588" y="207635"/>
                  </a:lnTo>
                  <a:lnTo>
                    <a:pt x="1392215" y="199882"/>
                  </a:lnTo>
                  <a:lnTo>
                    <a:pt x="1402843" y="192171"/>
                  </a:lnTo>
                  <a:lnTo>
                    <a:pt x="1413471" y="184486"/>
                  </a:lnTo>
                  <a:lnTo>
                    <a:pt x="1424098" y="176802"/>
                  </a:lnTo>
                  <a:lnTo>
                    <a:pt x="1434726" y="169088"/>
                  </a:lnTo>
                  <a:lnTo>
                    <a:pt x="1445354" y="161312"/>
                  </a:lnTo>
                  <a:lnTo>
                    <a:pt x="1455981" y="153449"/>
                  </a:lnTo>
                  <a:lnTo>
                    <a:pt x="1466609" y="145511"/>
                  </a:lnTo>
                  <a:lnTo>
                    <a:pt x="1477236" y="137532"/>
                  </a:lnTo>
                  <a:lnTo>
                    <a:pt x="1487864" y="129575"/>
                  </a:lnTo>
                  <a:lnTo>
                    <a:pt x="1498492" y="121729"/>
                  </a:lnTo>
                  <a:lnTo>
                    <a:pt x="1509119" y="114101"/>
                  </a:lnTo>
                  <a:lnTo>
                    <a:pt x="1519747" y="106811"/>
                  </a:lnTo>
                  <a:lnTo>
                    <a:pt x="1530374" y="99978"/>
                  </a:lnTo>
                  <a:lnTo>
                    <a:pt x="1541002" y="93710"/>
                  </a:lnTo>
                  <a:lnTo>
                    <a:pt x="1551630" y="88093"/>
                  </a:lnTo>
                  <a:lnTo>
                    <a:pt x="1562257" y="83178"/>
                  </a:lnTo>
                  <a:lnTo>
                    <a:pt x="1572885" y="79030"/>
                  </a:lnTo>
                  <a:lnTo>
                    <a:pt x="1583512" y="75551"/>
                  </a:lnTo>
                  <a:lnTo>
                    <a:pt x="1594140" y="72621"/>
                  </a:lnTo>
                  <a:lnTo>
                    <a:pt x="1604768" y="70091"/>
                  </a:lnTo>
                  <a:lnTo>
                    <a:pt x="1615395" y="67781"/>
                  </a:lnTo>
                  <a:lnTo>
                    <a:pt x="1626023" y="65492"/>
                  </a:lnTo>
                  <a:lnTo>
                    <a:pt x="1636650" y="63022"/>
                  </a:lnTo>
                  <a:lnTo>
                    <a:pt x="1647278" y="60187"/>
                  </a:lnTo>
                  <a:lnTo>
                    <a:pt x="1657906" y="56838"/>
                  </a:lnTo>
                  <a:lnTo>
                    <a:pt x="1668533" y="52878"/>
                  </a:lnTo>
                  <a:lnTo>
                    <a:pt x="1679161" y="48277"/>
                  </a:lnTo>
                  <a:lnTo>
                    <a:pt x="1689788" y="43060"/>
                  </a:lnTo>
                  <a:lnTo>
                    <a:pt x="1700416" y="37356"/>
                  </a:lnTo>
                  <a:lnTo>
                    <a:pt x="1711044" y="31399"/>
                  </a:lnTo>
                  <a:lnTo>
                    <a:pt x="1721671" y="25418"/>
                  </a:lnTo>
                  <a:lnTo>
                    <a:pt x="1732299" y="19656"/>
                  </a:lnTo>
                  <a:lnTo>
                    <a:pt x="1742926" y="14348"/>
                  </a:lnTo>
                  <a:lnTo>
                    <a:pt x="1753554" y="9701"/>
                  </a:lnTo>
                  <a:lnTo>
                    <a:pt x="1764182" y="5876"/>
                  </a:lnTo>
                  <a:lnTo>
                    <a:pt x="1774809" y="2979"/>
                  </a:lnTo>
                  <a:lnTo>
                    <a:pt x="1785437" y="1053"/>
                  </a:lnTo>
                  <a:lnTo>
                    <a:pt x="1796064" y="83"/>
                  </a:lnTo>
                  <a:lnTo>
                    <a:pt x="1806692" y="0"/>
                  </a:lnTo>
                  <a:lnTo>
                    <a:pt x="1817320" y="752"/>
                  </a:lnTo>
                  <a:lnTo>
                    <a:pt x="1827947" y="2118"/>
                  </a:lnTo>
                  <a:lnTo>
                    <a:pt x="1838575" y="3954"/>
                  </a:lnTo>
                  <a:lnTo>
                    <a:pt x="1849202" y="6138"/>
                  </a:lnTo>
                  <a:lnTo>
                    <a:pt x="1859830" y="8578"/>
                  </a:lnTo>
                  <a:lnTo>
                    <a:pt x="1870458" y="11217"/>
                  </a:lnTo>
                  <a:lnTo>
                    <a:pt x="1881085" y="14033"/>
                  </a:lnTo>
                  <a:lnTo>
                    <a:pt x="1891713" y="17042"/>
                  </a:lnTo>
                  <a:lnTo>
                    <a:pt x="1902340" y="20282"/>
                  </a:lnTo>
                  <a:lnTo>
                    <a:pt x="1912968" y="23813"/>
                  </a:lnTo>
                  <a:lnTo>
                    <a:pt x="1923596" y="27693"/>
                  </a:lnTo>
                  <a:lnTo>
                    <a:pt x="1934223" y="32001"/>
                  </a:lnTo>
                  <a:lnTo>
                    <a:pt x="1944851" y="36769"/>
                  </a:lnTo>
                  <a:lnTo>
                    <a:pt x="1955478" y="41976"/>
                  </a:lnTo>
                  <a:lnTo>
                    <a:pt x="1966106" y="47597"/>
                  </a:lnTo>
                  <a:lnTo>
                    <a:pt x="1976734" y="53586"/>
                  </a:lnTo>
                  <a:lnTo>
                    <a:pt x="1987361" y="59888"/>
                  </a:lnTo>
                  <a:lnTo>
                    <a:pt x="1997989" y="66446"/>
                  </a:lnTo>
                  <a:lnTo>
                    <a:pt x="2008616" y="73207"/>
                  </a:lnTo>
                  <a:lnTo>
                    <a:pt x="2019244" y="80133"/>
                  </a:lnTo>
                  <a:lnTo>
                    <a:pt x="2029872" y="87199"/>
                  </a:lnTo>
                  <a:lnTo>
                    <a:pt x="2040499" y="94396"/>
                  </a:lnTo>
                  <a:lnTo>
                    <a:pt x="2051127" y="101727"/>
                  </a:lnTo>
                  <a:lnTo>
                    <a:pt x="2061754" y="109208"/>
                  </a:lnTo>
                  <a:lnTo>
                    <a:pt x="2072382" y="116826"/>
                  </a:lnTo>
                  <a:lnTo>
                    <a:pt x="2083010" y="124567"/>
                  </a:lnTo>
                  <a:lnTo>
                    <a:pt x="2093637" y="132406"/>
                  </a:lnTo>
                  <a:lnTo>
                    <a:pt x="2104265" y="140310"/>
                  </a:lnTo>
                  <a:lnTo>
                    <a:pt x="2114892" y="148245"/>
                  </a:lnTo>
                  <a:lnTo>
                    <a:pt x="2125520" y="156183"/>
                  </a:lnTo>
                  <a:lnTo>
                    <a:pt x="2136148" y="164110"/>
                  </a:lnTo>
                  <a:lnTo>
                    <a:pt x="2146775" y="172030"/>
                  </a:lnTo>
                  <a:lnTo>
                    <a:pt x="2157403" y="179975"/>
                  </a:lnTo>
                  <a:lnTo>
                    <a:pt x="2168031" y="187994"/>
                  </a:lnTo>
                  <a:lnTo>
                    <a:pt x="2178658" y="196169"/>
                  </a:lnTo>
                  <a:lnTo>
                    <a:pt x="2189286" y="204578"/>
                  </a:lnTo>
                  <a:lnTo>
                    <a:pt x="2199913" y="213272"/>
                  </a:lnTo>
                  <a:lnTo>
                    <a:pt x="2210541" y="222288"/>
                  </a:lnTo>
                  <a:lnTo>
                    <a:pt x="2221169" y="231635"/>
                  </a:lnTo>
                  <a:lnTo>
                    <a:pt x="2231796" y="241292"/>
                  </a:lnTo>
                  <a:lnTo>
                    <a:pt x="2242424" y="251214"/>
                  </a:lnTo>
                  <a:lnTo>
                    <a:pt x="2253051" y="261340"/>
                  </a:lnTo>
                  <a:lnTo>
                    <a:pt x="2263679" y="271603"/>
                  </a:lnTo>
                  <a:lnTo>
                    <a:pt x="2274307" y="281942"/>
                  </a:lnTo>
                  <a:lnTo>
                    <a:pt x="2284934" y="292310"/>
                  </a:lnTo>
                  <a:lnTo>
                    <a:pt x="2295562" y="302685"/>
                  </a:lnTo>
                  <a:lnTo>
                    <a:pt x="2306189" y="313071"/>
                  </a:lnTo>
                  <a:lnTo>
                    <a:pt x="2316817" y="323495"/>
                  </a:lnTo>
                  <a:lnTo>
                    <a:pt x="2327445" y="333987"/>
                  </a:lnTo>
                  <a:lnTo>
                    <a:pt x="2338072" y="344569"/>
                  </a:lnTo>
                  <a:lnTo>
                    <a:pt x="2348700" y="355242"/>
                  </a:lnTo>
                  <a:lnTo>
                    <a:pt x="2359327" y="365976"/>
                  </a:lnTo>
                  <a:lnTo>
                    <a:pt x="2369955" y="376708"/>
                  </a:lnTo>
                  <a:lnTo>
                    <a:pt x="2380583" y="387342"/>
                  </a:lnTo>
                  <a:lnTo>
                    <a:pt x="2391210" y="397755"/>
                  </a:lnTo>
                  <a:lnTo>
                    <a:pt x="2401838" y="407810"/>
                  </a:lnTo>
                  <a:lnTo>
                    <a:pt x="2412465" y="417371"/>
                  </a:lnTo>
                  <a:lnTo>
                    <a:pt x="2423093" y="426258"/>
                  </a:lnTo>
                  <a:lnTo>
                    <a:pt x="2433721" y="434415"/>
                  </a:lnTo>
                  <a:lnTo>
                    <a:pt x="2444348" y="441824"/>
                  </a:lnTo>
                  <a:lnTo>
                    <a:pt x="2454976" y="448492"/>
                  </a:lnTo>
                  <a:lnTo>
                    <a:pt x="2465603" y="454468"/>
                  </a:lnTo>
                  <a:lnTo>
                    <a:pt x="2476231" y="459828"/>
                  </a:lnTo>
                  <a:lnTo>
                    <a:pt x="2486859" y="464669"/>
                  </a:lnTo>
                  <a:lnTo>
                    <a:pt x="2497486" y="469098"/>
                  </a:lnTo>
                  <a:lnTo>
                    <a:pt x="2508114" y="473222"/>
                  </a:lnTo>
                  <a:lnTo>
                    <a:pt x="2518741" y="477142"/>
                  </a:lnTo>
                  <a:lnTo>
                    <a:pt x="2529369" y="480948"/>
                  </a:lnTo>
                  <a:lnTo>
                    <a:pt x="2539997" y="484720"/>
                  </a:lnTo>
                  <a:lnTo>
                    <a:pt x="2550624" y="488533"/>
                  </a:lnTo>
                  <a:lnTo>
                    <a:pt x="2561252" y="492445"/>
                  </a:lnTo>
                  <a:lnTo>
                    <a:pt x="2571879" y="496502"/>
                  </a:lnTo>
                  <a:lnTo>
                    <a:pt x="2582507" y="500746"/>
                  </a:lnTo>
                  <a:lnTo>
                    <a:pt x="2593135" y="505211"/>
                  </a:lnTo>
                  <a:lnTo>
                    <a:pt x="2603762" y="509924"/>
                  </a:lnTo>
                  <a:lnTo>
                    <a:pt x="2614390" y="514897"/>
                  </a:lnTo>
                  <a:lnTo>
                    <a:pt x="2625017" y="520131"/>
                  </a:lnTo>
                  <a:lnTo>
                    <a:pt x="2635645" y="525610"/>
                  </a:lnTo>
                  <a:lnTo>
                    <a:pt x="2646273" y="531299"/>
                  </a:lnTo>
                  <a:lnTo>
                    <a:pt x="2656900" y="537145"/>
                  </a:lnTo>
                  <a:lnTo>
                    <a:pt x="2667528" y="543075"/>
                  </a:lnTo>
                  <a:lnTo>
                    <a:pt x="2678155" y="548985"/>
                  </a:lnTo>
                  <a:lnTo>
                    <a:pt x="2688783" y="554777"/>
                  </a:lnTo>
                  <a:lnTo>
                    <a:pt x="2699411" y="560358"/>
                  </a:lnTo>
                  <a:lnTo>
                    <a:pt x="2710038" y="565638"/>
                  </a:lnTo>
                  <a:lnTo>
                    <a:pt x="2720666" y="570543"/>
                  </a:lnTo>
                  <a:lnTo>
                    <a:pt x="2731293" y="575018"/>
                  </a:lnTo>
                  <a:lnTo>
                    <a:pt x="2741921" y="579033"/>
                  </a:lnTo>
                  <a:lnTo>
                    <a:pt x="2752549" y="582584"/>
                  </a:lnTo>
                  <a:lnTo>
                    <a:pt x="2763176" y="585693"/>
                  </a:lnTo>
                  <a:lnTo>
                    <a:pt x="2773804" y="588405"/>
                  </a:lnTo>
                  <a:lnTo>
                    <a:pt x="2784431" y="590769"/>
                  </a:lnTo>
                  <a:lnTo>
                    <a:pt x="2795059" y="592874"/>
                  </a:lnTo>
                  <a:lnTo>
                    <a:pt x="2805687" y="594813"/>
                  </a:lnTo>
                  <a:lnTo>
                    <a:pt x="2816314" y="596653"/>
                  </a:lnTo>
                  <a:lnTo>
                    <a:pt x="2826942" y="598450"/>
                  </a:lnTo>
                  <a:lnTo>
                    <a:pt x="2837569" y="600250"/>
                  </a:lnTo>
                  <a:lnTo>
                    <a:pt x="2848197" y="602083"/>
                  </a:lnTo>
                  <a:lnTo>
                    <a:pt x="2858825" y="603969"/>
                  </a:lnTo>
                  <a:lnTo>
                    <a:pt x="2869452" y="605918"/>
                  </a:lnTo>
                  <a:lnTo>
                    <a:pt x="2880080" y="607935"/>
                  </a:lnTo>
                  <a:lnTo>
                    <a:pt x="2890708" y="610021"/>
                  </a:lnTo>
                  <a:lnTo>
                    <a:pt x="2901335" y="612174"/>
                  </a:lnTo>
                  <a:lnTo>
                    <a:pt x="2911963" y="614391"/>
                  </a:lnTo>
                  <a:lnTo>
                    <a:pt x="2922590" y="616655"/>
                  </a:lnTo>
                  <a:lnTo>
                    <a:pt x="2933218" y="618949"/>
                  </a:lnTo>
                  <a:lnTo>
                    <a:pt x="2943846" y="621251"/>
                  </a:lnTo>
                  <a:lnTo>
                    <a:pt x="2954473" y="623532"/>
                  </a:lnTo>
                  <a:lnTo>
                    <a:pt x="2965101" y="625760"/>
                  </a:lnTo>
                  <a:lnTo>
                    <a:pt x="2975728" y="627901"/>
                  </a:lnTo>
                  <a:lnTo>
                    <a:pt x="2986356" y="629921"/>
                  </a:lnTo>
                  <a:lnTo>
                    <a:pt x="2996984" y="631789"/>
                  </a:lnTo>
                  <a:lnTo>
                    <a:pt x="3007611" y="633479"/>
                  </a:lnTo>
                  <a:lnTo>
                    <a:pt x="3018239" y="634974"/>
                  </a:lnTo>
                  <a:lnTo>
                    <a:pt x="3028866" y="636249"/>
                  </a:lnTo>
                  <a:lnTo>
                    <a:pt x="3039494" y="637313"/>
                  </a:lnTo>
                  <a:lnTo>
                    <a:pt x="3050122" y="638182"/>
                  </a:lnTo>
                  <a:lnTo>
                    <a:pt x="3060749" y="638873"/>
                  </a:lnTo>
                  <a:lnTo>
                    <a:pt x="3071377" y="639408"/>
                  </a:lnTo>
                  <a:lnTo>
                    <a:pt x="3082004" y="639811"/>
                  </a:lnTo>
                  <a:lnTo>
                    <a:pt x="3092632" y="640110"/>
                  </a:lnTo>
                  <a:lnTo>
                    <a:pt x="3103260" y="640335"/>
                  </a:lnTo>
                  <a:lnTo>
                    <a:pt x="3113887" y="640513"/>
                  </a:lnTo>
                  <a:lnTo>
                    <a:pt x="3124515" y="640673"/>
                  </a:lnTo>
                  <a:lnTo>
                    <a:pt x="3135142" y="640840"/>
                  </a:lnTo>
                  <a:lnTo>
                    <a:pt x="3145770" y="641035"/>
                  </a:lnTo>
                  <a:lnTo>
                    <a:pt x="3156398" y="641280"/>
                  </a:lnTo>
                  <a:lnTo>
                    <a:pt x="3167025" y="641583"/>
                  </a:lnTo>
                  <a:lnTo>
                    <a:pt x="3177653" y="641946"/>
                  </a:lnTo>
                  <a:lnTo>
                    <a:pt x="3188280" y="642368"/>
                  </a:lnTo>
                  <a:lnTo>
                    <a:pt x="3198908" y="642844"/>
                  </a:lnTo>
                  <a:lnTo>
                    <a:pt x="3209536" y="643364"/>
                  </a:lnTo>
                  <a:lnTo>
                    <a:pt x="3220163" y="643916"/>
                  </a:lnTo>
                  <a:lnTo>
                    <a:pt x="3230791" y="644487"/>
                  </a:lnTo>
                  <a:lnTo>
                    <a:pt x="3241418" y="645064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382011" y="5681069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395881" y="5681069"/>
              <a:ext cx="0" cy="359619"/>
            </a:xfrm>
            <a:custGeom>
              <a:avLst/>
              <a:pathLst>
                <a:path w="0" h="359619">
                  <a:moveTo>
                    <a:pt x="0" y="0"/>
                  </a:moveTo>
                  <a:lnTo>
                    <a:pt x="0" y="3596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382011" y="6040689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78390" y="6680012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92261" y="6680012"/>
              <a:ext cx="0" cy="359619"/>
            </a:xfrm>
            <a:custGeom>
              <a:avLst/>
              <a:pathLst>
                <a:path w="0" h="359619">
                  <a:moveTo>
                    <a:pt x="0" y="0"/>
                  </a:moveTo>
                  <a:lnTo>
                    <a:pt x="0" y="3596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78390" y="7039631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718236" y="7678955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732106" y="7678955"/>
              <a:ext cx="0" cy="359619"/>
            </a:xfrm>
            <a:custGeom>
              <a:avLst/>
              <a:pathLst>
                <a:path w="0" h="359619">
                  <a:moveTo>
                    <a:pt x="0" y="0"/>
                  </a:moveTo>
                  <a:lnTo>
                    <a:pt x="0" y="3596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718236" y="8038574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164634" y="8677898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178504" y="8677898"/>
              <a:ext cx="0" cy="359619"/>
            </a:xfrm>
            <a:custGeom>
              <a:avLst/>
              <a:pathLst>
                <a:path w="0" h="359619">
                  <a:moveTo>
                    <a:pt x="0" y="0"/>
                  </a:moveTo>
                  <a:lnTo>
                    <a:pt x="0" y="3596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164634" y="9037517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195457" y="9676840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209327" y="9676840"/>
              <a:ext cx="0" cy="359619"/>
            </a:xfrm>
            <a:custGeom>
              <a:avLst/>
              <a:pathLst>
                <a:path w="0" h="359619">
                  <a:moveTo>
                    <a:pt x="0" y="0"/>
                  </a:moveTo>
                  <a:lnTo>
                    <a:pt x="0" y="3596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195457" y="10036460"/>
              <a:ext cx="27740" cy="0"/>
            </a:xfrm>
            <a:custGeom>
              <a:avLst/>
              <a:pathLst>
                <a:path w="27740" h="0">
                  <a:moveTo>
                    <a:pt x="0" y="0"/>
                  </a:moveTo>
                  <a:lnTo>
                    <a:pt x="277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784525" y="5860879"/>
              <a:ext cx="1209662" cy="0"/>
            </a:xfrm>
            <a:custGeom>
              <a:avLst/>
              <a:pathLst>
                <a:path w="1209662" h="0">
                  <a:moveTo>
                    <a:pt x="0" y="0"/>
                  </a:moveTo>
                  <a:lnTo>
                    <a:pt x="1209662" y="0"/>
                  </a:lnTo>
                </a:path>
              </a:pathLst>
            </a:custGeom>
            <a:ln w="28456" cap="rnd">
              <a:solidFill>
                <a:srgbClr val="D9770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802495" y="6859822"/>
              <a:ext cx="1522650" cy="0"/>
            </a:xfrm>
            <a:custGeom>
              <a:avLst/>
              <a:pathLst>
                <a:path w="1522650" h="0">
                  <a:moveTo>
                    <a:pt x="0" y="0"/>
                  </a:moveTo>
                  <a:lnTo>
                    <a:pt x="1522650" y="0"/>
                  </a:lnTo>
                </a:path>
              </a:pathLst>
            </a:custGeom>
            <a:ln w="28456" cap="rnd">
              <a:solidFill>
                <a:srgbClr val="F59E0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159529" y="7858764"/>
              <a:ext cx="1174543" cy="0"/>
            </a:xfrm>
            <a:custGeom>
              <a:avLst/>
              <a:pathLst>
                <a:path w="1174543" h="0">
                  <a:moveTo>
                    <a:pt x="0" y="0"/>
                  </a:moveTo>
                  <a:lnTo>
                    <a:pt x="1174543" y="0"/>
                  </a:lnTo>
                </a:path>
              </a:pathLst>
            </a:custGeom>
            <a:ln w="28456" cap="rnd">
              <a:solidFill>
                <a:srgbClr val="2563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235534" y="8857707"/>
              <a:ext cx="1863970" cy="0"/>
            </a:xfrm>
            <a:custGeom>
              <a:avLst/>
              <a:pathLst>
                <a:path w="1863970" h="0">
                  <a:moveTo>
                    <a:pt x="0" y="0"/>
                  </a:moveTo>
                  <a:lnTo>
                    <a:pt x="1863970" y="0"/>
                  </a:lnTo>
                </a:path>
              </a:pathLst>
            </a:custGeom>
            <a:ln w="28456" cap="rnd">
              <a:solidFill>
                <a:srgbClr val="14B8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241204" y="9856650"/>
              <a:ext cx="1854886" cy="0"/>
            </a:xfrm>
            <a:custGeom>
              <a:avLst/>
              <a:pathLst>
                <a:path w="1854886" h="0">
                  <a:moveTo>
                    <a:pt x="0" y="0"/>
                  </a:moveTo>
                  <a:lnTo>
                    <a:pt x="1854886" y="0"/>
                  </a:lnTo>
                </a:path>
              </a:pathLst>
            </a:custGeom>
            <a:ln w="28456" cap="rnd">
              <a:solidFill>
                <a:srgbClr val="0E7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7355822" y="5820820"/>
              <a:ext cx="80117" cy="80117"/>
            </a:xfrm>
            <a:prstGeom prst="ellipse">
              <a:avLst/>
            </a:prstGeom>
            <a:solidFill>
              <a:srgbClr val="D97706">
                <a:alpha val="100000"/>
              </a:srgbClr>
            </a:solidFill>
            <a:ln w="9654" cap="rnd">
              <a:solidFill>
                <a:srgbClr val="D9770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552202" y="6819763"/>
              <a:ext cx="80117" cy="80117"/>
            </a:xfrm>
            <a:prstGeom prst="ellipse">
              <a:avLst/>
            </a:prstGeom>
            <a:solidFill>
              <a:srgbClr val="F59E0B">
                <a:alpha val="100000"/>
              </a:srgbClr>
            </a:solidFill>
            <a:ln w="9654" cap="rnd">
              <a:solidFill>
                <a:srgbClr val="F59E0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8692048" y="7818706"/>
              <a:ext cx="80117" cy="80117"/>
            </a:xfrm>
            <a:prstGeom prst="ellipse">
              <a:avLst/>
            </a:prstGeom>
            <a:solidFill>
              <a:srgbClr val="2563EB">
                <a:alpha val="100000"/>
              </a:srgbClr>
            </a:solidFill>
            <a:ln w="9654" cap="rnd">
              <a:solidFill>
                <a:srgbClr val="2563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138445" y="8817648"/>
              <a:ext cx="80117" cy="80117"/>
            </a:xfrm>
            <a:prstGeom prst="ellipse">
              <a:avLst/>
            </a:prstGeom>
            <a:solidFill>
              <a:srgbClr val="14B8A6">
                <a:alpha val="100000"/>
              </a:srgbClr>
            </a:solidFill>
            <a:ln w="9654" cap="rnd">
              <a:solidFill>
                <a:srgbClr val="14B8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7169268" y="9816591"/>
              <a:ext cx="80117" cy="80117"/>
            </a:xfrm>
            <a:prstGeom prst="ellipse">
              <a:avLst/>
            </a:prstGeom>
            <a:solidFill>
              <a:srgbClr val="0E7490">
                <a:alpha val="100000"/>
              </a:srgbClr>
            </a:solidFill>
            <a:ln w="9654" cap="rnd">
              <a:solidFill>
                <a:srgbClr val="0E7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375368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</a:path>
              </a:pathLst>
            </a:custGeom>
            <a:ln w="14536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715182" y="9788510"/>
              <a:ext cx="593000" cy="11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Body mass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068969" y="8788104"/>
              <a:ext cx="1239213" cy="1125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Hand-wing index (HWI)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708391" y="7790625"/>
              <a:ext cx="599791" cy="11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Range size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721855" y="6813986"/>
              <a:ext cx="586327" cy="88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Clutch size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155314" y="5791276"/>
              <a:ext cx="1152868" cy="1125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Number of congeners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4338043" y="9856650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338043" y="8857707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338043" y="7858764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338043" y="6859822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338043" y="5860879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375368" y="10456016"/>
              <a:ext cx="5973775" cy="0"/>
            </a:xfrm>
            <a:custGeom>
              <a:avLst/>
              <a:pathLst>
                <a:path w="5973775" h="0">
                  <a:moveTo>
                    <a:pt x="0" y="0"/>
                  </a:moveTo>
                  <a:lnTo>
                    <a:pt x="5973775" y="0"/>
                  </a:lnTo>
                </a:path>
              </a:pathLst>
            </a:custGeom>
            <a:ln w="14536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677620" y="10456016"/>
              <a:ext cx="0" cy="37325"/>
            </a:xfrm>
            <a:custGeom>
              <a:avLst/>
              <a:pathLst>
                <a:path w="0" h="37325">
                  <a:moveTo>
                    <a:pt x="0" y="37325"/>
                  </a:moveTo>
                  <a:lnTo>
                    <a:pt x="0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182196" y="10456016"/>
              <a:ext cx="0" cy="37325"/>
            </a:xfrm>
            <a:custGeom>
              <a:avLst/>
              <a:pathLst>
                <a:path w="0" h="37325">
                  <a:moveTo>
                    <a:pt x="0" y="37325"/>
                  </a:moveTo>
                  <a:lnTo>
                    <a:pt x="0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686773" y="10456016"/>
              <a:ext cx="0" cy="37325"/>
            </a:xfrm>
            <a:custGeom>
              <a:avLst/>
              <a:pathLst>
                <a:path w="0" h="37325">
                  <a:moveTo>
                    <a:pt x="0" y="37325"/>
                  </a:moveTo>
                  <a:lnTo>
                    <a:pt x="0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0191350" y="10456016"/>
              <a:ext cx="0" cy="37325"/>
            </a:xfrm>
            <a:custGeom>
              <a:avLst/>
              <a:pathLst>
                <a:path w="0" h="37325">
                  <a:moveTo>
                    <a:pt x="0" y="37325"/>
                  </a:moveTo>
                  <a:lnTo>
                    <a:pt x="0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5574328" y="10521386"/>
              <a:ext cx="206584" cy="8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098866" y="10521386"/>
              <a:ext cx="166660" cy="8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8603443" y="10521386"/>
              <a:ext cx="166660" cy="8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0108019" y="10521386"/>
              <a:ext cx="166660" cy="8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263148" y="10702102"/>
              <a:ext cx="2198214" cy="140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Posterior effect size (log-odds)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4375368" y="4569806"/>
              <a:ext cx="5154977" cy="136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2F2F2F">
                      <a:alpha val="100000"/>
                    </a:srgbClr>
                  </a:solidFill>
                  <a:latin typeface="Arial"/>
                  <a:cs typeface="Arial"/>
                </a:rPr>
                <a:t>Bernoulli model; n = 768 species; posterior medians and 95% credible intervals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375368" y="4324870"/>
              <a:ext cx="3622011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Continuous traits with phylogenetic control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2978561" y="4258681"/>
              <a:ext cx="90408" cy="881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72" name="rc72"/>
            <p:cNvSpPr/>
            <p:nvPr/>
          </p:nvSpPr>
          <p:spPr>
            <a:xfrm>
              <a:off x="12443987" y="4811989"/>
              <a:ext cx="5973775" cy="56440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2592319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4130171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5668024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7205876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5668024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0325" cap="flat">
              <a:solidFill>
                <a:srgbClr val="5A5A5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15383051" y="4811989"/>
              <a:ext cx="2104265" cy="685113"/>
            </a:xfrm>
            <a:custGeom>
              <a:avLst/>
              <a:pathLst>
                <a:path w="2104265" h="685113">
                  <a:moveTo>
                    <a:pt x="0" y="682341"/>
                  </a:moveTo>
                  <a:lnTo>
                    <a:pt x="10627" y="681926"/>
                  </a:lnTo>
                  <a:lnTo>
                    <a:pt x="21255" y="681451"/>
                  </a:lnTo>
                  <a:lnTo>
                    <a:pt x="31882" y="680908"/>
                  </a:lnTo>
                  <a:lnTo>
                    <a:pt x="42510" y="680292"/>
                  </a:lnTo>
                  <a:lnTo>
                    <a:pt x="53138" y="679587"/>
                  </a:lnTo>
                  <a:lnTo>
                    <a:pt x="63765" y="678785"/>
                  </a:lnTo>
                  <a:lnTo>
                    <a:pt x="74393" y="677883"/>
                  </a:lnTo>
                  <a:lnTo>
                    <a:pt x="85020" y="676875"/>
                  </a:lnTo>
                  <a:lnTo>
                    <a:pt x="95648" y="675758"/>
                  </a:lnTo>
                  <a:lnTo>
                    <a:pt x="106276" y="674533"/>
                  </a:lnTo>
                  <a:lnTo>
                    <a:pt x="116903" y="673201"/>
                  </a:lnTo>
                  <a:lnTo>
                    <a:pt x="127531" y="671769"/>
                  </a:lnTo>
                  <a:lnTo>
                    <a:pt x="138158" y="670247"/>
                  </a:lnTo>
                  <a:lnTo>
                    <a:pt x="148786" y="668650"/>
                  </a:lnTo>
                  <a:lnTo>
                    <a:pt x="159414" y="666991"/>
                  </a:lnTo>
                  <a:lnTo>
                    <a:pt x="170041" y="665292"/>
                  </a:lnTo>
                  <a:lnTo>
                    <a:pt x="180669" y="663574"/>
                  </a:lnTo>
                  <a:lnTo>
                    <a:pt x="191296" y="661852"/>
                  </a:lnTo>
                  <a:lnTo>
                    <a:pt x="201924" y="660136"/>
                  </a:lnTo>
                  <a:lnTo>
                    <a:pt x="212552" y="658429"/>
                  </a:lnTo>
                  <a:lnTo>
                    <a:pt x="223179" y="656729"/>
                  </a:lnTo>
                  <a:lnTo>
                    <a:pt x="233807" y="655022"/>
                  </a:lnTo>
                  <a:lnTo>
                    <a:pt x="244434" y="653289"/>
                  </a:lnTo>
                  <a:lnTo>
                    <a:pt x="255062" y="651498"/>
                  </a:lnTo>
                  <a:lnTo>
                    <a:pt x="265690" y="649605"/>
                  </a:lnTo>
                  <a:lnTo>
                    <a:pt x="276317" y="647551"/>
                  </a:lnTo>
                  <a:lnTo>
                    <a:pt x="286945" y="645293"/>
                  </a:lnTo>
                  <a:lnTo>
                    <a:pt x="297572" y="642780"/>
                  </a:lnTo>
                  <a:lnTo>
                    <a:pt x="308200" y="639961"/>
                  </a:lnTo>
                  <a:lnTo>
                    <a:pt x="318828" y="636794"/>
                  </a:lnTo>
                  <a:lnTo>
                    <a:pt x="329455" y="633240"/>
                  </a:lnTo>
                  <a:lnTo>
                    <a:pt x="340083" y="629269"/>
                  </a:lnTo>
                  <a:lnTo>
                    <a:pt x="350710" y="624861"/>
                  </a:lnTo>
                  <a:lnTo>
                    <a:pt x="361338" y="620008"/>
                  </a:lnTo>
                  <a:lnTo>
                    <a:pt x="371966" y="614688"/>
                  </a:lnTo>
                  <a:lnTo>
                    <a:pt x="382593" y="608902"/>
                  </a:lnTo>
                  <a:lnTo>
                    <a:pt x="393221" y="602700"/>
                  </a:lnTo>
                  <a:lnTo>
                    <a:pt x="403848" y="596104"/>
                  </a:lnTo>
                  <a:lnTo>
                    <a:pt x="414476" y="589130"/>
                  </a:lnTo>
                  <a:lnTo>
                    <a:pt x="425104" y="581796"/>
                  </a:lnTo>
                  <a:lnTo>
                    <a:pt x="435731" y="574109"/>
                  </a:lnTo>
                  <a:lnTo>
                    <a:pt x="446359" y="566073"/>
                  </a:lnTo>
                  <a:lnTo>
                    <a:pt x="456986" y="557679"/>
                  </a:lnTo>
                  <a:lnTo>
                    <a:pt x="467614" y="548913"/>
                  </a:lnTo>
                  <a:lnTo>
                    <a:pt x="478242" y="539730"/>
                  </a:lnTo>
                  <a:lnTo>
                    <a:pt x="488869" y="530081"/>
                  </a:lnTo>
                  <a:lnTo>
                    <a:pt x="499497" y="519965"/>
                  </a:lnTo>
                  <a:lnTo>
                    <a:pt x="510124" y="509356"/>
                  </a:lnTo>
                  <a:lnTo>
                    <a:pt x="520752" y="498233"/>
                  </a:lnTo>
                  <a:lnTo>
                    <a:pt x="531380" y="486587"/>
                  </a:lnTo>
                  <a:lnTo>
                    <a:pt x="542007" y="474424"/>
                  </a:lnTo>
                  <a:lnTo>
                    <a:pt x="552635" y="461762"/>
                  </a:lnTo>
                  <a:lnTo>
                    <a:pt x="563262" y="448636"/>
                  </a:lnTo>
                  <a:lnTo>
                    <a:pt x="573890" y="435094"/>
                  </a:lnTo>
                  <a:lnTo>
                    <a:pt x="584518" y="421185"/>
                  </a:lnTo>
                  <a:lnTo>
                    <a:pt x="595145" y="406980"/>
                  </a:lnTo>
                  <a:lnTo>
                    <a:pt x="605773" y="392581"/>
                  </a:lnTo>
                  <a:lnTo>
                    <a:pt x="616400" y="378059"/>
                  </a:lnTo>
                  <a:lnTo>
                    <a:pt x="627028" y="363481"/>
                  </a:lnTo>
                  <a:lnTo>
                    <a:pt x="637656" y="348905"/>
                  </a:lnTo>
                  <a:lnTo>
                    <a:pt x="648283" y="334381"/>
                  </a:lnTo>
                  <a:lnTo>
                    <a:pt x="658911" y="319951"/>
                  </a:lnTo>
                  <a:lnTo>
                    <a:pt x="669538" y="305648"/>
                  </a:lnTo>
                  <a:lnTo>
                    <a:pt x="680166" y="291497"/>
                  </a:lnTo>
                  <a:lnTo>
                    <a:pt x="690794" y="277528"/>
                  </a:lnTo>
                  <a:lnTo>
                    <a:pt x="701421" y="263770"/>
                  </a:lnTo>
                  <a:lnTo>
                    <a:pt x="712049" y="250223"/>
                  </a:lnTo>
                  <a:lnTo>
                    <a:pt x="722677" y="236901"/>
                  </a:lnTo>
                  <a:lnTo>
                    <a:pt x="733304" y="223818"/>
                  </a:lnTo>
                  <a:lnTo>
                    <a:pt x="743932" y="210986"/>
                  </a:lnTo>
                  <a:lnTo>
                    <a:pt x="754559" y="198413"/>
                  </a:lnTo>
                  <a:lnTo>
                    <a:pt x="765187" y="186105"/>
                  </a:lnTo>
                  <a:lnTo>
                    <a:pt x="775815" y="174064"/>
                  </a:lnTo>
                  <a:lnTo>
                    <a:pt x="786442" y="162286"/>
                  </a:lnTo>
                  <a:lnTo>
                    <a:pt x="797070" y="150771"/>
                  </a:lnTo>
                  <a:lnTo>
                    <a:pt x="807697" y="139517"/>
                  </a:lnTo>
                  <a:lnTo>
                    <a:pt x="818325" y="128488"/>
                  </a:lnTo>
                  <a:lnTo>
                    <a:pt x="828953" y="117673"/>
                  </a:lnTo>
                  <a:lnTo>
                    <a:pt x="839580" y="107064"/>
                  </a:lnTo>
                  <a:lnTo>
                    <a:pt x="850208" y="96664"/>
                  </a:lnTo>
                  <a:lnTo>
                    <a:pt x="860835" y="86484"/>
                  </a:lnTo>
                  <a:lnTo>
                    <a:pt x="871463" y="76551"/>
                  </a:lnTo>
                  <a:lnTo>
                    <a:pt x="882091" y="66901"/>
                  </a:lnTo>
                  <a:lnTo>
                    <a:pt x="892718" y="57585"/>
                  </a:lnTo>
                  <a:lnTo>
                    <a:pt x="903346" y="48682"/>
                  </a:lnTo>
                  <a:lnTo>
                    <a:pt x="913973" y="40314"/>
                  </a:lnTo>
                  <a:lnTo>
                    <a:pt x="924601" y="32526"/>
                  </a:lnTo>
                  <a:lnTo>
                    <a:pt x="935229" y="25403"/>
                  </a:lnTo>
                  <a:lnTo>
                    <a:pt x="945856" y="19030"/>
                  </a:lnTo>
                  <a:lnTo>
                    <a:pt x="956484" y="13483"/>
                  </a:lnTo>
                  <a:lnTo>
                    <a:pt x="967111" y="8829"/>
                  </a:lnTo>
                  <a:lnTo>
                    <a:pt x="977739" y="5120"/>
                  </a:lnTo>
                  <a:lnTo>
                    <a:pt x="988367" y="2396"/>
                  </a:lnTo>
                  <a:lnTo>
                    <a:pt x="998994" y="679"/>
                  </a:lnTo>
                  <a:lnTo>
                    <a:pt x="1009622" y="0"/>
                  </a:lnTo>
                  <a:lnTo>
                    <a:pt x="1020249" y="420"/>
                  </a:lnTo>
                  <a:lnTo>
                    <a:pt x="1030877" y="1816"/>
                  </a:lnTo>
                  <a:lnTo>
                    <a:pt x="1041505" y="4155"/>
                  </a:lnTo>
                  <a:lnTo>
                    <a:pt x="1052132" y="7404"/>
                  </a:lnTo>
                  <a:lnTo>
                    <a:pt x="1062760" y="11530"/>
                  </a:lnTo>
                  <a:lnTo>
                    <a:pt x="1073387" y="16501"/>
                  </a:lnTo>
                  <a:lnTo>
                    <a:pt x="1084015" y="22290"/>
                  </a:lnTo>
                  <a:lnTo>
                    <a:pt x="1094643" y="28872"/>
                  </a:lnTo>
                  <a:lnTo>
                    <a:pt x="1105270" y="36227"/>
                  </a:lnTo>
                  <a:lnTo>
                    <a:pt x="1115898" y="44351"/>
                  </a:lnTo>
                  <a:lnTo>
                    <a:pt x="1126525" y="53281"/>
                  </a:lnTo>
                  <a:lnTo>
                    <a:pt x="1137153" y="62912"/>
                  </a:lnTo>
                  <a:lnTo>
                    <a:pt x="1147781" y="73211"/>
                  </a:lnTo>
                  <a:lnTo>
                    <a:pt x="1158408" y="84139"/>
                  </a:lnTo>
                  <a:lnTo>
                    <a:pt x="1169036" y="95647"/>
                  </a:lnTo>
                  <a:lnTo>
                    <a:pt x="1179663" y="107680"/>
                  </a:lnTo>
                  <a:lnTo>
                    <a:pt x="1190291" y="120177"/>
                  </a:lnTo>
                  <a:lnTo>
                    <a:pt x="1200919" y="133071"/>
                  </a:lnTo>
                  <a:lnTo>
                    <a:pt x="1211546" y="146294"/>
                  </a:lnTo>
                  <a:lnTo>
                    <a:pt x="1222174" y="159781"/>
                  </a:lnTo>
                  <a:lnTo>
                    <a:pt x="1232801" y="173472"/>
                  </a:lnTo>
                  <a:lnTo>
                    <a:pt x="1243429" y="187280"/>
                  </a:lnTo>
                  <a:lnTo>
                    <a:pt x="1254057" y="201149"/>
                  </a:lnTo>
                  <a:lnTo>
                    <a:pt x="1264684" y="215030"/>
                  </a:lnTo>
                  <a:lnTo>
                    <a:pt x="1275312" y="228881"/>
                  </a:lnTo>
                  <a:lnTo>
                    <a:pt x="1285939" y="242664"/>
                  </a:lnTo>
                  <a:lnTo>
                    <a:pt x="1296567" y="256345"/>
                  </a:lnTo>
                  <a:lnTo>
                    <a:pt x="1307195" y="269897"/>
                  </a:lnTo>
                  <a:lnTo>
                    <a:pt x="1317822" y="283296"/>
                  </a:lnTo>
                  <a:lnTo>
                    <a:pt x="1328450" y="296521"/>
                  </a:lnTo>
                  <a:lnTo>
                    <a:pt x="1339077" y="309539"/>
                  </a:lnTo>
                  <a:lnTo>
                    <a:pt x="1349705" y="322363"/>
                  </a:lnTo>
                  <a:lnTo>
                    <a:pt x="1360333" y="334995"/>
                  </a:lnTo>
                  <a:lnTo>
                    <a:pt x="1370960" y="347443"/>
                  </a:lnTo>
                  <a:lnTo>
                    <a:pt x="1381588" y="359725"/>
                  </a:lnTo>
                  <a:lnTo>
                    <a:pt x="1392215" y="371860"/>
                  </a:lnTo>
                  <a:lnTo>
                    <a:pt x="1402843" y="383877"/>
                  </a:lnTo>
                  <a:lnTo>
                    <a:pt x="1413471" y="395804"/>
                  </a:lnTo>
                  <a:lnTo>
                    <a:pt x="1424098" y="407669"/>
                  </a:lnTo>
                  <a:lnTo>
                    <a:pt x="1434726" y="419498"/>
                  </a:lnTo>
                  <a:lnTo>
                    <a:pt x="1445354" y="431306"/>
                  </a:lnTo>
                  <a:lnTo>
                    <a:pt x="1455981" y="443094"/>
                  </a:lnTo>
                  <a:lnTo>
                    <a:pt x="1466609" y="454848"/>
                  </a:lnTo>
                  <a:lnTo>
                    <a:pt x="1477236" y="466533"/>
                  </a:lnTo>
                  <a:lnTo>
                    <a:pt x="1487864" y="478101"/>
                  </a:lnTo>
                  <a:lnTo>
                    <a:pt x="1498492" y="489493"/>
                  </a:lnTo>
                  <a:lnTo>
                    <a:pt x="1509119" y="500636"/>
                  </a:lnTo>
                  <a:lnTo>
                    <a:pt x="1519747" y="511454"/>
                  </a:lnTo>
                  <a:lnTo>
                    <a:pt x="1530374" y="521873"/>
                  </a:lnTo>
                  <a:lnTo>
                    <a:pt x="1541002" y="531818"/>
                  </a:lnTo>
                  <a:lnTo>
                    <a:pt x="1551630" y="541164"/>
                  </a:lnTo>
                  <a:lnTo>
                    <a:pt x="1562257" y="549929"/>
                  </a:lnTo>
                  <a:lnTo>
                    <a:pt x="1572885" y="558099"/>
                  </a:lnTo>
                  <a:lnTo>
                    <a:pt x="1583512" y="565676"/>
                  </a:lnTo>
                  <a:lnTo>
                    <a:pt x="1594140" y="572681"/>
                  </a:lnTo>
                  <a:lnTo>
                    <a:pt x="1604768" y="579151"/>
                  </a:lnTo>
                  <a:lnTo>
                    <a:pt x="1615395" y="585133"/>
                  </a:lnTo>
                  <a:lnTo>
                    <a:pt x="1626023" y="590684"/>
                  </a:lnTo>
                  <a:lnTo>
                    <a:pt x="1636650" y="595863"/>
                  </a:lnTo>
                  <a:lnTo>
                    <a:pt x="1647278" y="600728"/>
                  </a:lnTo>
                  <a:lnTo>
                    <a:pt x="1657906" y="605309"/>
                  </a:lnTo>
                  <a:lnTo>
                    <a:pt x="1668533" y="609686"/>
                  </a:lnTo>
                  <a:lnTo>
                    <a:pt x="1679161" y="613892"/>
                  </a:lnTo>
                  <a:lnTo>
                    <a:pt x="1689788" y="617950"/>
                  </a:lnTo>
                  <a:lnTo>
                    <a:pt x="1700416" y="621873"/>
                  </a:lnTo>
                  <a:lnTo>
                    <a:pt x="1711044" y="625666"/>
                  </a:lnTo>
                  <a:lnTo>
                    <a:pt x="1721671" y="629328"/>
                  </a:lnTo>
                  <a:lnTo>
                    <a:pt x="1732299" y="632852"/>
                  </a:lnTo>
                  <a:lnTo>
                    <a:pt x="1742926" y="636232"/>
                  </a:lnTo>
                  <a:lnTo>
                    <a:pt x="1753554" y="639457"/>
                  </a:lnTo>
                  <a:lnTo>
                    <a:pt x="1764182" y="642499"/>
                  </a:lnTo>
                  <a:lnTo>
                    <a:pt x="1774809" y="645369"/>
                  </a:lnTo>
                  <a:lnTo>
                    <a:pt x="1785437" y="648066"/>
                  </a:lnTo>
                  <a:lnTo>
                    <a:pt x="1796064" y="650590"/>
                  </a:lnTo>
                  <a:lnTo>
                    <a:pt x="1806692" y="652944"/>
                  </a:lnTo>
                  <a:lnTo>
                    <a:pt x="1817320" y="655134"/>
                  </a:lnTo>
                  <a:lnTo>
                    <a:pt x="1827947" y="657168"/>
                  </a:lnTo>
                  <a:lnTo>
                    <a:pt x="1838575" y="659056"/>
                  </a:lnTo>
                  <a:lnTo>
                    <a:pt x="1849202" y="660808"/>
                  </a:lnTo>
                  <a:lnTo>
                    <a:pt x="1859830" y="662436"/>
                  </a:lnTo>
                  <a:lnTo>
                    <a:pt x="1870458" y="663939"/>
                  </a:lnTo>
                  <a:lnTo>
                    <a:pt x="1881085" y="665343"/>
                  </a:lnTo>
                  <a:lnTo>
                    <a:pt x="1891713" y="666658"/>
                  </a:lnTo>
                  <a:lnTo>
                    <a:pt x="1902340" y="667893"/>
                  </a:lnTo>
                  <a:lnTo>
                    <a:pt x="1912968" y="669057"/>
                  </a:lnTo>
                  <a:lnTo>
                    <a:pt x="1923596" y="670157"/>
                  </a:lnTo>
                  <a:lnTo>
                    <a:pt x="1934223" y="671199"/>
                  </a:lnTo>
                  <a:lnTo>
                    <a:pt x="1944851" y="672190"/>
                  </a:lnTo>
                  <a:lnTo>
                    <a:pt x="1955478" y="673134"/>
                  </a:lnTo>
                  <a:lnTo>
                    <a:pt x="1966106" y="674034"/>
                  </a:lnTo>
                  <a:lnTo>
                    <a:pt x="1976734" y="674890"/>
                  </a:lnTo>
                  <a:lnTo>
                    <a:pt x="1987361" y="675706"/>
                  </a:lnTo>
                  <a:lnTo>
                    <a:pt x="1997989" y="676485"/>
                  </a:lnTo>
                  <a:lnTo>
                    <a:pt x="2008616" y="677227"/>
                  </a:lnTo>
                  <a:lnTo>
                    <a:pt x="2019244" y="677932"/>
                  </a:lnTo>
                  <a:lnTo>
                    <a:pt x="2029872" y="678601"/>
                  </a:lnTo>
                  <a:lnTo>
                    <a:pt x="2040499" y="679232"/>
                  </a:lnTo>
                  <a:lnTo>
                    <a:pt x="2051127" y="679827"/>
                  </a:lnTo>
                  <a:lnTo>
                    <a:pt x="2061754" y="680385"/>
                  </a:lnTo>
                  <a:lnTo>
                    <a:pt x="2072382" y="680907"/>
                  </a:lnTo>
                  <a:lnTo>
                    <a:pt x="2083010" y="681388"/>
                  </a:lnTo>
                  <a:lnTo>
                    <a:pt x="2093637" y="681835"/>
                  </a:lnTo>
                  <a:lnTo>
                    <a:pt x="2104265" y="682247"/>
                  </a:lnTo>
                  <a:lnTo>
                    <a:pt x="2104265" y="685113"/>
                  </a:lnTo>
                  <a:lnTo>
                    <a:pt x="2093637" y="685113"/>
                  </a:lnTo>
                  <a:lnTo>
                    <a:pt x="2083010" y="685113"/>
                  </a:lnTo>
                  <a:lnTo>
                    <a:pt x="2072382" y="685113"/>
                  </a:lnTo>
                  <a:lnTo>
                    <a:pt x="2061754" y="685113"/>
                  </a:lnTo>
                  <a:lnTo>
                    <a:pt x="2051127" y="685113"/>
                  </a:lnTo>
                  <a:lnTo>
                    <a:pt x="2040499" y="685113"/>
                  </a:lnTo>
                  <a:lnTo>
                    <a:pt x="2029872" y="685113"/>
                  </a:lnTo>
                  <a:lnTo>
                    <a:pt x="2019244" y="685113"/>
                  </a:lnTo>
                  <a:lnTo>
                    <a:pt x="2008616" y="685113"/>
                  </a:lnTo>
                  <a:lnTo>
                    <a:pt x="1997989" y="685113"/>
                  </a:lnTo>
                  <a:lnTo>
                    <a:pt x="1987361" y="685113"/>
                  </a:lnTo>
                  <a:lnTo>
                    <a:pt x="1976734" y="685113"/>
                  </a:lnTo>
                  <a:lnTo>
                    <a:pt x="1966106" y="685113"/>
                  </a:lnTo>
                  <a:lnTo>
                    <a:pt x="1955478" y="685113"/>
                  </a:lnTo>
                  <a:lnTo>
                    <a:pt x="1944851" y="685113"/>
                  </a:lnTo>
                  <a:lnTo>
                    <a:pt x="1934223" y="685113"/>
                  </a:lnTo>
                  <a:lnTo>
                    <a:pt x="1923596" y="685113"/>
                  </a:lnTo>
                  <a:lnTo>
                    <a:pt x="1912968" y="685113"/>
                  </a:lnTo>
                  <a:lnTo>
                    <a:pt x="1902340" y="685113"/>
                  </a:lnTo>
                  <a:lnTo>
                    <a:pt x="1891713" y="685113"/>
                  </a:lnTo>
                  <a:lnTo>
                    <a:pt x="1881085" y="685113"/>
                  </a:lnTo>
                  <a:lnTo>
                    <a:pt x="1870458" y="685113"/>
                  </a:lnTo>
                  <a:lnTo>
                    <a:pt x="1859830" y="685113"/>
                  </a:lnTo>
                  <a:lnTo>
                    <a:pt x="1849202" y="685113"/>
                  </a:lnTo>
                  <a:lnTo>
                    <a:pt x="1838575" y="685113"/>
                  </a:lnTo>
                  <a:lnTo>
                    <a:pt x="1827947" y="685113"/>
                  </a:lnTo>
                  <a:lnTo>
                    <a:pt x="1817320" y="685113"/>
                  </a:lnTo>
                  <a:lnTo>
                    <a:pt x="1806692" y="685113"/>
                  </a:lnTo>
                  <a:lnTo>
                    <a:pt x="1796064" y="685113"/>
                  </a:lnTo>
                  <a:lnTo>
                    <a:pt x="1785437" y="685113"/>
                  </a:lnTo>
                  <a:lnTo>
                    <a:pt x="1774809" y="685113"/>
                  </a:lnTo>
                  <a:lnTo>
                    <a:pt x="1764182" y="685113"/>
                  </a:lnTo>
                  <a:lnTo>
                    <a:pt x="1753554" y="685113"/>
                  </a:lnTo>
                  <a:lnTo>
                    <a:pt x="1742926" y="685113"/>
                  </a:lnTo>
                  <a:lnTo>
                    <a:pt x="1732299" y="685113"/>
                  </a:lnTo>
                  <a:lnTo>
                    <a:pt x="1721671" y="685113"/>
                  </a:lnTo>
                  <a:lnTo>
                    <a:pt x="1711044" y="685113"/>
                  </a:lnTo>
                  <a:lnTo>
                    <a:pt x="1700416" y="685113"/>
                  </a:lnTo>
                  <a:lnTo>
                    <a:pt x="1689788" y="685113"/>
                  </a:lnTo>
                  <a:lnTo>
                    <a:pt x="1679161" y="685113"/>
                  </a:lnTo>
                  <a:lnTo>
                    <a:pt x="1668533" y="685113"/>
                  </a:lnTo>
                  <a:lnTo>
                    <a:pt x="1657906" y="685113"/>
                  </a:lnTo>
                  <a:lnTo>
                    <a:pt x="1647278" y="685113"/>
                  </a:lnTo>
                  <a:lnTo>
                    <a:pt x="1636650" y="685113"/>
                  </a:lnTo>
                  <a:lnTo>
                    <a:pt x="1626023" y="685113"/>
                  </a:lnTo>
                  <a:lnTo>
                    <a:pt x="1615395" y="685113"/>
                  </a:lnTo>
                  <a:lnTo>
                    <a:pt x="1604768" y="685113"/>
                  </a:lnTo>
                  <a:lnTo>
                    <a:pt x="1594140" y="685113"/>
                  </a:lnTo>
                  <a:lnTo>
                    <a:pt x="1583512" y="685113"/>
                  </a:lnTo>
                  <a:lnTo>
                    <a:pt x="1572885" y="685113"/>
                  </a:lnTo>
                  <a:lnTo>
                    <a:pt x="1562257" y="685113"/>
                  </a:lnTo>
                  <a:lnTo>
                    <a:pt x="1551630" y="685113"/>
                  </a:lnTo>
                  <a:lnTo>
                    <a:pt x="1541002" y="685113"/>
                  </a:lnTo>
                  <a:lnTo>
                    <a:pt x="1530374" y="685113"/>
                  </a:lnTo>
                  <a:lnTo>
                    <a:pt x="1519747" y="685113"/>
                  </a:lnTo>
                  <a:lnTo>
                    <a:pt x="1509119" y="685113"/>
                  </a:lnTo>
                  <a:lnTo>
                    <a:pt x="1498492" y="685113"/>
                  </a:lnTo>
                  <a:lnTo>
                    <a:pt x="1487864" y="685113"/>
                  </a:lnTo>
                  <a:lnTo>
                    <a:pt x="1477236" y="685113"/>
                  </a:lnTo>
                  <a:lnTo>
                    <a:pt x="1466609" y="685113"/>
                  </a:lnTo>
                  <a:lnTo>
                    <a:pt x="1455981" y="685113"/>
                  </a:lnTo>
                  <a:lnTo>
                    <a:pt x="1445354" y="685113"/>
                  </a:lnTo>
                  <a:lnTo>
                    <a:pt x="1434726" y="685113"/>
                  </a:lnTo>
                  <a:lnTo>
                    <a:pt x="1424098" y="685113"/>
                  </a:lnTo>
                  <a:lnTo>
                    <a:pt x="1413471" y="685113"/>
                  </a:lnTo>
                  <a:lnTo>
                    <a:pt x="1402843" y="685113"/>
                  </a:lnTo>
                  <a:lnTo>
                    <a:pt x="1392215" y="685113"/>
                  </a:lnTo>
                  <a:lnTo>
                    <a:pt x="1381588" y="685113"/>
                  </a:lnTo>
                  <a:lnTo>
                    <a:pt x="1370960" y="685113"/>
                  </a:lnTo>
                  <a:lnTo>
                    <a:pt x="1360333" y="685113"/>
                  </a:lnTo>
                  <a:lnTo>
                    <a:pt x="1349705" y="685113"/>
                  </a:lnTo>
                  <a:lnTo>
                    <a:pt x="1339077" y="685113"/>
                  </a:lnTo>
                  <a:lnTo>
                    <a:pt x="1328450" y="685113"/>
                  </a:lnTo>
                  <a:lnTo>
                    <a:pt x="1317822" y="685113"/>
                  </a:lnTo>
                  <a:lnTo>
                    <a:pt x="1307195" y="685113"/>
                  </a:lnTo>
                  <a:lnTo>
                    <a:pt x="1296567" y="685113"/>
                  </a:lnTo>
                  <a:lnTo>
                    <a:pt x="1285939" y="685113"/>
                  </a:lnTo>
                  <a:lnTo>
                    <a:pt x="1275312" y="685113"/>
                  </a:lnTo>
                  <a:lnTo>
                    <a:pt x="1264684" y="685113"/>
                  </a:lnTo>
                  <a:lnTo>
                    <a:pt x="1254057" y="685113"/>
                  </a:lnTo>
                  <a:lnTo>
                    <a:pt x="1243429" y="685113"/>
                  </a:lnTo>
                  <a:lnTo>
                    <a:pt x="1232801" y="685113"/>
                  </a:lnTo>
                  <a:lnTo>
                    <a:pt x="1222174" y="685113"/>
                  </a:lnTo>
                  <a:lnTo>
                    <a:pt x="1211546" y="685113"/>
                  </a:lnTo>
                  <a:lnTo>
                    <a:pt x="1200919" y="685113"/>
                  </a:lnTo>
                  <a:lnTo>
                    <a:pt x="1190291" y="685113"/>
                  </a:lnTo>
                  <a:lnTo>
                    <a:pt x="1179663" y="685113"/>
                  </a:lnTo>
                  <a:lnTo>
                    <a:pt x="1169036" y="685113"/>
                  </a:lnTo>
                  <a:lnTo>
                    <a:pt x="1158408" y="685113"/>
                  </a:lnTo>
                  <a:lnTo>
                    <a:pt x="1147781" y="685113"/>
                  </a:lnTo>
                  <a:lnTo>
                    <a:pt x="1137153" y="685113"/>
                  </a:lnTo>
                  <a:lnTo>
                    <a:pt x="1126525" y="685113"/>
                  </a:lnTo>
                  <a:lnTo>
                    <a:pt x="1115898" y="685113"/>
                  </a:lnTo>
                  <a:lnTo>
                    <a:pt x="1105270" y="685113"/>
                  </a:lnTo>
                  <a:lnTo>
                    <a:pt x="1094643" y="685113"/>
                  </a:lnTo>
                  <a:lnTo>
                    <a:pt x="1084015" y="685113"/>
                  </a:lnTo>
                  <a:lnTo>
                    <a:pt x="1073387" y="685113"/>
                  </a:lnTo>
                  <a:lnTo>
                    <a:pt x="1062760" y="685113"/>
                  </a:lnTo>
                  <a:lnTo>
                    <a:pt x="1052132" y="685113"/>
                  </a:lnTo>
                  <a:lnTo>
                    <a:pt x="1041505" y="685113"/>
                  </a:lnTo>
                  <a:lnTo>
                    <a:pt x="1030877" y="685113"/>
                  </a:lnTo>
                  <a:lnTo>
                    <a:pt x="1020249" y="685113"/>
                  </a:lnTo>
                  <a:lnTo>
                    <a:pt x="1009622" y="685113"/>
                  </a:lnTo>
                  <a:lnTo>
                    <a:pt x="998994" y="685113"/>
                  </a:lnTo>
                  <a:lnTo>
                    <a:pt x="988367" y="685113"/>
                  </a:lnTo>
                  <a:lnTo>
                    <a:pt x="977739" y="685113"/>
                  </a:lnTo>
                  <a:lnTo>
                    <a:pt x="967111" y="685113"/>
                  </a:lnTo>
                  <a:lnTo>
                    <a:pt x="956484" y="685113"/>
                  </a:lnTo>
                  <a:lnTo>
                    <a:pt x="945856" y="685113"/>
                  </a:lnTo>
                  <a:lnTo>
                    <a:pt x="935229" y="685113"/>
                  </a:lnTo>
                  <a:lnTo>
                    <a:pt x="924601" y="685113"/>
                  </a:lnTo>
                  <a:lnTo>
                    <a:pt x="913973" y="685113"/>
                  </a:lnTo>
                  <a:lnTo>
                    <a:pt x="903346" y="685113"/>
                  </a:lnTo>
                  <a:lnTo>
                    <a:pt x="892718" y="685113"/>
                  </a:lnTo>
                  <a:lnTo>
                    <a:pt x="882091" y="685113"/>
                  </a:lnTo>
                  <a:lnTo>
                    <a:pt x="871463" y="685113"/>
                  </a:lnTo>
                  <a:lnTo>
                    <a:pt x="860835" y="685113"/>
                  </a:lnTo>
                  <a:lnTo>
                    <a:pt x="850208" y="685113"/>
                  </a:lnTo>
                  <a:lnTo>
                    <a:pt x="839580" y="685113"/>
                  </a:lnTo>
                  <a:lnTo>
                    <a:pt x="828953" y="685113"/>
                  </a:lnTo>
                  <a:lnTo>
                    <a:pt x="818325" y="685113"/>
                  </a:lnTo>
                  <a:lnTo>
                    <a:pt x="807697" y="685113"/>
                  </a:lnTo>
                  <a:lnTo>
                    <a:pt x="797070" y="685113"/>
                  </a:lnTo>
                  <a:lnTo>
                    <a:pt x="786442" y="685113"/>
                  </a:lnTo>
                  <a:lnTo>
                    <a:pt x="775815" y="685113"/>
                  </a:lnTo>
                  <a:lnTo>
                    <a:pt x="765187" y="685113"/>
                  </a:lnTo>
                  <a:lnTo>
                    <a:pt x="754559" y="685113"/>
                  </a:lnTo>
                  <a:lnTo>
                    <a:pt x="743932" y="685113"/>
                  </a:lnTo>
                  <a:lnTo>
                    <a:pt x="733304" y="685113"/>
                  </a:lnTo>
                  <a:lnTo>
                    <a:pt x="722677" y="685113"/>
                  </a:lnTo>
                  <a:lnTo>
                    <a:pt x="712049" y="685113"/>
                  </a:lnTo>
                  <a:lnTo>
                    <a:pt x="701421" y="685113"/>
                  </a:lnTo>
                  <a:lnTo>
                    <a:pt x="690794" y="685113"/>
                  </a:lnTo>
                  <a:lnTo>
                    <a:pt x="680166" y="685113"/>
                  </a:lnTo>
                  <a:lnTo>
                    <a:pt x="669538" y="685113"/>
                  </a:lnTo>
                  <a:lnTo>
                    <a:pt x="658911" y="685113"/>
                  </a:lnTo>
                  <a:lnTo>
                    <a:pt x="648283" y="685113"/>
                  </a:lnTo>
                  <a:lnTo>
                    <a:pt x="637656" y="685113"/>
                  </a:lnTo>
                  <a:lnTo>
                    <a:pt x="627028" y="685113"/>
                  </a:lnTo>
                  <a:lnTo>
                    <a:pt x="616400" y="685113"/>
                  </a:lnTo>
                  <a:lnTo>
                    <a:pt x="605773" y="685113"/>
                  </a:lnTo>
                  <a:lnTo>
                    <a:pt x="595145" y="685113"/>
                  </a:lnTo>
                  <a:lnTo>
                    <a:pt x="584518" y="685113"/>
                  </a:lnTo>
                  <a:lnTo>
                    <a:pt x="573890" y="685113"/>
                  </a:lnTo>
                  <a:lnTo>
                    <a:pt x="563262" y="685113"/>
                  </a:lnTo>
                  <a:lnTo>
                    <a:pt x="552635" y="685113"/>
                  </a:lnTo>
                  <a:lnTo>
                    <a:pt x="542007" y="685113"/>
                  </a:lnTo>
                  <a:lnTo>
                    <a:pt x="531380" y="685113"/>
                  </a:lnTo>
                  <a:lnTo>
                    <a:pt x="520752" y="685113"/>
                  </a:lnTo>
                  <a:lnTo>
                    <a:pt x="510124" y="685113"/>
                  </a:lnTo>
                  <a:lnTo>
                    <a:pt x="499497" y="685113"/>
                  </a:lnTo>
                  <a:lnTo>
                    <a:pt x="488869" y="685113"/>
                  </a:lnTo>
                  <a:lnTo>
                    <a:pt x="478242" y="685113"/>
                  </a:lnTo>
                  <a:lnTo>
                    <a:pt x="467614" y="685113"/>
                  </a:lnTo>
                  <a:lnTo>
                    <a:pt x="456986" y="685113"/>
                  </a:lnTo>
                  <a:lnTo>
                    <a:pt x="446359" y="685113"/>
                  </a:lnTo>
                  <a:lnTo>
                    <a:pt x="435731" y="685113"/>
                  </a:lnTo>
                  <a:lnTo>
                    <a:pt x="425104" y="685113"/>
                  </a:lnTo>
                  <a:lnTo>
                    <a:pt x="414476" y="685113"/>
                  </a:lnTo>
                  <a:lnTo>
                    <a:pt x="403848" y="685113"/>
                  </a:lnTo>
                  <a:lnTo>
                    <a:pt x="393221" y="685113"/>
                  </a:lnTo>
                  <a:lnTo>
                    <a:pt x="382593" y="685113"/>
                  </a:lnTo>
                  <a:lnTo>
                    <a:pt x="371966" y="685113"/>
                  </a:lnTo>
                  <a:lnTo>
                    <a:pt x="361338" y="685113"/>
                  </a:lnTo>
                  <a:lnTo>
                    <a:pt x="350710" y="685113"/>
                  </a:lnTo>
                  <a:lnTo>
                    <a:pt x="340083" y="685113"/>
                  </a:lnTo>
                  <a:lnTo>
                    <a:pt x="329455" y="685113"/>
                  </a:lnTo>
                  <a:lnTo>
                    <a:pt x="318828" y="685113"/>
                  </a:lnTo>
                  <a:lnTo>
                    <a:pt x="308200" y="685113"/>
                  </a:lnTo>
                  <a:lnTo>
                    <a:pt x="297572" y="685113"/>
                  </a:lnTo>
                  <a:lnTo>
                    <a:pt x="286945" y="685113"/>
                  </a:lnTo>
                  <a:lnTo>
                    <a:pt x="276317" y="685113"/>
                  </a:lnTo>
                  <a:lnTo>
                    <a:pt x="265690" y="685113"/>
                  </a:lnTo>
                  <a:lnTo>
                    <a:pt x="255062" y="685113"/>
                  </a:lnTo>
                  <a:lnTo>
                    <a:pt x="244434" y="685113"/>
                  </a:lnTo>
                  <a:lnTo>
                    <a:pt x="233807" y="685113"/>
                  </a:lnTo>
                  <a:lnTo>
                    <a:pt x="223179" y="685113"/>
                  </a:lnTo>
                  <a:lnTo>
                    <a:pt x="212552" y="685113"/>
                  </a:lnTo>
                  <a:lnTo>
                    <a:pt x="201924" y="685113"/>
                  </a:lnTo>
                  <a:lnTo>
                    <a:pt x="191296" y="685113"/>
                  </a:lnTo>
                  <a:lnTo>
                    <a:pt x="180669" y="685113"/>
                  </a:lnTo>
                  <a:lnTo>
                    <a:pt x="170041" y="685113"/>
                  </a:lnTo>
                  <a:lnTo>
                    <a:pt x="159414" y="685113"/>
                  </a:lnTo>
                  <a:lnTo>
                    <a:pt x="148786" y="685113"/>
                  </a:lnTo>
                  <a:lnTo>
                    <a:pt x="138158" y="685113"/>
                  </a:lnTo>
                  <a:lnTo>
                    <a:pt x="127531" y="685113"/>
                  </a:lnTo>
                  <a:lnTo>
                    <a:pt x="116903" y="685113"/>
                  </a:lnTo>
                  <a:lnTo>
                    <a:pt x="106276" y="685113"/>
                  </a:lnTo>
                  <a:lnTo>
                    <a:pt x="95648" y="685113"/>
                  </a:lnTo>
                  <a:lnTo>
                    <a:pt x="85020" y="685113"/>
                  </a:lnTo>
                  <a:lnTo>
                    <a:pt x="74393" y="685113"/>
                  </a:lnTo>
                  <a:lnTo>
                    <a:pt x="63765" y="685113"/>
                  </a:lnTo>
                  <a:lnTo>
                    <a:pt x="53138" y="685113"/>
                  </a:lnTo>
                  <a:lnTo>
                    <a:pt x="42510" y="685113"/>
                  </a:lnTo>
                  <a:lnTo>
                    <a:pt x="31882" y="685113"/>
                  </a:lnTo>
                  <a:lnTo>
                    <a:pt x="21255" y="685113"/>
                  </a:lnTo>
                  <a:lnTo>
                    <a:pt x="10627" y="685113"/>
                  </a:lnTo>
                  <a:lnTo>
                    <a:pt x="0" y="685113"/>
                  </a:lnTo>
                  <a:close/>
                </a:path>
              </a:pathLst>
            </a:custGeom>
            <a:solidFill>
              <a:srgbClr val="166534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5383051" y="4811989"/>
              <a:ext cx="2104265" cy="682341"/>
            </a:xfrm>
            <a:custGeom>
              <a:avLst/>
              <a:pathLst>
                <a:path w="2104265" h="682341">
                  <a:moveTo>
                    <a:pt x="0" y="682341"/>
                  </a:moveTo>
                  <a:lnTo>
                    <a:pt x="10627" y="681926"/>
                  </a:lnTo>
                  <a:lnTo>
                    <a:pt x="21255" y="681451"/>
                  </a:lnTo>
                  <a:lnTo>
                    <a:pt x="31882" y="680908"/>
                  </a:lnTo>
                  <a:lnTo>
                    <a:pt x="42510" y="680292"/>
                  </a:lnTo>
                  <a:lnTo>
                    <a:pt x="53138" y="679587"/>
                  </a:lnTo>
                  <a:lnTo>
                    <a:pt x="63765" y="678785"/>
                  </a:lnTo>
                  <a:lnTo>
                    <a:pt x="74393" y="677883"/>
                  </a:lnTo>
                  <a:lnTo>
                    <a:pt x="85020" y="676875"/>
                  </a:lnTo>
                  <a:lnTo>
                    <a:pt x="95648" y="675758"/>
                  </a:lnTo>
                  <a:lnTo>
                    <a:pt x="106276" y="674533"/>
                  </a:lnTo>
                  <a:lnTo>
                    <a:pt x="116903" y="673201"/>
                  </a:lnTo>
                  <a:lnTo>
                    <a:pt x="127531" y="671769"/>
                  </a:lnTo>
                  <a:lnTo>
                    <a:pt x="138158" y="670247"/>
                  </a:lnTo>
                  <a:lnTo>
                    <a:pt x="148786" y="668650"/>
                  </a:lnTo>
                  <a:lnTo>
                    <a:pt x="159414" y="666991"/>
                  </a:lnTo>
                  <a:lnTo>
                    <a:pt x="170041" y="665292"/>
                  </a:lnTo>
                  <a:lnTo>
                    <a:pt x="180669" y="663574"/>
                  </a:lnTo>
                  <a:lnTo>
                    <a:pt x="191296" y="661852"/>
                  </a:lnTo>
                  <a:lnTo>
                    <a:pt x="201924" y="660136"/>
                  </a:lnTo>
                  <a:lnTo>
                    <a:pt x="212552" y="658429"/>
                  </a:lnTo>
                  <a:lnTo>
                    <a:pt x="223179" y="656729"/>
                  </a:lnTo>
                  <a:lnTo>
                    <a:pt x="233807" y="655022"/>
                  </a:lnTo>
                  <a:lnTo>
                    <a:pt x="244434" y="653289"/>
                  </a:lnTo>
                  <a:lnTo>
                    <a:pt x="255062" y="651498"/>
                  </a:lnTo>
                  <a:lnTo>
                    <a:pt x="265690" y="649605"/>
                  </a:lnTo>
                  <a:lnTo>
                    <a:pt x="276317" y="647551"/>
                  </a:lnTo>
                  <a:lnTo>
                    <a:pt x="286945" y="645293"/>
                  </a:lnTo>
                  <a:lnTo>
                    <a:pt x="297572" y="642780"/>
                  </a:lnTo>
                  <a:lnTo>
                    <a:pt x="308200" y="639961"/>
                  </a:lnTo>
                  <a:lnTo>
                    <a:pt x="318828" y="636794"/>
                  </a:lnTo>
                  <a:lnTo>
                    <a:pt x="329455" y="633240"/>
                  </a:lnTo>
                  <a:lnTo>
                    <a:pt x="340083" y="629269"/>
                  </a:lnTo>
                  <a:lnTo>
                    <a:pt x="350710" y="624861"/>
                  </a:lnTo>
                  <a:lnTo>
                    <a:pt x="361338" y="620008"/>
                  </a:lnTo>
                  <a:lnTo>
                    <a:pt x="371966" y="614688"/>
                  </a:lnTo>
                  <a:lnTo>
                    <a:pt x="382593" y="608902"/>
                  </a:lnTo>
                  <a:lnTo>
                    <a:pt x="393221" y="602700"/>
                  </a:lnTo>
                  <a:lnTo>
                    <a:pt x="403848" y="596104"/>
                  </a:lnTo>
                  <a:lnTo>
                    <a:pt x="414476" y="589130"/>
                  </a:lnTo>
                  <a:lnTo>
                    <a:pt x="425104" y="581796"/>
                  </a:lnTo>
                  <a:lnTo>
                    <a:pt x="435731" y="574109"/>
                  </a:lnTo>
                  <a:lnTo>
                    <a:pt x="446359" y="566073"/>
                  </a:lnTo>
                  <a:lnTo>
                    <a:pt x="456986" y="557679"/>
                  </a:lnTo>
                  <a:lnTo>
                    <a:pt x="467614" y="548913"/>
                  </a:lnTo>
                  <a:lnTo>
                    <a:pt x="478242" y="539730"/>
                  </a:lnTo>
                  <a:lnTo>
                    <a:pt x="488869" y="530081"/>
                  </a:lnTo>
                  <a:lnTo>
                    <a:pt x="499497" y="519965"/>
                  </a:lnTo>
                  <a:lnTo>
                    <a:pt x="510124" y="509356"/>
                  </a:lnTo>
                  <a:lnTo>
                    <a:pt x="520752" y="498233"/>
                  </a:lnTo>
                  <a:lnTo>
                    <a:pt x="531380" y="486587"/>
                  </a:lnTo>
                  <a:lnTo>
                    <a:pt x="542007" y="474424"/>
                  </a:lnTo>
                  <a:lnTo>
                    <a:pt x="552635" y="461762"/>
                  </a:lnTo>
                  <a:lnTo>
                    <a:pt x="563262" y="448636"/>
                  </a:lnTo>
                  <a:lnTo>
                    <a:pt x="573890" y="435094"/>
                  </a:lnTo>
                  <a:lnTo>
                    <a:pt x="584518" y="421185"/>
                  </a:lnTo>
                  <a:lnTo>
                    <a:pt x="595145" y="406980"/>
                  </a:lnTo>
                  <a:lnTo>
                    <a:pt x="605773" y="392581"/>
                  </a:lnTo>
                  <a:lnTo>
                    <a:pt x="616400" y="378059"/>
                  </a:lnTo>
                  <a:lnTo>
                    <a:pt x="627028" y="363481"/>
                  </a:lnTo>
                  <a:lnTo>
                    <a:pt x="637656" y="348905"/>
                  </a:lnTo>
                  <a:lnTo>
                    <a:pt x="648283" y="334381"/>
                  </a:lnTo>
                  <a:lnTo>
                    <a:pt x="658911" y="319951"/>
                  </a:lnTo>
                  <a:lnTo>
                    <a:pt x="669538" y="305648"/>
                  </a:lnTo>
                  <a:lnTo>
                    <a:pt x="680166" y="291497"/>
                  </a:lnTo>
                  <a:lnTo>
                    <a:pt x="690794" y="277528"/>
                  </a:lnTo>
                  <a:lnTo>
                    <a:pt x="701421" y="263770"/>
                  </a:lnTo>
                  <a:lnTo>
                    <a:pt x="712049" y="250223"/>
                  </a:lnTo>
                  <a:lnTo>
                    <a:pt x="722677" y="236901"/>
                  </a:lnTo>
                  <a:lnTo>
                    <a:pt x="733304" y="223818"/>
                  </a:lnTo>
                  <a:lnTo>
                    <a:pt x="743932" y="210986"/>
                  </a:lnTo>
                  <a:lnTo>
                    <a:pt x="754559" y="198413"/>
                  </a:lnTo>
                  <a:lnTo>
                    <a:pt x="765187" y="186105"/>
                  </a:lnTo>
                  <a:lnTo>
                    <a:pt x="775815" y="174064"/>
                  </a:lnTo>
                  <a:lnTo>
                    <a:pt x="786442" y="162286"/>
                  </a:lnTo>
                  <a:lnTo>
                    <a:pt x="797070" y="150771"/>
                  </a:lnTo>
                  <a:lnTo>
                    <a:pt x="807697" y="139517"/>
                  </a:lnTo>
                  <a:lnTo>
                    <a:pt x="818325" y="128488"/>
                  </a:lnTo>
                  <a:lnTo>
                    <a:pt x="828953" y="117673"/>
                  </a:lnTo>
                  <a:lnTo>
                    <a:pt x="839580" y="107064"/>
                  </a:lnTo>
                  <a:lnTo>
                    <a:pt x="850208" y="96664"/>
                  </a:lnTo>
                  <a:lnTo>
                    <a:pt x="860835" y="86484"/>
                  </a:lnTo>
                  <a:lnTo>
                    <a:pt x="871463" y="76551"/>
                  </a:lnTo>
                  <a:lnTo>
                    <a:pt x="882091" y="66901"/>
                  </a:lnTo>
                  <a:lnTo>
                    <a:pt x="892718" y="57585"/>
                  </a:lnTo>
                  <a:lnTo>
                    <a:pt x="903346" y="48682"/>
                  </a:lnTo>
                  <a:lnTo>
                    <a:pt x="913973" y="40314"/>
                  </a:lnTo>
                  <a:lnTo>
                    <a:pt x="924601" y="32526"/>
                  </a:lnTo>
                  <a:lnTo>
                    <a:pt x="935229" y="25403"/>
                  </a:lnTo>
                  <a:lnTo>
                    <a:pt x="945856" y="19030"/>
                  </a:lnTo>
                  <a:lnTo>
                    <a:pt x="956484" y="13483"/>
                  </a:lnTo>
                  <a:lnTo>
                    <a:pt x="967111" y="8829"/>
                  </a:lnTo>
                  <a:lnTo>
                    <a:pt x="977739" y="5120"/>
                  </a:lnTo>
                  <a:lnTo>
                    <a:pt x="988367" y="2396"/>
                  </a:lnTo>
                  <a:lnTo>
                    <a:pt x="998994" y="679"/>
                  </a:lnTo>
                  <a:lnTo>
                    <a:pt x="1009622" y="0"/>
                  </a:lnTo>
                  <a:lnTo>
                    <a:pt x="1009622" y="0"/>
                  </a:lnTo>
                  <a:lnTo>
                    <a:pt x="1020249" y="420"/>
                  </a:lnTo>
                  <a:lnTo>
                    <a:pt x="1030877" y="1816"/>
                  </a:lnTo>
                  <a:lnTo>
                    <a:pt x="1041505" y="4155"/>
                  </a:lnTo>
                  <a:lnTo>
                    <a:pt x="1052132" y="7404"/>
                  </a:lnTo>
                  <a:lnTo>
                    <a:pt x="1062760" y="11530"/>
                  </a:lnTo>
                  <a:lnTo>
                    <a:pt x="1073387" y="16501"/>
                  </a:lnTo>
                  <a:lnTo>
                    <a:pt x="1084015" y="22290"/>
                  </a:lnTo>
                  <a:lnTo>
                    <a:pt x="1094643" y="28872"/>
                  </a:lnTo>
                  <a:lnTo>
                    <a:pt x="1105270" y="36227"/>
                  </a:lnTo>
                  <a:lnTo>
                    <a:pt x="1115898" y="44351"/>
                  </a:lnTo>
                  <a:lnTo>
                    <a:pt x="1126525" y="53281"/>
                  </a:lnTo>
                  <a:lnTo>
                    <a:pt x="1137153" y="62912"/>
                  </a:lnTo>
                  <a:lnTo>
                    <a:pt x="1147781" y="73211"/>
                  </a:lnTo>
                  <a:lnTo>
                    <a:pt x="1158408" y="84139"/>
                  </a:lnTo>
                  <a:lnTo>
                    <a:pt x="1169036" y="95647"/>
                  </a:lnTo>
                  <a:lnTo>
                    <a:pt x="1179663" y="107680"/>
                  </a:lnTo>
                  <a:lnTo>
                    <a:pt x="1190291" y="120177"/>
                  </a:lnTo>
                  <a:lnTo>
                    <a:pt x="1200919" y="133071"/>
                  </a:lnTo>
                  <a:lnTo>
                    <a:pt x="1211546" y="146294"/>
                  </a:lnTo>
                  <a:lnTo>
                    <a:pt x="1222174" y="159781"/>
                  </a:lnTo>
                  <a:lnTo>
                    <a:pt x="1232801" y="173472"/>
                  </a:lnTo>
                  <a:lnTo>
                    <a:pt x="1243429" y="187280"/>
                  </a:lnTo>
                  <a:lnTo>
                    <a:pt x="1254057" y="201149"/>
                  </a:lnTo>
                  <a:lnTo>
                    <a:pt x="1264684" y="215030"/>
                  </a:lnTo>
                  <a:lnTo>
                    <a:pt x="1275312" y="228881"/>
                  </a:lnTo>
                  <a:lnTo>
                    <a:pt x="1285939" y="242664"/>
                  </a:lnTo>
                  <a:lnTo>
                    <a:pt x="1296567" y="256345"/>
                  </a:lnTo>
                  <a:lnTo>
                    <a:pt x="1307195" y="269897"/>
                  </a:lnTo>
                  <a:lnTo>
                    <a:pt x="1317822" y="283296"/>
                  </a:lnTo>
                  <a:lnTo>
                    <a:pt x="1328450" y="296521"/>
                  </a:lnTo>
                  <a:lnTo>
                    <a:pt x="1339077" y="309539"/>
                  </a:lnTo>
                  <a:lnTo>
                    <a:pt x="1349705" y="322363"/>
                  </a:lnTo>
                  <a:lnTo>
                    <a:pt x="1360333" y="334995"/>
                  </a:lnTo>
                  <a:lnTo>
                    <a:pt x="1370960" y="347443"/>
                  </a:lnTo>
                  <a:lnTo>
                    <a:pt x="1381588" y="359725"/>
                  </a:lnTo>
                  <a:lnTo>
                    <a:pt x="1392215" y="371860"/>
                  </a:lnTo>
                  <a:lnTo>
                    <a:pt x="1402843" y="383877"/>
                  </a:lnTo>
                  <a:lnTo>
                    <a:pt x="1413471" y="395804"/>
                  </a:lnTo>
                  <a:lnTo>
                    <a:pt x="1424098" y="407669"/>
                  </a:lnTo>
                  <a:lnTo>
                    <a:pt x="1434726" y="419498"/>
                  </a:lnTo>
                  <a:lnTo>
                    <a:pt x="1445354" y="431306"/>
                  </a:lnTo>
                  <a:lnTo>
                    <a:pt x="1455981" y="443094"/>
                  </a:lnTo>
                  <a:lnTo>
                    <a:pt x="1466609" y="454848"/>
                  </a:lnTo>
                  <a:lnTo>
                    <a:pt x="1477236" y="466533"/>
                  </a:lnTo>
                  <a:lnTo>
                    <a:pt x="1487864" y="478101"/>
                  </a:lnTo>
                  <a:lnTo>
                    <a:pt x="1498492" y="489493"/>
                  </a:lnTo>
                  <a:lnTo>
                    <a:pt x="1509119" y="500636"/>
                  </a:lnTo>
                  <a:lnTo>
                    <a:pt x="1519747" y="511454"/>
                  </a:lnTo>
                  <a:lnTo>
                    <a:pt x="1530374" y="521873"/>
                  </a:lnTo>
                  <a:lnTo>
                    <a:pt x="1541002" y="531818"/>
                  </a:lnTo>
                  <a:lnTo>
                    <a:pt x="1551630" y="541164"/>
                  </a:lnTo>
                  <a:lnTo>
                    <a:pt x="1562257" y="549929"/>
                  </a:lnTo>
                  <a:lnTo>
                    <a:pt x="1572885" y="558099"/>
                  </a:lnTo>
                  <a:lnTo>
                    <a:pt x="1583512" y="565676"/>
                  </a:lnTo>
                  <a:lnTo>
                    <a:pt x="1594140" y="572681"/>
                  </a:lnTo>
                  <a:lnTo>
                    <a:pt x="1604768" y="579151"/>
                  </a:lnTo>
                  <a:lnTo>
                    <a:pt x="1615395" y="585133"/>
                  </a:lnTo>
                  <a:lnTo>
                    <a:pt x="1626023" y="590684"/>
                  </a:lnTo>
                  <a:lnTo>
                    <a:pt x="1636650" y="595863"/>
                  </a:lnTo>
                  <a:lnTo>
                    <a:pt x="1647278" y="600728"/>
                  </a:lnTo>
                  <a:lnTo>
                    <a:pt x="1657906" y="605309"/>
                  </a:lnTo>
                  <a:lnTo>
                    <a:pt x="1668533" y="609686"/>
                  </a:lnTo>
                  <a:lnTo>
                    <a:pt x="1679161" y="613892"/>
                  </a:lnTo>
                  <a:lnTo>
                    <a:pt x="1689788" y="617950"/>
                  </a:lnTo>
                  <a:lnTo>
                    <a:pt x="1700416" y="621873"/>
                  </a:lnTo>
                  <a:lnTo>
                    <a:pt x="1711044" y="625666"/>
                  </a:lnTo>
                  <a:lnTo>
                    <a:pt x="1721671" y="629328"/>
                  </a:lnTo>
                  <a:lnTo>
                    <a:pt x="1732299" y="632852"/>
                  </a:lnTo>
                  <a:lnTo>
                    <a:pt x="1742926" y="636232"/>
                  </a:lnTo>
                  <a:lnTo>
                    <a:pt x="1753554" y="639457"/>
                  </a:lnTo>
                  <a:lnTo>
                    <a:pt x="1764182" y="642499"/>
                  </a:lnTo>
                  <a:lnTo>
                    <a:pt x="1774809" y="645369"/>
                  </a:lnTo>
                  <a:lnTo>
                    <a:pt x="1785437" y="648066"/>
                  </a:lnTo>
                  <a:lnTo>
                    <a:pt x="1796064" y="650590"/>
                  </a:lnTo>
                  <a:lnTo>
                    <a:pt x="1806692" y="652944"/>
                  </a:lnTo>
                  <a:lnTo>
                    <a:pt x="1817320" y="655134"/>
                  </a:lnTo>
                  <a:lnTo>
                    <a:pt x="1827947" y="657168"/>
                  </a:lnTo>
                  <a:lnTo>
                    <a:pt x="1838575" y="659056"/>
                  </a:lnTo>
                  <a:lnTo>
                    <a:pt x="1849202" y="660808"/>
                  </a:lnTo>
                  <a:lnTo>
                    <a:pt x="1859830" y="662436"/>
                  </a:lnTo>
                  <a:lnTo>
                    <a:pt x="1870458" y="663939"/>
                  </a:lnTo>
                  <a:lnTo>
                    <a:pt x="1881085" y="665343"/>
                  </a:lnTo>
                  <a:lnTo>
                    <a:pt x="1891713" y="666658"/>
                  </a:lnTo>
                  <a:lnTo>
                    <a:pt x="1902340" y="667893"/>
                  </a:lnTo>
                  <a:lnTo>
                    <a:pt x="1912968" y="669057"/>
                  </a:lnTo>
                  <a:lnTo>
                    <a:pt x="1923596" y="670157"/>
                  </a:lnTo>
                  <a:lnTo>
                    <a:pt x="1934223" y="671199"/>
                  </a:lnTo>
                  <a:lnTo>
                    <a:pt x="1944851" y="672190"/>
                  </a:lnTo>
                  <a:lnTo>
                    <a:pt x="1955478" y="673134"/>
                  </a:lnTo>
                  <a:lnTo>
                    <a:pt x="1966106" y="674034"/>
                  </a:lnTo>
                  <a:lnTo>
                    <a:pt x="1976734" y="674890"/>
                  </a:lnTo>
                  <a:lnTo>
                    <a:pt x="1987361" y="675706"/>
                  </a:lnTo>
                  <a:lnTo>
                    <a:pt x="1997989" y="676485"/>
                  </a:lnTo>
                  <a:lnTo>
                    <a:pt x="2008616" y="677227"/>
                  </a:lnTo>
                  <a:lnTo>
                    <a:pt x="2019244" y="677932"/>
                  </a:lnTo>
                  <a:lnTo>
                    <a:pt x="2029872" y="678601"/>
                  </a:lnTo>
                  <a:lnTo>
                    <a:pt x="2040499" y="679232"/>
                  </a:lnTo>
                  <a:lnTo>
                    <a:pt x="2051127" y="679827"/>
                  </a:lnTo>
                  <a:lnTo>
                    <a:pt x="2061754" y="680385"/>
                  </a:lnTo>
                  <a:lnTo>
                    <a:pt x="2072382" y="680907"/>
                  </a:lnTo>
                  <a:lnTo>
                    <a:pt x="2083010" y="681388"/>
                  </a:lnTo>
                  <a:lnTo>
                    <a:pt x="2093637" y="681835"/>
                  </a:lnTo>
                  <a:lnTo>
                    <a:pt x="2104265" y="682247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14957947" y="5688668"/>
              <a:ext cx="2848197" cy="460923"/>
            </a:xfrm>
            <a:custGeom>
              <a:avLst/>
              <a:pathLst>
                <a:path w="2848197" h="460923">
                  <a:moveTo>
                    <a:pt x="0" y="458179"/>
                  </a:moveTo>
                  <a:lnTo>
                    <a:pt x="10627" y="458035"/>
                  </a:lnTo>
                  <a:lnTo>
                    <a:pt x="21255" y="457903"/>
                  </a:lnTo>
                  <a:lnTo>
                    <a:pt x="31882" y="457780"/>
                  </a:lnTo>
                  <a:lnTo>
                    <a:pt x="42510" y="457660"/>
                  </a:lnTo>
                  <a:lnTo>
                    <a:pt x="53138" y="457538"/>
                  </a:lnTo>
                  <a:lnTo>
                    <a:pt x="63765" y="457408"/>
                  </a:lnTo>
                  <a:lnTo>
                    <a:pt x="74393" y="457262"/>
                  </a:lnTo>
                  <a:lnTo>
                    <a:pt x="85020" y="457096"/>
                  </a:lnTo>
                  <a:lnTo>
                    <a:pt x="95648" y="456905"/>
                  </a:lnTo>
                  <a:lnTo>
                    <a:pt x="106276" y="456684"/>
                  </a:lnTo>
                  <a:lnTo>
                    <a:pt x="116903" y="456428"/>
                  </a:lnTo>
                  <a:lnTo>
                    <a:pt x="127531" y="456133"/>
                  </a:lnTo>
                  <a:lnTo>
                    <a:pt x="138158" y="455795"/>
                  </a:lnTo>
                  <a:lnTo>
                    <a:pt x="148786" y="455411"/>
                  </a:lnTo>
                  <a:lnTo>
                    <a:pt x="159414" y="454974"/>
                  </a:lnTo>
                  <a:lnTo>
                    <a:pt x="170041" y="454480"/>
                  </a:lnTo>
                  <a:lnTo>
                    <a:pt x="180669" y="453931"/>
                  </a:lnTo>
                  <a:lnTo>
                    <a:pt x="191296" y="453324"/>
                  </a:lnTo>
                  <a:lnTo>
                    <a:pt x="201924" y="452660"/>
                  </a:lnTo>
                  <a:lnTo>
                    <a:pt x="212552" y="451941"/>
                  </a:lnTo>
                  <a:lnTo>
                    <a:pt x="223179" y="451169"/>
                  </a:lnTo>
                  <a:lnTo>
                    <a:pt x="233807" y="450350"/>
                  </a:lnTo>
                  <a:lnTo>
                    <a:pt x="244434" y="449490"/>
                  </a:lnTo>
                  <a:lnTo>
                    <a:pt x="255062" y="448596"/>
                  </a:lnTo>
                  <a:lnTo>
                    <a:pt x="265690" y="447674"/>
                  </a:lnTo>
                  <a:lnTo>
                    <a:pt x="276317" y="446734"/>
                  </a:lnTo>
                  <a:lnTo>
                    <a:pt x="286945" y="445783"/>
                  </a:lnTo>
                  <a:lnTo>
                    <a:pt x="297572" y="444825"/>
                  </a:lnTo>
                  <a:lnTo>
                    <a:pt x="308200" y="443862"/>
                  </a:lnTo>
                  <a:lnTo>
                    <a:pt x="318828" y="442893"/>
                  </a:lnTo>
                  <a:lnTo>
                    <a:pt x="329455" y="441913"/>
                  </a:lnTo>
                  <a:lnTo>
                    <a:pt x="340083" y="440917"/>
                  </a:lnTo>
                  <a:lnTo>
                    <a:pt x="350710" y="439896"/>
                  </a:lnTo>
                  <a:lnTo>
                    <a:pt x="361338" y="438842"/>
                  </a:lnTo>
                  <a:lnTo>
                    <a:pt x="371966" y="437742"/>
                  </a:lnTo>
                  <a:lnTo>
                    <a:pt x="382593" y="436585"/>
                  </a:lnTo>
                  <a:lnTo>
                    <a:pt x="393221" y="435365"/>
                  </a:lnTo>
                  <a:lnTo>
                    <a:pt x="403848" y="434077"/>
                  </a:lnTo>
                  <a:lnTo>
                    <a:pt x="414476" y="432717"/>
                  </a:lnTo>
                  <a:lnTo>
                    <a:pt x="425104" y="431280"/>
                  </a:lnTo>
                  <a:lnTo>
                    <a:pt x="435731" y="429767"/>
                  </a:lnTo>
                  <a:lnTo>
                    <a:pt x="446359" y="428176"/>
                  </a:lnTo>
                  <a:lnTo>
                    <a:pt x="456986" y="426507"/>
                  </a:lnTo>
                  <a:lnTo>
                    <a:pt x="467614" y="424762"/>
                  </a:lnTo>
                  <a:lnTo>
                    <a:pt x="478242" y="422936"/>
                  </a:lnTo>
                  <a:lnTo>
                    <a:pt x="488869" y="421028"/>
                  </a:lnTo>
                  <a:lnTo>
                    <a:pt x="499497" y="419041"/>
                  </a:lnTo>
                  <a:lnTo>
                    <a:pt x="510124" y="416974"/>
                  </a:lnTo>
                  <a:lnTo>
                    <a:pt x="520752" y="414823"/>
                  </a:lnTo>
                  <a:lnTo>
                    <a:pt x="531380" y="412586"/>
                  </a:lnTo>
                  <a:lnTo>
                    <a:pt x="542007" y="410259"/>
                  </a:lnTo>
                  <a:lnTo>
                    <a:pt x="552635" y="407838"/>
                  </a:lnTo>
                  <a:lnTo>
                    <a:pt x="563262" y="405319"/>
                  </a:lnTo>
                  <a:lnTo>
                    <a:pt x="573890" y="402699"/>
                  </a:lnTo>
                  <a:lnTo>
                    <a:pt x="584518" y="399967"/>
                  </a:lnTo>
                  <a:lnTo>
                    <a:pt x="595145" y="397113"/>
                  </a:lnTo>
                  <a:lnTo>
                    <a:pt x="605773" y="394135"/>
                  </a:lnTo>
                  <a:lnTo>
                    <a:pt x="616400" y="391019"/>
                  </a:lnTo>
                  <a:lnTo>
                    <a:pt x="627028" y="387747"/>
                  </a:lnTo>
                  <a:lnTo>
                    <a:pt x="637656" y="384295"/>
                  </a:lnTo>
                  <a:lnTo>
                    <a:pt x="648283" y="380638"/>
                  </a:lnTo>
                  <a:lnTo>
                    <a:pt x="658911" y="376746"/>
                  </a:lnTo>
                  <a:lnTo>
                    <a:pt x="669538" y="372589"/>
                  </a:lnTo>
                  <a:lnTo>
                    <a:pt x="680166" y="368137"/>
                  </a:lnTo>
                  <a:lnTo>
                    <a:pt x="690794" y="363348"/>
                  </a:lnTo>
                  <a:lnTo>
                    <a:pt x="701421" y="358197"/>
                  </a:lnTo>
                  <a:lnTo>
                    <a:pt x="712049" y="352705"/>
                  </a:lnTo>
                  <a:lnTo>
                    <a:pt x="722677" y="346882"/>
                  </a:lnTo>
                  <a:lnTo>
                    <a:pt x="733304" y="340752"/>
                  </a:lnTo>
                  <a:lnTo>
                    <a:pt x="743932" y="334350"/>
                  </a:lnTo>
                  <a:lnTo>
                    <a:pt x="754559" y="327721"/>
                  </a:lnTo>
                  <a:lnTo>
                    <a:pt x="765187" y="320920"/>
                  </a:lnTo>
                  <a:lnTo>
                    <a:pt x="775815" y="314004"/>
                  </a:lnTo>
                  <a:lnTo>
                    <a:pt x="786442" y="307034"/>
                  </a:lnTo>
                  <a:lnTo>
                    <a:pt x="797070" y="300069"/>
                  </a:lnTo>
                  <a:lnTo>
                    <a:pt x="807697" y="293168"/>
                  </a:lnTo>
                  <a:lnTo>
                    <a:pt x="818325" y="286367"/>
                  </a:lnTo>
                  <a:lnTo>
                    <a:pt x="828953" y="279690"/>
                  </a:lnTo>
                  <a:lnTo>
                    <a:pt x="839580" y="273148"/>
                  </a:lnTo>
                  <a:lnTo>
                    <a:pt x="850208" y="266738"/>
                  </a:lnTo>
                  <a:lnTo>
                    <a:pt x="860835" y="260448"/>
                  </a:lnTo>
                  <a:lnTo>
                    <a:pt x="871463" y="254256"/>
                  </a:lnTo>
                  <a:lnTo>
                    <a:pt x="882091" y="248128"/>
                  </a:lnTo>
                  <a:lnTo>
                    <a:pt x="892718" y="242030"/>
                  </a:lnTo>
                  <a:lnTo>
                    <a:pt x="903346" y="235918"/>
                  </a:lnTo>
                  <a:lnTo>
                    <a:pt x="913973" y="229741"/>
                  </a:lnTo>
                  <a:lnTo>
                    <a:pt x="924601" y="223464"/>
                  </a:lnTo>
                  <a:lnTo>
                    <a:pt x="935229" y="217054"/>
                  </a:lnTo>
                  <a:lnTo>
                    <a:pt x="945856" y="210484"/>
                  </a:lnTo>
                  <a:lnTo>
                    <a:pt x="956484" y="203737"/>
                  </a:lnTo>
                  <a:lnTo>
                    <a:pt x="967111" y="196805"/>
                  </a:lnTo>
                  <a:lnTo>
                    <a:pt x="977739" y="189689"/>
                  </a:lnTo>
                  <a:lnTo>
                    <a:pt x="988367" y="182402"/>
                  </a:lnTo>
                  <a:lnTo>
                    <a:pt x="998994" y="174968"/>
                  </a:lnTo>
                  <a:lnTo>
                    <a:pt x="1009622" y="167421"/>
                  </a:lnTo>
                  <a:lnTo>
                    <a:pt x="1020249" y="159813"/>
                  </a:lnTo>
                  <a:lnTo>
                    <a:pt x="1030877" y="152210"/>
                  </a:lnTo>
                  <a:lnTo>
                    <a:pt x="1041505" y="144672"/>
                  </a:lnTo>
                  <a:lnTo>
                    <a:pt x="1052132" y="137254"/>
                  </a:lnTo>
                  <a:lnTo>
                    <a:pt x="1062760" y="130008"/>
                  </a:lnTo>
                  <a:lnTo>
                    <a:pt x="1073387" y="122975"/>
                  </a:lnTo>
                  <a:lnTo>
                    <a:pt x="1084015" y="116183"/>
                  </a:lnTo>
                  <a:lnTo>
                    <a:pt x="1094643" y="109641"/>
                  </a:lnTo>
                  <a:lnTo>
                    <a:pt x="1105270" y="103340"/>
                  </a:lnTo>
                  <a:lnTo>
                    <a:pt x="1115898" y="97261"/>
                  </a:lnTo>
                  <a:lnTo>
                    <a:pt x="1126525" y="91360"/>
                  </a:lnTo>
                  <a:lnTo>
                    <a:pt x="1137153" y="85564"/>
                  </a:lnTo>
                  <a:lnTo>
                    <a:pt x="1147781" y="79818"/>
                  </a:lnTo>
                  <a:lnTo>
                    <a:pt x="1158408" y="74073"/>
                  </a:lnTo>
                  <a:lnTo>
                    <a:pt x="1169036" y="68297"/>
                  </a:lnTo>
                  <a:lnTo>
                    <a:pt x="1179663" y="62473"/>
                  </a:lnTo>
                  <a:lnTo>
                    <a:pt x="1190291" y="56610"/>
                  </a:lnTo>
                  <a:lnTo>
                    <a:pt x="1200919" y="50737"/>
                  </a:lnTo>
                  <a:lnTo>
                    <a:pt x="1211546" y="44907"/>
                  </a:lnTo>
                  <a:lnTo>
                    <a:pt x="1222174" y="39198"/>
                  </a:lnTo>
                  <a:lnTo>
                    <a:pt x="1232801" y="33726"/>
                  </a:lnTo>
                  <a:lnTo>
                    <a:pt x="1243429" y="28569"/>
                  </a:lnTo>
                  <a:lnTo>
                    <a:pt x="1254057" y="23812"/>
                  </a:lnTo>
                  <a:lnTo>
                    <a:pt x="1264684" y="19523"/>
                  </a:lnTo>
                  <a:lnTo>
                    <a:pt x="1275312" y="15756"/>
                  </a:lnTo>
                  <a:lnTo>
                    <a:pt x="1285939" y="12538"/>
                  </a:lnTo>
                  <a:lnTo>
                    <a:pt x="1296567" y="9878"/>
                  </a:lnTo>
                  <a:lnTo>
                    <a:pt x="1307195" y="7756"/>
                  </a:lnTo>
                  <a:lnTo>
                    <a:pt x="1317822" y="6133"/>
                  </a:lnTo>
                  <a:lnTo>
                    <a:pt x="1328450" y="4963"/>
                  </a:lnTo>
                  <a:lnTo>
                    <a:pt x="1339077" y="4183"/>
                  </a:lnTo>
                  <a:lnTo>
                    <a:pt x="1349705" y="3671"/>
                  </a:lnTo>
                  <a:lnTo>
                    <a:pt x="1360333" y="3349"/>
                  </a:lnTo>
                  <a:lnTo>
                    <a:pt x="1370960" y="3142"/>
                  </a:lnTo>
                  <a:lnTo>
                    <a:pt x="1381588" y="2986"/>
                  </a:lnTo>
                  <a:lnTo>
                    <a:pt x="1392215" y="2829"/>
                  </a:lnTo>
                  <a:lnTo>
                    <a:pt x="1402843" y="2635"/>
                  </a:lnTo>
                  <a:lnTo>
                    <a:pt x="1413471" y="2383"/>
                  </a:lnTo>
                  <a:lnTo>
                    <a:pt x="1424098" y="2066"/>
                  </a:lnTo>
                  <a:lnTo>
                    <a:pt x="1434726" y="1692"/>
                  </a:lnTo>
                  <a:lnTo>
                    <a:pt x="1445354" y="1285"/>
                  </a:lnTo>
                  <a:lnTo>
                    <a:pt x="1455981" y="883"/>
                  </a:lnTo>
                  <a:lnTo>
                    <a:pt x="1466609" y="521"/>
                  </a:lnTo>
                  <a:lnTo>
                    <a:pt x="1477236" y="234"/>
                  </a:lnTo>
                  <a:lnTo>
                    <a:pt x="1487864" y="52"/>
                  </a:lnTo>
                  <a:lnTo>
                    <a:pt x="1498492" y="0"/>
                  </a:lnTo>
                  <a:lnTo>
                    <a:pt x="1509119" y="90"/>
                  </a:lnTo>
                  <a:lnTo>
                    <a:pt x="1519747" y="330"/>
                  </a:lnTo>
                  <a:lnTo>
                    <a:pt x="1530374" y="714"/>
                  </a:lnTo>
                  <a:lnTo>
                    <a:pt x="1541002" y="1233"/>
                  </a:lnTo>
                  <a:lnTo>
                    <a:pt x="1551630" y="1876"/>
                  </a:lnTo>
                  <a:lnTo>
                    <a:pt x="1562257" y="2613"/>
                  </a:lnTo>
                  <a:lnTo>
                    <a:pt x="1572885" y="3434"/>
                  </a:lnTo>
                  <a:lnTo>
                    <a:pt x="1583512" y="4336"/>
                  </a:lnTo>
                  <a:lnTo>
                    <a:pt x="1594140" y="5330"/>
                  </a:lnTo>
                  <a:lnTo>
                    <a:pt x="1604768" y="6437"/>
                  </a:lnTo>
                  <a:lnTo>
                    <a:pt x="1615395" y="7695"/>
                  </a:lnTo>
                  <a:lnTo>
                    <a:pt x="1626023" y="9148"/>
                  </a:lnTo>
                  <a:lnTo>
                    <a:pt x="1636650" y="10853"/>
                  </a:lnTo>
                  <a:lnTo>
                    <a:pt x="1647278" y="12875"/>
                  </a:lnTo>
                  <a:lnTo>
                    <a:pt x="1657906" y="15317"/>
                  </a:lnTo>
                  <a:lnTo>
                    <a:pt x="1668533" y="18193"/>
                  </a:lnTo>
                  <a:lnTo>
                    <a:pt x="1679161" y="21542"/>
                  </a:lnTo>
                  <a:lnTo>
                    <a:pt x="1689788" y="25390"/>
                  </a:lnTo>
                  <a:lnTo>
                    <a:pt x="1700416" y="29745"/>
                  </a:lnTo>
                  <a:lnTo>
                    <a:pt x="1711044" y="34602"/>
                  </a:lnTo>
                  <a:lnTo>
                    <a:pt x="1721671" y="39944"/>
                  </a:lnTo>
                  <a:lnTo>
                    <a:pt x="1732299" y="45741"/>
                  </a:lnTo>
                  <a:lnTo>
                    <a:pt x="1742926" y="51953"/>
                  </a:lnTo>
                  <a:lnTo>
                    <a:pt x="1753554" y="58539"/>
                  </a:lnTo>
                  <a:lnTo>
                    <a:pt x="1764182" y="65471"/>
                  </a:lnTo>
                  <a:lnTo>
                    <a:pt x="1774809" y="72652"/>
                  </a:lnTo>
                  <a:lnTo>
                    <a:pt x="1785437" y="80031"/>
                  </a:lnTo>
                  <a:lnTo>
                    <a:pt x="1796064" y="87554"/>
                  </a:lnTo>
                  <a:lnTo>
                    <a:pt x="1806692" y="95174"/>
                  </a:lnTo>
                  <a:lnTo>
                    <a:pt x="1817320" y="102849"/>
                  </a:lnTo>
                  <a:lnTo>
                    <a:pt x="1827947" y="110544"/>
                  </a:lnTo>
                  <a:lnTo>
                    <a:pt x="1838575" y="118235"/>
                  </a:lnTo>
                  <a:lnTo>
                    <a:pt x="1849202" y="125909"/>
                  </a:lnTo>
                  <a:lnTo>
                    <a:pt x="1859830" y="133567"/>
                  </a:lnTo>
                  <a:lnTo>
                    <a:pt x="1870458" y="141227"/>
                  </a:lnTo>
                  <a:lnTo>
                    <a:pt x="1881085" y="148921"/>
                  </a:lnTo>
                  <a:lnTo>
                    <a:pt x="1891713" y="156687"/>
                  </a:lnTo>
                  <a:lnTo>
                    <a:pt x="1902340" y="164565"/>
                  </a:lnTo>
                  <a:lnTo>
                    <a:pt x="1912968" y="172590"/>
                  </a:lnTo>
                  <a:lnTo>
                    <a:pt x="1923596" y="180793"/>
                  </a:lnTo>
                  <a:lnTo>
                    <a:pt x="1934223" y="189189"/>
                  </a:lnTo>
                  <a:lnTo>
                    <a:pt x="1944851" y="197782"/>
                  </a:lnTo>
                  <a:lnTo>
                    <a:pt x="1955478" y="206555"/>
                  </a:lnTo>
                  <a:lnTo>
                    <a:pt x="1966106" y="215475"/>
                  </a:lnTo>
                  <a:lnTo>
                    <a:pt x="1976734" y="224493"/>
                  </a:lnTo>
                  <a:lnTo>
                    <a:pt x="1987361" y="233521"/>
                  </a:lnTo>
                  <a:lnTo>
                    <a:pt x="1997989" y="242482"/>
                  </a:lnTo>
                  <a:lnTo>
                    <a:pt x="2008616" y="251297"/>
                  </a:lnTo>
                  <a:lnTo>
                    <a:pt x="2019244" y="259888"/>
                  </a:lnTo>
                  <a:lnTo>
                    <a:pt x="2029872" y="268183"/>
                  </a:lnTo>
                  <a:lnTo>
                    <a:pt x="2040499" y="276122"/>
                  </a:lnTo>
                  <a:lnTo>
                    <a:pt x="2051127" y="283653"/>
                  </a:lnTo>
                  <a:lnTo>
                    <a:pt x="2061754" y="290745"/>
                  </a:lnTo>
                  <a:lnTo>
                    <a:pt x="2072382" y="297379"/>
                  </a:lnTo>
                  <a:lnTo>
                    <a:pt x="2083010" y="303504"/>
                  </a:lnTo>
                  <a:lnTo>
                    <a:pt x="2093637" y="309202"/>
                  </a:lnTo>
                  <a:lnTo>
                    <a:pt x="2104265" y="314517"/>
                  </a:lnTo>
                  <a:lnTo>
                    <a:pt x="2114892" y="319501"/>
                  </a:lnTo>
                  <a:lnTo>
                    <a:pt x="2125520" y="324219"/>
                  </a:lnTo>
                  <a:lnTo>
                    <a:pt x="2136148" y="328741"/>
                  </a:lnTo>
                  <a:lnTo>
                    <a:pt x="2146775" y="333135"/>
                  </a:lnTo>
                  <a:lnTo>
                    <a:pt x="2157403" y="337469"/>
                  </a:lnTo>
                  <a:lnTo>
                    <a:pt x="2168031" y="341803"/>
                  </a:lnTo>
                  <a:lnTo>
                    <a:pt x="2178658" y="346183"/>
                  </a:lnTo>
                  <a:lnTo>
                    <a:pt x="2189286" y="350657"/>
                  </a:lnTo>
                  <a:lnTo>
                    <a:pt x="2199913" y="355229"/>
                  </a:lnTo>
                  <a:lnTo>
                    <a:pt x="2210541" y="359893"/>
                  </a:lnTo>
                  <a:lnTo>
                    <a:pt x="2221169" y="364630"/>
                  </a:lnTo>
                  <a:lnTo>
                    <a:pt x="2231796" y="369408"/>
                  </a:lnTo>
                  <a:lnTo>
                    <a:pt x="2242424" y="374188"/>
                  </a:lnTo>
                  <a:lnTo>
                    <a:pt x="2253051" y="378924"/>
                  </a:lnTo>
                  <a:lnTo>
                    <a:pt x="2263679" y="383570"/>
                  </a:lnTo>
                  <a:lnTo>
                    <a:pt x="2274307" y="388078"/>
                  </a:lnTo>
                  <a:lnTo>
                    <a:pt x="2284934" y="392407"/>
                  </a:lnTo>
                  <a:lnTo>
                    <a:pt x="2295562" y="396488"/>
                  </a:lnTo>
                  <a:lnTo>
                    <a:pt x="2306189" y="400313"/>
                  </a:lnTo>
                  <a:lnTo>
                    <a:pt x="2316817" y="403863"/>
                  </a:lnTo>
                  <a:lnTo>
                    <a:pt x="2327445" y="407127"/>
                  </a:lnTo>
                  <a:lnTo>
                    <a:pt x="2338072" y="410101"/>
                  </a:lnTo>
                  <a:lnTo>
                    <a:pt x="2348700" y="412790"/>
                  </a:lnTo>
                  <a:lnTo>
                    <a:pt x="2359327" y="415205"/>
                  </a:lnTo>
                  <a:lnTo>
                    <a:pt x="2369955" y="417365"/>
                  </a:lnTo>
                  <a:lnTo>
                    <a:pt x="2380583" y="419293"/>
                  </a:lnTo>
                  <a:lnTo>
                    <a:pt x="2391210" y="421018"/>
                  </a:lnTo>
                  <a:lnTo>
                    <a:pt x="2401838" y="422560"/>
                  </a:lnTo>
                  <a:lnTo>
                    <a:pt x="2412465" y="423974"/>
                  </a:lnTo>
                  <a:lnTo>
                    <a:pt x="2423093" y="425295"/>
                  </a:lnTo>
                  <a:lnTo>
                    <a:pt x="2433721" y="426554"/>
                  </a:lnTo>
                  <a:lnTo>
                    <a:pt x="2444348" y="427777"/>
                  </a:lnTo>
                  <a:lnTo>
                    <a:pt x="2454976" y="428986"/>
                  </a:lnTo>
                  <a:lnTo>
                    <a:pt x="2465603" y="430198"/>
                  </a:lnTo>
                  <a:lnTo>
                    <a:pt x="2476231" y="431424"/>
                  </a:lnTo>
                  <a:lnTo>
                    <a:pt x="2486859" y="432670"/>
                  </a:lnTo>
                  <a:lnTo>
                    <a:pt x="2497486" y="433936"/>
                  </a:lnTo>
                  <a:lnTo>
                    <a:pt x="2508114" y="435222"/>
                  </a:lnTo>
                  <a:lnTo>
                    <a:pt x="2518741" y="436519"/>
                  </a:lnTo>
                  <a:lnTo>
                    <a:pt x="2529369" y="437818"/>
                  </a:lnTo>
                  <a:lnTo>
                    <a:pt x="2539997" y="439113"/>
                  </a:lnTo>
                  <a:lnTo>
                    <a:pt x="2550624" y="440395"/>
                  </a:lnTo>
                  <a:lnTo>
                    <a:pt x="2561252" y="441656"/>
                  </a:lnTo>
                  <a:lnTo>
                    <a:pt x="2571879" y="442890"/>
                  </a:lnTo>
                  <a:lnTo>
                    <a:pt x="2582507" y="444091"/>
                  </a:lnTo>
                  <a:lnTo>
                    <a:pt x="2593135" y="445254"/>
                  </a:lnTo>
                  <a:lnTo>
                    <a:pt x="2603762" y="446375"/>
                  </a:lnTo>
                  <a:lnTo>
                    <a:pt x="2614390" y="447446"/>
                  </a:lnTo>
                  <a:lnTo>
                    <a:pt x="2625017" y="448468"/>
                  </a:lnTo>
                  <a:lnTo>
                    <a:pt x="2635645" y="449439"/>
                  </a:lnTo>
                  <a:lnTo>
                    <a:pt x="2646273" y="450358"/>
                  </a:lnTo>
                  <a:lnTo>
                    <a:pt x="2656900" y="451223"/>
                  </a:lnTo>
                  <a:lnTo>
                    <a:pt x="2667528" y="452032"/>
                  </a:lnTo>
                  <a:lnTo>
                    <a:pt x="2678155" y="452785"/>
                  </a:lnTo>
                  <a:lnTo>
                    <a:pt x="2688783" y="453481"/>
                  </a:lnTo>
                  <a:lnTo>
                    <a:pt x="2699411" y="454118"/>
                  </a:lnTo>
                  <a:lnTo>
                    <a:pt x="2710038" y="454697"/>
                  </a:lnTo>
                  <a:lnTo>
                    <a:pt x="2720666" y="455211"/>
                  </a:lnTo>
                  <a:lnTo>
                    <a:pt x="2731293" y="455668"/>
                  </a:lnTo>
                  <a:lnTo>
                    <a:pt x="2741921" y="456069"/>
                  </a:lnTo>
                  <a:lnTo>
                    <a:pt x="2752549" y="456419"/>
                  </a:lnTo>
                  <a:lnTo>
                    <a:pt x="2763176" y="456721"/>
                  </a:lnTo>
                  <a:lnTo>
                    <a:pt x="2773804" y="456980"/>
                  </a:lnTo>
                  <a:lnTo>
                    <a:pt x="2784431" y="457202"/>
                  </a:lnTo>
                  <a:lnTo>
                    <a:pt x="2795059" y="457393"/>
                  </a:lnTo>
                  <a:lnTo>
                    <a:pt x="2805687" y="457559"/>
                  </a:lnTo>
                  <a:lnTo>
                    <a:pt x="2816314" y="457707"/>
                  </a:lnTo>
                  <a:lnTo>
                    <a:pt x="2826942" y="457843"/>
                  </a:lnTo>
                  <a:lnTo>
                    <a:pt x="2837569" y="457973"/>
                  </a:lnTo>
                  <a:lnTo>
                    <a:pt x="2848197" y="458102"/>
                  </a:lnTo>
                  <a:lnTo>
                    <a:pt x="2848197" y="460923"/>
                  </a:lnTo>
                  <a:lnTo>
                    <a:pt x="2837569" y="460923"/>
                  </a:lnTo>
                  <a:lnTo>
                    <a:pt x="2826942" y="460923"/>
                  </a:lnTo>
                  <a:lnTo>
                    <a:pt x="2816314" y="460923"/>
                  </a:lnTo>
                  <a:lnTo>
                    <a:pt x="2805687" y="460923"/>
                  </a:lnTo>
                  <a:lnTo>
                    <a:pt x="2795059" y="460923"/>
                  </a:lnTo>
                  <a:lnTo>
                    <a:pt x="2784431" y="460923"/>
                  </a:lnTo>
                  <a:lnTo>
                    <a:pt x="2773804" y="460923"/>
                  </a:lnTo>
                  <a:lnTo>
                    <a:pt x="2763176" y="460923"/>
                  </a:lnTo>
                  <a:lnTo>
                    <a:pt x="2752549" y="460923"/>
                  </a:lnTo>
                  <a:lnTo>
                    <a:pt x="2741921" y="460923"/>
                  </a:lnTo>
                  <a:lnTo>
                    <a:pt x="2731293" y="460923"/>
                  </a:lnTo>
                  <a:lnTo>
                    <a:pt x="2720666" y="460923"/>
                  </a:lnTo>
                  <a:lnTo>
                    <a:pt x="2710038" y="460923"/>
                  </a:lnTo>
                  <a:lnTo>
                    <a:pt x="2699411" y="460923"/>
                  </a:lnTo>
                  <a:lnTo>
                    <a:pt x="2688783" y="460923"/>
                  </a:lnTo>
                  <a:lnTo>
                    <a:pt x="2678155" y="460923"/>
                  </a:lnTo>
                  <a:lnTo>
                    <a:pt x="2667528" y="460923"/>
                  </a:lnTo>
                  <a:lnTo>
                    <a:pt x="2656900" y="460923"/>
                  </a:lnTo>
                  <a:lnTo>
                    <a:pt x="2646273" y="460923"/>
                  </a:lnTo>
                  <a:lnTo>
                    <a:pt x="2635645" y="460923"/>
                  </a:lnTo>
                  <a:lnTo>
                    <a:pt x="2625017" y="460923"/>
                  </a:lnTo>
                  <a:lnTo>
                    <a:pt x="2614390" y="460923"/>
                  </a:lnTo>
                  <a:lnTo>
                    <a:pt x="2603762" y="460923"/>
                  </a:lnTo>
                  <a:lnTo>
                    <a:pt x="2593135" y="460923"/>
                  </a:lnTo>
                  <a:lnTo>
                    <a:pt x="2582507" y="460923"/>
                  </a:lnTo>
                  <a:lnTo>
                    <a:pt x="2571879" y="460923"/>
                  </a:lnTo>
                  <a:lnTo>
                    <a:pt x="2561252" y="460923"/>
                  </a:lnTo>
                  <a:lnTo>
                    <a:pt x="2550624" y="460923"/>
                  </a:lnTo>
                  <a:lnTo>
                    <a:pt x="2539997" y="460923"/>
                  </a:lnTo>
                  <a:lnTo>
                    <a:pt x="2529369" y="460923"/>
                  </a:lnTo>
                  <a:lnTo>
                    <a:pt x="2518741" y="460923"/>
                  </a:lnTo>
                  <a:lnTo>
                    <a:pt x="2508114" y="460923"/>
                  </a:lnTo>
                  <a:lnTo>
                    <a:pt x="2497486" y="460923"/>
                  </a:lnTo>
                  <a:lnTo>
                    <a:pt x="2486859" y="460923"/>
                  </a:lnTo>
                  <a:lnTo>
                    <a:pt x="2476231" y="460923"/>
                  </a:lnTo>
                  <a:lnTo>
                    <a:pt x="2465603" y="460923"/>
                  </a:lnTo>
                  <a:lnTo>
                    <a:pt x="2454976" y="460923"/>
                  </a:lnTo>
                  <a:lnTo>
                    <a:pt x="2444348" y="460923"/>
                  </a:lnTo>
                  <a:lnTo>
                    <a:pt x="2433721" y="460923"/>
                  </a:lnTo>
                  <a:lnTo>
                    <a:pt x="2423093" y="460923"/>
                  </a:lnTo>
                  <a:lnTo>
                    <a:pt x="2412465" y="460923"/>
                  </a:lnTo>
                  <a:lnTo>
                    <a:pt x="2401838" y="460923"/>
                  </a:lnTo>
                  <a:lnTo>
                    <a:pt x="2391210" y="460923"/>
                  </a:lnTo>
                  <a:lnTo>
                    <a:pt x="2380583" y="460923"/>
                  </a:lnTo>
                  <a:lnTo>
                    <a:pt x="2369955" y="460923"/>
                  </a:lnTo>
                  <a:lnTo>
                    <a:pt x="2359327" y="460923"/>
                  </a:lnTo>
                  <a:lnTo>
                    <a:pt x="2348700" y="460923"/>
                  </a:lnTo>
                  <a:lnTo>
                    <a:pt x="2338072" y="460923"/>
                  </a:lnTo>
                  <a:lnTo>
                    <a:pt x="2327445" y="460923"/>
                  </a:lnTo>
                  <a:lnTo>
                    <a:pt x="2316817" y="460923"/>
                  </a:lnTo>
                  <a:lnTo>
                    <a:pt x="2306189" y="460923"/>
                  </a:lnTo>
                  <a:lnTo>
                    <a:pt x="2295562" y="460923"/>
                  </a:lnTo>
                  <a:lnTo>
                    <a:pt x="2284934" y="460923"/>
                  </a:lnTo>
                  <a:lnTo>
                    <a:pt x="2274307" y="460923"/>
                  </a:lnTo>
                  <a:lnTo>
                    <a:pt x="2263679" y="460923"/>
                  </a:lnTo>
                  <a:lnTo>
                    <a:pt x="2253051" y="460923"/>
                  </a:lnTo>
                  <a:lnTo>
                    <a:pt x="2242424" y="460923"/>
                  </a:lnTo>
                  <a:lnTo>
                    <a:pt x="2231796" y="460923"/>
                  </a:lnTo>
                  <a:lnTo>
                    <a:pt x="2221169" y="460923"/>
                  </a:lnTo>
                  <a:lnTo>
                    <a:pt x="2210541" y="460923"/>
                  </a:lnTo>
                  <a:lnTo>
                    <a:pt x="2199913" y="460923"/>
                  </a:lnTo>
                  <a:lnTo>
                    <a:pt x="2189286" y="460923"/>
                  </a:lnTo>
                  <a:lnTo>
                    <a:pt x="2178658" y="460923"/>
                  </a:lnTo>
                  <a:lnTo>
                    <a:pt x="2168031" y="460923"/>
                  </a:lnTo>
                  <a:lnTo>
                    <a:pt x="2157403" y="460923"/>
                  </a:lnTo>
                  <a:lnTo>
                    <a:pt x="2146775" y="460923"/>
                  </a:lnTo>
                  <a:lnTo>
                    <a:pt x="2136148" y="460923"/>
                  </a:lnTo>
                  <a:lnTo>
                    <a:pt x="2125520" y="460923"/>
                  </a:lnTo>
                  <a:lnTo>
                    <a:pt x="2114892" y="460923"/>
                  </a:lnTo>
                  <a:lnTo>
                    <a:pt x="2104265" y="460923"/>
                  </a:lnTo>
                  <a:lnTo>
                    <a:pt x="2093637" y="460923"/>
                  </a:lnTo>
                  <a:lnTo>
                    <a:pt x="2083010" y="460923"/>
                  </a:lnTo>
                  <a:lnTo>
                    <a:pt x="2072382" y="460923"/>
                  </a:lnTo>
                  <a:lnTo>
                    <a:pt x="2061754" y="460923"/>
                  </a:lnTo>
                  <a:lnTo>
                    <a:pt x="2051127" y="460923"/>
                  </a:lnTo>
                  <a:lnTo>
                    <a:pt x="2040499" y="460923"/>
                  </a:lnTo>
                  <a:lnTo>
                    <a:pt x="2029872" y="460923"/>
                  </a:lnTo>
                  <a:lnTo>
                    <a:pt x="2019244" y="460923"/>
                  </a:lnTo>
                  <a:lnTo>
                    <a:pt x="2008616" y="460923"/>
                  </a:lnTo>
                  <a:lnTo>
                    <a:pt x="1997989" y="460923"/>
                  </a:lnTo>
                  <a:lnTo>
                    <a:pt x="1987361" y="460923"/>
                  </a:lnTo>
                  <a:lnTo>
                    <a:pt x="1976734" y="460923"/>
                  </a:lnTo>
                  <a:lnTo>
                    <a:pt x="1966106" y="460923"/>
                  </a:lnTo>
                  <a:lnTo>
                    <a:pt x="1955478" y="460923"/>
                  </a:lnTo>
                  <a:lnTo>
                    <a:pt x="1944851" y="460923"/>
                  </a:lnTo>
                  <a:lnTo>
                    <a:pt x="1934223" y="460923"/>
                  </a:lnTo>
                  <a:lnTo>
                    <a:pt x="1923596" y="460923"/>
                  </a:lnTo>
                  <a:lnTo>
                    <a:pt x="1912968" y="460923"/>
                  </a:lnTo>
                  <a:lnTo>
                    <a:pt x="1902340" y="460923"/>
                  </a:lnTo>
                  <a:lnTo>
                    <a:pt x="1891713" y="460923"/>
                  </a:lnTo>
                  <a:lnTo>
                    <a:pt x="1881085" y="460923"/>
                  </a:lnTo>
                  <a:lnTo>
                    <a:pt x="1870458" y="460923"/>
                  </a:lnTo>
                  <a:lnTo>
                    <a:pt x="1859830" y="460923"/>
                  </a:lnTo>
                  <a:lnTo>
                    <a:pt x="1849202" y="460923"/>
                  </a:lnTo>
                  <a:lnTo>
                    <a:pt x="1838575" y="460923"/>
                  </a:lnTo>
                  <a:lnTo>
                    <a:pt x="1827947" y="460923"/>
                  </a:lnTo>
                  <a:lnTo>
                    <a:pt x="1817320" y="460923"/>
                  </a:lnTo>
                  <a:lnTo>
                    <a:pt x="1806692" y="460923"/>
                  </a:lnTo>
                  <a:lnTo>
                    <a:pt x="1796064" y="460923"/>
                  </a:lnTo>
                  <a:lnTo>
                    <a:pt x="1785437" y="460923"/>
                  </a:lnTo>
                  <a:lnTo>
                    <a:pt x="1774809" y="460923"/>
                  </a:lnTo>
                  <a:lnTo>
                    <a:pt x="1764182" y="460923"/>
                  </a:lnTo>
                  <a:lnTo>
                    <a:pt x="1753554" y="460923"/>
                  </a:lnTo>
                  <a:lnTo>
                    <a:pt x="1742926" y="460923"/>
                  </a:lnTo>
                  <a:lnTo>
                    <a:pt x="1732299" y="460923"/>
                  </a:lnTo>
                  <a:lnTo>
                    <a:pt x="1721671" y="460923"/>
                  </a:lnTo>
                  <a:lnTo>
                    <a:pt x="1711044" y="460923"/>
                  </a:lnTo>
                  <a:lnTo>
                    <a:pt x="1700416" y="460923"/>
                  </a:lnTo>
                  <a:lnTo>
                    <a:pt x="1689788" y="460923"/>
                  </a:lnTo>
                  <a:lnTo>
                    <a:pt x="1679161" y="460923"/>
                  </a:lnTo>
                  <a:lnTo>
                    <a:pt x="1668533" y="460923"/>
                  </a:lnTo>
                  <a:lnTo>
                    <a:pt x="1657906" y="460923"/>
                  </a:lnTo>
                  <a:lnTo>
                    <a:pt x="1647278" y="460923"/>
                  </a:lnTo>
                  <a:lnTo>
                    <a:pt x="1636650" y="460923"/>
                  </a:lnTo>
                  <a:lnTo>
                    <a:pt x="1626023" y="460923"/>
                  </a:lnTo>
                  <a:lnTo>
                    <a:pt x="1615395" y="460923"/>
                  </a:lnTo>
                  <a:lnTo>
                    <a:pt x="1604768" y="460923"/>
                  </a:lnTo>
                  <a:lnTo>
                    <a:pt x="1594140" y="460923"/>
                  </a:lnTo>
                  <a:lnTo>
                    <a:pt x="1583512" y="460923"/>
                  </a:lnTo>
                  <a:lnTo>
                    <a:pt x="1572885" y="460923"/>
                  </a:lnTo>
                  <a:lnTo>
                    <a:pt x="1562257" y="460923"/>
                  </a:lnTo>
                  <a:lnTo>
                    <a:pt x="1551630" y="460923"/>
                  </a:lnTo>
                  <a:lnTo>
                    <a:pt x="1541002" y="460923"/>
                  </a:lnTo>
                  <a:lnTo>
                    <a:pt x="1530374" y="460923"/>
                  </a:lnTo>
                  <a:lnTo>
                    <a:pt x="1519747" y="460923"/>
                  </a:lnTo>
                  <a:lnTo>
                    <a:pt x="1509119" y="460923"/>
                  </a:lnTo>
                  <a:lnTo>
                    <a:pt x="1498492" y="460923"/>
                  </a:lnTo>
                  <a:lnTo>
                    <a:pt x="1487864" y="460923"/>
                  </a:lnTo>
                  <a:lnTo>
                    <a:pt x="1477236" y="460923"/>
                  </a:lnTo>
                  <a:lnTo>
                    <a:pt x="1466609" y="460923"/>
                  </a:lnTo>
                  <a:lnTo>
                    <a:pt x="1455981" y="460923"/>
                  </a:lnTo>
                  <a:lnTo>
                    <a:pt x="1445354" y="460923"/>
                  </a:lnTo>
                  <a:lnTo>
                    <a:pt x="1434726" y="460923"/>
                  </a:lnTo>
                  <a:lnTo>
                    <a:pt x="1424098" y="460923"/>
                  </a:lnTo>
                  <a:lnTo>
                    <a:pt x="1413471" y="460923"/>
                  </a:lnTo>
                  <a:lnTo>
                    <a:pt x="1402843" y="460923"/>
                  </a:lnTo>
                  <a:lnTo>
                    <a:pt x="1392215" y="460923"/>
                  </a:lnTo>
                  <a:lnTo>
                    <a:pt x="1381588" y="460923"/>
                  </a:lnTo>
                  <a:lnTo>
                    <a:pt x="1370960" y="460923"/>
                  </a:lnTo>
                  <a:lnTo>
                    <a:pt x="1360333" y="460923"/>
                  </a:lnTo>
                  <a:lnTo>
                    <a:pt x="1349705" y="460923"/>
                  </a:lnTo>
                  <a:lnTo>
                    <a:pt x="1339077" y="460923"/>
                  </a:lnTo>
                  <a:lnTo>
                    <a:pt x="1328450" y="460923"/>
                  </a:lnTo>
                  <a:lnTo>
                    <a:pt x="1317822" y="460923"/>
                  </a:lnTo>
                  <a:lnTo>
                    <a:pt x="1307195" y="460923"/>
                  </a:lnTo>
                  <a:lnTo>
                    <a:pt x="1296567" y="460923"/>
                  </a:lnTo>
                  <a:lnTo>
                    <a:pt x="1285939" y="460923"/>
                  </a:lnTo>
                  <a:lnTo>
                    <a:pt x="1275312" y="460923"/>
                  </a:lnTo>
                  <a:lnTo>
                    <a:pt x="1264684" y="460923"/>
                  </a:lnTo>
                  <a:lnTo>
                    <a:pt x="1254057" y="460923"/>
                  </a:lnTo>
                  <a:lnTo>
                    <a:pt x="1243429" y="460923"/>
                  </a:lnTo>
                  <a:lnTo>
                    <a:pt x="1232801" y="460923"/>
                  </a:lnTo>
                  <a:lnTo>
                    <a:pt x="1222174" y="460923"/>
                  </a:lnTo>
                  <a:lnTo>
                    <a:pt x="1211546" y="460923"/>
                  </a:lnTo>
                  <a:lnTo>
                    <a:pt x="1200919" y="460923"/>
                  </a:lnTo>
                  <a:lnTo>
                    <a:pt x="1190291" y="460923"/>
                  </a:lnTo>
                  <a:lnTo>
                    <a:pt x="1179663" y="460923"/>
                  </a:lnTo>
                  <a:lnTo>
                    <a:pt x="1169036" y="460923"/>
                  </a:lnTo>
                  <a:lnTo>
                    <a:pt x="1158408" y="460923"/>
                  </a:lnTo>
                  <a:lnTo>
                    <a:pt x="1147781" y="460923"/>
                  </a:lnTo>
                  <a:lnTo>
                    <a:pt x="1137153" y="460923"/>
                  </a:lnTo>
                  <a:lnTo>
                    <a:pt x="1126525" y="460923"/>
                  </a:lnTo>
                  <a:lnTo>
                    <a:pt x="1115898" y="460923"/>
                  </a:lnTo>
                  <a:lnTo>
                    <a:pt x="1105270" y="460923"/>
                  </a:lnTo>
                  <a:lnTo>
                    <a:pt x="1094643" y="460923"/>
                  </a:lnTo>
                  <a:lnTo>
                    <a:pt x="1084015" y="460923"/>
                  </a:lnTo>
                  <a:lnTo>
                    <a:pt x="1073387" y="460923"/>
                  </a:lnTo>
                  <a:lnTo>
                    <a:pt x="1062760" y="460923"/>
                  </a:lnTo>
                  <a:lnTo>
                    <a:pt x="1052132" y="460923"/>
                  </a:lnTo>
                  <a:lnTo>
                    <a:pt x="1041505" y="460923"/>
                  </a:lnTo>
                  <a:lnTo>
                    <a:pt x="1030877" y="460923"/>
                  </a:lnTo>
                  <a:lnTo>
                    <a:pt x="1020249" y="460923"/>
                  </a:lnTo>
                  <a:lnTo>
                    <a:pt x="1009622" y="460923"/>
                  </a:lnTo>
                  <a:lnTo>
                    <a:pt x="998994" y="460923"/>
                  </a:lnTo>
                  <a:lnTo>
                    <a:pt x="988367" y="460923"/>
                  </a:lnTo>
                  <a:lnTo>
                    <a:pt x="977739" y="460923"/>
                  </a:lnTo>
                  <a:lnTo>
                    <a:pt x="967111" y="460923"/>
                  </a:lnTo>
                  <a:lnTo>
                    <a:pt x="956484" y="460923"/>
                  </a:lnTo>
                  <a:lnTo>
                    <a:pt x="945856" y="460923"/>
                  </a:lnTo>
                  <a:lnTo>
                    <a:pt x="935229" y="460923"/>
                  </a:lnTo>
                  <a:lnTo>
                    <a:pt x="924601" y="460923"/>
                  </a:lnTo>
                  <a:lnTo>
                    <a:pt x="913973" y="460923"/>
                  </a:lnTo>
                  <a:lnTo>
                    <a:pt x="903346" y="460923"/>
                  </a:lnTo>
                  <a:lnTo>
                    <a:pt x="892718" y="460923"/>
                  </a:lnTo>
                  <a:lnTo>
                    <a:pt x="882091" y="460923"/>
                  </a:lnTo>
                  <a:lnTo>
                    <a:pt x="871463" y="460923"/>
                  </a:lnTo>
                  <a:lnTo>
                    <a:pt x="860835" y="460923"/>
                  </a:lnTo>
                  <a:lnTo>
                    <a:pt x="850208" y="460923"/>
                  </a:lnTo>
                  <a:lnTo>
                    <a:pt x="839580" y="460923"/>
                  </a:lnTo>
                  <a:lnTo>
                    <a:pt x="828953" y="460923"/>
                  </a:lnTo>
                  <a:lnTo>
                    <a:pt x="818325" y="460923"/>
                  </a:lnTo>
                  <a:lnTo>
                    <a:pt x="807697" y="460923"/>
                  </a:lnTo>
                  <a:lnTo>
                    <a:pt x="797070" y="460923"/>
                  </a:lnTo>
                  <a:lnTo>
                    <a:pt x="786442" y="460923"/>
                  </a:lnTo>
                  <a:lnTo>
                    <a:pt x="775815" y="460923"/>
                  </a:lnTo>
                  <a:lnTo>
                    <a:pt x="765187" y="460923"/>
                  </a:lnTo>
                  <a:lnTo>
                    <a:pt x="754559" y="460923"/>
                  </a:lnTo>
                  <a:lnTo>
                    <a:pt x="743932" y="460923"/>
                  </a:lnTo>
                  <a:lnTo>
                    <a:pt x="733304" y="460923"/>
                  </a:lnTo>
                  <a:lnTo>
                    <a:pt x="722677" y="460923"/>
                  </a:lnTo>
                  <a:lnTo>
                    <a:pt x="712049" y="460923"/>
                  </a:lnTo>
                  <a:lnTo>
                    <a:pt x="701421" y="460923"/>
                  </a:lnTo>
                  <a:lnTo>
                    <a:pt x="690794" y="460923"/>
                  </a:lnTo>
                  <a:lnTo>
                    <a:pt x="680166" y="460923"/>
                  </a:lnTo>
                  <a:lnTo>
                    <a:pt x="669538" y="460923"/>
                  </a:lnTo>
                  <a:lnTo>
                    <a:pt x="658911" y="460923"/>
                  </a:lnTo>
                  <a:lnTo>
                    <a:pt x="648283" y="460923"/>
                  </a:lnTo>
                  <a:lnTo>
                    <a:pt x="637656" y="460923"/>
                  </a:lnTo>
                  <a:lnTo>
                    <a:pt x="627028" y="460923"/>
                  </a:lnTo>
                  <a:lnTo>
                    <a:pt x="616400" y="460923"/>
                  </a:lnTo>
                  <a:lnTo>
                    <a:pt x="605773" y="460923"/>
                  </a:lnTo>
                  <a:lnTo>
                    <a:pt x="595145" y="460923"/>
                  </a:lnTo>
                  <a:lnTo>
                    <a:pt x="584518" y="460923"/>
                  </a:lnTo>
                  <a:lnTo>
                    <a:pt x="573890" y="460923"/>
                  </a:lnTo>
                  <a:lnTo>
                    <a:pt x="563262" y="460923"/>
                  </a:lnTo>
                  <a:lnTo>
                    <a:pt x="552635" y="460923"/>
                  </a:lnTo>
                  <a:lnTo>
                    <a:pt x="542007" y="460923"/>
                  </a:lnTo>
                  <a:lnTo>
                    <a:pt x="531380" y="460923"/>
                  </a:lnTo>
                  <a:lnTo>
                    <a:pt x="520752" y="460923"/>
                  </a:lnTo>
                  <a:lnTo>
                    <a:pt x="510124" y="460923"/>
                  </a:lnTo>
                  <a:lnTo>
                    <a:pt x="499497" y="460923"/>
                  </a:lnTo>
                  <a:lnTo>
                    <a:pt x="488869" y="460923"/>
                  </a:lnTo>
                  <a:lnTo>
                    <a:pt x="478242" y="460923"/>
                  </a:lnTo>
                  <a:lnTo>
                    <a:pt x="467614" y="460923"/>
                  </a:lnTo>
                  <a:lnTo>
                    <a:pt x="456986" y="460923"/>
                  </a:lnTo>
                  <a:lnTo>
                    <a:pt x="446359" y="460923"/>
                  </a:lnTo>
                  <a:lnTo>
                    <a:pt x="435731" y="460923"/>
                  </a:lnTo>
                  <a:lnTo>
                    <a:pt x="425104" y="460923"/>
                  </a:lnTo>
                  <a:lnTo>
                    <a:pt x="414476" y="460923"/>
                  </a:lnTo>
                  <a:lnTo>
                    <a:pt x="403848" y="460923"/>
                  </a:lnTo>
                  <a:lnTo>
                    <a:pt x="393221" y="460923"/>
                  </a:lnTo>
                  <a:lnTo>
                    <a:pt x="382593" y="460923"/>
                  </a:lnTo>
                  <a:lnTo>
                    <a:pt x="371966" y="460923"/>
                  </a:lnTo>
                  <a:lnTo>
                    <a:pt x="361338" y="460923"/>
                  </a:lnTo>
                  <a:lnTo>
                    <a:pt x="350710" y="460923"/>
                  </a:lnTo>
                  <a:lnTo>
                    <a:pt x="340083" y="460923"/>
                  </a:lnTo>
                  <a:lnTo>
                    <a:pt x="329455" y="460923"/>
                  </a:lnTo>
                  <a:lnTo>
                    <a:pt x="318828" y="460923"/>
                  </a:lnTo>
                  <a:lnTo>
                    <a:pt x="308200" y="460923"/>
                  </a:lnTo>
                  <a:lnTo>
                    <a:pt x="297572" y="460923"/>
                  </a:lnTo>
                  <a:lnTo>
                    <a:pt x="286945" y="460923"/>
                  </a:lnTo>
                  <a:lnTo>
                    <a:pt x="276317" y="460923"/>
                  </a:lnTo>
                  <a:lnTo>
                    <a:pt x="265690" y="460923"/>
                  </a:lnTo>
                  <a:lnTo>
                    <a:pt x="255062" y="460923"/>
                  </a:lnTo>
                  <a:lnTo>
                    <a:pt x="244434" y="460923"/>
                  </a:lnTo>
                  <a:lnTo>
                    <a:pt x="233807" y="460923"/>
                  </a:lnTo>
                  <a:lnTo>
                    <a:pt x="223179" y="460923"/>
                  </a:lnTo>
                  <a:lnTo>
                    <a:pt x="212552" y="460923"/>
                  </a:lnTo>
                  <a:lnTo>
                    <a:pt x="201924" y="460923"/>
                  </a:lnTo>
                  <a:lnTo>
                    <a:pt x="191296" y="460923"/>
                  </a:lnTo>
                  <a:lnTo>
                    <a:pt x="180669" y="460923"/>
                  </a:lnTo>
                  <a:lnTo>
                    <a:pt x="170041" y="460923"/>
                  </a:lnTo>
                  <a:lnTo>
                    <a:pt x="159414" y="460923"/>
                  </a:lnTo>
                  <a:lnTo>
                    <a:pt x="148786" y="460923"/>
                  </a:lnTo>
                  <a:lnTo>
                    <a:pt x="138158" y="460923"/>
                  </a:lnTo>
                  <a:lnTo>
                    <a:pt x="127531" y="460923"/>
                  </a:lnTo>
                  <a:lnTo>
                    <a:pt x="116903" y="460923"/>
                  </a:lnTo>
                  <a:lnTo>
                    <a:pt x="106276" y="460923"/>
                  </a:lnTo>
                  <a:lnTo>
                    <a:pt x="95648" y="460923"/>
                  </a:lnTo>
                  <a:lnTo>
                    <a:pt x="85020" y="460923"/>
                  </a:lnTo>
                  <a:lnTo>
                    <a:pt x="74393" y="460923"/>
                  </a:lnTo>
                  <a:lnTo>
                    <a:pt x="63765" y="460923"/>
                  </a:lnTo>
                  <a:lnTo>
                    <a:pt x="53138" y="460923"/>
                  </a:lnTo>
                  <a:lnTo>
                    <a:pt x="42510" y="460923"/>
                  </a:lnTo>
                  <a:lnTo>
                    <a:pt x="31882" y="460923"/>
                  </a:lnTo>
                  <a:lnTo>
                    <a:pt x="21255" y="460923"/>
                  </a:lnTo>
                  <a:lnTo>
                    <a:pt x="10627" y="460923"/>
                  </a:lnTo>
                  <a:lnTo>
                    <a:pt x="0" y="460923"/>
                  </a:lnTo>
                  <a:close/>
                </a:path>
              </a:pathLst>
            </a:custGeom>
            <a:solidFill>
              <a:srgbClr val="BE123C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4957947" y="5688668"/>
              <a:ext cx="2848197" cy="458179"/>
            </a:xfrm>
            <a:custGeom>
              <a:avLst/>
              <a:pathLst>
                <a:path w="2848197" h="458179">
                  <a:moveTo>
                    <a:pt x="0" y="458179"/>
                  </a:moveTo>
                  <a:lnTo>
                    <a:pt x="10627" y="458035"/>
                  </a:lnTo>
                  <a:lnTo>
                    <a:pt x="21255" y="457903"/>
                  </a:lnTo>
                  <a:lnTo>
                    <a:pt x="31882" y="457780"/>
                  </a:lnTo>
                  <a:lnTo>
                    <a:pt x="42510" y="457660"/>
                  </a:lnTo>
                  <a:lnTo>
                    <a:pt x="53138" y="457538"/>
                  </a:lnTo>
                  <a:lnTo>
                    <a:pt x="63765" y="457408"/>
                  </a:lnTo>
                  <a:lnTo>
                    <a:pt x="74393" y="457262"/>
                  </a:lnTo>
                  <a:lnTo>
                    <a:pt x="85020" y="457096"/>
                  </a:lnTo>
                  <a:lnTo>
                    <a:pt x="95648" y="456905"/>
                  </a:lnTo>
                  <a:lnTo>
                    <a:pt x="106276" y="456684"/>
                  </a:lnTo>
                  <a:lnTo>
                    <a:pt x="116903" y="456428"/>
                  </a:lnTo>
                  <a:lnTo>
                    <a:pt x="127531" y="456133"/>
                  </a:lnTo>
                  <a:lnTo>
                    <a:pt x="138158" y="455795"/>
                  </a:lnTo>
                  <a:lnTo>
                    <a:pt x="148786" y="455411"/>
                  </a:lnTo>
                  <a:lnTo>
                    <a:pt x="159414" y="454974"/>
                  </a:lnTo>
                  <a:lnTo>
                    <a:pt x="170041" y="454480"/>
                  </a:lnTo>
                  <a:lnTo>
                    <a:pt x="180669" y="453931"/>
                  </a:lnTo>
                  <a:lnTo>
                    <a:pt x="191296" y="453324"/>
                  </a:lnTo>
                  <a:lnTo>
                    <a:pt x="201924" y="452660"/>
                  </a:lnTo>
                  <a:lnTo>
                    <a:pt x="212552" y="451941"/>
                  </a:lnTo>
                  <a:lnTo>
                    <a:pt x="223179" y="451169"/>
                  </a:lnTo>
                  <a:lnTo>
                    <a:pt x="233807" y="450350"/>
                  </a:lnTo>
                  <a:lnTo>
                    <a:pt x="244434" y="449490"/>
                  </a:lnTo>
                  <a:lnTo>
                    <a:pt x="255062" y="448596"/>
                  </a:lnTo>
                  <a:lnTo>
                    <a:pt x="265690" y="447674"/>
                  </a:lnTo>
                  <a:lnTo>
                    <a:pt x="276317" y="446734"/>
                  </a:lnTo>
                  <a:lnTo>
                    <a:pt x="286945" y="445783"/>
                  </a:lnTo>
                  <a:lnTo>
                    <a:pt x="297572" y="444825"/>
                  </a:lnTo>
                  <a:lnTo>
                    <a:pt x="308200" y="443862"/>
                  </a:lnTo>
                  <a:lnTo>
                    <a:pt x="318828" y="442893"/>
                  </a:lnTo>
                  <a:lnTo>
                    <a:pt x="329455" y="441913"/>
                  </a:lnTo>
                  <a:lnTo>
                    <a:pt x="340083" y="440917"/>
                  </a:lnTo>
                  <a:lnTo>
                    <a:pt x="350710" y="439896"/>
                  </a:lnTo>
                  <a:lnTo>
                    <a:pt x="361338" y="438842"/>
                  </a:lnTo>
                  <a:lnTo>
                    <a:pt x="371966" y="437742"/>
                  </a:lnTo>
                  <a:lnTo>
                    <a:pt x="382593" y="436585"/>
                  </a:lnTo>
                  <a:lnTo>
                    <a:pt x="393221" y="435365"/>
                  </a:lnTo>
                  <a:lnTo>
                    <a:pt x="403848" y="434077"/>
                  </a:lnTo>
                  <a:lnTo>
                    <a:pt x="414476" y="432717"/>
                  </a:lnTo>
                  <a:lnTo>
                    <a:pt x="425104" y="431280"/>
                  </a:lnTo>
                  <a:lnTo>
                    <a:pt x="435731" y="429767"/>
                  </a:lnTo>
                  <a:lnTo>
                    <a:pt x="446359" y="428176"/>
                  </a:lnTo>
                  <a:lnTo>
                    <a:pt x="456986" y="426507"/>
                  </a:lnTo>
                  <a:lnTo>
                    <a:pt x="467614" y="424762"/>
                  </a:lnTo>
                  <a:lnTo>
                    <a:pt x="478242" y="422936"/>
                  </a:lnTo>
                  <a:lnTo>
                    <a:pt x="488869" y="421028"/>
                  </a:lnTo>
                  <a:lnTo>
                    <a:pt x="499497" y="419041"/>
                  </a:lnTo>
                  <a:lnTo>
                    <a:pt x="510124" y="416974"/>
                  </a:lnTo>
                  <a:lnTo>
                    <a:pt x="520752" y="414823"/>
                  </a:lnTo>
                  <a:lnTo>
                    <a:pt x="531380" y="412586"/>
                  </a:lnTo>
                  <a:lnTo>
                    <a:pt x="542007" y="410259"/>
                  </a:lnTo>
                  <a:lnTo>
                    <a:pt x="552635" y="407838"/>
                  </a:lnTo>
                  <a:lnTo>
                    <a:pt x="563262" y="405319"/>
                  </a:lnTo>
                  <a:lnTo>
                    <a:pt x="573890" y="402699"/>
                  </a:lnTo>
                  <a:lnTo>
                    <a:pt x="584518" y="399967"/>
                  </a:lnTo>
                  <a:lnTo>
                    <a:pt x="595145" y="397113"/>
                  </a:lnTo>
                  <a:lnTo>
                    <a:pt x="605773" y="394135"/>
                  </a:lnTo>
                  <a:lnTo>
                    <a:pt x="616400" y="391019"/>
                  </a:lnTo>
                  <a:lnTo>
                    <a:pt x="627028" y="387747"/>
                  </a:lnTo>
                  <a:lnTo>
                    <a:pt x="637656" y="384295"/>
                  </a:lnTo>
                  <a:lnTo>
                    <a:pt x="648283" y="380638"/>
                  </a:lnTo>
                  <a:lnTo>
                    <a:pt x="658911" y="376746"/>
                  </a:lnTo>
                  <a:lnTo>
                    <a:pt x="669538" y="372589"/>
                  </a:lnTo>
                  <a:lnTo>
                    <a:pt x="680166" y="368137"/>
                  </a:lnTo>
                  <a:lnTo>
                    <a:pt x="690794" y="363348"/>
                  </a:lnTo>
                  <a:lnTo>
                    <a:pt x="701421" y="358197"/>
                  </a:lnTo>
                  <a:lnTo>
                    <a:pt x="712049" y="352705"/>
                  </a:lnTo>
                  <a:lnTo>
                    <a:pt x="722677" y="346882"/>
                  </a:lnTo>
                  <a:lnTo>
                    <a:pt x="733304" y="340752"/>
                  </a:lnTo>
                  <a:lnTo>
                    <a:pt x="743932" y="334350"/>
                  </a:lnTo>
                  <a:lnTo>
                    <a:pt x="754559" y="327721"/>
                  </a:lnTo>
                  <a:lnTo>
                    <a:pt x="765187" y="320920"/>
                  </a:lnTo>
                  <a:lnTo>
                    <a:pt x="775815" y="314004"/>
                  </a:lnTo>
                  <a:lnTo>
                    <a:pt x="786442" y="307034"/>
                  </a:lnTo>
                  <a:lnTo>
                    <a:pt x="797070" y="300069"/>
                  </a:lnTo>
                  <a:lnTo>
                    <a:pt x="807697" y="293168"/>
                  </a:lnTo>
                  <a:lnTo>
                    <a:pt x="818325" y="286367"/>
                  </a:lnTo>
                  <a:lnTo>
                    <a:pt x="828953" y="279690"/>
                  </a:lnTo>
                  <a:lnTo>
                    <a:pt x="839580" y="273148"/>
                  </a:lnTo>
                  <a:lnTo>
                    <a:pt x="850208" y="266738"/>
                  </a:lnTo>
                  <a:lnTo>
                    <a:pt x="860835" y="260448"/>
                  </a:lnTo>
                  <a:lnTo>
                    <a:pt x="871463" y="254256"/>
                  </a:lnTo>
                  <a:lnTo>
                    <a:pt x="882091" y="248128"/>
                  </a:lnTo>
                  <a:lnTo>
                    <a:pt x="892718" y="242030"/>
                  </a:lnTo>
                  <a:lnTo>
                    <a:pt x="903346" y="235918"/>
                  </a:lnTo>
                  <a:lnTo>
                    <a:pt x="913973" y="229741"/>
                  </a:lnTo>
                  <a:lnTo>
                    <a:pt x="924601" y="223464"/>
                  </a:lnTo>
                  <a:lnTo>
                    <a:pt x="935229" y="217054"/>
                  </a:lnTo>
                  <a:lnTo>
                    <a:pt x="945856" y="210484"/>
                  </a:lnTo>
                  <a:lnTo>
                    <a:pt x="956484" y="203737"/>
                  </a:lnTo>
                  <a:lnTo>
                    <a:pt x="967111" y="196805"/>
                  </a:lnTo>
                  <a:lnTo>
                    <a:pt x="977739" y="189689"/>
                  </a:lnTo>
                  <a:lnTo>
                    <a:pt x="988367" y="182402"/>
                  </a:lnTo>
                  <a:lnTo>
                    <a:pt x="998994" y="174968"/>
                  </a:lnTo>
                  <a:lnTo>
                    <a:pt x="1009622" y="167421"/>
                  </a:lnTo>
                  <a:lnTo>
                    <a:pt x="1020249" y="159813"/>
                  </a:lnTo>
                  <a:lnTo>
                    <a:pt x="1030877" y="152210"/>
                  </a:lnTo>
                  <a:lnTo>
                    <a:pt x="1041505" y="144672"/>
                  </a:lnTo>
                  <a:lnTo>
                    <a:pt x="1052132" y="137254"/>
                  </a:lnTo>
                  <a:lnTo>
                    <a:pt x="1062760" y="130008"/>
                  </a:lnTo>
                  <a:lnTo>
                    <a:pt x="1073387" y="122975"/>
                  </a:lnTo>
                  <a:lnTo>
                    <a:pt x="1084015" y="116183"/>
                  </a:lnTo>
                  <a:lnTo>
                    <a:pt x="1094643" y="109641"/>
                  </a:lnTo>
                  <a:lnTo>
                    <a:pt x="1105270" y="103340"/>
                  </a:lnTo>
                  <a:lnTo>
                    <a:pt x="1115898" y="97261"/>
                  </a:lnTo>
                  <a:lnTo>
                    <a:pt x="1126525" y="91360"/>
                  </a:lnTo>
                  <a:lnTo>
                    <a:pt x="1137153" y="85564"/>
                  </a:lnTo>
                  <a:lnTo>
                    <a:pt x="1147781" y="79818"/>
                  </a:lnTo>
                  <a:lnTo>
                    <a:pt x="1158408" y="74073"/>
                  </a:lnTo>
                  <a:lnTo>
                    <a:pt x="1169036" y="68297"/>
                  </a:lnTo>
                  <a:lnTo>
                    <a:pt x="1179663" y="62473"/>
                  </a:lnTo>
                  <a:lnTo>
                    <a:pt x="1190291" y="56610"/>
                  </a:lnTo>
                  <a:lnTo>
                    <a:pt x="1200919" y="50737"/>
                  </a:lnTo>
                  <a:lnTo>
                    <a:pt x="1211546" y="44907"/>
                  </a:lnTo>
                  <a:lnTo>
                    <a:pt x="1222174" y="39198"/>
                  </a:lnTo>
                  <a:lnTo>
                    <a:pt x="1232801" y="33726"/>
                  </a:lnTo>
                  <a:lnTo>
                    <a:pt x="1243429" y="28569"/>
                  </a:lnTo>
                  <a:lnTo>
                    <a:pt x="1254057" y="23812"/>
                  </a:lnTo>
                  <a:lnTo>
                    <a:pt x="1264684" y="19523"/>
                  </a:lnTo>
                  <a:lnTo>
                    <a:pt x="1275312" y="15756"/>
                  </a:lnTo>
                  <a:lnTo>
                    <a:pt x="1285939" y="12538"/>
                  </a:lnTo>
                  <a:lnTo>
                    <a:pt x="1296567" y="9878"/>
                  </a:lnTo>
                  <a:lnTo>
                    <a:pt x="1307195" y="7756"/>
                  </a:lnTo>
                  <a:lnTo>
                    <a:pt x="1317822" y="6133"/>
                  </a:lnTo>
                  <a:lnTo>
                    <a:pt x="1328450" y="4963"/>
                  </a:lnTo>
                  <a:lnTo>
                    <a:pt x="1339077" y="4183"/>
                  </a:lnTo>
                  <a:lnTo>
                    <a:pt x="1349705" y="3671"/>
                  </a:lnTo>
                  <a:lnTo>
                    <a:pt x="1360333" y="3349"/>
                  </a:lnTo>
                  <a:lnTo>
                    <a:pt x="1370960" y="3142"/>
                  </a:lnTo>
                  <a:lnTo>
                    <a:pt x="1381588" y="2986"/>
                  </a:lnTo>
                  <a:lnTo>
                    <a:pt x="1392215" y="2829"/>
                  </a:lnTo>
                  <a:lnTo>
                    <a:pt x="1402843" y="2635"/>
                  </a:lnTo>
                  <a:lnTo>
                    <a:pt x="1413471" y="2383"/>
                  </a:lnTo>
                  <a:lnTo>
                    <a:pt x="1424098" y="2066"/>
                  </a:lnTo>
                  <a:lnTo>
                    <a:pt x="1434726" y="1692"/>
                  </a:lnTo>
                  <a:lnTo>
                    <a:pt x="1445354" y="1285"/>
                  </a:lnTo>
                  <a:lnTo>
                    <a:pt x="1455981" y="883"/>
                  </a:lnTo>
                  <a:lnTo>
                    <a:pt x="1466609" y="521"/>
                  </a:lnTo>
                  <a:lnTo>
                    <a:pt x="1477236" y="234"/>
                  </a:lnTo>
                  <a:lnTo>
                    <a:pt x="1487864" y="52"/>
                  </a:lnTo>
                  <a:lnTo>
                    <a:pt x="1498492" y="0"/>
                  </a:lnTo>
                  <a:lnTo>
                    <a:pt x="1509119" y="90"/>
                  </a:lnTo>
                  <a:lnTo>
                    <a:pt x="1519747" y="330"/>
                  </a:lnTo>
                  <a:lnTo>
                    <a:pt x="1530374" y="714"/>
                  </a:lnTo>
                  <a:lnTo>
                    <a:pt x="1541002" y="1233"/>
                  </a:lnTo>
                  <a:lnTo>
                    <a:pt x="1551630" y="1876"/>
                  </a:lnTo>
                  <a:lnTo>
                    <a:pt x="1562257" y="2613"/>
                  </a:lnTo>
                  <a:lnTo>
                    <a:pt x="1572885" y="3434"/>
                  </a:lnTo>
                  <a:lnTo>
                    <a:pt x="1583512" y="4336"/>
                  </a:lnTo>
                  <a:lnTo>
                    <a:pt x="1594140" y="5330"/>
                  </a:lnTo>
                  <a:lnTo>
                    <a:pt x="1604768" y="6437"/>
                  </a:lnTo>
                  <a:lnTo>
                    <a:pt x="1615395" y="7695"/>
                  </a:lnTo>
                  <a:lnTo>
                    <a:pt x="1626023" y="9148"/>
                  </a:lnTo>
                  <a:lnTo>
                    <a:pt x="1636650" y="10853"/>
                  </a:lnTo>
                  <a:lnTo>
                    <a:pt x="1647278" y="12875"/>
                  </a:lnTo>
                  <a:lnTo>
                    <a:pt x="1657906" y="15317"/>
                  </a:lnTo>
                  <a:lnTo>
                    <a:pt x="1668533" y="18193"/>
                  </a:lnTo>
                  <a:lnTo>
                    <a:pt x="1679161" y="21542"/>
                  </a:lnTo>
                  <a:lnTo>
                    <a:pt x="1689788" y="25390"/>
                  </a:lnTo>
                  <a:lnTo>
                    <a:pt x="1700416" y="29745"/>
                  </a:lnTo>
                  <a:lnTo>
                    <a:pt x="1711044" y="34602"/>
                  </a:lnTo>
                  <a:lnTo>
                    <a:pt x="1721671" y="39944"/>
                  </a:lnTo>
                  <a:lnTo>
                    <a:pt x="1732299" y="45741"/>
                  </a:lnTo>
                  <a:lnTo>
                    <a:pt x="1742926" y="51953"/>
                  </a:lnTo>
                  <a:lnTo>
                    <a:pt x="1753554" y="58539"/>
                  </a:lnTo>
                  <a:lnTo>
                    <a:pt x="1764182" y="65471"/>
                  </a:lnTo>
                  <a:lnTo>
                    <a:pt x="1774809" y="72652"/>
                  </a:lnTo>
                  <a:lnTo>
                    <a:pt x="1785437" y="80031"/>
                  </a:lnTo>
                  <a:lnTo>
                    <a:pt x="1796064" y="87554"/>
                  </a:lnTo>
                  <a:lnTo>
                    <a:pt x="1806692" y="95174"/>
                  </a:lnTo>
                  <a:lnTo>
                    <a:pt x="1817320" y="102849"/>
                  </a:lnTo>
                  <a:lnTo>
                    <a:pt x="1827947" y="110544"/>
                  </a:lnTo>
                  <a:lnTo>
                    <a:pt x="1838575" y="118235"/>
                  </a:lnTo>
                  <a:lnTo>
                    <a:pt x="1849202" y="125909"/>
                  </a:lnTo>
                  <a:lnTo>
                    <a:pt x="1859830" y="133567"/>
                  </a:lnTo>
                  <a:lnTo>
                    <a:pt x="1870458" y="141227"/>
                  </a:lnTo>
                  <a:lnTo>
                    <a:pt x="1881085" y="148921"/>
                  </a:lnTo>
                  <a:lnTo>
                    <a:pt x="1891713" y="156687"/>
                  </a:lnTo>
                  <a:lnTo>
                    <a:pt x="1902340" y="164565"/>
                  </a:lnTo>
                  <a:lnTo>
                    <a:pt x="1912968" y="172590"/>
                  </a:lnTo>
                  <a:lnTo>
                    <a:pt x="1923596" y="180793"/>
                  </a:lnTo>
                  <a:lnTo>
                    <a:pt x="1934223" y="189189"/>
                  </a:lnTo>
                  <a:lnTo>
                    <a:pt x="1944851" y="197782"/>
                  </a:lnTo>
                  <a:lnTo>
                    <a:pt x="1955478" y="206555"/>
                  </a:lnTo>
                  <a:lnTo>
                    <a:pt x="1966106" y="215475"/>
                  </a:lnTo>
                  <a:lnTo>
                    <a:pt x="1976734" y="224493"/>
                  </a:lnTo>
                  <a:lnTo>
                    <a:pt x="1987361" y="233521"/>
                  </a:lnTo>
                  <a:lnTo>
                    <a:pt x="1997989" y="242482"/>
                  </a:lnTo>
                  <a:lnTo>
                    <a:pt x="2008616" y="251297"/>
                  </a:lnTo>
                  <a:lnTo>
                    <a:pt x="2019244" y="259888"/>
                  </a:lnTo>
                  <a:lnTo>
                    <a:pt x="2029872" y="268183"/>
                  </a:lnTo>
                  <a:lnTo>
                    <a:pt x="2040499" y="276122"/>
                  </a:lnTo>
                  <a:lnTo>
                    <a:pt x="2051127" y="283653"/>
                  </a:lnTo>
                  <a:lnTo>
                    <a:pt x="2061754" y="290745"/>
                  </a:lnTo>
                  <a:lnTo>
                    <a:pt x="2072382" y="297379"/>
                  </a:lnTo>
                  <a:lnTo>
                    <a:pt x="2083010" y="303504"/>
                  </a:lnTo>
                  <a:lnTo>
                    <a:pt x="2093637" y="309202"/>
                  </a:lnTo>
                  <a:lnTo>
                    <a:pt x="2104265" y="314517"/>
                  </a:lnTo>
                  <a:lnTo>
                    <a:pt x="2114892" y="319501"/>
                  </a:lnTo>
                  <a:lnTo>
                    <a:pt x="2125520" y="324219"/>
                  </a:lnTo>
                  <a:lnTo>
                    <a:pt x="2136148" y="328741"/>
                  </a:lnTo>
                  <a:lnTo>
                    <a:pt x="2146775" y="333135"/>
                  </a:lnTo>
                  <a:lnTo>
                    <a:pt x="2157403" y="337469"/>
                  </a:lnTo>
                  <a:lnTo>
                    <a:pt x="2168031" y="341803"/>
                  </a:lnTo>
                  <a:lnTo>
                    <a:pt x="2178658" y="346183"/>
                  </a:lnTo>
                  <a:lnTo>
                    <a:pt x="2189286" y="350657"/>
                  </a:lnTo>
                  <a:lnTo>
                    <a:pt x="2199913" y="355229"/>
                  </a:lnTo>
                  <a:lnTo>
                    <a:pt x="2210541" y="359893"/>
                  </a:lnTo>
                  <a:lnTo>
                    <a:pt x="2221169" y="364630"/>
                  </a:lnTo>
                  <a:lnTo>
                    <a:pt x="2231796" y="369408"/>
                  </a:lnTo>
                  <a:lnTo>
                    <a:pt x="2242424" y="374188"/>
                  </a:lnTo>
                  <a:lnTo>
                    <a:pt x="2253051" y="378924"/>
                  </a:lnTo>
                  <a:lnTo>
                    <a:pt x="2263679" y="383570"/>
                  </a:lnTo>
                  <a:lnTo>
                    <a:pt x="2274307" y="388078"/>
                  </a:lnTo>
                  <a:lnTo>
                    <a:pt x="2284934" y="392407"/>
                  </a:lnTo>
                  <a:lnTo>
                    <a:pt x="2295562" y="396488"/>
                  </a:lnTo>
                  <a:lnTo>
                    <a:pt x="2306189" y="400313"/>
                  </a:lnTo>
                  <a:lnTo>
                    <a:pt x="2316817" y="403863"/>
                  </a:lnTo>
                  <a:lnTo>
                    <a:pt x="2327445" y="407127"/>
                  </a:lnTo>
                  <a:lnTo>
                    <a:pt x="2338072" y="410101"/>
                  </a:lnTo>
                  <a:lnTo>
                    <a:pt x="2348700" y="412790"/>
                  </a:lnTo>
                  <a:lnTo>
                    <a:pt x="2359327" y="415205"/>
                  </a:lnTo>
                  <a:lnTo>
                    <a:pt x="2369955" y="417365"/>
                  </a:lnTo>
                  <a:lnTo>
                    <a:pt x="2380583" y="419293"/>
                  </a:lnTo>
                  <a:lnTo>
                    <a:pt x="2391210" y="421018"/>
                  </a:lnTo>
                  <a:lnTo>
                    <a:pt x="2401838" y="422560"/>
                  </a:lnTo>
                  <a:lnTo>
                    <a:pt x="2412465" y="423974"/>
                  </a:lnTo>
                  <a:lnTo>
                    <a:pt x="2423093" y="425295"/>
                  </a:lnTo>
                  <a:lnTo>
                    <a:pt x="2433721" y="426554"/>
                  </a:lnTo>
                  <a:lnTo>
                    <a:pt x="2444348" y="427777"/>
                  </a:lnTo>
                  <a:lnTo>
                    <a:pt x="2454976" y="428986"/>
                  </a:lnTo>
                  <a:lnTo>
                    <a:pt x="2465603" y="430198"/>
                  </a:lnTo>
                  <a:lnTo>
                    <a:pt x="2476231" y="431424"/>
                  </a:lnTo>
                  <a:lnTo>
                    <a:pt x="2486859" y="432670"/>
                  </a:lnTo>
                  <a:lnTo>
                    <a:pt x="2497486" y="433936"/>
                  </a:lnTo>
                  <a:lnTo>
                    <a:pt x="2508114" y="435222"/>
                  </a:lnTo>
                  <a:lnTo>
                    <a:pt x="2518741" y="436519"/>
                  </a:lnTo>
                  <a:lnTo>
                    <a:pt x="2529369" y="437818"/>
                  </a:lnTo>
                  <a:lnTo>
                    <a:pt x="2539997" y="439113"/>
                  </a:lnTo>
                  <a:lnTo>
                    <a:pt x="2550624" y="440395"/>
                  </a:lnTo>
                  <a:lnTo>
                    <a:pt x="2561252" y="441656"/>
                  </a:lnTo>
                  <a:lnTo>
                    <a:pt x="2571879" y="442890"/>
                  </a:lnTo>
                  <a:lnTo>
                    <a:pt x="2582507" y="444091"/>
                  </a:lnTo>
                  <a:lnTo>
                    <a:pt x="2593135" y="445254"/>
                  </a:lnTo>
                  <a:lnTo>
                    <a:pt x="2603762" y="446375"/>
                  </a:lnTo>
                  <a:lnTo>
                    <a:pt x="2614390" y="447446"/>
                  </a:lnTo>
                  <a:lnTo>
                    <a:pt x="2625017" y="448468"/>
                  </a:lnTo>
                  <a:lnTo>
                    <a:pt x="2635645" y="449439"/>
                  </a:lnTo>
                  <a:lnTo>
                    <a:pt x="2646273" y="450358"/>
                  </a:lnTo>
                  <a:lnTo>
                    <a:pt x="2656900" y="451223"/>
                  </a:lnTo>
                  <a:lnTo>
                    <a:pt x="2667528" y="452032"/>
                  </a:lnTo>
                  <a:lnTo>
                    <a:pt x="2678155" y="452785"/>
                  </a:lnTo>
                  <a:lnTo>
                    <a:pt x="2688783" y="453481"/>
                  </a:lnTo>
                  <a:lnTo>
                    <a:pt x="2699411" y="454118"/>
                  </a:lnTo>
                  <a:lnTo>
                    <a:pt x="2710038" y="454697"/>
                  </a:lnTo>
                  <a:lnTo>
                    <a:pt x="2720666" y="455211"/>
                  </a:lnTo>
                  <a:lnTo>
                    <a:pt x="2731293" y="455668"/>
                  </a:lnTo>
                  <a:lnTo>
                    <a:pt x="2741921" y="456069"/>
                  </a:lnTo>
                  <a:lnTo>
                    <a:pt x="2752549" y="456419"/>
                  </a:lnTo>
                  <a:lnTo>
                    <a:pt x="2763176" y="456721"/>
                  </a:lnTo>
                  <a:lnTo>
                    <a:pt x="2773804" y="456980"/>
                  </a:lnTo>
                  <a:lnTo>
                    <a:pt x="2784431" y="457202"/>
                  </a:lnTo>
                  <a:lnTo>
                    <a:pt x="2795059" y="457393"/>
                  </a:lnTo>
                  <a:lnTo>
                    <a:pt x="2805687" y="457559"/>
                  </a:lnTo>
                  <a:lnTo>
                    <a:pt x="2816314" y="457707"/>
                  </a:lnTo>
                  <a:lnTo>
                    <a:pt x="2826942" y="457843"/>
                  </a:lnTo>
                  <a:lnTo>
                    <a:pt x="2837569" y="457973"/>
                  </a:lnTo>
                  <a:lnTo>
                    <a:pt x="2848197" y="458102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14192759" y="6368926"/>
              <a:ext cx="3315812" cy="433153"/>
            </a:xfrm>
            <a:custGeom>
              <a:avLst/>
              <a:pathLst>
                <a:path w="3315812" h="433153">
                  <a:moveTo>
                    <a:pt x="0" y="430330"/>
                  </a:moveTo>
                  <a:lnTo>
                    <a:pt x="10627" y="430059"/>
                  </a:lnTo>
                  <a:lnTo>
                    <a:pt x="21255" y="429797"/>
                  </a:lnTo>
                  <a:lnTo>
                    <a:pt x="31882" y="429546"/>
                  </a:lnTo>
                  <a:lnTo>
                    <a:pt x="42510" y="429309"/>
                  </a:lnTo>
                  <a:lnTo>
                    <a:pt x="53138" y="429089"/>
                  </a:lnTo>
                  <a:lnTo>
                    <a:pt x="63765" y="428888"/>
                  </a:lnTo>
                  <a:lnTo>
                    <a:pt x="74393" y="428711"/>
                  </a:lnTo>
                  <a:lnTo>
                    <a:pt x="85020" y="428557"/>
                  </a:lnTo>
                  <a:lnTo>
                    <a:pt x="95648" y="428427"/>
                  </a:lnTo>
                  <a:lnTo>
                    <a:pt x="106276" y="428322"/>
                  </a:lnTo>
                  <a:lnTo>
                    <a:pt x="116903" y="428242"/>
                  </a:lnTo>
                  <a:lnTo>
                    <a:pt x="127531" y="428187"/>
                  </a:lnTo>
                  <a:lnTo>
                    <a:pt x="138158" y="428153"/>
                  </a:lnTo>
                  <a:lnTo>
                    <a:pt x="148786" y="428139"/>
                  </a:lnTo>
                  <a:lnTo>
                    <a:pt x="159414" y="428141"/>
                  </a:lnTo>
                  <a:lnTo>
                    <a:pt x="170041" y="428152"/>
                  </a:lnTo>
                  <a:lnTo>
                    <a:pt x="180669" y="428166"/>
                  </a:lnTo>
                  <a:lnTo>
                    <a:pt x="191296" y="428174"/>
                  </a:lnTo>
                  <a:lnTo>
                    <a:pt x="201924" y="428165"/>
                  </a:lnTo>
                  <a:lnTo>
                    <a:pt x="212552" y="428131"/>
                  </a:lnTo>
                  <a:lnTo>
                    <a:pt x="223179" y="428061"/>
                  </a:lnTo>
                  <a:lnTo>
                    <a:pt x="233807" y="427946"/>
                  </a:lnTo>
                  <a:lnTo>
                    <a:pt x="244434" y="427775"/>
                  </a:lnTo>
                  <a:lnTo>
                    <a:pt x="255062" y="427541"/>
                  </a:lnTo>
                  <a:lnTo>
                    <a:pt x="265690" y="427234"/>
                  </a:lnTo>
                  <a:lnTo>
                    <a:pt x="276317" y="426851"/>
                  </a:lnTo>
                  <a:lnTo>
                    <a:pt x="286945" y="426379"/>
                  </a:lnTo>
                  <a:lnTo>
                    <a:pt x="297572" y="425824"/>
                  </a:lnTo>
                  <a:lnTo>
                    <a:pt x="308200" y="425194"/>
                  </a:lnTo>
                  <a:lnTo>
                    <a:pt x="318828" y="424495"/>
                  </a:lnTo>
                  <a:lnTo>
                    <a:pt x="329455" y="423738"/>
                  </a:lnTo>
                  <a:lnTo>
                    <a:pt x="340083" y="422934"/>
                  </a:lnTo>
                  <a:lnTo>
                    <a:pt x="350710" y="422099"/>
                  </a:lnTo>
                  <a:lnTo>
                    <a:pt x="361338" y="421248"/>
                  </a:lnTo>
                  <a:lnTo>
                    <a:pt x="371966" y="420396"/>
                  </a:lnTo>
                  <a:lnTo>
                    <a:pt x="382593" y="419558"/>
                  </a:lnTo>
                  <a:lnTo>
                    <a:pt x="393221" y="418751"/>
                  </a:lnTo>
                  <a:lnTo>
                    <a:pt x="403848" y="417984"/>
                  </a:lnTo>
                  <a:lnTo>
                    <a:pt x="414476" y="417263"/>
                  </a:lnTo>
                  <a:lnTo>
                    <a:pt x="425104" y="416590"/>
                  </a:lnTo>
                  <a:lnTo>
                    <a:pt x="435731" y="415965"/>
                  </a:lnTo>
                  <a:lnTo>
                    <a:pt x="446359" y="415386"/>
                  </a:lnTo>
                  <a:lnTo>
                    <a:pt x="456986" y="414846"/>
                  </a:lnTo>
                  <a:lnTo>
                    <a:pt x="467614" y="414336"/>
                  </a:lnTo>
                  <a:lnTo>
                    <a:pt x="478242" y="413846"/>
                  </a:lnTo>
                  <a:lnTo>
                    <a:pt x="488869" y="413364"/>
                  </a:lnTo>
                  <a:lnTo>
                    <a:pt x="499497" y="412873"/>
                  </a:lnTo>
                  <a:lnTo>
                    <a:pt x="510124" y="412356"/>
                  </a:lnTo>
                  <a:lnTo>
                    <a:pt x="520752" y="411796"/>
                  </a:lnTo>
                  <a:lnTo>
                    <a:pt x="531380" y="411176"/>
                  </a:lnTo>
                  <a:lnTo>
                    <a:pt x="542007" y="410478"/>
                  </a:lnTo>
                  <a:lnTo>
                    <a:pt x="552635" y="409685"/>
                  </a:lnTo>
                  <a:lnTo>
                    <a:pt x="563262" y="408779"/>
                  </a:lnTo>
                  <a:lnTo>
                    <a:pt x="573890" y="407746"/>
                  </a:lnTo>
                  <a:lnTo>
                    <a:pt x="584518" y="406569"/>
                  </a:lnTo>
                  <a:lnTo>
                    <a:pt x="595145" y="405237"/>
                  </a:lnTo>
                  <a:lnTo>
                    <a:pt x="605773" y="403725"/>
                  </a:lnTo>
                  <a:lnTo>
                    <a:pt x="616400" y="402031"/>
                  </a:lnTo>
                  <a:lnTo>
                    <a:pt x="627028" y="400158"/>
                  </a:lnTo>
                  <a:lnTo>
                    <a:pt x="637656" y="398102"/>
                  </a:lnTo>
                  <a:lnTo>
                    <a:pt x="648283" y="395864"/>
                  </a:lnTo>
                  <a:lnTo>
                    <a:pt x="658911" y="393444"/>
                  </a:lnTo>
                  <a:lnTo>
                    <a:pt x="669538" y="390844"/>
                  </a:lnTo>
                  <a:lnTo>
                    <a:pt x="680166" y="388069"/>
                  </a:lnTo>
                  <a:lnTo>
                    <a:pt x="690794" y="385123"/>
                  </a:lnTo>
                  <a:lnTo>
                    <a:pt x="701421" y="382013"/>
                  </a:lnTo>
                  <a:lnTo>
                    <a:pt x="712049" y="378739"/>
                  </a:lnTo>
                  <a:lnTo>
                    <a:pt x="722677" y="375323"/>
                  </a:lnTo>
                  <a:lnTo>
                    <a:pt x="733304" y="371790"/>
                  </a:lnTo>
                  <a:lnTo>
                    <a:pt x="743932" y="368162"/>
                  </a:lnTo>
                  <a:lnTo>
                    <a:pt x="754559" y="364466"/>
                  </a:lnTo>
                  <a:lnTo>
                    <a:pt x="765187" y="360731"/>
                  </a:lnTo>
                  <a:lnTo>
                    <a:pt x="775815" y="356986"/>
                  </a:lnTo>
                  <a:lnTo>
                    <a:pt x="786442" y="353262"/>
                  </a:lnTo>
                  <a:lnTo>
                    <a:pt x="797070" y="349586"/>
                  </a:lnTo>
                  <a:lnTo>
                    <a:pt x="807697" y="345980"/>
                  </a:lnTo>
                  <a:lnTo>
                    <a:pt x="818325" y="342470"/>
                  </a:lnTo>
                  <a:lnTo>
                    <a:pt x="828953" y="339059"/>
                  </a:lnTo>
                  <a:lnTo>
                    <a:pt x="839580" y="335737"/>
                  </a:lnTo>
                  <a:lnTo>
                    <a:pt x="850208" y="332492"/>
                  </a:lnTo>
                  <a:lnTo>
                    <a:pt x="860835" y="329300"/>
                  </a:lnTo>
                  <a:lnTo>
                    <a:pt x="871463" y="326135"/>
                  </a:lnTo>
                  <a:lnTo>
                    <a:pt x="882091" y="322964"/>
                  </a:lnTo>
                  <a:lnTo>
                    <a:pt x="892718" y="319754"/>
                  </a:lnTo>
                  <a:lnTo>
                    <a:pt x="903346" y="316474"/>
                  </a:lnTo>
                  <a:lnTo>
                    <a:pt x="913973" y="313094"/>
                  </a:lnTo>
                  <a:lnTo>
                    <a:pt x="924601" y="309580"/>
                  </a:lnTo>
                  <a:lnTo>
                    <a:pt x="935229" y="305912"/>
                  </a:lnTo>
                  <a:lnTo>
                    <a:pt x="945856" y="302086"/>
                  </a:lnTo>
                  <a:lnTo>
                    <a:pt x="956484" y="298096"/>
                  </a:lnTo>
                  <a:lnTo>
                    <a:pt x="967111" y="293938"/>
                  </a:lnTo>
                  <a:lnTo>
                    <a:pt x="977739" y="289610"/>
                  </a:lnTo>
                  <a:lnTo>
                    <a:pt x="988367" y="285113"/>
                  </a:lnTo>
                  <a:lnTo>
                    <a:pt x="998994" y="280446"/>
                  </a:lnTo>
                  <a:lnTo>
                    <a:pt x="1009622" y="275612"/>
                  </a:lnTo>
                  <a:lnTo>
                    <a:pt x="1020249" y="270612"/>
                  </a:lnTo>
                  <a:lnTo>
                    <a:pt x="1030877" y="265441"/>
                  </a:lnTo>
                  <a:lnTo>
                    <a:pt x="1041505" y="260110"/>
                  </a:lnTo>
                  <a:lnTo>
                    <a:pt x="1052132" y="254642"/>
                  </a:lnTo>
                  <a:lnTo>
                    <a:pt x="1062760" y="249057"/>
                  </a:lnTo>
                  <a:lnTo>
                    <a:pt x="1073387" y="243379"/>
                  </a:lnTo>
                  <a:lnTo>
                    <a:pt x="1084015" y="237638"/>
                  </a:lnTo>
                  <a:lnTo>
                    <a:pt x="1094643" y="231866"/>
                  </a:lnTo>
                  <a:lnTo>
                    <a:pt x="1105270" y="226096"/>
                  </a:lnTo>
                  <a:lnTo>
                    <a:pt x="1115898" y="220361"/>
                  </a:lnTo>
                  <a:lnTo>
                    <a:pt x="1126525" y="214692"/>
                  </a:lnTo>
                  <a:lnTo>
                    <a:pt x="1137153" y="209119"/>
                  </a:lnTo>
                  <a:lnTo>
                    <a:pt x="1147781" y="203660"/>
                  </a:lnTo>
                  <a:lnTo>
                    <a:pt x="1158408" y="198314"/>
                  </a:lnTo>
                  <a:lnTo>
                    <a:pt x="1169036" y="193075"/>
                  </a:lnTo>
                  <a:lnTo>
                    <a:pt x="1179663" y="187930"/>
                  </a:lnTo>
                  <a:lnTo>
                    <a:pt x="1190291" y="182860"/>
                  </a:lnTo>
                  <a:lnTo>
                    <a:pt x="1200919" y="177841"/>
                  </a:lnTo>
                  <a:lnTo>
                    <a:pt x="1211546" y="172843"/>
                  </a:lnTo>
                  <a:lnTo>
                    <a:pt x="1222174" y="167840"/>
                  </a:lnTo>
                  <a:lnTo>
                    <a:pt x="1232801" y="162803"/>
                  </a:lnTo>
                  <a:lnTo>
                    <a:pt x="1243429" y="157702"/>
                  </a:lnTo>
                  <a:lnTo>
                    <a:pt x="1254057" y="152515"/>
                  </a:lnTo>
                  <a:lnTo>
                    <a:pt x="1264684" y="147233"/>
                  </a:lnTo>
                  <a:lnTo>
                    <a:pt x="1275312" y="141849"/>
                  </a:lnTo>
                  <a:lnTo>
                    <a:pt x="1285939" y="136364"/>
                  </a:lnTo>
                  <a:lnTo>
                    <a:pt x="1296567" y="130781"/>
                  </a:lnTo>
                  <a:lnTo>
                    <a:pt x="1307195" y="125109"/>
                  </a:lnTo>
                  <a:lnTo>
                    <a:pt x="1317822" y="119362"/>
                  </a:lnTo>
                  <a:lnTo>
                    <a:pt x="1328450" y="113554"/>
                  </a:lnTo>
                  <a:lnTo>
                    <a:pt x="1339077" y="107702"/>
                  </a:lnTo>
                  <a:lnTo>
                    <a:pt x="1349705" y="101823"/>
                  </a:lnTo>
                  <a:lnTo>
                    <a:pt x="1360333" y="95938"/>
                  </a:lnTo>
                  <a:lnTo>
                    <a:pt x="1370960" y="90068"/>
                  </a:lnTo>
                  <a:lnTo>
                    <a:pt x="1381588" y="84230"/>
                  </a:lnTo>
                  <a:lnTo>
                    <a:pt x="1392215" y="78443"/>
                  </a:lnTo>
                  <a:lnTo>
                    <a:pt x="1402843" y="72728"/>
                  </a:lnTo>
                  <a:lnTo>
                    <a:pt x="1413471" y="67107"/>
                  </a:lnTo>
                  <a:lnTo>
                    <a:pt x="1424098" y="61604"/>
                  </a:lnTo>
                  <a:lnTo>
                    <a:pt x="1434726" y="56240"/>
                  </a:lnTo>
                  <a:lnTo>
                    <a:pt x="1445354" y="51040"/>
                  </a:lnTo>
                  <a:lnTo>
                    <a:pt x="1455981" y="46035"/>
                  </a:lnTo>
                  <a:lnTo>
                    <a:pt x="1466609" y="41249"/>
                  </a:lnTo>
                  <a:lnTo>
                    <a:pt x="1477236" y="36679"/>
                  </a:lnTo>
                  <a:lnTo>
                    <a:pt x="1487864" y="32331"/>
                  </a:lnTo>
                  <a:lnTo>
                    <a:pt x="1498492" y="28209"/>
                  </a:lnTo>
                  <a:lnTo>
                    <a:pt x="1509119" y="24312"/>
                  </a:lnTo>
                  <a:lnTo>
                    <a:pt x="1519747" y="20641"/>
                  </a:lnTo>
                  <a:lnTo>
                    <a:pt x="1530374" y="17201"/>
                  </a:lnTo>
                  <a:lnTo>
                    <a:pt x="1541002" y="14000"/>
                  </a:lnTo>
                  <a:lnTo>
                    <a:pt x="1551630" y="11052"/>
                  </a:lnTo>
                  <a:lnTo>
                    <a:pt x="1562257" y="8394"/>
                  </a:lnTo>
                  <a:lnTo>
                    <a:pt x="1572885" y="6067"/>
                  </a:lnTo>
                  <a:lnTo>
                    <a:pt x="1583512" y="4082"/>
                  </a:lnTo>
                  <a:lnTo>
                    <a:pt x="1594140" y="2466"/>
                  </a:lnTo>
                  <a:lnTo>
                    <a:pt x="1604768" y="1243"/>
                  </a:lnTo>
                  <a:lnTo>
                    <a:pt x="1615395" y="426"/>
                  </a:lnTo>
                  <a:lnTo>
                    <a:pt x="1626023" y="15"/>
                  </a:lnTo>
                  <a:lnTo>
                    <a:pt x="1636650" y="0"/>
                  </a:lnTo>
                  <a:lnTo>
                    <a:pt x="1647278" y="355"/>
                  </a:lnTo>
                  <a:lnTo>
                    <a:pt x="1657906" y="1043"/>
                  </a:lnTo>
                  <a:lnTo>
                    <a:pt x="1668533" y="2031"/>
                  </a:lnTo>
                  <a:lnTo>
                    <a:pt x="1679161" y="3261"/>
                  </a:lnTo>
                  <a:lnTo>
                    <a:pt x="1689788" y="4661"/>
                  </a:lnTo>
                  <a:lnTo>
                    <a:pt x="1700416" y="6183"/>
                  </a:lnTo>
                  <a:lnTo>
                    <a:pt x="1711044" y="7787"/>
                  </a:lnTo>
                  <a:lnTo>
                    <a:pt x="1721671" y="9443"/>
                  </a:lnTo>
                  <a:lnTo>
                    <a:pt x="1732299" y="11131"/>
                  </a:lnTo>
                  <a:lnTo>
                    <a:pt x="1742926" y="12842"/>
                  </a:lnTo>
                  <a:lnTo>
                    <a:pt x="1753554" y="14576"/>
                  </a:lnTo>
                  <a:lnTo>
                    <a:pt x="1764182" y="16342"/>
                  </a:lnTo>
                  <a:lnTo>
                    <a:pt x="1774809" y="18157"/>
                  </a:lnTo>
                  <a:lnTo>
                    <a:pt x="1785437" y="20047"/>
                  </a:lnTo>
                  <a:lnTo>
                    <a:pt x="1796064" y="22029"/>
                  </a:lnTo>
                  <a:lnTo>
                    <a:pt x="1806692" y="24124"/>
                  </a:lnTo>
                  <a:lnTo>
                    <a:pt x="1817320" y="26350"/>
                  </a:lnTo>
                  <a:lnTo>
                    <a:pt x="1827947" y="28722"/>
                  </a:lnTo>
                  <a:lnTo>
                    <a:pt x="1838575" y="31252"/>
                  </a:lnTo>
                  <a:lnTo>
                    <a:pt x="1849202" y="33949"/>
                  </a:lnTo>
                  <a:lnTo>
                    <a:pt x="1859830" y="36817"/>
                  </a:lnTo>
                  <a:lnTo>
                    <a:pt x="1870458" y="39857"/>
                  </a:lnTo>
                  <a:lnTo>
                    <a:pt x="1881085" y="43069"/>
                  </a:lnTo>
                  <a:lnTo>
                    <a:pt x="1891713" y="46448"/>
                  </a:lnTo>
                  <a:lnTo>
                    <a:pt x="1902340" y="49961"/>
                  </a:lnTo>
                  <a:lnTo>
                    <a:pt x="1912968" y="53579"/>
                  </a:lnTo>
                  <a:lnTo>
                    <a:pt x="1923596" y="57271"/>
                  </a:lnTo>
                  <a:lnTo>
                    <a:pt x="1934223" y="60996"/>
                  </a:lnTo>
                  <a:lnTo>
                    <a:pt x="1944851" y="64712"/>
                  </a:lnTo>
                  <a:lnTo>
                    <a:pt x="1955478" y="68373"/>
                  </a:lnTo>
                  <a:lnTo>
                    <a:pt x="1966106" y="71937"/>
                  </a:lnTo>
                  <a:lnTo>
                    <a:pt x="1976734" y="75369"/>
                  </a:lnTo>
                  <a:lnTo>
                    <a:pt x="1987361" y="78637"/>
                  </a:lnTo>
                  <a:lnTo>
                    <a:pt x="1997989" y="81726"/>
                  </a:lnTo>
                  <a:lnTo>
                    <a:pt x="2008616" y="84666"/>
                  </a:lnTo>
                  <a:lnTo>
                    <a:pt x="2019244" y="87496"/>
                  </a:lnTo>
                  <a:lnTo>
                    <a:pt x="2029872" y="90271"/>
                  </a:lnTo>
                  <a:lnTo>
                    <a:pt x="2040499" y="93062"/>
                  </a:lnTo>
                  <a:lnTo>
                    <a:pt x="2051127" y="95948"/>
                  </a:lnTo>
                  <a:lnTo>
                    <a:pt x="2061754" y="99012"/>
                  </a:lnTo>
                  <a:lnTo>
                    <a:pt x="2072382" y="102336"/>
                  </a:lnTo>
                  <a:lnTo>
                    <a:pt x="2083010" y="105991"/>
                  </a:lnTo>
                  <a:lnTo>
                    <a:pt x="2093637" y="110043"/>
                  </a:lnTo>
                  <a:lnTo>
                    <a:pt x="2104265" y="114556"/>
                  </a:lnTo>
                  <a:lnTo>
                    <a:pt x="2114892" y="119497"/>
                  </a:lnTo>
                  <a:lnTo>
                    <a:pt x="2125520" y="124842"/>
                  </a:lnTo>
                  <a:lnTo>
                    <a:pt x="2136148" y="130555"/>
                  </a:lnTo>
                  <a:lnTo>
                    <a:pt x="2146775" y="136582"/>
                  </a:lnTo>
                  <a:lnTo>
                    <a:pt x="2157403" y="142863"/>
                  </a:lnTo>
                  <a:lnTo>
                    <a:pt x="2168031" y="149334"/>
                  </a:lnTo>
                  <a:lnTo>
                    <a:pt x="2178658" y="155934"/>
                  </a:lnTo>
                  <a:lnTo>
                    <a:pt x="2189286" y="162611"/>
                  </a:lnTo>
                  <a:lnTo>
                    <a:pt x="2199913" y="169319"/>
                  </a:lnTo>
                  <a:lnTo>
                    <a:pt x="2210541" y="176027"/>
                  </a:lnTo>
                  <a:lnTo>
                    <a:pt x="2221169" y="182719"/>
                  </a:lnTo>
                  <a:lnTo>
                    <a:pt x="2231796" y="189391"/>
                  </a:lnTo>
                  <a:lnTo>
                    <a:pt x="2242424" y="196046"/>
                  </a:lnTo>
                  <a:lnTo>
                    <a:pt x="2253051" y="202694"/>
                  </a:lnTo>
                  <a:lnTo>
                    <a:pt x="2263679" y="209342"/>
                  </a:lnTo>
                  <a:lnTo>
                    <a:pt x="2274307" y="215998"/>
                  </a:lnTo>
                  <a:lnTo>
                    <a:pt x="2284934" y="222666"/>
                  </a:lnTo>
                  <a:lnTo>
                    <a:pt x="2295562" y="229345"/>
                  </a:lnTo>
                  <a:lnTo>
                    <a:pt x="2306189" y="236031"/>
                  </a:lnTo>
                  <a:lnTo>
                    <a:pt x="2316817" y="242708"/>
                  </a:lnTo>
                  <a:lnTo>
                    <a:pt x="2327445" y="249358"/>
                  </a:lnTo>
                  <a:lnTo>
                    <a:pt x="2338072" y="255960"/>
                  </a:lnTo>
                  <a:lnTo>
                    <a:pt x="2348700" y="262488"/>
                  </a:lnTo>
                  <a:lnTo>
                    <a:pt x="2359327" y="268915"/>
                  </a:lnTo>
                  <a:lnTo>
                    <a:pt x="2369955" y="275211"/>
                  </a:lnTo>
                  <a:lnTo>
                    <a:pt x="2380583" y="281342"/>
                  </a:lnTo>
                  <a:lnTo>
                    <a:pt x="2391210" y="287277"/>
                  </a:lnTo>
                  <a:lnTo>
                    <a:pt x="2401838" y="292980"/>
                  </a:lnTo>
                  <a:lnTo>
                    <a:pt x="2412465" y="298416"/>
                  </a:lnTo>
                  <a:lnTo>
                    <a:pt x="2423093" y="303525"/>
                  </a:lnTo>
                  <a:lnTo>
                    <a:pt x="2433721" y="308314"/>
                  </a:lnTo>
                  <a:lnTo>
                    <a:pt x="2444348" y="312770"/>
                  </a:lnTo>
                  <a:lnTo>
                    <a:pt x="2454976" y="316890"/>
                  </a:lnTo>
                  <a:lnTo>
                    <a:pt x="2465603" y="320682"/>
                  </a:lnTo>
                  <a:lnTo>
                    <a:pt x="2476231" y="324164"/>
                  </a:lnTo>
                  <a:lnTo>
                    <a:pt x="2486859" y="327365"/>
                  </a:lnTo>
                  <a:lnTo>
                    <a:pt x="2497486" y="330322"/>
                  </a:lnTo>
                  <a:lnTo>
                    <a:pt x="2508114" y="333079"/>
                  </a:lnTo>
                  <a:lnTo>
                    <a:pt x="2518741" y="335682"/>
                  </a:lnTo>
                  <a:lnTo>
                    <a:pt x="2529369" y="338176"/>
                  </a:lnTo>
                  <a:lnTo>
                    <a:pt x="2539997" y="340620"/>
                  </a:lnTo>
                  <a:lnTo>
                    <a:pt x="2550624" y="343050"/>
                  </a:lnTo>
                  <a:lnTo>
                    <a:pt x="2561252" y="345492"/>
                  </a:lnTo>
                  <a:lnTo>
                    <a:pt x="2571879" y="347963"/>
                  </a:lnTo>
                  <a:lnTo>
                    <a:pt x="2582507" y="350469"/>
                  </a:lnTo>
                  <a:lnTo>
                    <a:pt x="2593135" y="353009"/>
                  </a:lnTo>
                  <a:lnTo>
                    <a:pt x="2603762" y="355574"/>
                  </a:lnTo>
                  <a:lnTo>
                    <a:pt x="2614390" y="358150"/>
                  </a:lnTo>
                  <a:lnTo>
                    <a:pt x="2625017" y="360719"/>
                  </a:lnTo>
                  <a:lnTo>
                    <a:pt x="2635645" y="363261"/>
                  </a:lnTo>
                  <a:lnTo>
                    <a:pt x="2646273" y="365761"/>
                  </a:lnTo>
                  <a:lnTo>
                    <a:pt x="2656900" y="368213"/>
                  </a:lnTo>
                  <a:lnTo>
                    <a:pt x="2667528" y="370612"/>
                  </a:lnTo>
                  <a:lnTo>
                    <a:pt x="2678155" y="372963"/>
                  </a:lnTo>
                  <a:lnTo>
                    <a:pt x="2688783" y="375272"/>
                  </a:lnTo>
                  <a:lnTo>
                    <a:pt x="2699411" y="377551"/>
                  </a:lnTo>
                  <a:lnTo>
                    <a:pt x="2710038" y="379813"/>
                  </a:lnTo>
                  <a:lnTo>
                    <a:pt x="2720666" y="382073"/>
                  </a:lnTo>
                  <a:lnTo>
                    <a:pt x="2731293" y="384343"/>
                  </a:lnTo>
                  <a:lnTo>
                    <a:pt x="2741921" y="386634"/>
                  </a:lnTo>
                  <a:lnTo>
                    <a:pt x="2752549" y="388945"/>
                  </a:lnTo>
                  <a:lnTo>
                    <a:pt x="2763176" y="391271"/>
                  </a:lnTo>
                  <a:lnTo>
                    <a:pt x="2773804" y="393602"/>
                  </a:lnTo>
                  <a:lnTo>
                    <a:pt x="2784431" y="395921"/>
                  </a:lnTo>
                  <a:lnTo>
                    <a:pt x="2795059" y="398210"/>
                  </a:lnTo>
                  <a:lnTo>
                    <a:pt x="2805687" y="400446"/>
                  </a:lnTo>
                  <a:lnTo>
                    <a:pt x="2816314" y="402608"/>
                  </a:lnTo>
                  <a:lnTo>
                    <a:pt x="2826942" y="404674"/>
                  </a:lnTo>
                  <a:lnTo>
                    <a:pt x="2837569" y="406628"/>
                  </a:lnTo>
                  <a:lnTo>
                    <a:pt x="2848197" y="408437"/>
                  </a:lnTo>
                  <a:lnTo>
                    <a:pt x="2858825" y="410110"/>
                  </a:lnTo>
                  <a:lnTo>
                    <a:pt x="2869452" y="411644"/>
                  </a:lnTo>
                  <a:lnTo>
                    <a:pt x="2880080" y="413042"/>
                  </a:lnTo>
                  <a:lnTo>
                    <a:pt x="2890708" y="414311"/>
                  </a:lnTo>
                  <a:lnTo>
                    <a:pt x="2901335" y="415463"/>
                  </a:lnTo>
                  <a:lnTo>
                    <a:pt x="2911963" y="416510"/>
                  </a:lnTo>
                  <a:lnTo>
                    <a:pt x="2922590" y="417467"/>
                  </a:lnTo>
                  <a:lnTo>
                    <a:pt x="2933218" y="418349"/>
                  </a:lnTo>
                  <a:lnTo>
                    <a:pt x="2943846" y="419172"/>
                  </a:lnTo>
                  <a:lnTo>
                    <a:pt x="2954473" y="419945"/>
                  </a:lnTo>
                  <a:lnTo>
                    <a:pt x="2965101" y="420687"/>
                  </a:lnTo>
                  <a:lnTo>
                    <a:pt x="2975728" y="421406"/>
                  </a:lnTo>
                  <a:lnTo>
                    <a:pt x="2986356" y="422107"/>
                  </a:lnTo>
                  <a:lnTo>
                    <a:pt x="2996984" y="422794"/>
                  </a:lnTo>
                  <a:lnTo>
                    <a:pt x="3007611" y="423465"/>
                  </a:lnTo>
                  <a:lnTo>
                    <a:pt x="3018239" y="424118"/>
                  </a:lnTo>
                  <a:lnTo>
                    <a:pt x="3028866" y="424750"/>
                  </a:lnTo>
                  <a:lnTo>
                    <a:pt x="3039494" y="425354"/>
                  </a:lnTo>
                  <a:lnTo>
                    <a:pt x="3050122" y="425925"/>
                  </a:lnTo>
                  <a:lnTo>
                    <a:pt x="3060749" y="426452"/>
                  </a:lnTo>
                  <a:lnTo>
                    <a:pt x="3071377" y="426932"/>
                  </a:lnTo>
                  <a:lnTo>
                    <a:pt x="3082004" y="427364"/>
                  </a:lnTo>
                  <a:lnTo>
                    <a:pt x="3092632" y="427744"/>
                  </a:lnTo>
                  <a:lnTo>
                    <a:pt x="3103260" y="428073"/>
                  </a:lnTo>
                  <a:lnTo>
                    <a:pt x="3113887" y="428353"/>
                  </a:lnTo>
                  <a:lnTo>
                    <a:pt x="3124515" y="428585"/>
                  </a:lnTo>
                  <a:lnTo>
                    <a:pt x="3135142" y="428774"/>
                  </a:lnTo>
                  <a:lnTo>
                    <a:pt x="3145770" y="428926"/>
                  </a:lnTo>
                  <a:lnTo>
                    <a:pt x="3156398" y="429046"/>
                  </a:lnTo>
                  <a:lnTo>
                    <a:pt x="3167025" y="429140"/>
                  </a:lnTo>
                  <a:lnTo>
                    <a:pt x="3177653" y="429218"/>
                  </a:lnTo>
                  <a:lnTo>
                    <a:pt x="3188280" y="429286"/>
                  </a:lnTo>
                  <a:lnTo>
                    <a:pt x="3198908" y="429349"/>
                  </a:lnTo>
                  <a:lnTo>
                    <a:pt x="3209536" y="429411"/>
                  </a:lnTo>
                  <a:lnTo>
                    <a:pt x="3220163" y="429478"/>
                  </a:lnTo>
                  <a:lnTo>
                    <a:pt x="3230791" y="429549"/>
                  </a:lnTo>
                  <a:lnTo>
                    <a:pt x="3241418" y="429628"/>
                  </a:lnTo>
                  <a:lnTo>
                    <a:pt x="3252046" y="429716"/>
                  </a:lnTo>
                  <a:lnTo>
                    <a:pt x="3262674" y="429811"/>
                  </a:lnTo>
                  <a:lnTo>
                    <a:pt x="3273301" y="429914"/>
                  </a:lnTo>
                  <a:lnTo>
                    <a:pt x="3283929" y="430026"/>
                  </a:lnTo>
                  <a:lnTo>
                    <a:pt x="3294556" y="430145"/>
                  </a:lnTo>
                  <a:lnTo>
                    <a:pt x="3305184" y="430272"/>
                  </a:lnTo>
                  <a:lnTo>
                    <a:pt x="3315812" y="430406"/>
                  </a:lnTo>
                  <a:lnTo>
                    <a:pt x="3315812" y="433153"/>
                  </a:lnTo>
                  <a:lnTo>
                    <a:pt x="3305184" y="433153"/>
                  </a:lnTo>
                  <a:lnTo>
                    <a:pt x="3294556" y="433153"/>
                  </a:lnTo>
                  <a:lnTo>
                    <a:pt x="3283929" y="433153"/>
                  </a:lnTo>
                  <a:lnTo>
                    <a:pt x="3273301" y="433153"/>
                  </a:lnTo>
                  <a:lnTo>
                    <a:pt x="3262674" y="433153"/>
                  </a:lnTo>
                  <a:lnTo>
                    <a:pt x="3252046" y="433153"/>
                  </a:lnTo>
                  <a:lnTo>
                    <a:pt x="3241418" y="433153"/>
                  </a:lnTo>
                  <a:lnTo>
                    <a:pt x="3230791" y="433153"/>
                  </a:lnTo>
                  <a:lnTo>
                    <a:pt x="3220163" y="433153"/>
                  </a:lnTo>
                  <a:lnTo>
                    <a:pt x="3209536" y="433153"/>
                  </a:lnTo>
                  <a:lnTo>
                    <a:pt x="3198908" y="433153"/>
                  </a:lnTo>
                  <a:lnTo>
                    <a:pt x="3188280" y="433153"/>
                  </a:lnTo>
                  <a:lnTo>
                    <a:pt x="3177653" y="433153"/>
                  </a:lnTo>
                  <a:lnTo>
                    <a:pt x="3167025" y="433153"/>
                  </a:lnTo>
                  <a:lnTo>
                    <a:pt x="3156398" y="433153"/>
                  </a:lnTo>
                  <a:lnTo>
                    <a:pt x="3145770" y="433153"/>
                  </a:lnTo>
                  <a:lnTo>
                    <a:pt x="3135142" y="433153"/>
                  </a:lnTo>
                  <a:lnTo>
                    <a:pt x="3124515" y="433153"/>
                  </a:lnTo>
                  <a:lnTo>
                    <a:pt x="3113887" y="433153"/>
                  </a:lnTo>
                  <a:lnTo>
                    <a:pt x="3103260" y="433153"/>
                  </a:lnTo>
                  <a:lnTo>
                    <a:pt x="3092632" y="433153"/>
                  </a:lnTo>
                  <a:lnTo>
                    <a:pt x="3082004" y="433153"/>
                  </a:lnTo>
                  <a:lnTo>
                    <a:pt x="3071377" y="433153"/>
                  </a:lnTo>
                  <a:lnTo>
                    <a:pt x="3060749" y="433153"/>
                  </a:lnTo>
                  <a:lnTo>
                    <a:pt x="3050122" y="433153"/>
                  </a:lnTo>
                  <a:lnTo>
                    <a:pt x="3039494" y="433153"/>
                  </a:lnTo>
                  <a:lnTo>
                    <a:pt x="3028866" y="433153"/>
                  </a:lnTo>
                  <a:lnTo>
                    <a:pt x="3018239" y="433153"/>
                  </a:lnTo>
                  <a:lnTo>
                    <a:pt x="3007611" y="433153"/>
                  </a:lnTo>
                  <a:lnTo>
                    <a:pt x="2996984" y="433153"/>
                  </a:lnTo>
                  <a:lnTo>
                    <a:pt x="2986356" y="433153"/>
                  </a:lnTo>
                  <a:lnTo>
                    <a:pt x="2975728" y="433153"/>
                  </a:lnTo>
                  <a:lnTo>
                    <a:pt x="2965101" y="433153"/>
                  </a:lnTo>
                  <a:lnTo>
                    <a:pt x="2954473" y="433153"/>
                  </a:lnTo>
                  <a:lnTo>
                    <a:pt x="2943846" y="433153"/>
                  </a:lnTo>
                  <a:lnTo>
                    <a:pt x="2933218" y="433153"/>
                  </a:lnTo>
                  <a:lnTo>
                    <a:pt x="2922590" y="433153"/>
                  </a:lnTo>
                  <a:lnTo>
                    <a:pt x="2911963" y="433153"/>
                  </a:lnTo>
                  <a:lnTo>
                    <a:pt x="2901335" y="433153"/>
                  </a:lnTo>
                  <a:lnTo>
                    <a:pt x="2890708" y="433153"/>
                  </a:lnTo>
                  <a:lnTo>
                    <a:pt x="2880080" y="433153"/>
                  </a:lnTo>
                  <a:lnTo>
                    <a:pt x="2869452" y="433153"/>
                  </a:lnTo>
                  <a:lnTo>
                    <a:pt x="2858825" y="433153"/>
                  </a:lnTo>
                  <a:lnTo>
                    <a:pt x="2848197" y="433153"/>
                  </a:lnTo>
                  <a:lnTo>
                    <a:pt x="2837569" y="433153"/>
                  </a:lnTo>
                  <a:lnTo>
                    <a:pt x="2826942" y="433153"/>
                  </a:lnTo>
                  <a:lnTo>
                    <a:pt x="2816314" y="433153"/>
                  </a:lnTo>
                  <a:lnTo>
                    <a:pt x="2805687" y="433153"/>
                  </a:lnTo>
                  <a:lnTo>
                    <a:pt x="2795059" y="433153"/>
                  </a:lnTo>
                  <a:lnTo>
                    <a:pt x="2784431" y="433153"/>
                  </a:lnTo>
                  <a:lnTo>
                    <a:pt x="2773804" y="433153"/>
                  </a:lnTo>
                  <a:lnTo>
                    <a:pt x="2763176" y="433153"/>
                  </a:lnTo>
                  <a:lnTo>
                    <a:pt x="2752549" y="433153"/>
                  </a:lnTo>
                  <a:lnTo>
                    <a:pt x="2741921" y="433153"/>
                  </a:lnTo>
                  <a:lnTo>
                    <a:pt x="2731293" y="433153"/>
                  </a:lnTo>
                  <a:lnTo>
                    <a:pt x="2720666" y="433153"/>
                  </a:lnTo>
                  <a:lnTo>
                    <a:pt x="2710038" y="433153"/>
                  </a:lnTo>
                  <a:lnTo>
                    <a:pt x="2699411" y="433153"/>
                  </a:lnTo>
                  <a:lnTo>
                    <a:pt x="2688783" y="433153"/>
                  </a:lnTo>
                  <a:lnTo>
                    <a:pt x="2678155" y="433153"/>
                  </a:lnTo>
                  <a:lnTo>
                    <a:pt x="2667528" y="433153"/>
                  </a:lnTo>
                  <a:lnTo>
                    <a:pt x="2656900" y="433153"/>
                  </a:lnTo>
                  <a:lnTo>
                    <a:pt x="2646273" y="433153"/>
                  </a:lnTo>
                  <a:lnTo>
                    <a:pt x="2635645" y="433153"/>
                  </a:lnTo>
                  <a:lnTo>
                    <a:pt x="2625017" y="433153"/>
                  </a:lnTo>
                  <a:lnTo>
                    <a:pt x="2614390" y="433153"/>
                  </a:lnTo>
                  <a:lnTo>
                    <a:pt x="2603762" y="433153"/>
                  </a:lnTo>
                  <a:lnTo>
                    <a:pt x="2593135" y="433153"/>
                  </a:lnTo>
                  <a:lnTo>
                    <a:pt x="2582507" y="433153"/>
                  </a:lnTo>
                  <a:lnTo>
                    <a:pt x="2571879" y="433153"/>
                  </a:lnTo>
                  <a:lnTo>
                    <a:pt x="2561252" y="433153"/>
                  </a:lnTo>
                  <a:lnTo>
                    <a:pt x="2550624" y="433153"/>
                  </a:lnTo>
                  <a:lnTo>
                    <a:pt x="2539997" y="433153"/>
                  </a:lnTo>
                  <a:lnTo>
                    <a:pt x="2529369" y="433153"/>
                  </a:lnTo>
                  <a:lnTo>
                    <a:pt x="2518741" y="433153"/>
                  </a:lnTo>
                  <a:lnTo>
                    <a:pt x="2508114" y="433153"/>
                  </a:lnTo>
                  <a:lnTo>
                    <a:pt x="2497486" y="433153"/>
                  </a:lnTo>
                  <a:lnTo>
                    <a:pt x="2486859" y="433153"/>
                  </a:lnTo>
                  <a:lnTo>
                    <a:pt x="2476231" y="433153"/>
                  </a:lnTo>
                  <a:lnTo>
                    <a:pt x="2465603" y="433153"/>
                  </a:lnTo>
                  <a:lnTo>
                    <a:pt x="2454976" y="433153"/>
                  </a:lnTo>
                  <a:lnTo>
                    <a:pt x="2444348" y="433153"/>
                  </a:lnTo>
                  <a:lnTo>
                    <a:pt x="2433721" y="433153"/>
                  </a:lnTo>
                  <a:lnTo>
                    <a:pt x="2423093" y="433153"/>
                  </a:lnTo>
                  <a:lnTo>
                    <a:pt x="2412465" y="433153"/>
                  </a:lnTo>
                  <a:lnTo>
                    <a:pt x="2401838" y="433153"/>
                  </a:lnTo>
                  <a:lnTo>
                    <a:pt x="2391210" y="433153"/>
                  </a:lnTo>
                  <a:lnTo>
                    <a:pt x="2380583" y="433153"/>
                  </a:lnTo>
                  <a:lnTo>
                    <a:pt x="2369955" y="433153"/>
                  </a:lnTo>
                  <a:lnTo>
                    <a:pt x="2359327" y="433153"/>
                  </a:lnTo>
                  <a:lnTo>
                    <a:pt x="2348700" y="433153"/>
                  </a:lnTo>
                  <a:lnTo>
                    <a:pt x="2338072" y="433153"/>
                  </a:lnTo>
                  <a:lnTo>
                    <a:pt x="2327445" y="433153"/>
                  </a:lnTo>
                  <a:lnTo>
                    <a:pt x="2316817" y="433153"/>
                  </a:lnTo>
                  <a:lnTo>
                    <a:pt x="2306189" y="433153"/>
                  </a:lnTo>
                  <a:lnTo>
                    <a:pt x="2295562" y="433153"/>
                  </a:lnTo>
                  <a:lnTo>
                    <a:pt x="2284934" y="433153"/>
                  </a:lnTo>
                  <a:lnTo>
                    <a:pt x="2274307" y="433153"/>
                  </a:lnTo>
                  <a:lnTo>
                    <a:pt x="2263679" y="433153"/>
                  </a:lnTo>
                  <a:lnTo>
                    <a:pt x="2253051" y="433153"/>
                  </a:lnTo>
                  <a:lnTo>
                    <a:pt x="2242424" y="433153"/>
                  </a:lnTo>
                  <a:lnTo>
                    <a:pt x="2231796" y="433153"/>
                  </a:lnTo>
                  <a:lnTo>
                    <a:pt x="2221169" y="433153"/>
                  </a:lnTo>
                  <a:lnTo>
                    <a:pt x="2210541" y="433153"/>
                  </a:lnTo>
                  <a:lnTo>
                    <a:pt x="2199913" y="433153"/>
                  </a:lnTo>
                  <a:lnTo>
                    <a:pt x="2189286" y="433153"/>
                  </a:lnTo>
                  <a:lnTo>
                    <a:pt x="2178658" y="433153"/>
                  </a:lnTo>
                  <a:lnTo>
                    <a:pt x="2168031" y="433153"/>
                  </a:lnTo>
                  <a:lnTo>
                    <a:pt x="2157403" y="433153"/>
                  </a:lnTo>
                  <a:lnTo>
                    <a:pt x="2146775" y="433153"/>
                  </a:lnTo>
                  <a:lnTo>
                    <a:pt x="2136148" y="433153"/>
                  </a:lnTo>
                  <a:lnTo>
                    <a:pt x="2125520" y="433153"/>
                  </a:lnTo>
                  <a:lnTo>
                    <a:pt x="2114892" y="433153"/>
                  </a:lnTo>
                  <a:lnTo>
                    <a:pt x="2104265" y="433153"/>
                  </a:lnTo>
                  <a:lnTo>
                    <a:pt x="2093637" y="433153"/>
                  </a:lnTo>
                  <a:lnTo>
                    <a:pt x="2083010" y="433153"/>
                  </a:lnTo>
                  <a:lnTo>
                    <a:pt x="2072382" y="433153"/>
                  </a:lnTo>
                  <a:lnTo>
                    <a:pt x="2061754" y="433153"/>
                  </a:lnTo>
                  <a:lnTo>
                    <a:pt x="2051127" y="433153"/>
                  </a:lnTo>
                  <a:lnTo>
                    <a:pt x="2040499" y="433153"/>
                  </a:lnTo>
                  <a:lnTo>
                    <a:pt x="2029872" y="433153"/>
                  </a:lnTo>
                  <a:lnTo>
                    <a:pt x="2019244" y="433153"/>
                  </a:lnTo>
                  <a:lnTo>
                    <a:pt x="2008616" y="433153"/>
                  </a:lnTo>
                  <a:lnTo>
                    <a:pt x="1997989" y="433153"/>
                  </a:lnTo>
                  <a:lnTo>
                    <a:pt x="1987361" y="433153"/>
                  </a:lnTo>
                  <a:lnTo>
                    <a:pt x="1976734" y="433153"/>
                  </a:lnTo>
                  <a:lnTo>
                    <a:pt x="1966106" y="433153"/>
                  </a:lnTo>
                  <a:lnTo>
                    <a:pt x="1955478" y="433153"/>
                  </a:lnTo>
                  <a:lnTo>
                    <a:pt x="1944851" y="433153"/>
                  </a:lnTo>
                  <a:lnTo>
                    <a:pt x="1934223" y="433153"/>
                  </a:lnTo>
                  <a:lnTo>
                    <a:pt x="1923596" y="433153"/>
                  </a:lnTo>
                  <a:lnTo>
                    <a:pt x="1912968" y="433153"/>
                  </a:lnTo>
                  <a:lnTo>
                    <a:pt x="1902340" y="433153"/>
                  </a:lnTo>
                  <a:lnTo>
                    <a:pt x="1891713" y="433153"/>
                  </a:lnTo>
                  <a:lnTo>
                    <a:pt x="1881085" y="433153"/>
                  </a:lnTo>
                  <a:lnTo>
                    <a:pt x="1870458" y="433153"/>
                  </a:lnTo>
                  <a:lnTo>
                    <a:pt x="1859830" y="433153"/>
                  </a:lnTo>
                  <a:lnTo>
                    <a:pt x="1849202" y="433153"/>
                  </a:lnTo>
                  <a:lnTo>
                    <a:pt x="1838575" y="433153"/>
                  </a:lnTo>
                  <a:lnTo>
                    <a:pt x="1827947" y="433153"/>
                  </a:lnTo>
                  <a:lnTo>
                    <a:pt x="1817320" y="433153"/>
                  </a:lnTo>
                  <a:lnTo>
                    <a:pt x="1806692" y="433153"/>
                  </a:lnTo>
                  <a:lnTo>
                    <a:pt x="1796064" y="433153"/>
                  </a:lnTo>
                  <a:lnTo>
                    <a:pt x="1785437" y="433153"/>
                  </a:lnTo>
                  <a:lnTo>
                    <a:pt x="1774809" y="433153"/>
                  </a:lnTo>
                  <a:lnTo>
                    <a:pt x="1764182" y="433153"/>
                  </a:lnTo>
                  <a:lnTo>
                    <a:pt x="1753554" y="433153"/>
                  </a:lnTo>
                  <a:lnTo>
                    <a:pt x="1742926" y="433153"/>
                  </a:lnTo>
                  <a:lnTo>
                    <a:pt x="1732299" y="433153"/>
                  </a:lnTo>
                  <a:lnTo>
                    <a:pt x="1721671" y="433153"/>
                  </a:lnTo>
                  <a:lnTo>
                    <a:pt x="1711044" y="433153"/>
                  </a:lnTo>
                  <a:lnTo>
                    <a:pt x="1700416" y="433153"/>
                  </a:lnTo>
                  <a:lnTo>
                    <a:pt x="1689788" y="433153"/>
                  </a:lnTo>
                  <a:lnTo>
                    <a:pt x="1679161" y="433153"/>
                  </a:lnTo>
                  <a:lnTo>
                    <a:pt x="1668533" y="433153"/>
                  </a:lnTo>
                  <a:lnTo>
                    <a:pt x="1657906" y="433153"/>
                  </a:lnTo>
                  <a:lnTo>
                    <a:pt x="1647278" y="433153"/>
                  </a:lnTo>
                  <a:lnTo>
                    <a:pt x="1636650" y="433153"/>
                  </a:lnTo>
                  <a:lnTo>
                    <a:pt x="1626023" y="433153"/>
                  </a:lnTo>
                  <a:lnTo>
                    <a:pt x="1615395" y="433153"/>
                  </a:lnTo>
                  <a:lnTo>
                    <a:pt x="1604768" y="433153"/>
                  </a:lnTo>
                  <a:lnTo>
                    <a:pt x="1594140" y="433153"/>
                  </a:lnTo>
                  <a:lnTo>
                    <a:pt x="1583512" y="433153"/>
                  </a:lnTo>
                  <a:lnTo>
                    <a:pt x="1572885" y="433153"/>
                  </a:lnTo>
                  <a:lnTo>
                    <a:pt x="1562257" y="433153"/>
                  </a:lnTo>
                  <a:lnTo>
                    <a:pt x="1551630" y="433153"/>
                  </a:lnTo>
                  <a:lnTo>
                    <a:pt x="1541002" y="433153"/>
                  </a:lnTo>
                  <a:lnTo>
                    <a:pt x="1530374" y="433153"/>
                  </a:lnTo>
                  <a:lnTo>
                    <a:pt x="1519747" y="433153"/>
                  </a:lnTo>
                  <a:lnTo>
                    <a:pt x="1509119" y="433153"/>
                  </a:lnTo>
                  <a:lnTo>
                    <a:pt x="1498492" y="433153"/>
                  </a:lnTo>
                  <a:lnTo>
                    <a:pt x="1487864" y="433153"/>
                  </a:lnTo>
                  <a:lnTo>
                    <a:pt x="1477236" y="433153"/>
                  </a:lnTo>
                  <a:lnTo>
                    <a:pt x="1466609" y="433153"/>
                  </a:lnTo>
                  <a:lnTo>
                    <a:pt x="1455981" y="433153"/>
                  </a:lnTo>
                  <a:lnTo>
                    <a:pt x="1445354" y="433153"/>
                  </a:lnTo>
                  <a:lnTo>
                    <a:pt x="1434726" y="433153"/>
                  </a:lnTo>
                  <a:lnTo>
                    <a:pt x="1424098" y="433153"/>
                  </a:lnTo>
                  <a:lnTo>
                    <a:pt x="1413471" y="433153"/>
                  </a:lnTo>
                  <a:lnTo>
                    <a:pt x="1402843" y="433153"/>
                  </a:lnTo>
                  <a:lnTo>
                    <a:pt x="1392215" y="433153"/>
                  </a:lnTo>
                  <a:lnTo>
                    <a:pt x="1381588" y="433153"/>
                  </a:lnTo>
                  <a:lnTo>
                    <a:pt x="1370960" y="433153"/>
                  </a:lnTo>
                  <a:lnTo>
                    <a:pt x="1360333" y="433153"/>
                  </a:lnTo>
                  <a:lnTo>
                    <a:pt x="1349705" y="433153"/>
                  </a:lnTo>
                  <a:lnTo>
                    <a:pt x="1339077" y="433153"/>
                  </a:lnTo>
                  <a:lnTo>
                    <a:pt x="1328450" y="433153"/>
                  </a:lnTo>
                  <a:lnTo>
                    <a:pt x="1317822" y="433153"/>
                  </a:lnTo>
                  <a:lnTo>
                    <a:pt x="1307195" y="433153"/>
                  </a:lnTo>
                  <a:lnTo>
                    <a:pt x="1296567" y="433153"/>
                  </a:lnTo>
                  <a:lnTo>
                    <a:pt x="1285939" y="433153"/>
                  </a:lnTo>
                  <a:lnTo>
                    <a:pt x="1275312" y="433153"/>
                  </a:lnTo>
                  <a:lnTo>
                    <a:pt x="1264684" y="433153"/>
                  </a:lnTo>
                  <a:lnTo>
                    <a:pt x="1254057" y="433153"/>
                  </a:lnTo>
                  <a:lnTo>
                    <a:pt x="1243429" y="433153"/>
                  </a:lnTo>
                  <a:lnTo>
                    <a:pt x="1232801" y="433153"/>
                  </a:lnTo>
                  <a:lnTo>
                    <a:pt x="1222174" y="433153"/>
                  </a:lnTo>
                  <a:lnTo>
                    <a:pt x="1211546" y="433153"/>
                  </a:lnTo>
                  <a:lnTo>
                    <a:pt x="1200919" y="433153"/>
                  </a:lnTo>
                  <a:lnTo>
                    <a:pt x="1190291" y="433153"/>
                  </a:lnTo>
                  <a:lnTo>
                    <a:pt x="1179663" y="433153"/>
                  </a:lnTo>
                  <a:lnTo>
                    <a:pt x="1169036" y="433153"/>
                  </a:lnTo>
                  <a:lnTo>
                    <a:pt x="1158408" y="433153"/>
                  </a:lnTo>
                  <a:lnTo>
                    <a:pt x="1147781" y="433153"/>
                  </a:lnTo>
                  <a:lnTo>
                    <a:pt x="1137153" y="433153"/>
                  </a:lnTo>
                  <a:lnTo>
                    <a:pt x="1126525" y="433153"/>
                  </a:lnTo>
                  <a:lnTo>
                    <a:pt x="1115898" y="433153"/>
                  </a:lnTo>
                  <a:lnTo>
                    <a:pt x="1105270" y="433153"/>
                  </a:lnTo>
                  <a:lnTo>
                    <a:pt x="1094643" y="433153"/>
                  </a:lnTo>
                  <a:lnTo>
                    <a:pt x="1084015" y="433153"/>
                  </a:lnTo>
                  <a:lnTo>
                    <a:pt x="1073387" y="433153"/>
                  </a:lnTo>
                  <a:lnTo>
                    <a:pt x="1062760" y="433153"/>
                  </a:lnTo>
                  <a:lnTo>
                    <a:pt x="1052132" y="433153"/>
                  </a:lnTo>
                  <a:lnTo>
                    <a:pt x="1041505" y="433153"/>
                  </a:lnTo>
                  <a:lnTo>
                    <a:pt x="1030877" y="433153"/>
                  </a:lnTo>
                  <a:lnTo>
                    <a:pt x="1020249" y="433153"/>
                  </a:lnTo>
                  <a:lnTo>
                    <a:pt x="1009622" y="433153"/>
                  </a:lnTo>
                  <a:lnTo>
                    <a:pt x="998994" y="433153"/>
                  </a:lnTo>
                  <a:lnTo>
                    <a:pt x="988367" y="433153"/>
                  </a:lnTo>
                  <a:lnTo>
                    <a:pt x="977739" y="433153"/>
                  </a:lnTo>
                  <a:lnTo>
                    <a:pt x="967111" y="433153"/>
                  </a:lnTo>
                  <a:lnTo>
                    <a:pt x="956484" y="433153"/>
                  </a:lnTo>
                  <a:lnTo>
                    <a:pt x="945856" y="433153"/>
                  </a:lnTo>
                  <a:lnTo>
                    <a:pt x="935229" y="433153"/>
                  </a:lnTo>
                  <a:lnTo>
                    <a:pt x="924601" y="433153"/>
                  </a:lnTo>
                  <a:lnTo>
                    <a:pt x="913973" y="433153"/>
                  </a:lnTo>
                  <a:lnTo>
                    <a:pt x="903346" y="433153"/>
                  </a:lnTo>
                  <a:lnTo>
                    <a:pt x="892718" y="433153"/>
                  </a:lnTo>
                  <a:lnTo>
                    <a:pt x="882091" y="433153"/>
                  </a:lnTo>
                  <a:lnTo>
                    <a:pt x="871463" y="433153"/>
                  </a:lnTo>
                  <a:lnTo>
                    <a:pt x="860835" y="433153"/>
                  </a:lnTo>
                  <a:lnTo>
                    <a:pt x="850208" y="433153"/>
                  </a:lnTo>
                  <a:lnTo>
                    <a:pt x="839580" y="433153"/>
                  </a:lnTo>
                  <a:lnTo>
                    <a:pt x="828953" y="433153"/>
                  </a:lnTo>
                  <a:lnTo>
                    <a:pt x="818325" y="433153"/>
                  </a:lnTo>
                  <a:lnTo>
                    <a:pt x="807697" y="433153"/>
                  </a:lnTo>
                  <a:lnTo>
                    <a:pt x="797070" y="433153"/>
                  </a:lnTo>
                  <a:lnTo>
                    <a:pt x="786442" y="433153"/>
                  </a:lnTo>
                  <a:lnTo>
                    <a:pt x="775815" y="433153"/>
                  </a:lnTo>
                  <a:lnTo>
                    <a:pt x="765187" y="433153"/>
                  </a:lnTo>
                  <a:lnTo>
                    <a:pt x="754559" y="433153"/>
                  </a:lnTo>
                  <a:lnTo>
                    <a:pt x="743932" y="433153"/>
                  </a:lnTo>
                  <a:lnTo>
                    <a:pt x="733304" y="433153"/>
                  </a:lnTo>
                  <a:lnTo>
                    <a:pt x="722677" y="433153"/>
                  </a:lnTo>
                  <a:lnTo>
                    <a:pt x="712049" y="433153"/>
                  </a:lnTo>
                  <a:lnTo>
                    <a:pt x="701421" y="433153"/>
                  </a:lnTo>
                  <a:lnTo>
                    <a:pt x="690794" y="433153"/>
                  </a:lnTo>
                  <a:lnTo>
                    <a:pt x="680166" y="433153"/>
                  </a:lnTo>
                  <a:lnTo>
                    <a:pt x="669538" y="433153"/>
                  </a:lnTo>
                  <a:lnTo>
                    <a:pt x="658911" y="433153"/>
                  </a:lnTo>
                  <a:lnTo>
                    <a:pt x="648283" y="433153"/>
                  </a:lnTo>
                  <a:lnTo>
                    <a:pt x="637656" y="433153"/>
                  </a:lnTo>
                  <a:lnTo>
                    <a:pt x="627028" y="433153"/>
                  </a:lnTo>
                  <a:lnTo>
                    <a:pt x="616400" y="433153"/>
                  </a:lnTo>
                  <a:lnTo>
                    <a:pt x="605773" y="433153"/>
                  </a:lnTo>
                  <a:lnTo>
                    <a:pt x="595145" y="433153"/>
                  </a:lnTo>
                  <a:lnTo>
                    <a:pt x="584518" y="433153"/>
                  </a:lnTo>
                  <a:lnTo>
                    <a:pt x="573890" y="433153"/>
                  </a:lnTo>
                  <a:lnTo>
                    <a:pt x="563262" y="433153"/>
                  </a:lnTo>
                  <a:lnTo>
                    <a:pt x="552635" y="433153"/>
                  </a:lnTo>
                  <a:lnTo>
                    <a:pt x="542007" y="433153"/>
                  </a:lnTo>
                  <a:lnTo>
                    <a:pt x="531380" y="433153"/>
                  </a:lnTo>
                  <a:lnTo>
                    <a:pt x="520752" y="433153"/>
                  </a:lnTo>
                  <a:lnTo>
                    <a:pt x="510124" y="433153"/>
                  </a:lnTo>
                  <a:lnTo>
                    <a:pt x="499497" y="433153"/>
                  </a:lnTo>
                  <a:lnTo>
                    <a:pt x="488869" y="433153"/>
                  </a:lnTo>
                  <a:lnTo>
                    <a:pt x="478242" y="433153"/>
                  </a:lnTo>
                  <a:lnTo>
                    <a:pt x="467614" y="433153"/>
                  </a:lnTo>
                  <a:lnTo>
                    <a:pt x="456986" y="433153"/>
                  </a:lnTo>
                  <a:lnTo>
                    <a:pt x="446359" y="433153"/>
                  </a:lnTo>
                  <a:lnTo>
                    <a:pt x="435731" y="433153"/>
                  </a:lnTo>
                  <a:lnTo>
                    <a:pt x="425104" y="433153"/>
                  </a:lnTo>
                  <a:lnTo>
                    <a:pt x="414476" y="433153"/>
                  </a:lnTo>
                  <a:lnTo>
                    <a:pt x="403848" y="433153"/>
                  </a:lnTo>
                  <a:lnTo>
                    <a:pt x="393221" y="433153"/>
                  </a:lnTo>
                  <a:lnTo>
                    <a:pt x="382593" y="433153"/>
                  </a:lnTo>
                  <a:lnTo>
                    <a:pt x="371966" y="433153"/>
                  </a:lnTo>
                  <a:lnTo>
                    <a:pt x="361338" y="433153"/>
                  </a:lnTo>
                  <a:lnTo>
                    <a:pt x="350710" y="433153"/>
                  </a:lnTo>
                  <a:lnTo>
                    <a:pt x="340083" y="433153"/>
                  </a:lnTo>
                  <a:lnTo>
                    <a:pt x="329455" y="433153"/>
                  </a:lnTo>
                  <a:lnTo>
                    <a:pt x="318828" y="433153"/>
                  </a:lnTo>
                  <a:lnTo>
                    <a:pt x="308200" y="433153"/>
                  </a:lnTo>
                  <a:lnTo>
                    <a:pt x="297572" y="433153"/>
                  </a:lnTo>
                  <a:lnTo>
                    <a:pt x="286945" y="433153"/>
                  </a:lnTo>
                  <a:lnTo>
                    <a:pt x="276317" y="433153"/>
                  </a:lnTo>
                  <a:lnTo>
                    <a:pt x="265690" y="433153"/>
                  </a:lnTo>
                  <a:lnTo>
                    <a:pt x="255062" y="433153"/>
                  </a:lnTo>
                  <a:lnTo>
                    <a:pt x="244434" y="433153"/>
                  </a:lnTo>
                  <a:lnTo>
                    <a:pt x="233807" y="433153"/>
                  </a:lnTo>
                  <a:lnTo>
                    <a:pt x="223179" y="433153"/>
                  </a:lnTo>
                  <a:lnTo>
                    <a:pt x="212552" y="433153"/>
                  </a:lnTo>
                  <a:lnTo>
                    <a:pt x="201924" y="433153"/>
                  </a:lnTo>
                  <a:lnTo>
                    <a:pt x="191296" y="433153"/>
                  </a:lnTo>
                  <a:lnTo>
                    <a:pt x="180669" y="433153"/>
                  </a:lnTo>
                  <a:lnTo>
                    <a:pt x="170041" y="433153"/>
                  </a:lnTo>
                  <a:lnTo>
                    <a:pt x="159414" y="433153"/>
                  </a:lnTo>
                  <a:lnTo>
                    <a:pt x="148786" y="433153"/>
                  </a:lnTo>
                  <a:lnTo>
                    <a:pt x="138158" y="433153"/>
                  </a:lnTo>
                  <a:lnTo>
                    <a:pt x="127531" y="433153"/>
                  </a:lnTo>
                  <a:lnTo>
                    <a:pt x="116903" y="433153"/>
                  </a:lnTo>
                  <a:lnTo>
                    <a:pt x="106276" y="433153"/>
                  </a:lnTo>
                  <a:lnTo>
                    <a:pt x="95648" y="433153"/>
                  </a:lnTo>
                  <a:lnTo>
                    <a:pt x="85020" y="433153"/>
                  </a:lnTo>
                  <a:lnTo>
                    <a:pt x="74393" y="433153"/>
                  </a:lnTo>
                  <a:lnTo>
                    <a:pt x="63765" y="433153"/>
                  </a:lnTo>
                  <a:lnTo>
                    <a:pt x="53138" y="433153"/>
                  </a:lnTo>
                  <a:lnTo>
                    <a:pt x="42510" y="433153"/>
                  </a:lnTo>
                  <a:lnTo>
                    <a:pt x="31882" y="433153"/>
                  </a:lnTo>
                  <a:lnTo>
                    <a:pt x="21255" y="433153"/>
                  </a:lnTo>
                  <a:lnTo>
                    <a:pt x="10627" y="433153"/>
                  </a:lnTo>
                  <a:lnTo>
                    <a:pt x="0" y="433153"/>
                  </a:lnTo>
                  <a:close/>
                </a:path>
              </a:pathLst>
            </a:custGeom>
            <a:solidFill>
              <a:srgbClr val="84CC16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4192759" y="6368926"/>
              <a:ext cx="3315812" cy="430406"/>
            </a:xfrm>
            <a:custGeom>
              <a:avLst/>
              <a:pathLst>
                <a:path w="3315812" h="430406">
                  <a:moveTo>
                    <a:pt x="0" y="430330"/>
                  </a:moveTo>
                  <a:lnTo>
                    <a:pt x="10627" y="430059"/>
                  </a:lnTo>
                  <a:lnTo>
                    <a:pt x="21255" y="429797"/>
                  </a:lnTo>
                  <a:lnTo>
                    <a:pt x="31882" y="429546"/>
                  </a:lnTo>
                  <a:lnTo>
                    <a:pt x="42510" y="429309"/>
                  </a:lnTo>
                  <a:lnTo>
                    <a:pt x="53138" y="429089"/>
                  </a:lnTo>
                  <a:lnTo>
                    <a:pt x="63765" y="428888"/>
                  </a:lnTo>
                  <a:lnTo>
                    <a:pt x="74393" y="428711"/>
                  </a:lnTo>
                  <a:lnTo>
                    <a:pt x="85020" y="428557"/>
                  </a:lnTo>
                  <a:lnTo>
                    <a:pt x="95648" y="428427"/>
                  </a:lnTo>
                  <a:lnTo>
                    <a:pt x="106276" y="428322"/>
                  </a:lnTo>
                  <a:lnTo>
                    <a:pt x="116903" y="428242"/>
                  </a:lnTo>
                  <a:lnTo>
                    <a:pt x="127531" y="428187"/>
                  </a:lnTo>
                  <a:lnTo>
                    <a:pt x="138158" y="428153"/>
                  </a:lnTo>
                  <a:lnTo>
                    <a:pt x="148786" y="428139"/>
                  </a:lnTo>
                  <a:lnTo>
                    <a:pt x="159414" y="428141"/>
                  </a:lnTo>
                  <a:lnTo>
                    <a:pt x="170041" y="428152"/>
                  </a:lnTo>
                  <a:lnTo>
                    <a:pt x="180669" y="428166"/>
                  </a:lnTo>
                  <a:lnTo>
                    <a:pt x="191296" y="428174"/>
                  </a:lnTo>
                  <a:lnTo>
                    <a:pt x="201924" y="428165"/>
                  </a:lnTo>
                  <a:lnTo>
                    <a:pt x="212552" y="428131"/>
                  </a:lnTo>
                  <a:lnTo>
                    <a:pt x="223179" y="428061"/>
                  </a:lnTo>
                  <a:lnTo>
                    <a:pt x="233807" y="427946"/>
                  </a:lnTo>
                  <a:lnTo>
                    <a:pt x="244434" y="427775"/>
                  </a:lnTo>
                  <a:lnTo>
                    <a:pt x="255062" y="427541"/>
                  </a:lnTo>
                  <a:lnTo>
                    <a:pt x="265690" y="427234"/>
                  </a:lnTo>
                  <a:lnTo>
                    <a:pt x="276317" y="426851"/>
                  </a:lnTo>
                  <a:lnTo>
                    <a:pt x="286945" y="426379"/>
                  </a:lnTo>
                  <a:lnTo>
                    <a:pt x="297572" y="425824"/>
                  </a:lnTo>
                  <a:lnTo>
                    <a:pt x="308200" y="425194"/>
                  </a:lnTo>
                  <a:lnTo>
                    <a:pt x="318828" y="424495"/>
                  </a:lnTo>
                  <a:lnTo>
                    <a:pt x="329455" y="423738"/>
                  </a:lnTo>
                  <a:lnTo>
                    <a:pt x="340083" y="422934"/>
                  </a:lnTo>
                  <a:lnTo>
                    <a:pt x="350710" y="422099"/>
                  </a:lnTo>
                  <a:lnTo>
                    <a:pt x="361338" y="421248"/>
                  </a:lnTo>
                  <a:lnTo>
                    <a:pt x="371966" y="420396"/>
                  </a:lnTo>
                  <a:lnTo>
                    <a:pt x="382593" y="419558"/>
                  </a:lnTo>
                  <a:lnTo>
                    <a:pt x="393221" y="418751"/>
                  </a:lnTo>
                  <a:lnTo>
                    <a:pt x="403848" y="417984"/>
                  </a:lnTo>
                  <a:lnTo>
                    <a:pt x="414476" y="417263"/>
                  </a:lnTo>
                  <a:lnTo>
                    <a:pt x="425104" y="416590"/>
                  </a:lnTo>
                  <a:lnTo>
                    <a:pt x="435731" y="415965"/>
                  </a:lnTo>
                  <a:lnTo>
                    <a:pt x="446359" y="415386"/>
                  </a:lnTo>
                  <a:lnTo>
                    <a:pt x="456986" y="414846"/>
                  </a:lnTo>
                  <a:lnTo>
                    <a:pt x="467614" y="414336"/>
                  </a:lnTo>
                  <a:lnTo>
                    <a:pt x="478242" y="413846"/>
                  </a:lnTo>
                  <a:lnTo>
                    <a:pt x="488869" y="413364"/>
                  </a:lnTo>
                  <a:lnTo>
                    <a:pt x="499497" y="412873"/>
                  </a:lnTo>
                  <a:lnTo>
                    <a:pt x="510124" y="412356"/>
                  </a:lnTo>
                  <a:lnTo>
                    <a:pt x="520752" y="411796"/>
                  </a:lnTo>
                  <a:lnTo>
                    <a:pt x="531380" y="411176"/>
                  </a:lnTo>
                  <a:lnTo>
                    <a:pt x="542007" y="410478"/>
                  </a:lnTo>
                  <a:lnTo>
                    <a:pt x="552635" y="409685"/>
                  </a:lnTo>
                  <a:lnTo>
                    <a:pt x="563262" y="408779"/>
                  </a:lnTo>
                  <a:lnTo>
                    <a:pt x="573890" y="407746"/>
                  </a:lnTo>
                  <a:lnTo>
                    <a:pt x="584518" y="406569"/>
                  </a:lnTo>
                  <a:lnTo>
                    <a:pt x="595145" y="405237"/>
                  </a:lnTo>
                  <a:lnTo>
                    <a:pt x="605773" y="403725"/>
                  </a:lnTo>
                  <a:lnTo>
                    <a:pt x="616400" y="402031"/>
                  </a:lnTo>
                  <a:lnTo>
                    <a:pt x="627028" y="400158"/>
                  </a:lnTo>
                  <a:lnTo>
                    <a:pt x="637656" y="398102"/>
                  </a:lnTo>
                  <a:lnTo>
                    <a:pt x="648283" y="395864"/>
                  </a:lnTo>
                  <a:lnTo>
                    <a:pt x="658911" y="393444"/>
                  </a:lnTo>
                  <a:lnTo>
                    <a:pt x="669538" y="390844"/>
                  </a:lnTo>
                  <a:lnTo>
                    <a:pt x="680166" y="388069"/>
                  </a:lnTo>
                  <a:lnTo>
                    <a:pt x="690794" y="385123"/>
                  </a:lnTo>
                  <a:lnTo>
                    <a:pt x="701421" y="382013"/>
                  </a:lnTo>
                  <a:lnTo>
                    <a:pt x="712049" y="378739"/>
                  </a:lnTo>
                  <a:lnTo>
                    <a:pt x="722677" y="375323"/>
                  </a:lnTo>
                  <a:lnTo>
                    <a:pt x="733304" y="371790"/>
                  </a:lnTo>
                  <a:lnTo>
                    <a:pt x="743932" y="368162"/>
                  </a:lnTo>
                  <a:lnTo>
                    <a:pt x="754559" y="364466"/>
                  </a:lnTo>
                  <a:lnTo>
                    <a:pt x="765187" y="360731"/>
                  </a:lnTo>
                  <a:lnTo>
                    <a:pt x="775815" y="356986"/>
                  </a:lnTo>
                  <a:lnTo>
                    <a:pt x="786442" y="353262"/>
                  </a:lnTo>
                  <a:lnTo>
                    <a:pt x="797070" y="349586"/>
                  </a:lnTo>
                  <a:lnTo>
                    <a:pt x="807697" y="345980"/>
                  </a:lnTo>
                  <a:lnTo>
                    <a:pt x="818325" y="342470"/>
                  </a:lnTo>
                  <a:lnTo>
                    <a:pt x="828953" y="339059"/>
                  </a:lnTo>
                  <a:lnTo>
                    <a:pt x="839580" y="335737"/>
                  </a:lnTo>
                  <a:lnTo>
                    <a:pt x="850208" y="332492"/>
                  </a:lnTo>
                  <a:lnTo>
                    <a:pt x="860835" y="329300"/>
                  </a:lnTo>
                  <a:lnTo>
                    <a:pt x="871463" y="326135"/>
                  </a:lnTo>
                  <a:lnTo>
                    <a:pt x="882091" y="322964"/>
                  </a:lnTo>
                  <a:lnTo>
                    <a:pt x="892718" y="319754"/>
                  </a:lnTo>
                  <a:lnTo>
                    <a:pt x="903346" y="316474"/>
                  </a:lnTo>
                  <a:lnTo>
                    <a:pt x="913973" y="313094"/>
                  </a:lnTo>
                  <a:lnTo>
                    <a:pt x="924601" y="309580"/>
                  </a:lnTo>
                  <a:lnTo>
                    <a:pt x="935229" y="305912"/>
                  </a:lnTo>
                  <a:lnTo>
                    <a:pt x="945856" y="302086"/>
                  </a:lnTo>
                  <a:lnTo>
                    <a:pt x="956484" y="298096"/>
                  </a:lnTo>
                  <a:lnTo>
                    <a:pt x="967111" y="293938"/>
                  </a:lnTo>
                  <a:lnTo>
                    <a:pt x="977739" y="289610"/>
                  </a:lnTo>
                  <a:lnTo>
                    <a:pt x="988367" y="285113"/>
                  </a:lnTo>
                  <a:lnTo>
                    <a:pt x="998994" y="280446"/>
                  </a:lnTo>
                  <a:lnTo>
                    <a:pt x="1009622" y="275612"/>
                  </a:lnTo>
                  <a:lnTo>
                    <a:pt x="1020249" y="270612"/>
                  </a:lnTo>
                  <a:lnTo>
                    <a:pt x="1030877" y="265441"/>
                  </a:lnTo>
                  <a:lnTo>
                    <a:pt x="1041505" y="260110"/>
                  </a:lnTo>
                  <a:lnTo>
                    <a:pt x="1052132" y="254642"/>
                  </a:lnTo>
                  <a:lnTo>
                    <a:pt x="1062760" y="249057"/>
                  </a:lnTo>
                  <a:lnTo>
                    <a:pt x="1073387" y="243379"/>
                  </a:lnTo>
                  <a:lnTo>
                    <a:pt x="1084015" y="237638"/>
                  </a:lnTo>
                  <a:lnTo>
                    <a:pt x="1094643" y="231866"/>
                  </a:lnTo>
                  <a:lnTo>
                    <a:pt x="1105270" y="226096"/>
                  </a:lnTo>
                  <a:lnTo>
                    <a:pt x="1115898" y="220361"/>
                  </a:lnTo>
                  <a:lnTo>
                    <a:pt x="1126525" y="214692"/>
                  </a:lnTo>
                  <a:lnTo>
                    <a:pt x="1137153" y="209119"/>
                  </a:lnTo>
                  <a:lnTo>
                    <a:pt x="1147781" y="203660"/>
                  </a:lnTo>
                  <a:lnTo>
                    <a:pt x="1158408" y="198314"/>
                  </a:lnTo>
                  <a:lnTo>
                    <a:pt x="1169036" y="193075"/>
                  </a:lnTo>
                  <a:lnTo>
                    <a:pt x="1179663" y="187930"/>
                  </a:lnTo>
                  <a:lnTo>
                    <a:pt x="1190291" y="182860"/>
                  </a:lnTo>
                  <a:lnTo>
                    <a:pt x="1200919" y="177841"/>
                  </a:lnTo>
                  <a:lnTo>
                    <a:pt x="1211546" y="172843"/>
                  </a:lnTo>
                  <a:lnTo>
                    <a:pt x="1222174" y="167840"/>
                  </a:lnTo>
                  <a:lnTo>
                    <a:pt x="1232801" y="162803"/>
                  </a:lnTo>
                  <a:lnTo>
                    <a:pt x="1243429" y="157702"/>
                  </a:lnTo>
                  <a:lnTo>
                    <a:pt x="1254057" y="152515"/>
                  </a:lnTo>
                  <a:lnTo>
                    <a:pt x="1264684" y="147233"/>
                  </a:lnTo>
                  <a:lnTo>
                    <a:pt x="1275312" y="141849"/>
                  </a:lnTo>
                  <a:lnTo>
                    <a:pt x="1285939" y="136364"/>
                  </a:lnTo>
                  <a:lnTo>
                    <a:pt x="1296567" y="130781"/>
                  </a:lnTo>
                  <a:lnTo>
                    <a:pt x="1307195" y="125109"/>
                  </a:lnTo>
                  <a:lnTo>
                    <a:pt x="1317822" y="119362"/>
                  </a:lnTo>
                  <a:lnTo>
                    <a:pt x="1328450" y="113554"/>
                  </a:lnTo>
                  <a:lnTo>
                    <a:pt x="1339077" y="107702"/>
                  </a:lnTo>
                  <a:lnTo>
                    <a:pt x="1349705" y="101823"/>
                  </a:lnTo>
                  <a:lnTo>
                    <a:pt x="1360333" y="95938"/>
                  </a:lnTo>
                  <a:lnTo>
                    <a:pt x="1370960" y="90068"/>
                  </a:lnTo>
                  <a:lnTo>
                    <a:pt x="1381588" y="84230"/>
                  </a:lnTo>
                  <a:lnTo>
                    <a:pt x="1392215" y="78443"/>
                  </a:lnTo>
                  <a:lnTo>
                    <a:pt x="1402843" y="72728"/>
                  </a:lnTo>
                  <a:lnTo>
                    <a:pt x="1413471" y="67107"/>
                  </a:lnTo>
                  <a:lnTo>
                    <a:pt x="1424098" y="61604"/>
                  </a:lnTo>
                  <a:lnTo>
                    <a:pt x="1434726" y="56240"/>
                  </a:lnTo>
                  <a:lnTo>
                    <a:pt x="1445354" y="51040"/>
                  </a:lnTo>
                  <a:lnTo>
                    <a:pt x="1455981" y="46035"/>
                  </a:lnTo>
                  <a:lnTo>
                    <a:pt x="1466609" y="41249"/>
                  </a:lnTo>
                  <a:lnTo>
                    <a:pt x="1477236" y="36679"/>
                  </a:lnTo>
                  <a:lnTo>
                    <a:pt x="1487864" y="32331"/>
                  </a:lnTo>
                  <a:lnTo>
                    <a:pt x="1498492" y="28209"/>
                  </a:lnTo>
                  <a:lnTo>
                    <a:pt x="1509119" y="24312"/>
                  </a:lnTo>
                  <a:lnTo>
                    <a:pt x="1519747" y="20641"/>
                  </a:lnTo>
                  <a:lnTo>
                    <a:pt x="1530374" y="17201"/>
                  </a:lnTo>
                  <a:lnTo>
                    <a:pt x="1541002" y="14000"/>
                  </a:lnTo>
                  <a:lnTo>
                    <a:pt x="1551630" y="11052"/>
                  </a:lnTo>
                  <a:lnTo>
                    <a:pt x="1562257" y="8394"/>
                  </a:lnTo>
                  <a:lnTo>
                    <a:pt x="1572885" y="6067"/>
                  </a:lnTo>
                  <a:lnTo>
                    <a:pt x="1583512" y="4082"/>
                  </a:lnTo>
                  <a:lnTo>
                    <a:pt x="1594140" y="2466"/>
                  </a:lnTo>
                  <a:lnTo>
                    <a:pt x="1604768" y="1243"/>
                  </a:lnTo>
                  <a:lnTo>
                    <a:pt x="1615395" y="426"/>
                  </a:lnTo>
                  <a:lnTo>
                    <a:pt x="1626023" y="15"/>
                  </a:lnTo>
                  <a:lnTo>
                    <a:pt x="1636650" y="0"/>
                  </a:lnTo>
                  <a:lnTo>
                    <a:pt x="1647278" y="355"/>
                  </a:lnTo>
                  <a:lnTo>
                    <a:pt x="1657906" y="1043"/>
                  </a:lnTo>
                  <a:lnTo>
                    <a:pt x="1668533" y="2031"/>
                  </a:lnTo>
                  <a:lnTo>
                    <a:pt x="1679161" y="3261"/>
                  </a:lnTo>
                  <a:lnTo>
                    <a:pt x="1689788" y="4661"/>
                  </a:lnTo>
                  <a:lnTo>
                    <a:pt x="1700416" y="6183"/>
                  </a:lnTo>
                  <a:lnTo>
                    <a:pt x="1711044" y="7787"/>
                  </a:lnTo>
                  <a:lnTo>
                    <a:pt x="1721671" y="9443"/>
                  </a:lnTo>
                  <a:lnTo>
                    <a:pt x="1732299" y="11131"/>
                  </a:lnTo>
                  <a:lnTo>
                    <a:pt x="1742926" y="12842"/>
                  </a:lnTo>
                  <a:lnTo>
                    <a:pt x="1753554" y="14576"/>
                  </a:lnTo>
                  <a:lnTo>
                    <a:pt x="1764182" y="16342"/>
                  </a:lnTo>
                  <a:lnTo>
                    <a:pt x="1774809" y="18157"/>
                  </a:lnTo>
                  <a:lnTo>
                    <a:pt x="1785437" y="20047"/>
                  </a:lnTo>
                  <a:lnTo>
                    <a:pt x="1796064" y="22029"/>
                  </a:lnTo>
                  <a:lnTo>
                    <a:pt x="1806692" y="24124"/>
                  </a:lnTo>
                  <a:lnTo>
                    <a:pt x="1817320" y="26350"/>
                  </a:lnTo>
                  <a:lnTo>
                    <a:pt x="1827947" y="28722"/>
                  </a:lnTo>
                  <a:lnTo>
                    <a:pt x="1838575" y="31252"/>
                  </a:lnTo>
                  <a:lnTo>
                    <a:pt x="1849202" y="33949"/>
                  </a:lnTo>
                  <a:lnTo>
                    <a:pt x="1859830" y="36817"/>
                  </a:lnTo>
                  <a:lnTo>
                    <a:pt x="1870458" y="39857"/>
                  </a:lnTo>
                  <a:lnTo>
                    <a:pt x="1881085" y="43069"/>
                  </a:lnTo>
                  <a:lnTo>
                    <a:pt x="1891713" y="46448"/>
                  </a:lnTo>
                  <a:lnTo>
                    <a:pt x="1902340" y="49961"/>
                  </a:lnTo>
                  <a:lnTo>
                    <a:pt x="1912968" y="53579"/>
                  </a:lnTo>
                  <a:lnTo>
                    <a:pt x="1923596" y="57271"/>
                  </a:lnTo>
                  <a:lnTo>
                    <a:pt x="1934223" y="60996"/>
                  </a:lnTo>
                  <a:lnTo>
                    <a:pt x="1944851" y="64712"/>
                  </a:lnTo>
                  <a:lnTo>
                    <a:pt x="1955478" y="68373"/>
                  </a:lnTo>
                  <a:lnTo>
                    <a:pt x="1966106" y="71937"/>
                  </a:lnTo>
                  <a:lnTo>
                    <a:pt x="1976734" y="75369"/>
                  </a:lnTo>
                  <a:lnTo>
                    <a:pt x="1987361" y="78637"/>
                  </a:lnTo>
                  <a:lnTo>
                    <a:pt x="1997989" y="81726"/>
                  </a:lnTo>
                  <a:lnTo>
                    <a:pt x="2008616" y="84666"/>
                  </a:lnTo>
                  <a:lnTo>
                    <a:pt x="2019244" y="87496"/>
                  </a:lnTo>
                  <a:lnTo>
                    <a:pt x="2029872" y="90271"/>
                  </a:lnTo>
                  <a:lnTo>
                    <a:pt x="2040499" y="93062"/>
                  </a:lnTo>
                  <a:lnTo>
                    <a:pt x="2051127" y="95948"/>
                  </a:lnTo>
                  <a:lnTo>
                    <a:pt x="2061754" y="99012"/>
                  </a:lnTo>
                  <a:lnTo>
                    <a:pt x="2072382" y="102336"/>
                  </a:lnTo>
                  <a:lnTo>
                    <a:pt x="2083010" y="105991"/>
                  </a:lnTo>
                  <a:lnTo>
                    <a:pt x="2093637" y="110043"/>
                  </a:lnTo>
                  <a:lnTo>
                    <a:pt x="2104265" y="114556"/>
                  </a:lnTo>
                  <a:lnTo>
                    <a:pt x="2114892" y="119497"/>
                  </a:lnTo>
                  <a:lnTo>
                    <a:pt x="2125520" y="124842"/>
                  </a:lnTo>
                  <a:lnTo>
                    <a:pt x="2136148" y="130555"/>
                  </a:lnTo>
                  <a:lnTo>
                    <a:pt x="2146775" y="136582"/>
                  </a:lnTo>
                  <a:lnTo>
                    <a:pt x="2157403" y="142863"/>
                  </a:lnTo>
                  <a:lnTo>
                    <a:pt x="2168031" y="149334"/>
                  </a:lnTo>
                  <a:lnTo>
                    <a:pt x="2178658" y="155934"/>
                  </a:lnTo>
                  <a:lnTo>
                    <a:pt x="2189286" y="162611"/>
                  </a:lnTo>
                  <a:lnTo>
                    <a:pt x="2199913" y="169319"/>
                  </a:lnTo>
                  <a:lnTo>
                    <a:pt x="2210541" y="176027"/>
                  </a:lnTo>
                  <a:lnTo>
                    <a:pt x="2221169" y="182719"/>
                  </a:lnTo>
                  <a:lnTo>
                    <a:pt x="2231796" y="189391"/>
                  </a:lnTo>
                  <a:lnTo>
                    <a:pt x="2242424" y="196046"/>
                  </a:lnTo>
                  <a:lnTo>
                    <a:pt x="2253051" y="202694"/>
                  </a:lnTo>
                  <a:lnTo>
                    <a:pt x="2263679" y="209342"/>
                  </a:lnTo>
                  <a:lnTo>
                    <a:pt x="2274307" y="215998"/>
                  </a:lnTo>
                  <a:lnTo>
                    <a:pt x="2284934" y="222666"/>
                  </a:lnTo>
                  <a:lnTo>
                    <a:pt x="2295562" y="229345"/>
                  </a:lnTo>
                  <a:lnTo>
                    <a:pt x="2306189" y="236031"/>
                  </a:lnTo>
                  <a:lnTo>
                    <a:pt x="2316817" y="242708"/>
                  </a:lnTo>
                  <a:lnTo>
                    <a:pt x="2327445" y="249358"/>
                  </a:lnTo>
                  <a:lnTo>
                    <a:pt x="2338072" y="255960"/>
                  </a:lnTo>
                  <a:lnTo>
                    <a:pt x="2348700" y="262488"/>
                  </a:lnTo>
                  <a:lnTo>
                    <a:pt x="2359327" y="268915"/>
                  </a:lnTo>
                  <a:lnTo>
                    <a:pt x="2369955" y="275211"/>
                  </a:lnTo>
                  <a:lnTo>
                    <a:pt x="2380583" y="281342"/>
                  </a:lnTo>
                  <a:lnTo>
                    <a:pt x="2391210" y="287277"/>
                  </a:lnTo>
                  <a:lnTo>
                    <a:pt x="2401838" y="292980"/>
                  </a:lnTo>
                  <a:lnTo>
                    <a:pt x="2412465" y="298416"/>
                  </a:lnTo>
                  <a:lnTo>
                    <a:pt x="2423093" y="303525"/>
                  </a:lnTo>
                  <a:lnTo>
                    <a:pt x="2433721" y="308314"/>
                  </a:lnTo>
                  <a:lnTo>
                    <a:pt x="2444348" y="312770"/>
                  </a:lnTo>
                  <a:lnTo>
                    <a:pt x="2454976" y="316890"/>
                  </a:lnTo>
                  <a:lnTo>
                    <a:pt x="2465603" y="320682"/>
                  </a:lnTo>
                  <a:lnTo>
                    <a:pt x="2476231" y="324164"/>
                  </a:lnTo>
                  <a:lnTo>
                    <a:pt x="2486859" y="327365"/>
                  </a:lnTo>
                  <a:lnTo>
                    <a:pt x="2497486" y="330322"/>
                  </a:lnTo>
                  <a:lnTo>
                    <a:pt x="2508114" y="333079"/>
                  </a:lnTo>
                  <a:lnTo>
                    <a:pt x="2518741" y="335682"/>
                  </a:lnTo>
                  <a:lnTo>
                    <a:pt x="2529369" y="338176"/>
                  </a:lnTo>
                  <a:lnTo>
                    <a:pt x="2539997" y="340620"/>
                  </a:lnTo>
                  <a:lnTo>
                    <a:pt x="2550624" y="343050"/>
                  </a:lnTo>
                  <a:lnTo>
                    <a:pt x="2561252" y="345492"/>
                  </a:lnTo>
                  <a:lnTo>
                    <a:pt x="2571879" y="347963"/>
                  </a:lnTo>
                  <a:lnTo>
                    <a:pt x="2582507" y="350469"/>
                  </a:lnTo>
                  <a:lnTo>
                    <a:pt x="2593135" y="353009"/>
                  </a:lnTo>
                  <a:lnTo>
                    <a:pt x="2603762" y="355574"/>
                  </a:lnTo>
                  <a:lnTo>
                    <a:pt x="2614390" y="358150"/>
                  </a:lnTo>
                  <a:lnTo>
                    <a:pt x="2625017" y="360719"/>
                  </a:lnTo>
                  <a:lnTo>
                    <a:pt x="2635645" y="363261"/>
                  </a:lnTo>
                  <a:lnTo>
                    <a:pt x="2646273" y="365761"/>
                  </a:lnTo>
                  <a:lnTo>
                    <a:pt x="2656900" y="368213"/>
                  </a:lnTo>
                  <a:lnTo>
                    <a:pt x="2667528" y="370612"/>
                  </a:lnTo>
                  <a:lnTo>
                    <a:pt x="2678155" y="372963"/>
                  </a:lnTo>
                  <a:lnTo>
                    <a:pt x="2688783" y="375272"/>
                  </a:lnTo>
                  <a:lnTo>
                    <a:pt x="2699411" y="377551"/>
                  </a:lnTo>
                  <a:lnTo>
                    <a:pt x="2710038" y="379813"/>
                  </a:lnTo>
                  <a:lnTo>
                    <a:pt x="2720666" y="382073"/>
                  </a:lnTo>
                  <a:lnTo>
                    <a:pt x="2731293" y="384343"/>
                  </a:lnTo>
                  <a:lnTo>
                    <a:pt x="2741921" y="386634"/>
                  </a:lnTo>
                  <a:lnTo>
                    <a:pt x="2752549" y="388945"/>
                  </a:lnTo>
                  <a:lnTo>
                    <a:pt x="2763176" y="391271"/>
                  </a:lnTo>
                  <a:lnTo>
                    <a:pt x="2773804" y="393602"/>
                  </a:lnTo>
                  <a:lnTo>
                    <a:pt x="2784431" y="395921"/>
                  </a:lnTo>
                  <a:lnTo>
                    <a:pt x="2795059" y="398210"/>
                  </a:lnTo>
                  <a:lnTo>
                    <a:pt x="2805687" y="400446"/>
                  </a:lnTo>
                  <a:lnTo>
                    <a:pt x="2816314" y="402608"/>
                  </a:lnTo>
                  <a:lnTo>
                    <a:pt x="2826942" y="404674"/>
                  </a:lnTo>
                  <a:lnTo>
                    <a:pt x="2837569" y="406628"/>
                  </a:lnTo>
                  <a:lnTo>
                    <a:pt x="2848197" y="408437"/>
                  </a:lnTo>
                  <a:lnTo>
                    <a:pt x="2858825" y="410110"/>
                  </a:lnTo>
                  <a:lnTo>
                    <a:pt x="2869452" y="411644"/>
                  </a:lnTo>
                  <a:lnTo>
                    <a:pt x="2880080" y="413042"/>
                  </a:lnTo>
                  <a:lnTo>
                    <a:pt x="2890708" y="414311"/>
                  </a:lnTo>
                  <a:lnTo>
                    <a:pt x="2901335" y="415463"/>
                  </a:lnTo>
                  <a:lnTo>
                    <a:pt x="2911963" y="416510"/>
                  </a:lnTo>
                  <a:lnTo>
                    <a:pt x="2922590" y="417467"/>
                  </a:lnTo>
                  <a:lnTo>
                    <a:pt x="2933218" y="418349"/>
                  </a:lnTo>
                  <a:lnTo>
                    <a:pt x="2943846" y="419172"/>
                  </a:lnTo>
                  <a:lnTo>
                    <a:pt x="2954473" y="419945"/>
                  </a:lnTo>
                  <a:lnTo>
                    <a:pt x="2965101" y="420687"/>
                  </a:lnTo>
                  <a:lnTo>
                    <a:pt x="2975728" y="421406"/>
                  </a:lnTo>
                  <a:lnTo>
                    <a:pt x="2986356" y="422107"/>
                  </a:lnTo>
                  <a:lnTo>
                    <a:pt x="2996984" y="422794"/>
                  </a:lnTo>
                  <a:lnTo>
                    <a:pt x="3007611" y="423465"/>
                  </a:lnTo>
                  <a:lnTo>
                    <a:pt x="3018239" y="424118"/>
                  </a:lnTo>
                  <a:lnTo>
                    <a:pt x="3028866" y="424750"/>
                  </a:lnTo>
                  <a:lnTo>
                    <a:pt x="3039494" y="425354"/>
                  </a:lnTo>
                  <a:lnTo>
                    <a:pt x="3050122" y="425925"/>
                  </a:lnTo>
                  <a:lnTo>
                    <a:pt x="3060749" y="426452"/>
                  </a:lnTo>
                  <a:lnTo>
                    <a:pt x="3071377" y="426932"/>
                  </a:lnTo>
                  <a:lnTo>
                    <a:pt x="3082004" y="427364"/>
                  </a:lnTo>
                  <a:lnTo>
                    <a:pt x="3092632" y="427744"/>
                  </a:lnTo>
                  <a:lnTo>
                    <a:pt x="3103260" y="428073"/>
                  </a:lnTo>
                  <a:lnTo>
                    <a:pt x="3113887" y="428353"/>
                  </a:lnTo>
                  <a:lnTo>
                    <a:pt x="3124515" y="428585"/>
                  </a:lnTo>
                  <a:lnTo>
                    <a:pt x="3135142" y="428774"/>
                  </a:lnTo>
                  <a:lnTo>
                    <a:pt x="3145770" y="428926"/>
                  </a:lnTo>
                  <a:lnTo>
                    <a:pt x="3156398" y="429046"/>
                  </a:lnTo>
                  <a:lnTo>
                    <a:pt x="3167025" y="429140"/>
                  </a:lnTo>
                  <a:lnTo>
                    <a:pt x="3177653" y="429218"/>
                  </a:lnTo>
                  <a:lnTo>
                    <a:pt x="3188280" y="429286"/>
                  </a:lnTo>
                  <a:lnTo>
                    <a:pt x="3198908" y="429349"/>
                  </a:lnTo>
                  <a:lnTo>
                    <a:pt x="3209536" y="429411"/>
                  </a:lnTo>
                  <a:lnTo>
                    <a:pt x="3220163" y="429478"/>
                  </a:lnTo>
                  <a:lnTo>
                    <a:pt x="3230791" y="429549"/>
                  </a:lnTo>
                  <a:lnTo>
                    <a:pt x="3241418" y="429628"/>
                  </a:lnTo>
                  <a:lnTo>
                    <a:pt x="3252046" y="429716"/>
                  </a:lnTo>
                  <a:lnTo>
                    <a:pt x="3262674" y="429811"/>
                  </a:lnTo>
                  <a:lnTo>
                    <a:pt x="3273301" y="429914"/>
                  </a:lnTo>
                  <a:lnTo>
                    <a:pt x="3283929" y="430026"/>
                  </a:lnTo>
                  <a:lnTo>
                    <a:pt x="3294556" y="430145"/>
                  </a:lnTo>
                  <a:lnTo>
                    <a:pt x="3305184" y="430272"/>
                  </a:lnTo>
                  <a:lnTo>
                    <a:pt x="3315812" y="430406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13215020" y="7134550"/>
              <a:ext cx="4112882" cy="320017"/>
            </a:xfrm>
            <a:custGeom>
              <a:avLst/>
              <a:pathLst>
                <a:path w="4112882" h="320017">
                  <a:moveTo>
                    <a:pt x="0" y="317139"/>
                  </a:moveTo>
                  <a:lnTo>
                    <a:pt x="10627" y="316896"/>
                  </a:lnTo>
                  <a:lnTo>
                    <a:pt x="21255" y="316652"/>
                  </a:lnTo>
                  <a:lnTo>
                    <a:pt x="31882" y="316410"/>
                  </a:lnTo>
                  <a:lnTo>
                    <a:pt x="42510" y="316172"/>
                  </a:lnTo>
                  <a:lnTo>
                    <a:pt x="53138" y="315938"/>
                  </a:lnTo>
                  <a:lnTo>
                    <a:pt x="63765" y="315711"/>
                  </a:lnTo>
                  <a:lnTo>
                    <a:pt x="74393" y="315490"/>
                  </a:lnTo>
                  <a:lnTo>
                    <a:pt x="85020" y="315275"/>
                  </a:lnTo>
                  <a:lnTo>
                    <a:pt x="95648" y="315066"/>
                  </a:lnTo>
                  <a:lnTo>
                    <a:pt x="106276" y="314857"/>
                  </a:lnTo>
                  <a:lnTo>
                    <a:pt x="116903" y="314644"/>
                  </a:lnTo>
                  <a:lnTo>
                    <a:pt x="127531" y="314424"/>
                  </a:lnTo>
                  <a:lnTo>
                    <a:pt x="138158" y="314191"/>
                  </a:lnTo>
                  <a:lnTo>
                    <a:pt x="148786" y="313938"/>
                  </a:lnTo>
                  <a:lnTo>
                    <a:pt x="159414" y="313658"/>
                  </a:lnTo>
                  <a:lnTo>
                    <a:pt x="170041" y="313347"/>
                  </a:lnTo>
                  <a:lnTo>
                    <a:pt x="180669" y="312998"/>
                  </a:lnTo>
                  <a:lnTo>
                    <a:pt x="191296" y="312605"/>
                  </a:lnTo>
                  <a:lnTo>
                    <a:pt x="201924" y="312162"/>
                  </a:lnTo>
                  <a:lnTo>
                    <a:pt x="212552" y="311671"/>
                  </a:lnTo>
                  <a:lnTo>
                    <a:pt x="223179" y="311133"/>
                  </a:lnTo>
                  <a:lnTo>
                    <a:pt x="233807" y="310553"/>
                  </a:lnTo>
                  <a:lnTo>
                    <a:pt x="244434" y="309935"/>
                  </a:lnTo>
                  <a:lnTo>
                    <a:pt x="255062" y="309287"/>
                  </a:lnTo>
                  <a:lnTo>
                    <a:pt x="265690" y="308618"/>
                  </a:lnTo>
                  <a:lnTo>
                    <a:pt x="276317" y="307940"/>
                  </a:lnTo>
                  <a:lnTo>
                    <a:pt x="286945" y="307263"/>
                  </a:lnTo>
                  <a:lnTo>
                    <a:pt x="297572" y="306601"/>
                  </a:lnTo>
                  <a:lnTo>
                    <a:pt x="308200" y="305970"/>
                  </a:lnTo>
                  <a:lnTo>
                    <a:pt x="318828" y="305379"/>
                  </a:lnTo>
                  <a:lnTo>
                    <a:pt x="329455" y="304837"/>
                  </a:lnTo>
                  <a:lnTo>
                    <a:pt x="340083" y="304351"/>
                  </a:lnTo>
                  <a:lnTo>
                    <a:pt x="350710" y="303925"/>
                  </a:lnTo>
                  <a:lnTo>
                    <a:pt x="361338" y="303558"/>
                  </a:lnTo>
                  <a:lnTo>
                    <a:pt x="371966" y="303249"/>
                  </a:lnTo>
                  <a:lnTo>
                    <a:pt x="382593" y="302994"/>
                  </a:lnTo>
                  <a:lnTo>
                    <a:pt x="393221" y="302783"/>
                  </a:lnTo>
                  <a:lnTo>
                    <a:pt x="403848" y="302607"/>
                  </a:lnTo>
                  <a:lnTo>
                    <a:pt x="414476" y="302456"/>
                  </a:lnTo>
                  <a:lnTo>
                    <a:pt x="425104" y="302313"/>
                  </a:lnTo>
                  <a:lnTo>
                    <a:pt x="435731" y="302168"/>
                  </a:lnTo>
                  <a:lnTo>
                    <a:pt x="446359" y="302010"/>
                  </a:lnTo>
                  <a:lnTo>
                    <a:pt x="456986" y="301830"/>
                  </a:lnTo>
                  <a:lnTo>
                    <a:pt x="467614" y="301623"/>
                  </a:lnTo>
                  <a:lnTo>
                    <a:pt x="478242" y="301382"/>
                  </a:lnTo>
                  <a:lnTo>
                    <a:pt x="488869" y="301104"/>
                  </a:lnTo>
                  <a:lnTo>
                    <a:pt x="499497" y="300788"/>
                  </a:lnTo>
                  <a:lnTo>
                    <a:pt x="510124" y="300431"/>
                  </a:lnTo>
                  <a:lnTo>
                    <a:pt x="520752" y="300026"/>
                  </a:lnTo>
                  <a:lnTo>
                    <a:pt x="531380" y="299572"/>
                  </a:lnTo>
                  <a:lnTo>
                    <a:pt x="542007" y="299063"/>
                  </a:lnTo>
                  <a:lnTo>
                    <a:pt x="552635" y="298492"/>
                  </a:lnTo>
                  <a:lnTo>
                    <a:pt x="563262" y="297848"/>
                  </a:lnTo>
                  <a:lnTo>
                    <a:pt x="573890" y="297119"/>
                  </a:lnTo>
                  <a:lnTo>
                    <a:pt x="584518" y="296294"/>
                  </a:lnTo>
                  <a:lnTo>
                    <a:pt x="595145" y="295363"/>
                  </a:lnTo>
                  <a:lnTo>
                    <a:pt x="605773" y="294316"/>
                  </a:lnTo>
                  <a:lnTo>
                    <a:pt x="616400" y="293149"/>
                  </a:lnTo>
                  <a:lnTo>
                    <a:pt x="627028" y="291849"/>
                  </a:lnTo>
                  <a:lnTo>
                    <a:pt x="637656" y="290442"/>
                  </a:lnTo>
                  <a:lnTo>
                    <a:pt x="648283" y="288944"/>
                  </a:lnTo>
                  <a:lnTo>
                    <a:pt x="658911" y="287379"/>
                  </a:lnTo>
                  <a:lnTo>
                    <a:pt x="669538" y="285774"/>
                  </a:lnTo>
                  <a:lnTo>
                    <a:pt x="680166" y="284160"/>
                  </a:lnTo>
                  <a:lnTo>
                    <a:pt x="690794" y="282568"/>
                  </a:lnTo>
                  <a:lnTo>
                    <a:pt x="701421" y="281030"/>
                  </a:lnTo>
                  <a:lnTo>
                    <a:pt x="712049" y="279572"/>
                  </a:lnTo>
                  <a:lnTo>
                    <a:pt x="722677" y="278214"/>
                  </a:lnTo>
                  <a:lnTo>
                    <a:pt x="733304" y="276983"/>
                  </a:lnTo>
                  <a:lnTo>
                    <a:pt x="743932" y="275867"/>
                  </a:lnTo>
                  <a:lnTo>
                    <a:pt x="754559" y="274853"/>
                  </a:lnTo>
                  <a:lnTo>
                    <a:pt x="765187" y="273921"/>
                  </a:lnTo>
                  <a:lnTo>
                    <a:pt x="775815" y="273042"/>
                  </a:lnTo>
                  <a:lnTo>
                    <a:pt x="786442" y="272180"/>
                  </a:lnTo>
                  <a:lnTo>
                    <a:pt x="797070" y="271297"/>
                  </a:lnTo>
                  <a:lnTo>
                    <a:pt x="807697" y="270351"/>
                  </a:lnTo>
                  <a:lnTo>
                    <a:pt x="818325" y="269302"/>
                  </a:lnTo>
                  <a:lnTo>
                    <a:pt x="828953" y="268114"/>
                  </a:lnTo>
                  <a:lnTo>
                    <a:pt x="839580" y="266735"/>
                  </a:lnTo>
                  <a:lnTo>
                    <a:pt x="850208" y="265163"/>
                  </a:lnTo>
                  <a:lnTo>
                    <a:pt x="860835" y="263393"/>
                  </a:lnTo>
                  <a:lnTo>
                    <a:pt x="871463" y="261431"/>
                  </a:lnTo>
                  <a:lnTo>
                    <a:pt x="882091" y="259293"/>
                  </a:lnTo>
                  <a:lnTo>
                    <a:pt x="892718" y="257004"/>
                  </a:lnTo>
                  <a:lnTo>
                    <a:pt x="903346" y="254598"/>
                  </a:lnTo>
                  <a:lnTo>
                    <a:pt x="913973" y="252115"/>
                  </a:lnTo>
                  <a:lnTo>
                    <a:pt x="924601" y="249597"/>
                  </a:lnTo>
                  <a:lnTo>
                    <a:pt x="935229" y="247086"/>
                  </a:lnTo>
                  <a:lnTo>
                    <a:pt x="945856" y="244631"/>
                  </a:lnTo>
                  <a:lnTo>
                    <a:pt x="956484" y="242264"/>
                  </a:lnTo>
                  <a:lnTo>
                    <a:pt x="967111" y="240008"/>
                  </a:lnTo>
                  <a:lnTo>
                    <a:pt x="977739" y="237877"/>
                  </a:lnTo>
                  <a:lnTo>
                    <a:pt x="988367" y="235877"/>
                  </a:lnTo>
                  <a:lnTo>
                    <a:pt x="998994" y="234004"/>
                  </a:lnTo>
                  <a:lnTo>
                    <a:pt x="1009622" y="232250"/>
                  </a:lnTo>
                  <a:lnTo>
                    <a:pt x="1020249" y="230600"/>
                  </a:lnTo>
                  <a:lnTo>
                    <a:pt x="1030877" y="229038"/>
                  </a:lnTo>
                  <a:lnTo>
                    <a:pt x="1041505" y="227545"/>
                  </a:lnTo>
                  <a:lnTo>
                    <a:pt x="1052132" y="226103"/>
                  </a:lnTo>
                  <a:lnTo>
                    <a:pt x="1062760" y="224691"/>
                  </a:lnTo>
                  <a:lnTo>
                    <a:pt x="1073387" y="223291"/>
                  </a:lnTo>
                  <a:lnTo>
                    <a:pt x="1084015" y="221892"/>
                  </a:lnTo>
                  <a:lnTo>
                    <a:pt x="1094643" y="220483"/>
                  </a:lnTo>
                  <a:lnTo>
                    <a:pt x="1105270" y="219052"/>
                  </a:lnTo>
                  <a:lnTo>
                    <a:pt x="1115898" y="217590"/>
                  </a:lnTo>
                  <a:lnTo>
                    <a:pt x="1126525" y="216086"/>
                  </a:lnTo>
                  <a:lnTo>
                    <a:pt x="1137153" y="214529"/>
                  </a:lnTo>
                  <a:lnTo>
                    <a:pt x="1147781" y="212906"/>
                  </a:lnTo>
                  <a:lnTo>
                    <a:pt x="1158408" y="211194"/>
                  </a:lnTo>
                  <a:lnTo>
                    <a:pt x="1169036" y="209384"/>
                  </a:lnTo>
                  <a:lnTo>
                    <a:pt x="1179663" y="207466"/>
                  </a:lnTo>
                  <a:lnTo>
                    <a:pt x="1190291" y="205430"/>
                  </a:lnTo>
                  <a:lnTo>
                    <a:pt x="1200919" y="203268"/>
                  </a:lnTo>
                  <a:lnTo>
                    <a:pt x="1211546" y="200974"/>
                  </a:lnTo>
                  <a:lnTo>
                    <a:pt x="1222174" y="198549"/>
                  </a:lnTo>
                  <a:lnTo>
                    <a:pt x="1232801" y="195993"/>
                  </a:lnTo>
                  <a:lnTo>
                    <a:pt x="1243429" y="193309"/>
                  </a:lnTo>
                  <a:lnTo>
                    <a:pt x="1254057" y="190505"/>
                  </a:lnTo>
                  <a:lnTo>
                    <a:pt x="1264684" y="187577"/>
                  </a:lnTo>
                  <a:lnTo>
                    <a:pt x="1275312" y="184539"/>
                  </a:lnTo>
                  <a:lnTo>
                    <a:pt x="1285939" y="181401"/>
                  </a:lnTo>
                  <a:lnTo>
                    <a:pt x="1296567" y="178165"/>
                  </a:lnTo>
                  <a:lnTo>
                    <a:pt x="1307195" y="174833"/>
                  </a:lnTo>
                  <a:lnTo>
                    <a:pt x="1317822" y="171404"/>
                  </a:lnTo>
                  <a:lnTo>
                    <a:pt x="1328450" y="167876"/>
                  </a:lnTo>
                  <a:lnTo>
                    <a:pt x="1339077" y="164247"/>
                  </a:lnTo>
                  <a:lnTo>
                    <a:pt x="1349705" y="160517"/>
                  </a:lnTo>
                  <a:lnTo>
                    <a:pt x="1360333" y="156688"/>
                  </a:lnTo>
                  <a:lnTo>
                    <a:pt x="1370960" y="152759"/>
                  </a:lnTo>
                  <a:lnTo>
                    <a:pt x="1381588" y="148751"/>
                  </a:lnTo>
                  <a:lnTo>
                    <a:pt x="1392215" y="144688"/>
                  </a:lnTo>
                  <a:lnTo>
                    <a:pt x="1402843" y="140598"/>
                  </a:lnTo>
                  <a:lnTo>
                    <a:pt x="1413471" y="136513"/>
                  </a:lnTo>
                  <a:lnTo>
                    <a:pt x="1424098" y="132467"/>
                  </a:lnTo>
                  <a:lnTo>
                    <a:pt x="1434726" y="128498"/>
                  </a:lnTo>
                  <a:lnTo>
                    <a:pt x="1445354" y="124643"/>
                  </a:lnTo>
                  <a:lnTo>
                    <a:pt x="1455981" y="120932"/>
                  </a:lnTo>
                  <a:lnTo>
                    <a:pt x="1466609" y="117394"/>
                  </a:lnTo>
                  <a:lnTo>
                    <a:pt x="1477236" y="114063"/>
                  </a:lnTo>
                  <a:lnTo>
                    <a:pt x="1487864" y="110936"/>
                  </a:lnTo>
                  <a:lnTo>
                    <a:pt x="1498492" y="108000"/>
                  </a:lnTo>
                  <a:lnTo>
                    <a:pt x="1509119" y="105237"/>
                  </a:lnTo>
                  <a:lnTo>
                    <a:pt x="1519747" y="102621"/>
                  </a:lnTo>
                  <a:lnTo>
                    <a:pt x="1530374" y="100119"/>
                  </a:lnTo>
                  <a:lnTo>
                    <a:pt x="1541002" y="97691"/>
                  </a:lnTo>
                  <a:lnTo>
                    <a:pt x="1551630" y="95295"/>
                  </a:lnTo>
                  <a:lnTo>
                    <a:pt x="1562257" y="92886"/>
                  </a:lnTo>
                  <a:lnTo>
                    <a:pt x="1572885" y="90422"/>
                  </a:lnTo>
                  <a:lnTo>
                    <a:pt x="1583512" y="87851"/>
                  </a:lnTo>
                  <a:lnTo>
                    <a:pt x="1594140" y="85144"/>
                  </a:lnTo>
                  <a:lnTo>
                    <a:pt x="1604768" y="82285"/>
                  </a:lnTo>
                  <a:lnTo>
                    <a:pt x="1615395" y="79270"/>
                  </a:lnTo>
                  <a:lnTo>
                    <a:pt x="1626023" y="76108"/>
                  </a:lnTo>
                  <a:lnTo>
                    <a:pt x="1636650" y="72824"/>
                  </a:lnTo>
                  <a:lnTo>
                    <a:pt x="1647278" y="69454"/>
                  </a:lnTo>
                  <a:lnTo>
                    <a:pt x="1657906" y="66050"/>
                  </a:lnTo>
                  <a:lnTo>
                    <a:pt x="1668533" y="62674"/>
                  </a:lnTo>
                  <a:lnTo>
                    <a:pt x="1679161" y="59394"/>
                  </a:lnTo>
                  <a:lnTo>
                    <a:pt x="1689788" y="56302"/>
                  </a:lnTo>
                  <a:lnTo>
                    <a:pt x="1700416" y="53471"/>
                  </a:lnTo>
                  <a:lnTo>
                    <a:pt x="1711044" y="50946"/>
                  </a:lnTo>
                  <a:lnTo>
                    <a:pt x="1721671" y="48768"/>
                  </a:lnTo>
                  <a:lnTo>
                    <a:pt x="1732299" y="46956"/>
                  </a:lnTo>
                  <a:lnTo>
                    <a:pt x="1742926" y="45511"/>
                  </a:lnTo>
                  <a:lnTo>
                    <a:pt x="1753554" y="44412"/>
                  </a:lnTo>
                  <a:lnTo>
                    <a:pt x="1764182" y="43616"/>
                  </a:lnTo>
                  <a:lnTo>
                    <a:pt x="1774809" y="43063"/>
                  </a:lnTo>
                  <a:lnTo>
                    <a:pt x="1785437" y="42676"/>
                  </a:lnTo>
                  <a:lnTo>
                    <a:pt x="1796064" y="42365"/>
                  </a:lnTo>
                  <a:lnTo>
                    <a:pt x="1806692" y="42013"/>
                  </a:lnTo>
                  <a:lnTo>
                    <a:pt x="1817320" y="41524"/>
                  </a:lnTo>
                  <a:lnTo>
                    <a:pt x="1827947" y="40812"/>
                  </a:lnTo>
                  <a:lnTo>
                    <a:pt x="1838575" y="39805"/>
                  </a:lnTo>
                  <a:lnTo>
                    <a:pt x="1849202" y="38445"/>
                  </a:lnTo>
                  <a:lnTo>
                    <a:pt x="1859830" y="36699"/>
                  </a:lnTo>
                  <a:lnTo>
                    <a:pt x="1870458" y="34554"/>
                  </a:lnTo>
                  <a:lnTo>
                    <a:pt x="1881085" y="32022"/>
                  </a:lnTo>
                  <a:lnTo>
                    <a:pt x="1891713" y="29142"/>
                  </a:lnTo>
                  <a:lnTo>
                    <a:pt x="1902340" y="25959"/>
                  </a:lnTo>
                  <a:lnTo>
                    <a:pt x="1912968" y="22582"/>
                  </a:lnTo>
                  <a:lnTo>
                    <a:pt x="1923596" y="19126"/>
                  </a:lnTo>
                  <a:lnTo>
                    <a:pt x="1934223" y="15698"/>
                  </a:lnTo>
                  <a:lnTo>
                    <a:pt x="1944851" y="12406"/>
                  </a:lnTo>
                  <a:lnTo>
                    <a:pt x="1955478" y="9351"/>
                  </a:lnTo>
                  <a:lnTo>
                    <a:pt x="1966106" y="6624"/>
                  </a:lnTo>
                  <a:lnTo>
                    <a:pt x="1976734" y="4301"/>
                  </a:lnTo>
                  <a:lnTo>
                    <a:pt x="1987361" y="2441"/>
                  </a:lnTo>
                  <a:lnTo>
                    <a:pt x="1997989" y="1080"/>
                  </a:lnTo>
                  <a:lnTo>
                    <a:pt x="2008616" y="272"/>
                  </a:lnTo>
                  <a:lnTo>
                    <a:pt x="2019244" y="0"/>
                  </a:lnTo>
                  <a:lnTo>
                    <a:pt x="2029872" y="206"/>
                  </a:lnTo>
                  <a:lnTo>
                    <a:pt x="2040499" y="850"/>
                  </a:lnTo>
                  <a:lnTo>
                    <a:pt x="2051127" y="1877"/>
                  </a:lnTo>
                  <a:lnTo>
                    <a:pt x="2061754" y="3228"/>
                  </a:lnTo>
                  <a:lnTo>
                    <a:pt x="2072382" y="4834"/>
                  </a:lnTo>
                  <a:lnTo>
                    <a:pt x="2083010" y="6624"/>
                  </a:lnTo>
                  <a:lnTo>
                    <a:pt x="2093637" y="8528"/>
                  </a:lnTo>
                  <a:lnTo>
                    <a:pt x="2104265" y="10472"/>
                  </a:lnTo>
                  <a:lnTo>
                    <a:pt x="2114892" y="12382"/>
                  </a:lnTo>
                  <a:lnTo>
                    <a:pt x="2125520" y="14182"/>
                  </a:lnTo>
                  <a:lnTo>
                    <a:pt x="2136148" y="15825"/>
                  </a:lnTo>
                  <a:lnTo>
                    <a:pt x="2146775" y="17270"/>
                  </a:lnTo>
                  <a:lnTo>
                    <a:pt x="2157403" y="18492"/>
                  </a:lnTo>
                  <a:lnTo>
                    <a:pt x="2168031" y="19481"/>
                  </a:lnTo>
                  <a:lnTo>
                    <a:pt x="2178658" y="20242"/>
                  </a:lnTo>
                  <a:lnTo>
                    <a:pt x="2189286" y="20799"/>
                  </a:lnTo>
                  <a:lnTo>
                    <a:pt x="2199913" y="21187"/>
                  </a:lnTo>
                  <a:lnTo>
                    <a:pt x="2210541" y="21457"/>
                  </a:lnTo>
                  <a:lnTo>
                    <a:pt x="2221169" y="21668"/>
                  </a:lnTo>
                  <a:lnTo>
                    <a:pt x="2231796" y="21896"/>
                  </a:lnTo>
                  <a:lnTo>
                    <a:pt x="2242424" y="22202"/>
                  </a:lnTo>
                  <a:lnTo>
                    <a:pt x="2253051" y="22635"/>
                  </a:lnTo>
                  <a:lnTo>
                    <a:pt x="2263679" y="23231"/>
                  </a:lnTo>
                  <a:lnTo>
                    <a:pt x="2274307" y="24011"/>
                  </a:lnTo>
                  <a:lnTo>
                    <a:pt x="2284934" y="24978"/>
                  </a:lnTo>
                  <a:lnTo>
                    <a:pt x="2295562" y="26117"/>
                  </a:lnTo>
                  <a:lnTo>
                    <a:pt x="2306189" y="27401"/>
                  </a:lnTo>
                  <a:lnTo>
                    <a:pt x="2316817" y="28791"/>
                  </a:lnTo>
                  <a:lnTo>
                    <a:pt x="2327445" y="30238"/>
                  </a:lnTo>
                  <a:lnTo>
                    <a:pt x="2338072" y="31686"/>
                  </a:lnTo>
                  <a:lnTo>
                    <a:pt x="2348700" y="33089"/>
                  </a:lnTo>
                  <a:lnTo>
                    <a:pt x="2359327" y="34416"/>
                  </a:lnTo>
                  <a:lnTo>
                    <a:pt x="2369955" y="35650"/>
                  </a:lnTo>
                  <a:lnTo>
                    <a:pt x="2380583" y="36790"/>
                  </a:lnTo>
                  <a:lnTo>
                    <a:pt x="2391210" y="37848"/>
                  </a:lnTo>
                  <a:lnTo>
                    <a:pt x="2401838" y="38850"/>
                  </a:lnTo>
                  <a:lnTo>
                    <a:pt x="2412465" y="39834"/>
                  </a:lnTo>
                  <a:lnTo>
                    <a:pt x="2423093" y="40844"/>
                  </a:lnTo>
                  <a:lnTo>
                    <a:pt x="2433721" y="41936"/>
                  </a:lnTo>
                  <a:lnTo>
                    <a:pt x="2444348" y="43165"/>
                  </a:lnTo>
                  <a:lnTo>
                    <a:pt x="2454976" y="44558"/>
                  </a:lnTo>
                  <a:lnTo>
                    <a:pt x="2465603" y="46138"/>
                  </a:lnTo>
                  <a:lnTo>
                    <a:pt x="2476231" y="47911"/>
                  </a:lnTo>
                  <a:lnTo>
                    <a:pt x="2486859" y="49869"/>
                  </a:lnTo>
                  <a:lnTo>
                    <a:pt x="2497486" y="51989"/>
                  </a:lnTo>
                  <a:lnTo>
                    <a:pt x="2508114" y="54235"/>
                  </a:lnTo>
                  <a:lnTo>
                    <a:pt x="2518741" y="56563"/>
                  </a:lnTo>
                  <a:lnTo>
                    <a:pt x="2529369" y="58923"/>
                  </a:lnTo>
                  <a:lnTo>
                    <a:pt x="2539997" y="61262"/>
                  </a:lnTo>
                  <a:lnTo>
                    <a:pt x="2550624" y="63528"/>
                  </a:lnTo>
                  <a:lnTo>
                    <a:pt x="2561252" y="65696"/>
                  </a:lnTo>
                  <a:lnTo>
                    <a:pt x="2571879" y="67756"/>
                  </a:lnTo>
                  <a:lnTo>
                    <a:pt x="2582507" y="69720"/>
                  </a:lnTo>
                  <a:lnTo>
                    <a:pt x="2593135" y="71613"/>
                  </a:lnTo>
                  <a:lnTo>
                    <a:pt x="2603762" y="73483"/>
                  </a:lnTo>
                  <a:lnTo>
                    <a:pt x="2614390" y="75387"/>
                  </a:lnTo>
                  <a:lnTo>
                    <a:pt x="2625017" y="77393"/>
                  </a:lnTo>
                  <a:lnTo>
                    <a:pt x="2635645" y="79574"/>
                  </a:lnTo>
                  <a:lnTo>
                    <a:pt x="2646273" y="82014"/>
                  </a:lnTo>
                  <a:lnTo>
                    <a:pt x="2656900" y="84793"/>
                  </a:lnTo>
                  <a:lnTo>
                    <a:pt x="2667528" y="87928"/>
                  </a:lnTo>
                  <a:lnTo>
                    <a:pt x="2678155" y="91439"/>
                  </a:lnTo>
                  <a:lnTo>
                    <a:pt x="2688783" y="95319"/>
                  </a:lnTo>
                  <a:lnTo>
                    <a:pt x="2699411" y="99545"/>
                  </a:lnTo>
                  <a:lnTo>
                    <a:pt x="2710038" y="104070"/>
                  </a:lnTo>
                  <a:lnTo>
                    <a:pt x="2720666" y="108833"/>
                  </a:lnTo>
                  <a:lnTo>
                    <a:pt x="2731293" y="113759"/>
                  </a:lnTo>
                  <a:lnTo>
                    <a:pt x="2741921" y="118766"/>
                  </a:lnTo>
                  <a:lnTo>
                    <a:pt x="2752549" y="123765"/>
                  </a:lnTo>
                  <a:lnTo>
                    <a:pt x="2763176" y="128656"/>
                  </a:lnTo>
                  <a:lnTo>
                    <a:pt x="2773804" y="133372"/>
                  </a:lnTo>
                  <a:lnTo>
                    <a:pt x="2784431" y="137857"/>
                  </a:lnTo>
                  <a:lnTo>
                    <a:pt x="2795059" y="142070"/>
                  </a:lnTo>
                  <a:lnTo>
                    <a:pt x="2805687" y="145985"/>
                  </a:lnTo>
                  <a:lnTo>
                    <a:pt x="2816314" y="149590"/>
                  </a:lnTo>
                  <a:lnTo>
                    <a:pt x="2826942" y="152887"/>
                  </a:lnTo>
                  <a:lnTo>
                    <a:pt x="2837569" y="155886"/>
                  </a:lnTo>
                  <a:lnTo>
                    <a:pt x="2848197" y="158607"/>
                  </a:lnTo>
                  <a:lnTo>
                    <a:pt x="2858825" y="161068"/>
                  </a:lnTo>
                  <a:lnTo>
                    <a:pt x="2869452" y="163292"/>
                  </a:lnTo>
                  <a:lnTo>
                    <a:pt x="2880080" y="165329"/>
                  </a:lnTo>
                  <a:lnTo>
                    <a:pt x="2890708" y="167207"/>
                  </a:lnTo>
                  <a:lnTo>
                    <a:pt x="2901335" y="168954"/>
                  </a:lnTo>
                  <a:lnTo>
                    <a:pt x="2911963" y="170594"/>
                  </a:lnTo>
                  <a:lnTo>
                    <a:pt x="2922590" y="172152"/>
                  </a:lnTo>
                  <a:lnTo>
                    <a:pt x="2933218" y="173651"/>
                  </a:lnTo>
                  <a:lnTo>
                    <a:pt x="2943846" y="175112"/>
                  </a:lnTo>
                  <a:lnTo>
                    <a:pt x="2954473" y="176556"/>
                  </a:lnTo>
                  <a:lnTo>
                    <a:pt x="2965101" y="178006"/>
                  </a:lnTo>
                  <a:lnTo>
                    <a:pt x="2975728" y="179484"/>
                  </a:lnTo>
                  <a:lnTo>
                    <a:pt x="2986356" y="181008"/>
                  </a:lnTo>
                  <a:lnTo>
                    <a:pt x="2996984" y="182591"/>
                  </a:lnTo>
                  <a:lnTo>
                    <a:pt x="3007611" y="184246"/>
                  </a:lnTo>
                  <a:lnTo>
                    <a:pt x="3018239" y="185986"/>
                  </a:lnTo>
                  <a:lnTo>
                    <a:pt x="3028866" y="187819"/>
                  </a:lnTo>
                  <a:lnTo>
                    <a:pt x="3039494" y="189756"/>
                  </a:lnTo>
                  <a:lnTo>
                    <a:pt x="3050122" y="191805"/>
                  </a:lnTo>
                  <a:lnTo>
                    <a:pt x="3060749" y="193976"/>
                  </a:lnTo>
                  <a:lnTo>
                    <a:pt x="3071377" y="196281"/>
                  </a:lnTo>
                  <a:lnTo>
                    <a:pt x="3082004" y="198739"/>
                  </a:lnTo>
                  <a:lnTo>
                    <a:pt x="3092632" y="201344"/>
                  </a:lnTo>
                  <a:lnTo>
                    <a:pt x="3103260" y="204103"/>
                  </a:lnTo>
                  <a:lnTo>
                    <a:pt x="3113887" y="207016"/>
                  </a:lnTo>
                  <a:lnTo>
                    <a:pt x="3124515" y="210081"/>
                  </a:lnTo>
                  <a:lnTo>
                    <a:pt x="3135142" y="213292"/>
                  </a:lnTo>
                  <a:lnTo>
                    <a:pt x="3145770" y="216637"/>
                  </a:lnTo>
                  <a:lnTo>
                    <a:pt x="3156398" y="220100"/>
                  </a:lnTo>
                  <a:lnTo>
                    <a:pt x="3167025" y="223661"/>
                  </a:lnTo>
                  <a:lnTo>
                    <a:pt x="3177653" y="227298"/>
                  </a:lnTo>
                  <a:lnTo>
                    <a:pt x="3188280" y="230983"/>
                  </a:lnTo>
                  <a:lnTo>
                    <a:pt x="3198908" y="234682"/>
                  </a:lnTo>
                  <a:lnTo>
                    <a:pt x="3209536" y="238367"/>
                  </a:lnTo>
                  <a:lnTo>
                    <a:pt x="3220163" y="242011"/>
                  </a:lnTo>
                  <a:lnTo>
                    <a:pt x="3230791" y="245587"/>
                  </a:lnTo>
                  <a:lnTo>
                    <a:pt x="3241418" y="249070"/>
                  </a:lnTo>
                  <a:lnTo>
                    <a:pt x="3252046" y="252436"/>
                  </a:lnTo>
                  <a:lnTo>
                    <a:pt x="3262674" y="255660"/>
                  </a:lnTo>
                  <a:lnTo>
                    <a:pt x="3273301" y="258721"/>
                  </a:lnTo>
                  <a:lnTo>
                    <a:pt x="3283929" y="261593"/>
                  </a:lnTo>
                  <a:lnTo>
                    <a:pt x="3294556" y="264239"/>
                  </a:lnTo>
                  <a:lnTo>
                    <a:pt x="3305184" y="266665"/>
                  </a:lnTo>
                  <a:lnTo>
                    <a:pt x="3315812" y="268863"/>
                  </a:lnTo>
                  <a:lnTo>
                    <a:pt x="3326439" y="270831"/>
                  </a:lnTo>
                  <a:lnTo>
                    <a:pt x="3337067" y="272572"/>
                  </a:lnTo>
                  <a:lnTo>
                    <a:pt x="3347694" y="274096"/>
                  </a:lnTo>
                  <a:lnTo>
                    <a:pt x="3358322" y="275419"/>
                  </a:lnTo>
                  <a:lnTo>
                    <a:pt x="3368950" y="276564"/>
                  </a:lnTo>
                  <a:lnTo>
                    <a:pt x="3379577" y="277557"/>
                  </a:lnTo>
                  <a:lnTo>
                    <a:pt x="3390205" y="278425"/>
                  </a:lnTo>
                  <a:lnTo>
                    <a:pt x="3400832" y="279201"/>
                  </a:lnTo>
                  <a:lnTo>
                    <a:pt x="3411460" y="279930"/>
                  </a:lnTo>
                  <a:lnTo>
                    <a:pt x="3422088" y="280643"/>
                  </a:lnTo>
                  <a:lnTo>
                    <a:pt x="3432715" y="281369"/>
                  </a:lnTo>
                  <a:lnTo>
                    <a:pt x="3443343" y="282133"/>
                  </a:lnTo>
                  <a:lnTo>
                    <a:pt x="3453970" y="282954"/>
                  </a:lnTo>
                  <a:lnTo>
                    <a:pt x="3464598" y="283847"/>
                  </a:lnTo>
                  <a:lnTo>
                    <a:pt x="3475226" y="284820"/>
                  </a:lnTo>
                  <a:lnTo>
                    <a:pt x="3485853" y="285874"/>
                  </a:lnTo>
                  <a:lnTo>
                    <a:pt x="3496481" y="287006"/>
                  </a:lnTo>
                  <a:lnTo>
                    <a:pt x="3507108" y="288207"/>
                  </a:lnTo>
                  <a:lnTo>
                    <a:pt x="3517736" y="289453"/>
                  </a:lnTo>
                  <a:lnTo>
                    <a:pt x="3528364" y="290723"/>
                  </a:lnTo>
                  <a:lnTo>
                    <a:pt x="3538991" y="291994"/>
                  </a:lnTo>
                  <a:lnTo>
                    <a:pt x="3549619" y="293246"/>
                  </a:lnTo>
                  <a:lnTo>
                    <a:pt x="3560246" y="294456"/>
                  </a:lnTo>
                  <a:lnTo>
                    <a:pt x="3570874" y="295607"/>
                  </a:lnTo>
                  <a:lnTo>
                    <a:pt x="3581502" y="296686"/>
                  </a:lnTo>
                  <a:lnTo>
                    <a:pt x="3592129" y="297682"/>
                  </a:lnTo>
                  <a:lnTo>
                    <a:pt x="3602757" y="298589"/>
                  </a:lnTo>
                  <a:lnTo>
                    <a:pt x="3613385" y="299398"/>
                  </a:lnTo>
                  <a:lnTo>
                    <a:pt x="3624012" y="300125"/>
                  </a:lnTo>
                  <a:lnTo>
                    <a:pt x="3634640" y="300780"/>
                  </a:lnTo>
                  <a:lnTo>
                    <a:pt x="3645267" y="301371"/>
                  </a:lnTo>
                  <a:lnTo>
                    <a:pt x="3655895" y="301912"/>
                  </a:lnTo>
                  <a:lnTo>
                    <a:pt x="3666523" y="302413"/>
                  </a:lnTo>
                  <a:lnTo>
                    <a:pt x="3677150" y="302886"/>
                  </a:lnTo>
                  <a:lnTo>
                    <a:pt x="3687778" y="303339"/>
                  </a:lnTo>
                  <a:lnTo>
                    <a:pt x="3698405" y="303782"/>
                  </a:lnTo>
                  <a:lnTo>
                    <a:pt x="3709033" y="304220"/>
                  </a:lnTo>
                  <a:lnTo>
                    <a:pt x="3719661" y="304656"/>
                  </a:lnTo>
                  <a:lnTo>
                    <a:pt x="3730288" y="305094"/>
                  </a:lnTo>
                  <a:lnTo>
                    <a:pt x="3740916" y="305535"/>
                  </a:lnTo>
                  <a:lnTo>
                    <a:pt x="3751543" y="305977"/>
                  </a:lnTo>
                  <a:lnTo>
                    <a:pt x="3762171" y="306422"/>
                  </a:lnTo>
                  <a:lnTo>
                    <a:pt x="3772799" y="306870"/>
                  </a:lnTo>
                  <a:lnTo>
                    <a:pt x="3783426" y="307321"/>
                  </a:lnTo>
                  <a:lnTo>
                    <a:pt x="3794054" y="307776"/>
                  </a:lnTo>
                  <a:lnTo>
                    <a:pt x="3804681" y="308236"/>
                  </a:lnTo>
                  <a:lnTo>
                    <a:pt x="3815309" y="308703"/>
                  </a:lnTo>
                  <a:lnTo>
                    <a:pt x="3825937" y="309179"/>
                  </a:lnTo>
                  <a:lnTo>
                    <a:pt x="3836564" y="309664"/>
                  </a:lnTo>
                  <a:lnTo>
                    <a:pt x="3847192" y="310157"/>
                  </a:lnTo>
                  <a:lnTo>
                    <a:pt x="3857819" y="310657"/>
                  </a:lnTo>
                  <a:lnTo>
                    <a:pt x="3868447" y="311160"/>
                  </a:lnTo>
                  <a:lnTo>
                    <a:pt x="3879075" y="311664"/>
                  </a:lnTo>
                  <a:lnTo>
                    <a:pt x="3889702" y="312162"/>
                  </a:lnTo>
                  <a:lnTo>
                    <a:pt x="3900330" y="312650"/>
                  </a:lnTo>
                  <a:lnTo>
                    <a:pt x="3910957" y="313122"/>
                  </a:lnTo>
                  <a:lnTo>
                    <a:pt x="3921585" y="313572"/>
                  </a:lnTo>
                  <a:lnTo>
                    <a:pt x="3932213" y="313993"/>
                  </a:lnTo>
                  <a:lnTo>
                    <a:pt x="3942840" y="314383"/>
                  </a:lnTo>
                  <a:lnTo>
                    <a:pt x="3953468" y="314742"/>
                  </a:lnTo>
                  <a:lnTo>
                    <a:pt x="3964095" y="315069"/>
                  </a:lnTo>
                  <a:lnTo>
                    <a:pt x="3974723" y="315365"/>
                  </a:lnTo>
                  <a:lnTo>
                    <a:pt x="3985351" y="315632"/>
                  </a:lnTo>
                  <a:lnTo>
                    <a:pt x="3995978" y="315873"/>
                  </a:lnTo>
                  <a:lnTo>
                    <a:pt x="4006606" y="316091"/>
                  </a:lnTo>
                  <a:lnTo>
                    <a:pt x="4017233" y="316288"/>
                  </a:lnTo>
                  <a:lnTo>
                    <a:pt x="4027861" y="316466"/>
                  </a:lnTo>
                  <a:lnTo>
                    <a:pt x="4038489" y="316624"/>
                  </a:lnTo>
                  <a:lnTo>
                    <a:pt x="4049116" y="316766"/>
                  </a:lnTo>
                  <a:lnTo>
                    <a:pt x="4059744" y="316890"/>
                  </a:lnTo>
                  <a:lnTo>
                    <a:pt x="4070371" y="316998"/>
                  </a:lnTo>
                  <a:lnTo>
                    <a:pt x="4080999" y="317087"/>
                  </a:lnTo>
                  <a:lnTo>
                    <a:pt x="4091627" y="317159"/>
                  </a:lnTo>
                  <a:lnTo>
                    <a:pt x="4102254" y="317215"/>
                  </a:lnTo>
                  <a:lnTo>
                    <a:pt x="4112882" y="317255"/>
                  </a:lnTo>
                  <a:lnTo>
                    <a:pt x="4112882" y="320017"/>
                  </a:lnTo>
                  <a:lnTo>
                    <a:pt x="4102254" y="320017"/>
                  </a:lnTo>
                  <a:lnTo>
                    <a:pt x="4091627" y="320017"/>
                  </a:lnTo>
                  <a:lnTo>
                    <a:pt x="4080999" y="320017"/>
                  </a:lnTo>
                  <a:lnTo>
                    <a:pt x="4070371" y="320017"/>
                  </a:lnTo>
                  <a:lnTo>
                    <a:pt x="4059744" y="320017"/>
                  </a:lnTo>
                  <a:lnTo>
                    <a:pt x="4049116" y="320017"/>
                  </a:lnTo>
                  <a:lnTo>
                    <a:pt x="4038489" y="320017"/>
                  </a:lnTo>
                  <a:lnTo>
                    <a:pt x="4027861" y="320017"/>
                  </a:lnTo>
                  <a:lnTo>
                    <a:pt x="4017233" y="320017"/>
                  </a:lnTo>
                  <a:lnTo>
                    <a:pt x="4006606" y="320017"/>
                  </a:lnTo>
                  <a:lnTo>
                    <a:pt x="3995978" y="320017"/>
                  </a:lnTo>
                  <a:lnTo>
                    <a:pt x="3985351" y="320017"/>
                  </a:lnTo>
                  <a:lnTo>
                    <a:pt x="3974723" y="320017"/>
                  </a:lnTo>
                  <a:lnTo>
                    <a:pt x="3964095" y="320017"/>
                  </a:lnTo>
                  <a:lnTo>
                    <a:pt x="3953468" y="320017"/>
                  </a:lnTo>
                  <a:lnTo>
                    <a:pt x="3942840" y="320017"/>
                  </a:lnTo>
                  <a:lnTo>
                    <a:pt x="3932213" y="320017"/>
                  </a:lnTo>
                  <a:lnTo>
                    <a:pt x="3921585" y="320017"/>
                  </a:lnTo>
                  <a:lnTo>
                    <a:pt x="3910957" y="320017"/>
                  </a:lnTo>
                  <a:lnTo>
                    <a:pt x="3900330" y="320017"/>
                  </a:lnTo>
                  <a:lnTo>
                    <a:pt x="3889702" y="320017"/>
                  </a:lnTo>
                  <a:lnTo>
                    <a:pt x="3879075" y="320017"/>
                  </a:lnTo>
                  <a:lnTo>
                    <a:pt x="3868447" y="320017"/>
                  </a:lnTo>
                  <a:lnTo>
                    <a:pt x="3857819" y="320017"/>
                  </a:lnTo>
                  <a:lnTo>
                    <a:pt x="3847192" y="320017"/>
                  </a:lnTo>
                  <a:lnTo>
                    <a:pt x="3836564" y="320017"/>
                  </a:lnTo>
                  <a:lnTo>
                    <a:pt x="3825937" y="320017"/>
                  </a:lnTo>
                  <a:lnTo>
                    <a:pt x="3815309" y="320017"/>
                  </a:lnTo>
                  <a:lnTo>
                    <a:pt x="3804681" y="320017"/>
                  </a:lnTo>
                  <a:lnTo>
                    <a:pt x="3794054" y="320017"/>
                  </a:lnTo>
                  <a:lnTo>
                    <a:pt x="3783426" y="320017"/>
                  </a:lnTo>
                  <a:lnTo>
                    <a:pt x="3772799" y="320017"/>
                  </a:lnTo>
                  <a:lnTo>
                    <a:pt x="3762171" y="320017"/>
                  </a:lnTo>
                  <a:lnTo>
                    <a:pt x="3751543" y="320017"/>
                  </a:lnTo>
                  <a:lnTo>
                    <a:pt x="3740916" y="320017"/>
                  </a:lnTo>
                  <a:lnTo>
                    <a:pt x="3730288" y="320017"/>
                  </a:lnTo>
                  <a:lnTo>
                    <a:pt x="3719661" y="320017"/>
                  </a:lnTo>
                  <a:lnTo>
                    <a:pt x="3709033" y="320017"/>
                  </a:lnTo>
                  <a:lnTo>
                    <a:pt x="3698405" y="320017"/>
                  </a:lnTo>
                  <a:lnTo>
                    <a:pt x="3687778" y="320017"/>
                  </a:lnTo>
                  <a:lnTo>
                    <a:pt x="3677150" y="320017"/>
                  </a:lnTo>
                  <a:lnTo>
                    <a:pt x="3666523" y="320017"/>
                  </a:lnTo>
                  <a:lnTo>
                    <a:pt x="3655895" y="320017"/>
                  </a:lnTo>
                  <a:lnTo>
                    <a:pt x="3645267" y="320017"/>
                  </a:lnTo>
                  <a:lnTo>
                    <a:pt x="3634640" y="320017"/>
                  </a:lnTo>
                  <a:lnTo>
                    <a:pt x="3624012" y="320017"/>
                  </a:lnTo>
                  <a:lnTo>
                    <a:pt x="3613385" y="320017"/>
                  </a:lnTo>
                  <a:lnTo>
                    <a:pt x="3602757" y="320017"/>
                  </a:lnTo>
                  <a:lnTo>
                    <a:pt x="3592129" y="320017"/>
                  </a:lnTo>
                  <a:lnTo>
                    <a:pt x="3581502" y="320017"/>
                  </a:lnTo>
                  <a:lnTo>
                    <a:pt x="3570874" y="320017"/>
                  </a:lnTo>
                  <a:lnTo>
                    <a:pt x="3560246" y="320017"/>
                  </a:lnTo>
                  <a:lnTo>
                    <a:pt x="3549619" y="320017"/>
                  </a:lnTo>
                  <a:lnTo>
                    <a:pt x="3538991" y="320017"/>
                  </a:lnTo>
                  <a:lnTo>
                    <a:pt x="3528364" y="320017"/>
                  </a:lnTo>
                  <a:lnTo>
                    <a:pt x="3517736" y="320017"/>
                  </a:lnTo>
                  <a:lnTo>
                    <a:pt x="3507108" y="320017"/>
                  </a:lnTo>
                  <a:lnTo>
                    <a:pt x="3496481" y="320017"/>
                  </a:lnTo>
                  <a:lnTo>
                    <a:pt x="3485853" y="320017"/>
                  </a:lnTo>
                  <a:lnTo>
                    <a:pt x="3475226" y="320017"/>
                  </a:lnTo>
                  <a:lnTo>
                    <a:pt x="3464598" y="320017"/>
                  </a:lnTo>
                  <a:lnTo>
                    <a:pt x="3453970" y="320017"/>
                  </a:lnTo>
                  <a:lnTo>
                    <a:pt x="3443343" y="320017"/>
                  </a:lnTo>
                  <a:lnTo>
                    <a:pt x="3432715" y="320017"/>
                  </a:lnTo>
                  <a:lnTo>
                    <a:pt x="3422088" y="320017"/>
                  </a:lnTo>
                  <a:lnTo>
                    <a:pt x="3411460" y="320017"/>
                  </a:lnTo>
                  <a:lnTo>
                    <a:pt x="3400832" y="320017"/>
                  </a:lnTo>
                  <a:lnTo>
                    <a:pt x="3390205" y="320017"/>
                  </a:lnTo>
                  <a:lnTo>
                    <a:pt x="3379577" y="320017"/>
                  </a:lnTo>
                  <a:lnTo>
                    <a:pt x="3368950" y="320017"/>
                  </a:lnTo>
                  <a:lnTo>
                    <a:pt x="3358322" y="320017"/>
                  </a:lnTo>
                  <a:lnTo>
                    <a:pt x="3347694" y="320017"/>
                  </a:lnTo>
                  <a:lnTo>
                    <a:pt x="3337067" y="320017"/>
                  </a:lnTo>
                  <a:lnTo>
                    <a:pt x="3326439" y="320017"/>
                  </a:lnTo>
                  <a:lnTo>
                    <a:pt x="3315812" y="320017"/>
                  </a:lnTo>
                  <a:lnTo>
                    <a:pt x="3305184" y="320017"/>
                  </a:lnTo>
                  <a:lnTo>
                    <a:pt x="3294556" y="320017"/>
                  </a:lnTo>
                  <a:lnTo>
                    <a:pt x="3283929" y="320017"/>
                  </a:lnTo>
                  <a:lnTo>
                    <a:pt x="3273301" y="320017"/>
                  </a:lnTo>
                  <a:lnTo>
                    <a:pt x="3262674" y="320017"/>
                  </a:lnTo>
                  <a:lnTo>
                    <a:pt x="3252046" y="320017"/>
                  </a:lnTo>
                  <a:lnTo>
                    <a:pt x="3241418" y="320017"/>
                  </a:lnTo>
                  <a:lnTo>
                    <a:pt x="3230791" y="320017"/>
                  </a:lnTo>
                  <a:lnTo>
                    <a:pt x="3220163" y="320017"/>
                  </a:lnTo>
                  <a:lnTo>
                    <a:pt x="3209536" y="320017"/>
                  </a:lnTo>
                  <a:lnTo>
                    <a:pt x="3198908" y="320017"/>
                  </a:lnTo>
                  <a:lnTo>
                    <a:pt x="3188280" y="320017"/>
                  </a:lnTo>
                  <a:lnTo>
                    <a:pt x="3177653" y="320017"/>
                  </a:lnTo>
                  <a:lnTo>
                    <a:pt x="3167025" y="320017"/>
                  </a:lnTo>
                  <a:lnTo>
                    <a:pt x="3156398" y="320017"/>
                  </a:lnTo>
                  <a:lnTo>
                    <a:pt x="3145770" y="320017"/>
                  </a:lnTo>
                  <a:lnTo>
                    <a:pt x="3135142" y="320017"/>
                  </a:lnTo>
                  <a:lnTo>
                    <a:pt x="3124515" y="320017"/>
                  </a:lnTo>
                  <a:lnTo>
                    <a:pt x="3113887" y="320017"/>
                  </a:lnTo>
                  <a:lnTo>
                    <a:pt x="3103260" y="320017"/>
                  </a:lnTo>
                  <a:lnTo>
                    <a:pt x="3092632" y="320017"/>
                  </a:lnTo>
                  <a:lnTo>
                    <a:pt x="3082004" y="320017"/>
                  </a:lnTo>
                  <a:lnTo>
                    <a:pt x="3071377" y="320017"/>
                  </a:lnTo>
                  <a:lnTo>
                    <a:pt x="3060749" y="320017"/>
                  </a:lnTo>
                  <a:lnTo>
                    <a:pt x="3050122" y="320017"/>
                  </a:lnTo>
                  <a:lnTo>
                    <a:pt x="3039494" y="320017"/>
                  </a:lnTo>
                  <a:lnTo>
                    <a:pt x="3028866" y="320017"/>
                  </a:lnTo>
                  <a:lnTo>
                    <a:pt x="3018239" y="320017"/>
                  </a:lnTo>
                  <a:lnTo>
                    <a:pt x="3007611" y="320017"/>
                  </a:lnTo>
                  <a:lnTo>
                    <a:pt x="2996984" y="320017"/>
                  </a:lnTo>
                  <a:lnTo>
                    <a:pt x="2986356" y="320017"/>
                  </a:lnTo>
                  <a:lnTo>
                    <a:pt x="2975728" y="320017"/>
                  </a:lnTo>
                  <a:lnTo>
                    <a:pt x="2965101" y="320017"/>
                  </a:lnTo>
                  <a:lnTo>
                    <a:pt x="2954473" y="320017"/>
                  </a:lnTo>
                  <a:lnTo>
                    <a:pt x="2943846" y="320017"/>
                  </a:lnTo>
                  <a:lnTo>
                    <a:pt x="2933218" y="320017"/>
                  </a:lnTo>
                  <a:lnTo>
                    <a:pt x="2922590" y="320017"/>
                  </a:lnTo>
                  <a:lnTo>
                    <a:pt x="2911963" y="320017"/>
                  </a:lnTo>
                  <a:lnTo>
                    <a:pt x="2901335" y="320017"/>
                  </a:lnTo>
                  <a:lnTo>
                    <a:pt x="2890708" y="320017"/>
                  </a:lnTo>
                  <a:lnTo>
                    <a:pt x="2880080" y="320017"/>
                  </a:lnTo>
                  <a:lnTo>
                    <a:pt x="2869452" y="320017"/>
                  </a:lnTo>
                  <a:lnTo>
                    <a:pt x="2858825" y="320017"/>
                  </a:lnTo>
                  <a:lnTo>
                    <a:pt x="2848197" y="320017"/>
                  </a:lnTo>
                  <a:lnTo>
                    <a:pt x="2837569" y="320017"/>
                  </a:lnTo>
                  <a:lnTo>
                    <a:pt x="2826942" y="320017"/>
                  </a:lnTo>
                  <a:lnTo>
                    <a:pt x="2816314" y="320017"/>
                  </a:lnTo>
                  <a:lnTo>
                    <a:pt x="2805687" y="320017"/>
                  </a:lnTo>
                  <a:lnTo>
                    <a:pt x="2795059" y="320017"/>
                  </a:lnTo>
                  <a:lnTo>
                    <a:pt x="2784431" y="320017"/>
                  </a:lnTo>
                  <a:lnTo>
                    <a:pt x="2773804" y="320017"/>
                  </a:lnTo>
                  <a:lnTo>
                    <a:pt x="2763176" y="320017"/>
                  </a:lnTo>
                  <a:lnTo>
                    <a:pt x="2752549" y="320017"/>
                  </a:lnTo>
                  <a:lnTo>
                    <a:pt x="2741921" y="320017"/>
                  </a:lnTo>
                  <a:lnTo>
                    <a:pt x="2731293" y="320017"/>
                  </a:lnTo>
                  <a:lnTo>
                    <a:pt x="2720666" y="320017"/>
                  </a:lnTo>
                  <a:lnTo>
                    <a:pt x="2710038" y="320017"/>
                  </a:lnTo>
                  <a:lnTo>
                    <a:pt x="2699411" y="320017"/>
                  </a:lnTo>
                  <a:lnTo>
                    <a:pt x="2688783" y="320017"/>
                  </a:lnTo>
                  <a:lnTo>
                    <a:pt x="2678155" y="320017"/>
                  </a:lnTo>
                  <a:lnTo>
                    <a:pt x="2667528" y="320017"/>
                  </a:lnTo>
                  <a:lnTo>
                    <a:pt x="2656900" y="320017"/>
                  </a:lnTo>
                  <a:lnTo>
                    <a:pt x="2646273" y="320017"/>
                  </a:lnTo>
                  <a:lnTo>
                    <a:pt x="2635645" y="320017"/>
                  </a:lnTo>
                  <a:lnTo>
                    <a:pt x="2625017" y="320017"/>
                  </a:lnTo>
                  <a:lnTo>
                    <a:pt x="2614390" y="320017"/>
                  </a:lnTo>
                  <a:lnTo>
                    <a:pt x="2603762" y="320017"/>
                  </a:lnTo>
                  <a:lnTo>
                    <a:pt x="2593135" y="320017"/>
                  </a:lnTo>
                  <a:lnTo>
                    <a:pt x="2582507" y="320017"/>
                  </a:lnTo>
                  <a:lnTo>
                    <a:pt x="2571879" y="320017"/>
                  </a:lnTo>
                  <a:lnTo>
                    <a:pt x="2561252" y="320017"/>
                  </a:lnTo>
                  <a:lnTo>
                    <a:pt x="2550624" y="320017"/>
                  </a:lnTo>
                  <a:lnTo>
                    <a:pt x="2539997" y="320017"/>
                  </a:lnTo>
                  <a:lnTo>
                    <a:pt x="2529369" y="320017"/>
                  </a:lnTo>
                  <a:lnTo>
                    <a:pt x="2518741" y="320017"/>
                  </a:lnTo>
                  <a:lnTo>
                    <a:pt x="2508114" y="320017"/>
                  </a:lnTo>
                  <a:lnTo>
                    <a:pt x="2497486" y="320017"/>
                  </a:lnTo>
                  <a:lnTo>
                    <a:pt x="2486859" y="320017"/>
                  </a:lnTo>
                  <a:lnTo>
                    <a:pt x="2476231" y="320017"/>
                  </a:lnTo>
                  <a:lnTo>
                    <a:pt x="2465603" y="320017"/>
                  </a:lnTo>
                  <a:lnTo>
                    <a:pt x="2454976" y="320017"/>
                  </a:lnTo>
                  <a:lnTo>
                    <a:pt x="2444348" y="320017"/>
                  </a:lnTo>
                  <a:lnTo>
                    <a:pt x="2433721" y="320017"/>
                  </a:lnTo>
                  <a:lnTo>
                    <a:pt x="2423093" y="320017"/>
                  </a:lnTo>
                  <a:lnTo>
                    <a:pt x="2412465" y="320017"/>
                  </a:lnTo>
                  <a:lnTo>
                    <a:pt x="2401838" y="320017"/>
                  </a:lnTo>
                  <a:lnTo>
                    <a:pt x="2391210" y="320017"/>
                  </a:lnTo>
                  <a:lnTo>
                    <a:pt x="2380583" y="320017"/>
                  </a:lnTo>
                  <a:lnTo>
                    <a:pt x="2369955" y="320017"/>
                  </a:lnTo>
                  <a:lnTo>
                    <a:pt x="2359327" y="320017"/>
                  </a:lnTo>
                  <a:lnTo>
                    <a:pt x="2348700" y="320017"/>
                  </a:lnTo>
                  <a:lnTo>
                    <a:pt x="2338072" y="320017"/>
                  </a:lnTo>
                  <a:lnTo>
                    <a:pt x="2327445" y="320017"/>
                  </a:lnTo>
                  <a:lnTo>
                    <a:pt x="2316817" y="320017"/>
                  </a:lnTo>
                  <a:lnTo>
                    <a:pt x="2306189" y="320017"/>
                  </a:lnTo>
                  <a:lnTo>
                    <a:pt x="2295562" y="320017"/>
                  </a:lnTo>
                  <a:lnTo>
                    <a:pt x="2284934" y="320017"/>
                  </a:lnTo>
                  <a:lnTo>
                    <a:pt x="2274307" y="320017"/>
                  </a:lnTo>
                  <a:lnTo>
                    <a:pt x="2263679" y="320017"/>
                  </a:lnTo>
                  <a:lnTo>
                    <a:pt x="2253051" y="320017"/>
                  </a:lnTo>
                  <a:lnTo>
                    <a:pt x="2242424" y="320017"/>
                  </a:lnTo>
                  <a:lnTo>
                    <a:pt x="2231796" y="320017"/>
                  </a:lnTo>
                  <a:lnTo>
                    <a:pt x="2221169" y="320017"/>
                  </a:lnTo>
                  <a:lnTo>
                    <a:pt x="2210541" y="320017"/>
                  </a:lnTo>
                  <a:lnTo>
                    <a:pt x="2199913" y="320017"/>
                  </a:lnTo>
                  <a:lnTo>
                    <a:pt x="2189286" y="320017"/>
                  </a:lnTo>
                  <a:lnTo>
                    <a:pt x="2178658" y="320017"/>
                  </a:lnTo>
                  <a:lnTo>
                    <a:pt x="2168031" y="320017"/>
                  </a:lnTo>
                  <a:lnTo>
                    <a:pt x="2157403" y="320017"/>
                  </a:lnTo>
                  <a:lnTo>
                    <a:pt x="2146775" y="320017"/>
                  </a:lnTo>
                  <a:lnTo>
                    <a:pt x="2136148" y="320017"/>
                  </a:lnTo>
                  <a:lnTo>
                    <a:pt x="2125520" y="320017"/>
                  </a:lnTo>
                  <a:lnTo>
                    <a:pt x="2114892" y="320017"/>
                  </a:lnTo>
                  <a:lnTo>
                    <a:pt x="2104265" y="320017"/>
                  </a:lnTo>
                  <a:lnTo>
                    <a:pt x="2093637" y="320017"/>
                  </a:lnTo>
                  <a:lnTo>
                    <a:pt x="2083010" y="320017"/>
                  </a:lnTo>
                  <a:lnTo>
                    <a:pt x="2072382" y="320017"/>
                  </a:lnTo>
                  <a:lnTo>
                    <a:pt x="2061754" y="320017"/>
                  </a:lnTo>
                  <a:lnTo>
                    <a:pt x="2051127" y="320017"/>
                  </a:lnTo>
                  <a:lnTo>
                    <a:pt x="2040499" y="320017"/>
                  </a:lnTo>
                  <a:lnTo>
                    <a:pt x="2029872" y="320017"/>
                  </a:lnTo>
                  <a:lnTo>
                    <a:pt x="2019244" y="320017"/>
                  </a:lnTo>
                  <a:lnTo>
                    <a:pt x="2008616" y="320017"/>
                  </a:lnTo>
                  <a:lnTo>
                    <a:pt x="1997989" y="320017"/>
                  </a:lnTo>
                  <a:lnTo>
                    <a:pt x="1987361" y="320017"/>
                  </a:lnTo>
                  <a:lnTo>
                    <a:pt x="1976734" y="320017"/>
                  </a:lnTo>
                  <a:lnTo>
                    <a:pt x="1966106" y="320017"/>
                  </a:lnTo>
                  <a:lnTo>
                    <a:pt x="1955478" y="320017"/>
                  </a:lnTo>
                  <a:lnTo>
                    <a:pt x="1944851" y="320017"/>
                  </a:lnTo>
                  <a:lnTo>
                    <a:pt x="1934223" y="320017"/>
                  </a:lnTo>
                  <a:lnTo>
                    <a:pt x="1923596" y="320017"/>
                  </a:lnTo>
                  <a:lnTo>
                    <a:pt x="1912968" y="320017"/>
                  </a:lnTo>
                  <a:lnTo>
                    <a:pt x="1902340" y="320017"/>
                  </a:lnTo>
                  <a:lnTo>
                    <a:pt x="1891713" y="320017"/>
                  </a:lnTo>
                  <a:lnTo>
                    <a:pt x="1881085" y="320017"/>
                  </a:lnTo>
                  <a:lnTo>
                    <a:pt x="1870458" y="320017"/>
                  </a:lnTo>
                  <a:lnTo>
                    <a:pt x="1859830" y="320017"/>
                  </a:lnTo>
                  <a:lnTo>
                    <a:pt x="1849202" y="320017"/>
                  </a:lnTo>
                  <a:lnTo>
                    <a:pt x="1838575" y="320017"/>
                  </a:lnTo>
                  <a:lnTo>
                    <a:pt x="1827947" y="320017"/>
                  </a:lnTo>
                  <a:lnTo>
                    <a:pt x="1817320" y="320017"/>
                  </a:lnTo>
                  <a:lnTo>
                    <a:pt x="1806692" y="320017"/>
                  </a:lnTo>
                  <a:lnTo>
                    <a:pt x="1796064" y="320017"/>
                  </a:lnTo>
                  <a:lnTo>
                    <a:pt x="1785437" y="320017"/>
                  </a:lnTo>
                  <a:lnTo>
                    <a:pt x="1774809" y="320017"/>
                  </a:lnTo>
                  <a:lnTo>
                    <a:pt x="1764182" y="320017"/>
                  </a:lnTo>
                  <a:lnTo>
                    <a:pt x="1753554" y="320017"/>
                  </a:lnTo>
                  <a:lnTo>
                    <a:pt x="1742926" y="320017"/>
                  </a:lnTo>
                  <a:lnTo>
                    <a:pt x="1732299" y="320017"/>
                  </a:lnTo>
                  <a:lnTo>
                    <a:pt x="1721671" y="320017"/>
                  </a:lnTo>
                  <a:lnTo>
                    <a:pt x="1711044" y="320017"/>
                  </a:lnTo>
                  <a:lnTo>
                    <a:pt x="1700416" y="320017"/>
                  </a:lnTo>
                  <a:lnTo>
                    <a:pt x="1689788" y="320017"/>
                  </a:lnTo>
                  <a:lnTo>
                    <a:pt x="1679161" y="320017"/>
                  </a:lnTo>
                  <a:lnTo>
                    <a:pt x="1668533" y="320017"/>
                  </a:lnTo>
                  <a:lnTo>
                    <a:pt x="1657906" y="320017"/>
                  </a:lnTo>
                  <a:lnTo>
                    <a:pt x="1647278" y="320017"/>
                  </a:lnTo>
                  <a:lnTo>
                    <a:pt x="1636650" y="320017"/>
                  </a:lnTo>
                  <a:lnTo>
                    <a:pt x="1626023" y="320017"/>
                  </a:lnTo>
                  <a:lnTo>
                    <a:pt x="1615395" y="320017"/>
                  </a:lnTo>
                  <a:lnTo>
                    <a:pt x="1604768" y="320017"/>
                  </a:lnTo>
                  <a:lnTo>
                    <a:pt x="1594140" y="320017"/>
                  </a:lnTo>
                  <a:lnTo>
                    <a:pt x="1583512" y="320017"/>
                  </a:lnTo>
                  <a:lnTo>
                    <a:pt x="1572885" y="320017"/>
                  </a:lnTo>
                  <a:lnTo>
                    <a:pt x="1562257" y="320017"/>
                  </a:lnTo>
                  <a:lnTo>
                    <a:pt x="1551630" y="320017"/>
                  </a:lnTo>
                  <a:lnTo>
                    <a:pt x="1541002" y="320017"/>
                  </a:lnTo>
                  <a:lnTo>
                    <a:pt x="1530374" y="320017"/>
                  </a:lnTo>
                  <a:lnTo>
                    <a:pt x="1519747" y="320017"/>
                  </a:lnTo>
                  <a:lnTo>
                    <a:pt x="1509119" y="320017"/>
                  </a:lnTo>
                  <a:lnTo>
                    <a:pt x="1498492" y="320017"/>
                  </a:lnTo>
                  <a:lnTo>
                    <a:pt x="1487864" y="320017"/>
                  </a:lnTo>
                  <a:lnTo>
                    <a:pt x="1477236" y="320017"/>
                  </a:lnTo>
                  <a:lnTo>
                    <a:pt x="1466609" y="320017"/>
                  </a:lnTo>
                  <a:lnTo>
                    <a:pt x="1455981" y="320017"/>
                  </a:lnTo>
                  <a:lnTo>
                    <a:pt x="1445354" y="320017"/>
                  </a:lnTo>
                  <a:lnTo>
                    <a:pt x="1434726" y="320017"/>
                  </a:lnTo>
                  <a:lnTo>
                    <a:pt x="1424098" y="320017"/>
                  </a:lnTo>
                  <a:lnTo>
                    <a:pt x="1413471" y="320017"/>
                  </a:lnTo>
                  <a:lnTo>
                    <a:pt x="1402843" y="320017"/>
                  </a:lnTo>
                  <a:lnTo>
                    <a:pt x="1392215" y="320017"/>
                  </a:lnTo>
                  <a:lnTo>
                    <a:pt x="1381588" y="320017"/>
                  </a:lnTo>
                  <a:lnTo>
                    <a:pt x="1370960" y="320017"/>
                  </a:lnTo>
                  <a:lnTo>
                    <a:pt x="1360333" y="320017"/>
                  </a:lnTo>
                  <a:lnTo>
                    <a:pt x="1349705" y="320017"/>
                  </a:lnTo>
                  <a:lnTo>
                    <a:pt x="1339077" y="320017"/>
                  </a:lnTo>
                  <a:lnTo>
                    <a:pt x="1328450" y="320017"/>
                  </a:lnTo>
                  <a:lnTo>
                    <a:pt x="1317822" y="320017"/>
                  </a:lnTo>
                  <a:lnTo>
                    <a:pt x="1307195" y="320017"/>
                  </a:lnTo>
                  <a:lnTo>
                    <a:pt x="1296567" y="320017"/>
                  </a:lnTo>
                  <a:lnTo>
                    <a:pt x="1285939" y="320017"/>
                  </a:lnTo>
                  <a:lnTo>
                    <a:pt x="1275312" y="320017"/>
                  </a:lnTo>
                  <a:lnTo>
                    <a:pt x="1264684" y="320017"/>
                  </a:lnTo>
                  <a:lnTo>
                    <a:pt x="1254057" y="320017"/>
                  </a:lnTo>
                  <a:lnTo>
                    <a:pt x="1243429" y="320017"/>
                  </a:lnTo>
                  <a:lnTo>
                    <a:pt x="1232801" y="320017"/>
                  </a:lnTo>
                  <a:lnTo>
                    <a:pt x="1222174" y="320017"/>
                  </a:lnTo>
                  <a:lnTo>
                    <a:pt x="1211546" y="320017"/>
                  </a:lnTo>
                  <a:lnTo>
                    <a:pt x="1200919" y="320017"/>
                  </a:lnTo>
                  <a:lnTo>
                    <a:pt x="1190291" y="320017"/>
                  </a:lnTo>
                  <a:lnTo>
                    <a:pt x="1179663" y="320017"/>
                  </a:lnTo>
                  <a:lnTo>
                    <a:pt x="1169036" y="320017"/>
                  </a:lnTo>
                  <a:lnTo>
                    <a:pt x="1158408" y="320017"/>
                  </a:lnTo>
                  <a:lnTo>
                    <a:pt x="1147781" y="320017"/>
                  </a:lnTo>
                  <a:lnTo>
                    <a:pt x="1137153" y="320017"/>
                  </a:lnTo>
                  <a:lnTo>
                    <a:pt x="1126525" y="320017"/>
                  </a:lnTo>
                  <a:lnTo>
                    <a:pt x="1115898" y="320017"/>
                  </a:lnTo>
                  <a:lnTo>
                    <a:pt x="1105270" y="320017"/>
                  </a:lnTo>
                  <a:lnTo>
                    <a:pt x="1094643" y="320017"/>
                  </a:lnTo>
                  <a:lnTo>
                    <a:pt x="1084015" y="320017"/>
                  </a:lnTo>
                  <a:lnTo>
                    <a:pt x="1073387" y="320017"/>
                  </a:lnTo>
                  <a:lnTo>
                    <a:pt x="1062760" y="320017"/>
                  </a:lnTo>
                  <a:lnTo>
                    <a:pt x="1052132" y="320017"/>
                  </a:lnTo>
                  <a:lnTo>
                    <a:pt x="1041505" y="320017"/>
                  </a:lnTo>
                  <a:lnTo>
                    <a:pt x="1030877" y="320017"/>
                  </a:lnTo>
                  <a:lnTo>
                    <a:pt x="1020249" y="320017"/>
                  </a:lnTo>
                  <a:lnTo>
                    <a:pt x="1009622" y="320017"/>
                  </a:lnTo>
                  <a:lnTo>
                    <a:pt x="998994" y="320017"/>
                  </a:lnTo>
                  <a:lnTo>
                    <a:pt x="988367" y="320017"/>
                  </a:lnTo>
                  <a:lnTo>
                    <a:pt x="977739" y="320017"/>
                  </a:lnTo>
                  <a:lnTo>
                    <a:pt x="967111" y="320017"/>
                  </a:lnTo>
                  <a:lnTo>
                    <a:pt x="956484" y="320017"/>
                  </a:lnTo>
                  <a:lnTo>
                    <a:pt x="945856" y="320017"/>
                  </a:lnTo>
                  <a:lnTo>
                    <a:pt x="935229" y="320017"/>
                  </a:lnTo>
                  <a:lnTo>
                    <a:pt x="924601" y="320017"/>
                  </a:lnTo>
                  <a:lnTo>
                    <a:pt x="913973" y="320017"/>
                  </a:lnTo>
                  <a:lnTo>
                    <a:pt x="903346" y="320017"/>
                  </a:lnTo>
                  <a:lnTo>
                    <a:pt x="892718" y="320017"/>
                  </a:lnTo>
                  <a:lnTo>
                    <a:pt x="882091" y="320017"/>
                  </a:lnTo>
                  <a:lnTo>
                    <a:pt x="871463" y="320017"/>
                  </a:lnTo>
                  <a:lnTo>
                    <a:pt x="860835" y="320017"/>
                  </a:lnTo>
                  <a:lnTo>
                    <a:pt x="850208" y="320017"/>
                  </a:lnTo>
                  <a:lnTo>
                    <a:pt x="839580" y="320017"/>
                  </a:lnTo>
                  <a:lnTo>
                    <a:pt x="828953" y="320017"/>
                  </a:lnTo>
                  <a:lnTo>
                    <a:pt x="818325" y="320017"/>
                  </a:lnTo>
                  <a:lnTo>
                    <a:pt x="807697" y="320017"/>
                  </a:lnTo>
                  <a:lnTo>
                    <a:pt x="797070" y="320017"/>
                  </a:lnTo>
                  <a:lnTo>
                    <a:pt x="786442" y="320017"/>
                  </a:lnTo>
                  <a:lnTo>
                    <a:pt x="775815" y="320017"/>
                  </a:lnTo>
                  <a:lnTo>
                    <a:pt x="765187" y="320017"/>
                  </a:lnTo>
                  <a:lnTo>
                    <a:pt x="754559" y="320017"/>
                  </a:lnTo>
                  <a:lnTo>
                    <a:pt x="743932" y="320017"/>
                  </a:lnTo>
                  <a:lnTo>
                    <a:pt x="733304" y="320017"/>
                  </a:lnTo>
                  <a:lnTo>
                    <a:pt x="722677" y="320017"/>
                  </a:lnTo>
                  <a:lnTo>
                    <a:pt x="712049" y="320017"/>
                  </a:lnTo>
                  <a:lnTo>
                    <a:pt x="701421" y="320017"/>
                  </a:lnTo>
                  <a:lnTo>
                    <a:pt x="690794" y="320017"/>
                  </a:lnTo>
                  <a:lnTo>
                    <a:pt x="680166" y="320017"/>
                  </a:lnTo>
                  <a:lnTo>
                    <a:pt x="669538" y="320017"/>
                  </a:lnTo>
                  <a:lnTo>
                    <a:pt x="658911" y="320017"/>
                  </a:lnTo>
                  <a:lnTo>
                    <a:pt x="648283" y="320017"/>
                  </a:lnTo>
                  <a:lnTo>
                    <a:pt x="637656" y="320017"/>
                  </a:lnTo>
                  <a:lnTo>
                    <a:pt x="627028" y="320017"/>
                  </a:lnTo>
                  <a:lnTo>
                    <a:pt x="616400" y="320017"/>
                  </a:lnTo>
                  <a:lnTo>
                    <a:pt x="605773" y="320017"/>
                  </a:lnTo>
                  <a:lnTo>
                    <a:pt x="595145" y="320017"/>
                  </a:lnTo>
                  <a:lnTo>
                    <a:pt x="584518" y="320017"/>
                  </a:lnTo>
                  <a:lnTo>
                    <a:pt x="573890" y="320017"/>
                  </a:lnTo>
                  <a:lnTo>
                    <a:pt x="563262" y="320017"/>
                  </a:lnTo>
                  <a:lnTo>
                    <a:pt x="552635" y="320017"/>
                  </a:lnTo>
                  <a:lnTo>
                    <a:pt x="542007" y="320017"/>
                  </a:lnTo>
                  <a:lnTo>
                    <a:pt x="531380" y="320017"/>
                  </a:lnTo>
                  <a:lnTo>
                    <a:pt x="520752" y="320017"/>
                  </a:lnTo>
                  <a:lnTo>
                    <a:pt x="510124" y="320017"/>
                  </a:lnTo>
                  <a:lnTo>
                    <a:pt x="499497" y="320017"/>
                  </a:lnTo>
                  <a:lnTo>
                    <a:pt x="488869" y="320017"/>
                  </a:lnTo>
                  <a:lnTo>
                    <a:pt x="478242" y="320017"/>
                  </a:lnTo>
                  <a:lnTo>
                    <a:pt x="467614" y="320017"/>
                  </a:lnTo>
                  <a:lnTo>
                    <a:pt x="456986" y="320017"/>
                  </a:lnTo>
                  <a:lnTo>
                    <a:pt x="446359" y="320017"/>
                  </a:lnTo>
                  <a:lnTo>
                    <a:pt x="435731" y="320017"/>
                  </a:lnTo>
                  <a:lnTo>
                    <a:pt x="425104" y="320017"/>
                  </a:lnTo>
                  <a:lnTo>
                    <a:pt x="414476" y="320017"/>
                  </a:lnTo>
                  <a:lnTo>
                    <a:pt x="403848" y="320017"/>
                  </a:lnTo>
                  <a:lnTo>
                    <a:pt x="393221" y="320017"/>
                  </a:lnTo>
                  <a:lnTo>
                    <a:pt x="382593" y="320017"/>
                  </a:lnTo>
                  <a:lnTo>
                    <a:pt x="371966" y="320017"/>
                  </a:lnTo>
                  <a:lnTo>
                    <a:pt x="361338" y="320017"/>
                  </a:lnTo>
                  <a:lnTo>
                    <a:pt x="350710" y="320017"/>
                  </a:lnTo>
                  <a:lnTo>
                    <a:pt x="340083" y="320017"/>
                  </a:lnTo>
                  <a:lnTo>
                    <a:pt x="329455" y="320017"/>
                  </a:lnTo>
                  <a:lnTo>
                    <a:pt x="318828" y="320017"/>
                  </a:lnTo>
                  <a:lnTo>
                    <a:pt x="308200" y="320017"/>
                  </a:lnTo>
                  <a:lnTo>
                    <a:pt x="297572" y="320017"/>
                  </a:lnTo>
                  <a:lnTo>
                    <a:pt x="286945" y="320017"/>
                  </a:lnTo>
                  <a:lnTo>
                    <a:pt x="276317" y="320017"/>
                  </a:lnTo>
                  <a:lnTo>
                    <a:pt x="265690" y="320017"/>
                  </a:lnTo>
                  <a:lnTo>
                    <a:pt x="255062" y="320017"/>
                  </a:lnTo>
                  <a:lnTo>
                    <a:pt x="244434" y="320017"/>
                  </a:lnTo>
                  <a:lnTo>
                    <a:pt x="233807" y="320017"/>
                  </a:lnTo>
                  <a:lnTo>
                    <a:pt x="223179" y="320017"/>
                  </a:lnTo>
                  <a:lnTo>
                    <a:pt x="212552" y="320017"/>
                  </a:lnTo>
                  <a:lnTo>
                    <a:pt x="201924" y="320017"/>
                  </a:lnTo>
                  <a:lnTo>
                    <a:pt x="191296" y="320017"/>
                  </a:lnTo>
                  <a:lnTo>
                    <a:pt x="180669" y="320017"/>
                  </a:lnTo>
                  <a:lnTo>
                    <a:pt x="170041" y="320017"/>
                  </a:lnTo>
                  <a:lnTo>
                    <a:pt x="159414" y="320017"/>
                  </a:lnTo>
                  <a:lnTo>
                    <a:pt x="148786" y="320017"/>
                  </a:lnTo>
                  <a:lnTo>
                    <a:pt x="138158" y="320017"/>
                  </a:lnTo>
                  <a:lnTo>
                    <a:pt x="127531" y="320017"/>
                  </a:lnTo>
                  <a:lnTo>
                    <a:pt x="116903" y="320017"/>
                  </a:lnTo>
                  <a:lnTo>
                    <a:pt x="106276" y="320017"/>
                  </a:lnTo>
                  <a:lnTo>
                    <a:pt x="95648" y="320017"/>
                  </a:lnTo>
                  <a:lnTo>
                    <a:pt x="85020" y="320017"/>
                  </a:lnTo>
                  <a:lnTo>
                    <a:pt x="74393" y="320017"/>
                  </a:lnTo>
                  <a:lnTo>
                    <a:pt x="63765" y="320017"/>
                  </a:lnTo>
                  <a:lnTo>
                    <a:pt x="53138" y="320017"/>
                  </a:lnTo>
                  <a:lnTo>
                    <a:pt x="42510" y="320017"/>
                  </a:lnTo>
                  <a:lnTo>
                    <a:pt x="31882" y="320017"/>
                  </a:lnTo>
                  <a:lnTo>
                    <a:pt x="21255" y="320017"/>
                  </a:lnTo>
                  <a:lnTo>
                    <a:pt x="10627" y="320017"/>
                  </a:lnTo>
                  <a:lnTo>
                    <a:pt x="0" y="320017"/>
                  </a:lnTo>
                  <a:close/>
                </a:path>
              </a:pathLst>
            </a:custGeom>
            <a:solidFill>
              <a:srgbClr val="65A30D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3215020" y="7134550"/>
              <a:ext cx="4112882" cy="317255"/>
            </a:xfrm>
            <a:custGeom>
              <a:avLst/>
              <a:pathLst>
                <a:path w="4112882" h="317255">
                  <a:moveTo>
                    <a:pt x="0" y="317139"/>
                  </a:moveTo>
                  <a:lnTo>
                    <a:pt x="10627" y="316896"/>
                  </a:lnTo>
                  <a:lnTo>
                    <a:pt x="21255" y="316652"/>
                  </a:lnTo>
                  <a:lnTo>
                    <a:pt x="31882" y="316410"/>
                  </a:lnTo>
                  <a:lnTo>
                    <a:pt x="42510" y="316172"/>
                  </a:lnTo>
                  <a:lnTo>
                    <a:pt x="53138" y="315938"/>
                  </a:lnTo>
                  <a:lnTo>
                    <a:pt x="63765" y="315711"/>
                  </a:lnTo>
                  <a:lnTo>
                    <a:pt x="74393" y="315490"/>
                  </a:lnTo>
                  <a:lnTo>
                    <a:pt x="85020" y="315275"/>
                  </a:lnTo>
                  <a:lnTo>
                    <a:pt x="95648" y="315066"/>
                  </a:lnTo>
                  <a:lnTo>
                    <a:pt x="106276" y="314857"/>
                  </a:lnTo>
                  <a:lnTo>
                    <a:pt x="116903" y="314644"/>
                  </a:lnTo>
                  <a:lnTo>
                    <a:pt x="127531" y="314424"/>
                  </a:lnTo>
                  <a:lnTo>
                    <a:pt x="138158" y="314191"/>
                  </a:lnTo>
                  <a:lnTo>
                    <a:pt x="148786" y="313938"/>
                  </a:lnTo>
                  <a:lnTo>
                    <a:pt x="159414" y="313658"/>
                  </a:lnTo>
                  <a:lnTo>
                    <a:pt x="170041" y="313347"/>
                  </a:lnTo>
                  <a:lnTo>
                    <a:pt x="180669" y="312998"/>
                  </a:lnTo>
                  <a:lnTo>
                    <a:pt x="191296" y="312605"/>
                  </a:lnTo>
                  <a:lnTo>
                    <a:pt x="201924" y="312162"/>
                  </a:lnTo>
                  <a:lnTo>
                    <a:pt x="212552" y="311671"/>
                  </a:lnTo>
                  <a:lnTo>
                    <a:pt x="223179" y="311133"/>
                  </a:lnTo>
                  <a:lnTo>
                    <a:pt x="233807" y="310553"/>
                  </a:lnTo>
                  <a:lnTo>
                    <a:pt x="244434" y="309935"/>
                  </a:lnTo>
                  <a:lnTo>
                    <a:pt x="255062" y="309287"/>
                  </a:lnTo>
                  <a:lnTo>
                    <a:pt x="265690" y="308618"/>
                  </a:lnTo>
                  <a:lnTo>
                    <a:pt x="276317" y="307940"/>
                  </a:lnTo>
                  <a:lnTo>
                    <a:pt x="286945" y="307263"/>
                  </a:lnTo>
                  <a:lnTo>
                    <a:pt x="297572" y="306601"/>
                  </a:lnTo>
                  <a:lnTo>
                    <a:pt x="308200" y="305970"/>
                  </a:lnTo>
                  <a:lnTo>
                    <a:pt x="318828" y="305379"/>
                  </a:lnTo>
                  <a:lnTo>
                    <a:pt x="329455" y="304837"/>
                  </a:lnTo>
                  <a:lnTo>
                    <a:pt x="340083" y="304351"/>
                  </a:lnTo>
                  <a:lnTo>
                    <a:pt x="350710" y="303925"/>
                  </a:lnTo>
                  <a:lnTo>
                    <a:pt x="361338" y="303558"/>
                  </a:lnTo>
                  <a:lnTo>
                    <a:pt x="371966" y="303249"/>
                  </a:lnTo>
                  <a:lnTo>
                    <a:pt x="382593" y="302994"/>
                  </a:lnTo>
                  <a:lnTo>
                    <a:pt x="393221" y="302783"/>
                  </a:lnTo>
                  <a:lnTo>
                    <a:pt x="403848" y="302607"/>
                  </a:lnTo>
                  <a:lnTo>
                    <a:pt x="414476" y="302456"/>
                  </a:lnTo>
                  <a:lnTo>
                    <a:pt x="425104" y="302313"/>
                  </a:lnTo>
                  <a:lnTo>
                    <a:pt x="435731" y="302168"/>
                  </a:lnTo>
                  <a:lnTo>
                    <a:pt x="446359" y="302010"/>
                  </a:lnTo>
                  <a:lnTo>
                    <a:pt x="456986" y="301830"/>
                  </a:lnTo>
                  <a:lnTo>
                    <a:pt x="467614" y="301623"/>
                  </a:lnTo>
                  <a:lnTo>
                    <a:pt x="478242" y="301382"/>
                  </a:lnTo>
                  <a:lnTo>
                    <a:pt x="488869" y="301104"/>
                  </a:lnTo>
                  <a:lnTo>
                    <a:pt x="499497" y="300788"/>
                  </a:lnTo>
                  <a:lnTo>
                    <a:pt x="510124" y="300431"/>
                  </a:lnTo>
                  <a:lnTo>
                    <a:pt x="520752" y="300026"/>
                  </a:lnTo>
                  <a:lnTo>
                    <a:pt x="531380" y="299572"/>
                  </a:lnTo>
                  <a:lnTo>
                    <a:pt x="542007" y="299063"/>
                  </a:lnTo>
                  <a:lnTo>
                    <a:pt x="552635" y="298492"/>
                  </a:lnTo>
                  <a:lnTo>
                    <a:pt x="563262" y="297848"/>
                  </a:lnTo>
                  <a:lnTo>
                    <a:pt x="573890" y="297119"/>
                  </a:lnTo>
                  <a:lnTo>
                    <a:pt x="584518" y="296294"/>
                  </a:lnTo>
                  <a:lnTo>
                    <a:pt x="595145" y="295363"/>
                  </a:lnTo>
                  <a:lnTo>
                    <a:pt x="605773" y="294316"/>
                  </a:lnTo>
                  <a:lnTo>
                    <a:pt x="616400" y="293149"/>
                  </a:lnTo>
                  <a:lnTo>
                    <a:pt x="627028" y="291849"/>
                  </a:lnTo>
                  <a:lnTo>
                    <a:pt x="637656" y="290442"/>
                  </a:lnTo>
                  <a:lnTo>
                    <a:pt x="648283" y="288944"/>
                  </a:lnTo>
                  <a:lnTo>
                    <a:pt x="658911" y="287379"/>
                  </a:lnTo>
                  <a:lnTo>
                    <a:pt x="669538" y="285774"/>
                  </a:lnTo>
                  <a:lnTo>
                    <a:pt x="680166" y="284160"/>
                  </a:lnTo>
                  <a:lnTo>
                    <a:pt x="690794" y="282568"/>
                  </a:lnTo>
                  <a:lnTo>
                    <a:pt x="701421" y="281030"/>
                  </a:lnTo>
                  <a:lnTo>
                    <a:pt x="712049" y="279572"/>
                  </a:lnTo>
                  <a:lnTo>
                    <a:pt x="722677" y="278214"/>
                  </a:lnTo>
                  <a:lnTo>
                    <a:pt x="733304" y="276983"/>
                  </a:lnTo>
                  <a:lnTo>
                    <a:pt x="743932" y="275867"/>
                  </a:lnTo>
                  <a:lnTo>
                    <a:pt x="754559" y="274853"/>
                  </a:lnTo>
                  <a:lnTo>
                    <a:pt x="765187" y="273921"/>
                  </a:lnTo>
                  <a:lnTo>
                    <a:pt x="775815" y="273042"/>
                  </a:lnTo>
                  <a:lnTo>
                    <a:pt x="786442" y="272180"/>
                  </a:lnTo>
                  <a:lnTo>
                    <a:pt x="797070" y="271297"/>
                  </a:lnTo>
                  <a:lnTo>
                    <a:pt x="807697" y="270351"/>
                  </a:lnTo>
                  <a:lnTo>
                    <a:pt x="818325" y="269302"/>
                  </a:lnTo>
                  <a:lnTo>
                    <a:pt x="828953" y="268114"/>
                  </a:lnTo>
                  <a:lnTo>
                    <a:pt x="839580" y="266735"/>
                  </a:lnTo>
                  <a:lnTo>
                    <a:pt x="850208" y="265163"/>
                  </a:lnTo>
                  <a:lnTo>
                    <a:pt x="860835" y="263393"/>
                  </a:lnTo>
                  <a:lnTo>
                    <a:pt x="871463" y="261431"/>
                  </a:lnTo>
                  <a:lnTo>
                    <a:pt x="882091" y="259293"/>
                  </a:lnTo>
                  <a:lnTo>
                    <a:pt x="892718" y="257004"/>
                  </a:lnTo>
                  <a:lnTo>
                    <a:pt x="903346" y="254598"/>
                  </a:lnTo>
                  <a:lnTo>
                    <a:pt x="913973" y="252115"/>
                  </a:lnTo>
                  <a:lnTo>
                    <a:pt x="924601" y="249597"/>
                  </a:lnTo>
                  <a:lnTo>
                    <a:pt x="935229" y="247086"/>
                  </a:lnTo>
                  <a:lnTo>
                    <a:pt x="945856" y="244631"/>
                  </a:lnTo>
                  <a:lnTo>
                    <a:pt x="956484" y="242264"/>
                  </a:lnTo>
                  <a:lnTo>
                    <a:pt x="967111" y="240008"/>
                  </a:lnTo>
                  <a:lnTo>
                    <a:pt x="977739" y="237877"/>
                  </a:lnTo>
                  <a:lnTo>
                    <a:pt x="988367" y="235877"/>
                  </a:lnTo>
                  <a:lnTo>
                    <a:pt x="998994" y="234004"/>
                  </a:lnTo>
                  <a:lnTo>
                    <a:pt x="1009622" y="232250"/>
                  </a:lnTo>
                  <a:lnTo>
                    <a:pt x="1020249" y="230600"/>
                  </a:lnTo>
                  <a:lnTo>
                    <a:pt x="1030877" y="229038"/>
                  </a:lnTo>
                  <a:lnTo>
                    <a:pt x="1041505" y="227545"/>
                  </a:lnTo>
                  <a:lnTo>
                    <a:pt x="1052132" y="226103"/>
                  </a:lnTo>
                  <a:lnTo>
                    <a:pt x="1062760" y="224691"/>
                  </a:lnTo>
                  <a:lnTo>
                    <a:pt x="1073387" y="223291"/>
                  </a:lnTo>
                  <a:lnTo>
                    <a:pt x="1084015" y="221892"/>
                  </a:lnTo>
                  <a:lnTo>
                    <a:pt x="1094643" y="220483"/>
                  </a:lnTo>
                  <a:lnTo>
                    <a:pt x="1105270" y="219052"/>
                  </a:lnTo>
                  <a:lnTo>
                    <a:pt x="1115898" y="217590"/>
                  </a:lnTo>
                  <a:lnTo>
                    <a:pt x="1126525" y="216086"/>
                  </a:lnTo>
                  <a:lnTo>
                    <a:pt x="1137153" y="214529"/>
                  </a:lnTo>
                  <a:lnTo>
                    <a:pt x="1147781" y="212906"/>
                  </a:lnTo>
                  <a:lnTo>
                    <a:pt x="1158408" y="211194"/>
                  </a:lnTo>
                  <a:lnTo>
                    <a:pt x="1169036" y="209384"/>
                  </a:lnTo>
                  <a:lnTo>
                    <a:pt x="1179663" y="207466"/>
                  </a:lnTo>
                  <a:lnTo>
                    <a:pt x="1190291" y="205430"/>
                  </a:lnTo>
                  <a:lnTo>
                    <a:pt x="1200919" y="203268"/>
                  </a:lnTo>
                  <a:lnTo>
                    <a:pt x="1211546" y="200974"/>
                  </a:lnTo>
                  <a:lnTo>
                    <a:pt x="1222174" y="198549"/>
                  </a:lnTo>
                  <a:lnTo>
                    <a:pt x="1232801" y="195993"/>
                  </a:lnTo>
                  <a:lnTo>
                    <a:pt x="1243429" y="193309"/>
                  </a:lnTo>
                  <a:lnTo>
                    <a:pt x="1254057" y="190505"/>
                  </a:lnTo>
                  <a:lnTo>
                    <a:pt x="1264684" y="187577"/>
                  </a:lnTo>
                  <a:lnTo>
                    <a:pt x="1275312" y="184539"/>
                  </a:lnTo>
                  <a:lnTo>
                    <a:pt x="1285939" y="181401"/>
                  </a:lnTo>
                  <a:lnTo>
                    <a:pt x="1296567" y="178165"/>
                  </a:lnTo>
                  <a:lnTo>
                    <a:pt x="1307195" y="174833"/>
                  </a:lnTo>
                  <a:lnTo>
                    <a:pt x="1317822" y="171404"/>
                  </a:lnTo>
                  <a:lnTo>
                    <a:pt x="1328450" y="167876"/>
                  </a:lnTo>
                  <a:lnTo>
                    <a:pt x="1339077" y="164247"/>
                  </a:lnTo>
                  <a:lnTo>
                    <a:pt x="1349705" y="160517"/>
                  </a:lnTo>
                  <a:lnTo>
                    <a:pt x="1360333" y="156688"/>
                  </a:lnTo>
                  <a:lnTo>
                    <a:pt x="1370960" y="152759"/>
                  </a:lnTo>
                  <a:lnTo>
                    <a:pt x="1381588" y="148751"/>
                  </a:lnTo>
                  <a:lnTo>
                    <a:pt x="1392215" y="144688"/>
                  </a:lnTo>
                  <a:lnTo>
                    <a:pt x="1402843" y="140598"/>
                  </a:lnTo>
                  <a:lnTo>
                    <a:pt x="1413471" y="136513"/>
                  </a:lnTo>
                  <a:lnTo>
                    <a:pt x="1424098" y="132467"/>
                  </a:lnTo>
                  <a:lnTo>
                    <a:pt x="1434726" y="128498"/>
                  </a:lnTo>
                  <a:lnTo>
                    <a:pt x="1445354" y="124643"/>
                  </a:lnTo>
                  <a:lnTo>
                    <a:pt x="1455981" y="120932"/>
                  </a:lnTo>
                  <a:lnTo>
                    <a:pt x="1466609" y="117394"/>
                  </a:lnTo>
                  <a:lnTo>
                    <a:pt x="1477236" y="114063"/>
                  </a:lnTo>
                  <a:lnTo>
                    <a:pt x="1487864" y="110936"/>
                  </a:lnTo>
                  <a:lnTo>
                    <a:pt x="1498492" y="108000"/>
                  </a:lnTo>
                  <a:lnTo>
                    <a:pt x="1509119" y="105237"/>
                  </a:lnTo>
                  <a:lnTo>
                    <a:pt x="1519747" y="102621"/>
                  </a:lnTo>
                  <a:lnTo>
                    <a:pt x="1530374" y="100119"/>
                  </a:lnTo>
                  <a:lnTo>
                    <a:pt x="1541002" y="97691"/>
                  </a:lnTo>
                  <a:lnTo>
                    <a:pt x="1551630" y="95295"/>
                  </a:lnTo>
                  <a:lnTo>
                    <a:pt x="1562257" y="92886"/>
                  </a:lnTo>
                  <a:lnTo>
                    <a:pt x="1572885" y="90422"/>
                  </a:lnTo>
                  <a:lnTo>
                    <a:pt x="1583512" y="87851"/>
                  </a:lnTo>
                  <a:lnTo>
                    <a:pt x="1594140" y="85144"/>
                  </a:lnTo>
                  <a:lnTo>
                    <a:pt x="1604768" y="82285"/>
                  </a:lnTo>
                  <a:lnTo>
                    <a:pt x="1615395" y="79270"/>
                  </a:lnTo>
                  <a:lnTo>
                    <a:pt x="1626023" y="76108"/>
                  </a:lnTo>
                  <a:lnTo>
                    <a:pt x="1636650" y="72824"/>
                  </a:lnTo>
                  <a:lnTo>
                    <a:pt x="1647278" y="69454"/>
                  </a:lnTo>
                  <a:lnTo>
                    <a:pt x="1657906" y="66050"/>
                  </a:lnTo>
                  <a:lnTo>
                    <a:pt x="1668533" y="62674"/>
                  </a:lnTo>
                  <a:lnTo>
                    <a:pt x="1679161" y="59394"/>
                  </a:lnTo>
                  <a:lnTo>
                    <a:pt x="1689788" y="56302"/>
                  </a:lnTo>
                  <a:lnTo>
                    <a:pt x="1700416" y="53471"/>
                  </a:lnTo>
                  <a:lnTo>
                    <a:pt x="1711044" y="50946"/>
                  </a:lnTo>
                  <a:lnTo>
                    <a:pt x="1721671" y="48768"/>
                  </a:lnTo>
                  <a:lnTo>
                    <a:pt x="1732299" y="46956"/>
                  </a:lnTo>
                  <a:lnTo>
                    <a:pt x="1742926" y="45511"/>
                  </a:lnTo>
                  <a:lnTo>
                    <a:pt x="1753554" y="44412"/>
                  </a:lnTo>
                  <a:lnTo>
                    <a:pt x="1764182" y="43616"/>
                  </a:lnTo>
                  <a:lnTo>
                    <a:pt x="1774809" y="43063"/>
                  </a:lnTo>
                  <a:lnTo>
                    <a:pt x="1785437" y="42676"/>
                  </a:lnTo>
                  <a:lnTo>
                    <a:pt x="1796064" y="42365"/>
                  </a:lnTo>
                  <a:lnTo>
                    <a:pt x="1806692" y="42013"/>
                  </a:lnTo>
                  <a:lnTo>
                    <a:pt x="1817320" y="41524"/>
                  </a:lnTo>
                  <a:lnTo>
                    <a:pt x="1827947" y="40812"/>
                  </a:lnTo>
                  <a:lnTo>
                    <a:pt x="1838575" y="39805"/>
                  </a:lnTo>
                  <a:lnTo>
                    <a:pt x="1849202" y="38445"/>
                  </a:lnTo>
                  <a:lnTo>
                    <a:pt x="1859830" y="36699"/>
                  </a:lnTo>
                  <a:lnTo>
                    <a:pt x="1870458" y="34554"/>
                  </a:lnTo>
                  <a:lnTo>
                    <a:pt x="1881085" y="32022"/>
                  </a:lnTo>
                  <a:lnTo>
                    <a:pt x="1891713" y="29142"/>
                  </a:lnTo>
                  <a:lnTo>
                    <a:pt x="1902340" y="25959"/>
                  </a:lnTo>
                  <a:lnTo>
                    <a:pt x="1912968" y="22582"/>
                  </a:lnTo>
                  <a:lnTo>
                    <a:pt x="1923596" y="19126"/>
                  </a:lnTo>
                  <a:lnTo>
                    <a:pt x="1934223" y="15698"/>
                  </a:lnTo>
                  <a:lnTo>
                    <a:pt x="1944851" y="12406"/>
                  </a:lnTo>
                  <a:lnTo>
                    <a:pt x="1955478" y="9351"/>
                  </a:lnTo>
                  <a:lnTo>
                    <a:pt x="1966106" y="6624"/>
                  </a:lnTo>
                  <a:lnTo>
                    <a:pt x="1976734" y="4301"/>
                  </a:lnTo>
                  <a:lnTo>
                    <a:pt x="1987361" y="2441"/>
                  </a:lnTo>
                  <a:lnTo>
                    <a:pt x="1997989" y="1080"/>
                  </a:lnTo>
                  <a:lnTo>
                    <a:pt x="2008616" y="272"/>
                  </a:lnTo>
                  <a:lnTo>
                    <a:pt x="2019244" y="0"/>
                  </a:lnTo>
                  <a:lnTo>
                    <a:pt x="2029872" y="206"/>
                  </a:lnTo>
                  <a:lnTo>
                    <a:pt x="2040499" y="850"/>
                  </a:lnTo>
                  <a:lnTo>
                    <a:pt x="2051127" y="1877"/>
                  </a:lnTo>
                  <a:lnTo>
                    <a:pt x="2061754" y="3228"/>
                  </a:lnTo>
                  <a:lnTo>
                    <a:pt x="2072382" y="4834"/>
                  </a:lnTo>
                  <a:lnTo>
                    <a:pt x="2083010" y="6624"/>
                  </a:lnTo>
                  <a:lnTo>
                    <a:pt x="2093637" y="8528"/>
                  </a:lnTo>
                  <a:lnTo>
                    <a:pt x="2104265" y="10472"/>
                  </a:lnTo>
                  <a:lnTo>
                    <a:pt x="2114892" y="12382"/>
                  </a:lnTo>
                  <a:lnTo>
                    <a:pt x="2125520" y="14182"/>
                  </a:lnTo>
                  <a:lnTo>
                    <a:pt x="2136148" y="15825"/>
                  </a:lnTo>
                  <a:lnTo>
                    <a:pt x="2146775" y="17270"/>
                  </a:lnTo>
                  <a:lnTo>
                    <a:pt x="2157403" y="18492"/>
                  </a:lnTo>
                  <a:lnTo>
                    <a:pt x="2168031" y="19481"/>
                  </a:lnTo>
                  <a:lnTo>
                    <a:pt x="2178658" y="20242"/>
                  </a:lnTo>
                  <a:lnTo>
                    <a:pt x="2189286" y="20799"/>
                  </a:lnTo>
                  <a:lnTo>
                    <a:pt x="2199913" y="21187"/>
                  </a:lnTo>
                  <a:lnTo>
                    <a:pt x="2210541" y="21457"/>
                  </a:lnTo>
                  <a:lnTo>
                    <a:pt x="2221169" y="21668"/>
                  </a:lnTo>
                  <a:lnTo>
                    <a:pt x="2231796" y="21896"/>
                  </a:lnTo>
                  <a:lnTo>
                    <a:pt x="2242424" y="22202"/>
                  </a:lnTo>
                  <a:lnTo>
                    <a:pt x="2253051" y="22635"/>
                  </a:lnTo>
                  <a:lnTo>
                    <a:pt x="2263679" y="23231"/>
                  </a:lnTo>
                  <a:lnTo>
                    <a:pt x="2274307" y="24011"/>
                  </a:lnTo>
                  <a:lnTo>
                    <a:pt x="2284934" y="24978"/>
                  </a:lnTo>
                  <a:lnTo>
                    <a:pt x="2295562" y="26117"/>
                  </a:lnTo>
                  <a:lnTo>
                    <a:pt x="2306189" y="27401"/>
                  </a:lnTo>
                  <a:lnTo>
                    <a:pt x="2316817" y="28791"/>
                  </a:lnTo>
                  <a:lnTo>
                    <a:pt x="2327445" y="30238"/>
                  </a:lnTo>
                  <a:lnTo>
                    <a:pt x="2338072" y="31686"/>
                  </a:lnTo>
                  <a:lnTo>
                    <a:pt x="2348700" y="33089"/>
                  </a:lnTo>
                  <a:lnTo>
                    <a:pt x="2359327" y="34416"/>
                  </a:lnTo>
                  <a:lnTo>
                    <a:pt x="2369955" y="35650"/>
                  </a:lnTo>
                  <a:lnTo>
                    <a:pt x="2380583" y="36790"/>
                  </a:lnTo>
                  <a:lnTo>
                    <a:pt x="2391210" y="37848"/>
                  </a:lnTo>
                  <a:lnTo>
                    <a:pt x="2401838" y="38850"/>
                  </a:lnTo>
                  <a:lnTo>
                    <a:pt x="2412465" y="39834"/>
                  </a:lnTo>
                  <a:lnTo>
                    <a:pt x="2423093" y="40844"/>
                  </a:lnTo>
                  <a:lnTo>
                    <a:pt x="2433721" y="41936"/>
                  </a:lnTo>
                  <a:lnTo>
                    <a:pt x="2444348" y="43165"/>
                  </a:lnTo>
                  <a:lnTo>
                    <a:pt x="2454976" y="44558"/>
                  </a:lnTo>
                  <a:lnTo>
                    <a:pt x="2465603" y="46138"/>
                  </a:lnTo>
                  <a:lnTo>
                    <a:pt x="2476231" y="47911"/>
                  </a:lnTo>
                  <a:lnTo>
                    <a:pt x="2486859" y="49869"/>
                  </a:lnTo>
                  <a:lnTo>
                    <a:pt x="2497486" y="51989"/>
                  </a:lnTo>
                  <a:lnTo>
                    <a:pt x="2508114" y="54235"/>
                  </a:lnTo>
                  <a:lnTo>
                    <a:pt x="2518741" y="56563"/>
                  </a:lnTo>
                  <a:lnTo>
                    <a:pt x="2529369" y="58923"/>
                  </a:lnTo>
                  <a:lnTo>
                    <a:pt x="2539997" y="61262"/>
                  </a:lnTo>
                  <a:lnTo>
                    <a:pt x="2550624" y="63528"/>
                  </a:lnTo>
                  <a:lnTo>
                    <a:pt x="2561252" y="65696"/>
                  </a:lnTo>
                  <a:lnTo>
                    <a:pt x="2571879" y="67756"/>
                  </a:lnTo>
                  <a:lnTo>
                    <a:pt x="2582507" y="69720"/>
                  </a:lnTo>
                  <a:lnTo>
                    <a:pt x="2593135" y="71613"/>
                  </a:lnTo>
                  <a:lnTo>
                    <a:pt x="2603762" y="73483"/>
                  </a:lnTo>
                  <a:lnTo>
                    <a:pt x="2614390" y="75387"/>
                  </a:lnTo>
                  <a:lnTo>
                    <a:pt x="2625017" y="77393"/>
                  </a:lnTo>
                  <a:lnTo>
                    <a:pt x="2635645" y="79574"/>
                  </a:lnTo>
                  <a:lnTo>
                    <a:pt x="2646273" y="82014"/>
                  </a:lnTo>
                  <a:lnTo>
                    <a:pt x="2656900" y="84793"/>
                  </a:lnTo>
                  <a:lnTo>
                    <a:pt x="2667528" y="87928"/>
                  </a:lnTo>
                  <a:lnTo>
                    <a:pt x="2678155" y="91439"/>
                  </a:lnTo>
                  <a:lnTo>
                    <a:pt x="2688783" y="95319"/>
                  </a:lnTo>
                  <a:lnTo>
                    <a:pt x="2699411" y="99545"/>
                  </a:lnTo>
                  <a:lnTo>
                    <a:pt x="2710038" y="104070"/>
                  </a:lnTo>
                  <a:lnTo>
                    <a:pt x="2720666" y="108833"/>
                  </a:lnTo>
                  <a:lnTo>
                    <a:pt x="2731293" y="113759"/>
                  </a:lnTo>
                  <a:lnTo>
                    <a:pt x="2741921" y="118766"/>
                  </a:lnTo>
                  <a:lnTo>
                    <a:pt x="2752549" y="123765"/>
                  </a:lnTo>
                  <a:lnTo>
                    <a:pt x="2763176" y="128656"/>
                  </a:lnTo>
                  <a:lnTo>
                    <a:pt x="2773804" y="133372"/>
                  </a:lnTo>
                  <a:lnTo>
                    <a:pt x="2784431" y="137857"/>
                  </a:lnTo>
                  <a:lnTo>
                    <a:pt x="2795059" y="142070"/>
                  </a:lnTo>
                  <a:lnTo>
                    <a:pt x="2805687" y="145985"/>
                  </a:lnTo>
                  <a:lnTo>
                    <a:pt x="2816314" y="149590"/>
                  </a:lnTo>
                  <a:lnTo>
                    <a:pt x="2826942" y="152887"/>
                  </a:lnTo>
                  <a:lnTo>
                    <a:pt x="2837569" y="155886"/>
                  </a:lnTo>
                  <a:lnTo>
                    <a:pt x="2848197" y="158607"/>
                  </a:lnTo>
                  <a:lnTo>
                    <a:pt x="2858825" y="161068"/>
                  </a:lnTo>
                  <a:lnTo>
                    <a:pt x="2869452" y="163292"/>
                  </a:lnTo>
                  <a:lnTo>
                    <a:pt x="2880080" y="165329"/>
                  </a:lnTo>
                  <a:lnTo>
                    <a:pt x="2890708" y="167207"/>
                  </a:lnTo>
                  <a:lnTo>
                    <a:pt x="2901335" y="168954"/>
                  </a:lnTo>
                  <a:lnTo>
                    <a:pt x="2911963" y="170594"/>
                  </a:lnTo>
                  <a:lnTo>
                    <a:pt x="2922590" y="172152"/>
                  </a:lnTo>
                  <a:lnTo>
                    <a:pt x="2933218" y="173651"/>
                  </a:lnTo>
                  <a:lnTo>
                    <a:pt x="2943846" y="175112"/>
                  </a:lnTo>
                  <a:lnTo>
                    <a:pt x="2954473" y="176556"/>
                  </a:lnTo>
                  <a:lnTo>
                    <a:pt x="2965101" y="178006"/>
                  </a:lnTo>
                  <a:lnTo>
                    <a:pt x="2975728" y="179484"/>
                  </a:lnTo>
                  <a:lnTo>
                    <a:pt x="2986356" y="181008"/>
                  </a:lnTo>
                  <a:lnTo>
                    <a:pt x="2996984" y="182591"/>
                  </a:lnTo>
                  <a:lnTo>
                    <a:pt x="3007611" y="184246"/>
                  </a:lnTo>
                  <a:lnTo>
                    <a:pt x="3018239" y="185986"/>
                  </a:lnTo>
                  <a:lnTo>
                    <a:pt x="3028866" y="187819"/>
                  </a:lnTo>
                  <a:lnTo>
                    <a:pt x="3039494" y="189756"/>
                  </a:lnTo>
                  <a:lnTo>
                    <a:pt x="3050122" y="191805"/>
                  </a:lnTo>
                  <a:lnTo>
                    <a:pt x="3060749" y="193976"/>
                  </a:lnTo>
                  <a:lnTo>
                    <a:pt x="3071377" y="196281"/>
                  </a:lnTo>
                  <a:lnTo>
                    <a:pt x="3082004" y="198739"/>
                  </a:lnTo>
                  <a:lnTo>
                    <a:pt x="3092632" y="201344"/>
                  </a:lnTo>
                  <a:lnTo>
                    <a:pt x="3103260" y="204103"/>
                  </a:lnTo>
                  <a:lnTo>
                    <a:pt x="3113887" y="207016"/>
                  </a:lnTo>
                  <a:lnTo>
                    <a:pt x="3124515" y="210081"/>
                  </a:lnTo>
                  <a:lnTo>
                    <a:pt x="3135142" y="213292"/>
                  </a:lnTo>
                  <a:lnTo>
                    <a:pt x="3145770" y="216637"/>
                  </a:lnTo>
                  <a:lnTo>
                    <a:pt x="3156398" y="220100"/>
                  </a:lnTo>
                  <a:lnTo>
                    <a:pt x="3167025" y="223661"/>
                  </a:lnTo>
                  <a:lnTo>
                    <a:pt x="3177653" y="227298"/>
                  </a:lnTo>
                  <a:lnTo>
                    <a:pt x="3188280" y="230983"/>
                  </a:lnTo>
                  <a:lnTo>
                    <a:pt x="3198908" y="234682"/>
                  </a:lnTo>
                  <a:lnTo>
                    <a:pt x="3209536" y="238367"/>
                  </a:lnTo>
                  <a:lnTo>
                    <a:pt x="3220163" y="242011"/>
                  </a:lnTo>
                  <a:lnTo>
                    <a:pt x="3230791" y="245587"/>
                  </a:lnTo>
                  <a:lnTo>
                    <a:pt x="3241418" y="249070"/>
                  </a:lnTo>
                  <a:lnTo>
                    <a:pt x="3252046" y="252436"/>
                  </a:lnTo>
                  <a:lnTo>
                    <a:pt x="3262674" y="255660"/>
                  </a:lnTo>
                  <a:lnTo>
                    <a:pt x="3273301" y="258721"/>
                  </a:lnTo>
                  <a:lnTo>
                    <a:pt x="3283929" y="261593"/>
                  </a:lnTo>
                  <a:lnTo>
                    <a:pt x="3294556" y="264239"/>
                  </a:lnTo>
                  <a:lnTo>
                    <a:pt x="3305184" y="266665"/>
                  </a:lnTo>
                  <a:lnTo>
                    <a:pt x="3315812" y="268863"/>
                  </a:lnTo>
                  <a:lnTo>
                    <a:pt x="3326439" y="270831"/>
                  </a:lnTo>
                  <a:lnTo>
                    <a:pt x="3337067" y="272572"/>
                  </a:lnTo>
                  <a:lnTo>
                    <a:pt x="3347694" y="274096"/>
                  </a:lnTo>
                  <a:lnTo>
                    <a:pt x="3358322" y="275419"/>
                  </a:lnTo>
                  <a:lnTo>
                    <a:pt x="3368950" y="276564"/>
                  </a:lnTo>
                  <a:lnTo>
                    <a:pt x="3379577" y="277557"/>
                  </a:lnTo>
                  <a:lnTo>
                    <a:pt x="3390205" y="278425"/>
                  </a:lnTo>
                  <a:lnTo>
                    <a:pt x="3400832" y="279201"/>
                  </a:lnTo>
                  <a:lnTo>
                    <a:pt x="3411460" y="279930"/>
                  </a:lnTo>
                  <a:lnTo>
                    <a:pt x="3422088" y="280643"/>
                  </a:lnTo>
                  <a:lnTo>
                    <a:pt x="3432715" y="281369"/>
                  </a:lnTo>
                  <a:lnTo>
                    <a:pt x="3443343" y="282133"/>
                  </a:lnTo>
                  <a:lnTo>
                    <a:pt x="3453970" y="282954"/>
                  </a:lnTo>
                  <a:lnTo>
                    <a:pt x="3464598" y="283847"/>
                  </a:lnTo>
                  <a:lnTo>
                    <a:pt x="3475226" y="284820"/>
                  </a:lnTo>
                  <a:lnTo>
                    <a:pt x="3485853" y="285874"/>
                  </a:lnTo>
                  <a:lnTo>
                    <a:pt x="3496481" y="287006"/>
                  </a:lnTo>
                  <a:lnTo>
                    <a:pt x="3507108" y="288207"/>
                  </a:lnTo>
                  <a:lnTo>
                    <a:pt x="3517736" y="289453"/>
                  </a:lnTo>
                  <a:lnTo>
                    <a:pt x="3528364" y="290723"/>
                  </a:lnTo>
                  <a:lnTo>
                    <a:pt x="3538991" y="291994"/>
                  </a:lnTo>
                  <a:lnTo>
                    <a:pt x="3549619" y="293246"/>
                  </a:lnTo>
                  <a:lnTo>
                    <a:pt x="3560246" y="294456"/>
                  </a:lnTo>
                  <a:lnTo>
                    <a:pt x="3570874" y="295607"/>
                  </a:lnTo>
                  <a:lnTo>
                    <a:pt x="3581502" y="296686"/>
                  </a:lnTo>
                  <a:lnTo>
                    <a:pt x="3592129" y="297682"/>
                  </a:lnTo>
                  <a:lnTo>
                    <a:pt x="3602757" y="298589"/>
                  </a:lnTo>
                  <a:lnTo>
                    <a:pt x="3613385" y="299398"/>
                  </a:lnTo>
                  <a:lnTo>
                    <a:pt x="3624012" y="300125"/>
                  </a:lnTo>
                  <a:lnTo>
                    <a:pt x="3634640" y="300780"/>
                  </a:lnTo>
                  <a:lnTo>
                    <a:pt x="3645267" y="301371"/>
                  </a:lnTo>
                  <a:lnTo>
                    <a:pt x="3655895" y="301912"/>
                  </a:lnTo>
                  <a:lnTo>
                    <a:pt x="3666523" y="302413"/>
                  </a:lnTo>
                  <a:lnTo>
                    <a:pt x="3677150" y="302886"/>
                  </a:lnTo>
                  <a:lnTo>
                    <a:pt x="3687778" y="303339"/>
                  </a:lnTo>
                  <a:lnTo>
                    <a:pt x="3698405" y="303782"/>
                  </a:lnTo>
                  <a:lnTo>
                    <a:pt x="3709033" y="304220"/>
                  </a:lnTo>
                  <a:lnTo>
                    <a:pt x="3719661" y="304656"/>
                  </a:lnTo>
                  <a:lnTo>
                    <a:pt x="3730288" y="305094"/>
                  </a:lnTo>
                  <a:lnTo>
                    <a:pt x="3740916" y="305535"/>
                  </a:lnTo>
                  <a:lnTo>
                    <a:pt x="3751543" y="305977"/>
                  </a:lnTo>
                  <a:lnTo>
                    <a:pt x="3762171" y="306422"/>
                  </a:lnTo>
                  <a:lnTo>
                    <a:pt x="3772799" y="306870"/>
                  </a:lnTo>
                  <a:lnTo>
                    <a:pt x="3783426" y="307321"/>
                  </a:lnTo>
                  <a:lnTo>
                    <a:pt x="3794054" y="307776"/>
                  </a:lnTo>
                  <a:lnTo>
                    <a:pt x="3804681" y="308236"/>
                  </a:lnTo>
                  <a:lnTo>
                    <a:pt x="3815309" y="308703"/>
                  </a:lnTo>
                  <a:lnTo>
                    <a:pt x="3825937" y="309179"/>
                  </a:lnTo>
                  <a:lnTo>
                    <a:pt x="3836564" y="309664"/>
                  </a:lnTo>
                  <a:lnTo>
                    <a:pt x="3847192" y="310157"/>
                  </a:lnTo>
                  <a:lnTo>
                    <a:pt x="3857819" y="310657"/>
                  </a:lnTo>
                  <a:lnTo>
                    <a:pt x="3868447" y="311160"/>
                  </a:lnTo>
                  <a:lnTo>
                    <a:pt x="3879075" y="311664"/>
                  </a:lnTo>
                  <a:lnTo>
                    <a:pt x="3889702" y="312162"/>
                  </a:lnTo>
                  <a:lnTo>
                    <a:pt x="3900330" y="312650"/>
                  </a:lnTo>
                  <a:lnTo>
                    <a:pt x="3910957" y="313122"/>
                  </a:lnTo>
                  <a:lnTo>
                    <a:pt x="3921585" y="313572"/>
                  </a:lnTo>
                  <a:lnTo>
                    <a:pt x="3932213" y="313993"/>
                  </a:lnTo>
                  <a:lnTo>
                    <a:pt x="3942840" y="314383"/>
                  </a:lnTo>
                  <a:lnTo>
                    <a:pt x="3953468" y="314742"/>
                  </a:lnTo>
                  <a:lnTo>
                    <a:pt x="3964095" y="315069"/>
                  </a:lnTo>
                  <a:lnTo>
                    <a:pt x="3974723" y="315365"/>
                  </a:lnTo>
                  <a:lnTo>
                    <a:pt x="3985351" y="315632"/>
                  </a:lnTo>
                  <a:lnTo>
                    <a:pt x="3995978" y="315873"/>
                  </a:lnTo>
                  <a:lnTo>
                    <a:pt x="4006606" y="316091"/>
                  </a:lnTo>
                  <a:lnTo>
                    <a:pt x="4017233" y="316288"/>
                  </a:lnTo>
                  <a:lnTo>
                    <a:pt x="4027861" y="316466"/>
                  </a:lnTo>
                  <a:lnTo>
                    <a:pt x="4038489" y="316624"/>
                  </a:lnTo>
                  <a:lnTo>
                    <a:pt x="4049116" y="316766"/>
                  </a:lnTo>
                  <a:lnTo>
                    <a:pt x="4059744" y="316890"/>
                  </a:lnTo>
                  <a:lnTo>
                    <a:pt x="4070371" y="316998"/>
                  </a:lnTo>
                  <a:lnTo>
                    <a:pt x="4080999" y="317087"/>
                  </a:lnTo>
                  <a:lnTo>
                    <a:pt x="4091627" y="317159"/>
                  </a:lnTo>
                  <a:lnTo>
                    <a:pt x="4102254" y="317215"/>
                  </a:lnTo>
                  <a:lnTo>
                    <a:pt x="4112882" y="317255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14926064" y="7553810"/>
              <a:ext cx="2338072" cy="553246"/>
            </a:xfrm>
            <a:custGeom>
              <a:avLst/>
              <a:pathLst>
                <a:path w="2338072" h="553246">
                  <a:moveTo>
                    <a:pt x="0" y="550295"/>
                  </a:moveTo>
                  <a:lnTo>
                    <a:pt x="10627" y="549731"/>
                  </a:lnTo>
                  <a:lnTo>
                    <a:pt x="21255" y="549106"/>
                  </a:lnTo>
                  <a:lnTo>
                    <a:pt x="31882" y="548420"/>
                  </a:lnTo>
                  <a:lnTo>
                    <a:pt x="42510" y="547673"/>
                  </a:lnTo>
                  <a:lnTo>
                    <a:pt x="53138" y="546864"/>
                  </a:lnTo>
                  <a:lnTo>
                    <a:pt x="63765" y="545993"/>
                  </a:lnTo>
                  <a:lnTo>
                    <a:pt x="74393" y="545058"/>
                  </a:lnTo>
                  <a:lnTo>
                    <a:pt x="85020" y="544054"/>
                  </a:lnTo>
                  <a:lnTo>
                    <a:pt x="95648" y="542981"/>
                  </a:lnTo>
                  <a:lnTo>
                    <a:pt x="106276" y="541842"/>
                  </a:lnTo>
                  <a:lnTo>
                    <a:pt x="116903" y="540638"/>
                  </a:lnTo>
                  <a:lnTo>
                    <a:pt x="127531" y="539370"/>
                  </a:lnTo>
                  <a:lnTo>
                    <a:pt x="138158" y="538043"/>
                  </a:lnTo>
                  <a:lnTo>
                    <a:pt x="148786" y="536661"/>
                  </a:lnTo>
                  <a:lnTo>
                    <a:pt x="159414" y="535228"/>
                  </a:lnTo>
                  <a:lnTo>
                    <a:pt x="170041" y="533752"/>
                  </a:lnTo>
                  <a:lnTo>
                    <a:pt x="180669" y="532238"/>
                  </a:lnTo>
                  <a:lnTo>
                    <a:pt x="191296" y="530690"/>
                  </a:lnTo>
                  <a:lnTo>
                    <a:pt x="201924" y="529113"/>
                  </a:lnTo>
                  <a:lnTo>
                    <a:pt x="212552" y="527508"/>
                  </a:lnTo>
                  <a:lnTo>
                    <a:pt x="223179" y="525876"/>
                  </a:lnTo>
                  <a:lnTo>
                    <a:pt x="233807" y="524211"/>
                  </a:lnTo>
                  <a:lnTo>
                    <a:pt x="244434" y="522507"/>
                  </a:lnTo>
                  <a:lnTo>
                    <a:pt x="255062" y="520755"/>
                  </a:lnTo>
                  <a:lnTo>
                    <a:pt x="265690" y="518943"/>
                  </a:lnTo>
                  <a:lnTo>
                    <a:pt x="276317" y="517057"/>
                  </a:lnTo>
                  <a:lnTo>
                    <a:pt x="286945" y="515082"/>
                  </a:lnTo>
                  <a:lnTo>
                    <a:pt x="297572" y="512992"/>
                  </a:lnTo>
                  <a:lnTo>
                    <a:pt x="308200" y="510768"/>
                  </a:lnTo>
                  <a:lnTo>
                    <a:pt x="318828" y="508396"/>
                  </a:lnTo>
                  <a:lnTo>
                    <a:pt x="329455" y="505856"/>
                  </a:lnTo>
                  <a:lnTo>
                    <a:pt x="340083" y="503128"/>
                  </a:lnTo>
                  <a:lnTo>
                    <a:pt x="350710" y="500193"/>
                  </a:lnTo>
                  <a:lnTo>
                    <a:pt x="361338" y="497032"/>
                  </a:lnTo>
                  <a:lnTo>
                    <a:pt x="371966" y="493628"/>
                  </a:lnTo>
                  <a:lnTo>
                    <a:pt x="382593" y="489964"/>
                  </a:lnTo>
                  <a:lnTo>
                    <a:pt x="393221" y="486027"/>
                  </a:lnTo>
                  <a:lnTo>
                    <a:pt x="403848" y="481787"/>
                  </a:lnTo>
                  <a:lnTo>
                    <a:pt x="414476" y="477237"/>
                  </a:lnTo>
                  <a:lnTo>
                    <a:pt x="425104" y="472391"/>
                  </a:lnTo>
                  <a:lnTo>
                    <a:pt x="435731" y="467248"/>
                  </a:lnTo>
                  <a:lnTo>
                    <a:pt x="446359" y="461812"/>
                  </a:lnTo>
                  <a:lnTo>
                    <a:pt x="456986" y="456086"/>
                  </a:lnTo>
                  <a:lnTo>
                    <a:pt x="467614" y="450081"/>
                  </a:lnTo>
                  <a:lnTo>
                    <a:pt x="478242" y="443806"/>
                  </a:lnTo>
                  <a:lnTo>
                    <a:pt x="488869" y="437279"/>
                  </a:lnTo>
                  <a:lnTo>
                    <a:pt x="499497" y="430516"/>
                  </a:lnTo>
                  <a:lnTo>
                    <a:pt x="510124" y="423531"/>
                  </a:lnTo>
                  <a:lnTo>
                    <a:pt x="520752" y="416358"/>
                  </a:lnTo>
                  <a:lnTo>
                    <a:pt x="531380" y="409045"/>
                  </a:lnTo>
                  <a:lnTo>
                    <a:pt x="542007" y="401629"/>
                  </a:lnTo>
                  <a:lnTo>
                    <a:pt x="552635" y="394151"/>
                  </a:lnTo>
                  <a:lnTo>
                    <a:pt x="563262" y="386649"/>
                  </a:lnTo>
                  <a:lnTo>
                    <a:pt x="573890" y="379162"/>
                  </a:lnTo>
                  <a:lnTo>
                    <a:pt x="584518" y="371721"/>
                  </a:lnTo>
                  <a:lnTo>
                    <a:pt x="595145" y="364351"/>
                  </a:lnTo>
                  <a:lnTo>
                    <a:pt x="605773" y="357066"/>
                  </a:lnTo>
                  <a:lnTo>
                    <a:pt x="616400" y="349869"/>
                  </a:lnTo>
                  <a:lnTo>
                    <a:pt x="627028" y="342739"/>
                  </a:lnTo>
                  <a:lnTo>
                    <a:pt x="637656" y="335633"/>
                  </a:lnTo>
                  <a:lnTo>
                    <a:pt x="648283" y="328503"/>
                  </a:lnTo>
                  <a:lnTo>
                    <a:pt x="658911" y="321286"/>
                  </a:lnTo>
                  <a:lnTo>
                    <a:pt x="669538" y="313914"/>
                  </a:lnTo>
                  <a:lnTo>
                    <a:pt x="680166" y="306315"/>
                  </a:lnTo>
                  <a:lnTo>
                    <a:pt x="690794" y="298415"/>
                  </a:lnTo>
                  <a:lnTo>
                    <a:pt x="701421" y="290146"/>
                  </a:lnTo>
                  <a:lnTo>
                    <a:pt x="712049" y="281447"/>
                  </a:lnTo>
                  <a:lnTo>
                    <a:pt x="722677" y="272240"/>
                  </a:lnTo>
                  <a:lnTo>
                    <a:pt x="733304" y="262477"/>
                  </a:lnTo>
                  <a:lnTo>
                    <a:pt x="743932" y="252178"/>
                  </a:lnTo>
                  <a:lnTo>
                    <a:pt x="754559" y="241346"/>
                  </a:lnTo>
                  <a:lnTo>
                    <a:pt x="765187" y="230002"/>
                  </a:lnTo>
                  <a:lnTo>
                    <a:pt x="775815" y="218181"/>
                  </a:lnTo>
                  <a:lnTo>
                    <a:pt x="786442" y="205936"/>
                  </a:lnTo>
                  <a:lnTo>
                    <a:pt x="797070" y="193334"/>
                  </a:lnTo>
                  <a:lnTo>
                    <a:pt x="807697" y="180459"/>
                  </a:lnTo>
                  <a:lnTo>
                    <a:pt x="818325" y="167404"/>
                  </a:lnTo>
                  <a:lnTo>
                    <a:pt x="828953" y="154283"/>
                  </a:lnTo>
                  <a:lnTo>
                    <a:pt x="839580" y="141241"/>
                  </a:lnTo>
                  <a:lnTo>
                    <a:pt x="850208" y="128410"/>
                  </a:lnTo>
                  <a:lnTo>
                    <a:pt x="860835" y="115922"/>
                  </a:lnTo>
                  <a:lnTo>
                    <a:pt x="871463" y="103908"/>
                  </a:lnTo>
                  <a:lnTo>
                    <a:pt x="882091" y="92490"/>
                  </a:lnTo>
                  <a:lnTo>
                    <a:pt x="892718" y="81782"/>
                  </a:lnTo>
                  <a:lnTo>
                    <a:pt x="903346" y="71883"/>
                  </a:lnTo>
                  <a:lnTo>
                    <a:pt x="913973" y="62871"/>
                  </a:lnTo>
                  <a:lnTo>
                    <a:pt x="924601" y="54802"/>
                  </a:lnTo>
                  <a:lnTo>
                    <a:pt x="935229" y="47748"/>
                  </a:lnTo>
                  <a:lnTo>
                    <a:pt x="945856" y="41733"/>
                  </a:lnTo>
                  <a:lnTo>
                    <a:pt x="956484" y="36637"/>
                  </a:lnTo>
                  <a:lnTo>
                    <a:pt x="967111" y="32391"/>
                  </a:lnTo>
                  <a:lnTo>
                    <a:pt x="977739" y="28900"/>
                  </a:lnTo>
                  <a:lnTo>
                    <a:pt x="988367" y="26056"/>
                  </a:lnTo>
                  <a:lnTo>
                    <a:pt x="998994" y="23736"/>
                  </a:lnTo>
                  <a:lnTo>
                    <a:pt x="1009622" y="21812"/>
                  </a:lnTo>
                  <a:lnTo>
                    <a:pt x="1020249" y="20161"/>
                  </a:lnTo>
                  <a:lnTo>
                    <a:pt x="1030877" y="18664"/>
                  </a:lnTo>
                  <a:lnTo>
                    <a:pt x="1041505" y="17219"/>
                  </a:lnTo>
                  <a:lnTo>
                    <a:pt x="1052132" y="15732"/>
                  </a:lnTo>
                  <a:lnTo>
                    <a:pt x="1062760" y="14157"/>
                  </a:lnTo>
                  <a:lnTo>
                    <a:pt x="1073387" y="12475"/>
                  </a:lnTo>
                  <a:lnTo>
                    <a:pt x="1084015" y="10695"/>
                  </a:lnTo>
                  <a:lnTo>
                    <a:pt x="1094643" y="8850"/>
                  </a:lnTo>
                  <a:lnTo>
                    <a:pt x="1105270" y="6993"/>
                  </a:lnTo>
                  <a:lnTo>
                    <a:pt x="1115898" y="5193"/>
                  </a:lnTo>
                  <a:lnTo>
                    <a:pt x="1126525" y="3528"/>
                  </a:lnTo>
                  <a:lnTo>
                    <a:pt x="1137153" y="2084"/>
                  </a:lnTo>
                  <a:lnTo>
                    <a:pt x="1147781" y="957"/>
                  </a:lnTo>
                  <a:lnTo>
                    <a:pt x="1158408" y="252"/>
                  </a:lnTo>
                  <a:lnTo>
                    <a:pt x="1169036" y="0"/>
                  </a:lnTo>
                  <a:lnTo>
                    <a:pt x="1179663" y="236"/>
                  </a:lnTo>
                  <a:lnTo>
                    <a:pt x="1190291" y="981"/>
                  </a:lnTo>
                  <a:lnTo>
                    <a:pt x="1200919" y="2231"/>
                  </a:lnTo>
                  <a:lnTo>
                    <a:pt x="1211546" y="3968"/>
                  </a:lnTo>
                  <a:lnTo>
                    <a:pt x="1222174" y="6156"/>
                  </a:lnTo>
                  <a:lnTo>
                    <a:pt x="1232801" y="8750"/>
                  </a:lnTo>
                  <a:lnTo>
                    <a:pt x="1243429" y="11696"/>
                  </a:lnTo>
                  <a:lnTo>
                    <a:pt x="1254057" y="14950"/>
                  </a:lnTo>
                  <a:lnTo>
                    <a:pt x="1264684" y="18470"/>
                  </a:lnTo>
                  <a:lnTo>
                    <a:pt x="1275312" y="22197"/>
                  </a:lnTo>
                  <a:lnTo>
                    <a:pt x="1285939" y="26117"/>
                  </a:lnTo>
                  <a:lnTo>
                    <a:pt x="1296567" y="30231"/>
                  </a:lnTo>
                  <a:lnTo>
                    <a:pt x="1307195" y="34561"/>
                  </a:lnTo>
                  <a:lnTo>
                    <a:pt x="1317822" y="39142"/>
                  </a:lnTo>
                  <a:lnTo>
                    <a:pt x="1328450" y="44022"/>
                  </a:lnTo>
                  <a:lnTo>
                    <a:pt x="1339077" y="49256"/>
                  </a:lnTo>
                  <a:lnTo>
                    <a:pt x="1349705" y="54901"/>
                  </a:lnTo>
                  <a:lnTo>
                    <a:pt x="1360333" y="61026"/>
                  </a:lnTo>
                  <a:lnTo>
                    <a:pt x="1370960" y="67713"/>
                  </a:lnTo>
                  <a:lnTo>
                    <a:pt x="1381588" y="74938"/>
                  </a:lnTo>
                  <a:lnTo>
                    <a:pt x="1392215" y="82703"/>
                  </a:lnTo>
                  <a:lnTo>
                    <a:pt x="1402843" y="90991"/>
                  </a:lnTo>
                  <a:lnTo>
                    <a:pt x="1413471" y="99768"/>
                  </a:lnTo>
                  <a:lnTo>
                    <a:pt x="1424098" y="108985"/>
                  </a:lnTo>
                  <a:lnTo>
                    <a:pt x="1434726" y="118584"/>
                  </a:lnTo>
                  <a:lnTo>
                    <a:pt x="1445354" y="128500"/>
                  </a:lnTo>
                  <a:lnTo>
                    <a:pt x="1455981" y="138667"/>
                  </a:lnTo>
                  <a:lnTo>
                    <a:pt x="1466609" y="149030"/>
                  </a:lnTo>
                  <a:lnTo>
                    <a:pt x="1477236" y="159539"/>
                  </a:lnTo>
                  <a:lnTo>
                    <a:pt x="1487864" y="170141"/>
                  </a:lnTo>
                  <a:lnTo>
                    <a:pt x="1498492" y="180813"/>
                  </a:lnTo>
                  <a:lnTo>
                    <a:pt x="1509119" y="191543"/>
                  </a:lnTo>
                  <a:lnTo>
                    <a:pt x="1519747" y="202326"/>
                  </a:lnTo>
                  <a:lnTo>
                    <a:pt x="1530374" y="213161"/>
                  </a:lnTo>
                  <a:lnTo>
                    <a:pt x="1541002" y="224047"/>
                  </a:lnTo>
                  <a:lnTo>
                    <a:pt x="1551630" y="234982"/>
                  </a:lnTo>
                  <a:lnTo>
                    <a:pt x="1562257" y="245956"/>
                  </a:lnTo>
                  <a:lnTo>
                    <a:pt x="1572885" y="256952"/>
                  </a:lnTo>
                  <a:lnTo>
                    <a:pt x="1583512" y="267938"/>
                  </a:lnTo>
                  <a:lnTo>
                    <a:pt x="1594140" y="278877"/>
                  </a:lnTo>
                  <a:lnTo>
                    <a:pt x="1604768" y="289730"/>
                  </a:lnTo>
                  <a:lnTo>
                    <a:pt x="1615395" y="300456"/>
                  </a:lnTo>
                  <a:lnTo>
                    <a:pt x="1626023" y="311018"/>
                  </a:lnTo>
                  <a:lnTo>
                    <a:pt x="1636650" y="321379"/>
                  </a:lnTo>
                  <a:lnTo>
                    <a:pt x="1647278" y="331509"/>
                  </a:lnTo>
                  <a:lnTo>
                    <a:pt x="1657906" y="341383"/>
                  </a:lnTo>
                  <a:lnTo>
                    <a:pt x="1668533" y="350984"/>
                  </a:lnTo>
                  <a:lnTo>
                    <a:pt x="1679161" y="360293"/>
                  </a:lnTo>
                  <a:lnTo>
                    <a:pt x="1689788" y="369273"/>
                  </a:lnTo>
                  <a:lnTo>
                    <a:pt x="1700416" y="377951"/>
                  </a:lnTo>
                  <a:lnTo>
                    <a:pt x="1711044" y="386325"/>
                  </a:lnTo>
                  <a:lnTo>
                    <a:pt x="1721671" y="394393"/>
                  </a:lnTo>
                  <a:lnTo>
                    <a:pt x="1732299" y="402155"/>
                  </a:lnTo>
                  <a:lnTo>
                    <a:pt x="1742926" y="409611"/>
                  </a:lnTo>
                  <a:lnTo>
                    <a:pt x="1753554" y="416762"/>
                  </a:lnTo>
                  <a:lnTo>
                    <a:pt x="1764182" y="423612"/>
                  </a:lnTo>
                  <a:lnTo>
                    <a:pt x="1774809" y="430162"/>
                  </a:lnTo>
                  <a:lnTo>
                    <a:pt x="1785437" y="436413"/>
                  </a:lnTo>
                  <a:lnTo>
                    <a:pt x="1796064" y="442340"/>
                  </a:lnTo>
                  <a:lnTo>
                    <a:pt x="1806692" y="447980"/>
                  </a:lnTo>
                  <a:lnTo>
                    <a:pt x="1817320" y="453333"/>
                  </a:lnTo>
                  <a:lnTo>
                    <a:pt x="1827947" y="458401"/>
                  </a:lnTo>
                  <a:lnTo>
                    <a:pt x="1838575" y="463185"/>
                  </a:lnTo>
                  <a:lnTo>
                    <a:pt x="1849202" y="467685"/>
                  </a:lnTo>
                  <a:lnTo>
                    <a:pt x="1859830" y="471901"/>
                  </a:lnTo>
                  <a:lnTo>
                    <a:pt x="1870458" y="475837"/>
                  </a:lnTo>
                  <a:lnTo>
                    <a:pt x="1881085" y="479499"/>
                  </a:lnTo>
                  <a:lnTo>
                    <a:pt x="1891713" y="482894"/>
                  </a:lnTo>
                  <a:lnTo>
                    <a:pt x="1902340" y="486015"/>
                  </a:lnTo>
                  <a:lnTo>
                    <a:pt x="1912968" y="488914"/>
                  </a:lnTo>
                  <a:lnTo>
                    <a:pt x="1923596" y="491619"/>
                  </a:lnTo>
                  <a:lnTo>
                    <a:pt x="1934223" y="494161"/>
                  </a:lnTo>
                  <a:lnTo>
                    <a:pt x="1944851" y="496574"/>
                  </a:lnTo>
                  <a:lnTo>
                    <a:pt x="1955478" y="498892"/>
                  </a:lnTo>
                  <a:lnTo>
                    <a:pt x="1966106" y="501149"/>
                  </a:lnTo>
                  <a:lnTo>
                    <a:pt x="1976734" y="503376"/>
                  </a:lnTo>
                  <a:lnTo>
                    <a:pt x="1987361" y="505599"/>
                  </a:lnTo>
                  <a:lnTo>
                    <a:pt x="1997989" y="507841"/>
                  </a:lnTo>
                  <a:lnTo>
                    <a:pt x="2008616" y="510118"/>
                  </a:lnTo>
                  <a:lnTo>
                    <a:pt x="2019244" y="512430"/>
                  </a:lnTo>
                  <a:lnTo>
                    <a:pt x="2029872" y="514773"/>
                  </a:lnTo>
                  <a:lnTo>
                    <a:pt x="2040499" y="517135"/>
                  </a:lnTo>
                  <a:lnTo>
                    <a:pt x="2051127" y="519498"/>
                  </a:lnTo>
                  <a:lnTo>
                    <a:pt x="2061754" y="521841"/>
                  </a:lnTo>
                  <a:lnTo>
                    <a:pt x="2072382" y="524142"/>
                  </a:lnTo>
                  <a:lnTo>
                    <a:pt x="2083010" y="526375"/>
                  </a:lnTo>
                  <a:lnTo>
                    <a:pt x="2093637" y="528519"/>
                  </a:lnTo>
                  <a:lnTo>
                    <a:pt x="2104265" y="530553"/>
                  </a:lnTo>
                  <a:lnTo>
                    <a:pt x="2114892" y="532444"/>
                  </a:lnTo>
                  <a:lnTo>
                    <a:pt x="2125520" y="534196"/>
                  </a:lnTo>
                  <a:lnTo>
                    <a:pt x="2136148" y="535805"/>
                  </a:lnTo>
                  <a:lnTo>
                    <a:pt x="2146775" y="537271"/>
                  </a:lnTo>
                  <a:lnTo>
                    <a:pt x="2157403" y="538599"/>
                  </a:lnTo>
                  <a:lnTo>
                    <a:pt x="2168031" y="539797"/>
                  </a:lnTo>
                  <a:lnTo>
                    <a:pt x="2178658" y="540877"/>
                  </a:lnTo>
                  <a:lnTo>
                    <a:pt x="2189286" y="541849"/>
                  </a:lnTo>
                  <a:lnTo>
                    <a:pt x="2199913" y="542727"/>
                  </a:lnTo>
                  <a:lnTo>
                    <a:pt x="2210541" y="543525"/>
                  </a:lnTo>
                  <a:lnTo>
                    <a:pt x="2221169" y="544249"/>
                  </a:lnTo>
                  <a:lnTo>
                    <a:pt x="2231796" y="544921"/>
                  </a:lnTo>
                  <a:lnTo>
                    <a:pt x="2242424" y="545550"/>
                  </a:lnTo>
                  <a:lnTo>
                    <a:pt x="2253051" y="546146"/>
                  </a:lnTo>
                  <a:lnTo>
                    <a:pt x="2263679" y="546714"/>
                  </a:lnTo>
                  <a:lnTo>
                    <a:pt x="2274307" y="547260"/>
                  </a:lnTo>
                  <a:lnTo>
                    <a:pt x="2284934" y="547788"/>
                  </a:lnTo>
                  <a:lnTo>
                    <a:pt x="2295562" y="548298"/>
                  </a:lnTo>
                  <a:lnTo>
                    <a:pt x="2306189" y="548792"/>
                  </a:lnTo>
                  <a:lnTo>
                    <a:pt x="2316817" y="549269"/>
                  </a:lnTo>
                  <a:lnTo>
                    <a:pt x="2327445" y="549723"/>
                  </a:lnTo>
                  <a:lnTo>
                    <a:pt x="2338072" y="550154"/>
                  </a:lnTo>
                  <a:lnTo>
                    <a:pt x="2338072" y="553246"/>
                  </a:lnTo>
                  <a:lnTo>
                    <a:pt x="2327445" y="553246"/>
                  </a:lnTo>
                  <a:lnTo>
                    <a:pt x="2316817" y="553246"/>
                  </a:lnTo>
                  <a:lnTo>
                    <a:pt x="2306189" y="553246"/>
                  </a:lnTo>
                  <a:lnTo>
                    <a:pt x="2295562" y="553246"/>
                  </a:lnTo>
                  <a:lnTo>
                    <a:pt x="2284934" y="553246"/>
                  </a:lnTo>
                  <a:lnTo>
                    <a:pt x="2274307" y="553246"/>
                  </a:lnTo>
                  <a:lnTo>
                    <a:pt x="2263679" y="553246"/>
                  </a:lnTo>
                  <a:lnTo>
                    <a:pt x="2253051" y="553246"/>
                  </a:lnTo>
                  <a:lnTo>
                    <a:pt x="2242424" y="553246"/>
                  </a:lnTo>
                  <a:lnTo>
                    <a:pt x="2231796" y="553246"/>
                  </a:lnTo>
                  <a:lnTo>
                    <a:pt x="2221169" y="553246"/>
                  </a:lnTo>
                  <a:lnTo>
                    <a:pt x="2210541" y="553246"/>
                  </a:lnTo>
                  <a:lnTo>
                    <a:pt x="2199913" y="553246"/>
                  </a:lnTo>
                  <a:lnTo>
                    <a:pt x="2189286" y="553246"/>
                  </a:lnTo>
                  <a:lnTo>
                    <a:pt x="2178658" y="553246"/>
                  </a:lnTo>
                  <a:lnTo>
                    <a:pt x="2168031" y="553246"/>
                  </a:lnTo>
                  <a:lnTo>
                    <a:pt x="2157403" y="553246"/>
                  </a:lnTo>
                  <a:lnTo>
                    <a:pt x="2146775" y="553246"/>
                  </a:lnTo>
                  <a:lnTo>
                    <a:pt x="2136148" y="553246"/>
                  </a:lnTo>
                  <a:lnTo>
                    <a:pt x="2125520" y="553246"/>
                  </a:lnTo>
                  <a:lnTo>
                    <a:pt x="2114892" y="553246"/>
                  </a:lnTo>
                  <a:lnTo>
                    <a:pt x="2104265" y="553246"/>
                  </a:lnTo>
                  <a:lnTo>
                    <a:pt x="2093637" y="553246"/>
                  </a:lnTo>
                  <a:lnTo>
                    <a:pt x="2083010" y="553246"/>
                  </a:lnTo>
                  <a:lnTo>
                    <a:pt x="2072382" y="553246"/>
                  </a:lnTo>
                  <a:lnTo>
                    <a:pt x="2061754" y="553246"/>
                  </a:lnTo>
                  <a:lnTo>
                    <a:pt x="2051127" y="553246"/>
                  </a:lnTo>
                  <a:lnTo>
                    <a:pt x="2040499" y="553246"/>
                  </a:lnTo>
                  <a:lnTo>
                    <a:pt x="2029872" y="553246"/>
                  </a:lnTo>
                  <a:lnTo>
                    <a:pt x="2019244" y="553246"/>
                  </a:lnTo>
                  <a:lnTo>
                    <a:pt x="2008616" y="553246"/>
                  </a:lnTo>
                  <a:lnTo>
                    <a:pt x="1997989" y="553246"/>
                  </a:lnTo>
                  <a:lnTo>
                    <a:pt x="1987361" y="553246"/>
                  </a:lnTo>
                  <a:lnTo>
                    <a:pt x="1976734" y="553246"/>
                  </a:lnTo>
                  <a:lnTo>
                    <a:pt x="1966106" y="553246"/>
                  </a:lnTo>
                  <a:lnTo>
                    <a:pt x="1955478" y="553246"/>
                  </a:lnTo>
                  <a:lnTo>
                    <a:pt x="1944851" y="553246"/>
                  </a:lnTo>
                  <a:lnTo>
                    <a:pt x="1934223" y="553246"/>
                  </a:lnTo>
                  <a:lnTo>
                    <a:pt x="1923596" y="553246"/>
                  </a:lnTo>
                  <a:lnTo>
                    <a:pt x="1912968" y="553246"/>
                  </a:lnTo>
                  <a:lnTo>
                    <a:pt x="1902340" y="553246"/>
                  </a:lnTo>
                  <a:lnTo>
                    <a:pt x="1891713" y="553246"/>
                  </a:lnTo>
                  <a:lnTo>
                    <a:pt x="1881085" y="553246"/>
                  </a:lnTo>
                  <a:lnTo>
                    <a:pt x="1870458" y="553246"/>
                  </a:lnTo>
                  <a:lnTo>
                    <a:pt x="1859830" y="553246"/>
                  </a:lnTo>
                  <a:lnTo>
                    <a:pt x="1849202" y="553246"/>
                  </a:lnTo>
                  <a:lnTo>
                    <a:pt x="1838575" y="553246"/>
                  </a:lnTo>
                  <a:lnTo>
                    <a:pt x="1827947" y="553246"/>
                  </a:lnTo>
                  <a:lnTo>
                    <a:pt x="1817320" y="553246"/>
                  </a:lnTo>
                  <a:lnTo>
                    <a:pt x="1806692" y="553246"/>
                  </a:lnTo>
                  <a:lnTo>
                    <a:pt x="1796064" y="553246"/>
                  </a:lnTo>
                  <a:lnTo>
                    <a:pt x="1785437" y="553246"/>
                  </a:lnTo>
                  <a:lnTo>
                    <a:pt x="1774809" y="553246"/>
                  </a:lnTo>
                  <a:lnTo>
                    <a:pt x="1764182" y="553246"/>
                  </a:lnTo>
                  <a:lnTo>
                    <a:pt x="1753554" y="553246"/>
                  </a:lnTo>
                  <a:lnTo>
                    <a:pt x="1742926" y="553246"/>
                  </a:lnTo>
                  <a:lnTo>
                    <a:pt x="1732299" y="553246"/>
                  </a:lnTo>
                  <a:lnTo>
                    <a:pt x="1721671" y="553246"/>
                  </a:lnTo>
                  <a:lnTo>
                    <a:pt x="1711044" y="553246"/>
                  </a:lnTo>
                  <a:lnTo>
                    <a:pt x="1700416" y="553246"/>
                  </a:lnTo>
                  <a:lnTo>
                    <a:pt x="1689788" y="553246"/>
                  </a:lnTo>
                  <a:lnTo>
                    <a:pt x="1679161" y="553246"/>
                  </a:lnTo>
                  <a:lnTo>
                    <a:pt x="1668533" y="553246"/>
                  </a:lnTo>
                  <a:lnTo>
                    <a:pt x="1657906" y="553246"/>
                  </a:lnTo>
                  <a:lnTo>
                    <a:pt x="1647278" y="553246"/>
                  </a:lnTo>
                  <a:lnTo>
                    <a:pt x="1636650" y="553246"/>
                  </a:lnTo>
                  <a:lnTo>
                    <a:pt x="1626023" y="553246"/>
                  </a:lnTo>
                  <a:lnTo>
                    <a:pt x="1615395" y="553246"/>
                  </a:lnTo>
                  <a:lnTo>
                    <a:pt x="1604768" y="553246"/>
                  </a:lnTo>
                  <a:lnTo>
                    <a:pt x="1594140" y="553246"/>
                  </a:lnTo>
                  <a:lnTo>
                    <a:pt x="1583512" y="553246"/>
                  </a:lnTo>
                  <a:lnTo>
                    <a:pt x="1572885" y="553246"/>
                  </a:lnTo>
                  <a:lnTo>
                    <a:pt x="1562257" y="553246"/>
                  </a:lnTo>
                  <a:lnTo>
                    <a:pt x="1551630" y="553246"/>
                  </a:lnTo>
                  <a:lnTo>
                    <a:pt x="1541002" y="553246"/>
                  </a:lnTo>
                  <a:lnTo>
                    <a:pt x="1530374" y="553246"/>
                  </a:lnTo>
                  <a:lnTo>
                    <a:pt x="1519747" y="553246"/>
                  </a:lnTo>
                  <a:lnTo>
                    <a:pt x="1509119" y="553246"/>
                  </a:lnTo>
                  <a:lnTo>
                    <a:pt x="1498492" y="553246"/>
                  </a:lnTo>
                  <a:lnTo>
                    <a:pt x="1487864" y="553246"/>
                  </a:lnTo>
                  <a:lnTo>
                    <a:pt x="1477236" y="553246"/>
                  </a:lnTo>
                  <a:lnTo>
                    <a:pt x="1466609" y="553246"/>
                  </a:lnTo>
                  <a:lnTo>
                    <a:pt x="1455981" y="553246"/>
                  </a:lnTo>
                  <a:lnTo>
                    <a:pt x="1445354" y="553246"/>
                  </a:lnTo>
                  <a:lnTo>
                    <a:pt x="1434726" y="553246"/>
                  </a:lnTo>
                  <a:lnTo>
                    <a:pt x="1424098" y="553246"/>
                  </a:lnTo>
                  <a:lnTo>
                    <a:pt x="1413471" y="553246"/>
                  </a:lnTo>
                  <a:lnTo>
                    <a:pt x="1402843" y="553246"/>
                  </a:lnTo>
                  <a:lnTo>
                    <a:pt x="1392215" y="553246"/>
                  </a:lnTo>
                  <a:lnTo>
                    <a:pt x="1381588" y="553246"/>
                  </a:lnTo>
                  <a:lnTo>
                    <a:pt x="1370960" y="553246"/>
                  </a:lnTo>
                  <a:lnTo>
                    <a:pt x="1360333" y="553246"/>
                  </a:lnTo>
                  <a:lnTo>
                    <a:pt x="1349705" y="553246"/>
                  </a:lnTo>
                  <a:lnTo>
                    <a:pt x="1339077" y="553246"/>
                  </a:lnTo>
                  <a:lnTo>
                    <a:pt x="1328450" y="553246"/>
                  </a:lnTo>
                  <a:lnTo>
                    <a:pt x="1317822" y="553246"/>
                  </a:lnTo>
                  <a:lnTo>
                    <a:pt x="1307195" y="553246"/>
                  </a:lnTo>
                  <a:lnTo>
                    <a:pt x="1296567" y="553246"/>
                  </a:lnTo>
                  <a:lnTo>
                    <a:pt x="1285939" y="553246"/>
                  </a:lnTo>
                  <a:lnTo>
                    <a:pt x="1275312" y="553246"/>
                  </a:lnTo>
                  <a:lnTo>
                    <a:pt x="1264684" y="553246"/>
                  </a:lnTo>
                  <a:lnTo>
                    <a:pt x="1254057" y="553246"/>
                  </a:lnTo>
                  <a:lnTo>
                    <a:pt x="1243429" y="553246"/>
                  </a:lnTo>
                  <a:lnTo>
                    <a:pt x="1232801" y="553246"/>
                  </a:lnTo>
                  <a:lnTo>
                    <a:pt x="1222174" y="553246"/>
                  </a:lnTo>
                  <a:lnTo>
                    <a:pt x="1211546" y="553246"/>
                  </a:lnTo>
                  <a:lnTo>
                    <a:pt x="1200919" y="553246"/>
                  </a:lnTo>
                  <a:lnTo>
                    <a:pt x="1190291" y="553246"/>
                  </a:lnTo>
                  <a:lnTo>
                    <a:pt x="1179663" y="553246"/>
                  </a:lnTo>
                  <a:lnTo>
                    <a:pt x="1169036" y="553246"/>
                  </a:lnTo>
                  <a:lnTo>
                    <a:pt x="1158408" y="553246"/>
                  </a:lnTo>
                  <a:lnTo>
                    <a:pt x="1147781" y="553246"/>
                  </a:lnTo>
                  <a:lnTo>
                    <a:pt x="1137153" y="553246"/>
                  </a:lnTo>
                  <a:lnTo>
                    <a:pt x="1126525" y="553246"/>
                  </a:lnTo>
                  <a:lnTo>
                    <a:pt x="1115898" y="553246"/>
                  </a:lnTo>
                  <a:lnTo>
                    <a:pt x="1105270" y="553246"/>
                  </a:lnTo>
                  <a:lnTo>
                    <a:pt x="1094643" y="553246"/>
                  </a:lnTo>
                  <a:lnTo>
                    <a:pt x="1084015" y="553246"/>
                  </a:lnTo>
                  <a:lnTo>
                    <a:pt x="1073387" y="553246"/>
                  </a:lnTo>
                  <a:lnTo>
                    <a:pt x="1062760" y="553246"/>
                  </a:lnTo>
                  <a:lnTo>
                    <a:pt x="1052132" y="553246"/>
                  </a:lnTo>
                  <a:lnTo>
                    <a:pt x="1041505" y="553246"/>
                  </a:lnTo>
                  <a:lnTo>
                    <a:pt x="1030877" y="553246"/>
                  </a:lnTo>
                  <a:lnTo>
                    <a:pt x="1020249" y="553246"/>
                  </a:lnTo>
                  <a:lnTo>
                    <a:pt x="1009622" y="553246"/>
                  </a:lnTo>
                  <a:lnTo>
                    <a:pt x="998994" y="553246"/>
                  </a:lnTo>
                  <a:lnTo>
                    <a:pt x="988367" y="553246"/>
                  </a:lnTo>
                  <a:lnTo>
                    <a:pt x="977739" y="553246"/>
                  </a:lnTo>
                  <a:lnTo>
                    <a:pt x="967111" y="553246"/>
                  </a:lnTo>
                  <a:lnTo>
                    <a:pt x="956484" y="553246"/>
                  </a:lnTo>
                  <a:lnTo>
                    <a:pt x="945856" y="553246"/>
                  </a:lnTo>
                  <a:lnTo>
                    <a:pt x="935229" y="553246"/>
                  </a:lnTo>
                  <a:lnTo>
                    <a:pt x="924601" y="553246"/>
                  </a:lnTo>
                  <a:lnTo>
                    <a:pt x="913973" y="553246"/>
                  </a:lnTo>
                  <a:lnTo>
                    <a:pt x="903346" y="553246"/>
                  </a:lnTo>
                  <a:lnTo>
                    <a:pt x="892718" y="553246"/>
                  </a:lnTo>
                  <a:lnTo>
                    <a:pt x="882091" y="553246"/>
                  </a:lnTo>
                  <a:lnTo>
                    <a:pt x="871463" y="553246"/>
                  </a:lnTo>
                  <a:lnTo>
                    <a:pt x="860835" y="553246"/>
                  </a:lnTo>
                  <a:lnTo>
                    <a:pt x="850208" y="553246"/>
                  </a:lnTo>
                  <a:lnTo>
                    <a:pt x="839580" y="553246"/>
                  </a:lnTo>
                  <a:lnTo>
                    <a:pt x="828953" y="553246"/>
                  </a:lnTo>
                  <a:lnTo>
                    <a:pt x="818325" y="553246"/>
                  </a:lnTo>
                  <a:lnTo>
                    <a:pt x="807697" y="553246"/>
                  </a:lnTo>
                  <a:lnTo>
                    <a:pt x="797070" y="553246"/>
                  </a:lnTo>
                  <a:lnTo>
                    <a:pt x="786442" y="553246"/>
                  </a:lnTo>
                  <a:lnTo>
                    <a:pt x="775815" y="553246"/>
                  </a:lnTo>
                  <a:lnTo>
                    <a:pt x="765187" y="553246"/>
                  </a:lnTo>
                  <a:lnTo>
                    <a:pt x="754559" y="553246"/>
                  </a:lnTo>
                  <a:lnTo>
                    <a:pt x="743932" y="553246"/>
                  </a:lnTo>
                  <a:lnTo>
                    <a:pt x="733304" y="553246"/>
                  </a:lnTo>
                  <a:lnTo>
                    <a:pt x="722677" y="553246"/>
                  </a:lnTo>
                  <a:lnTo>
                    <a:pt x="712049" y="553246"/>
                  </a:lnTo>
                  <a:lnTo>
                    <a:pt x="701421" y="553246"/>
                  </a:lnTo>
                  <a:lnTo>
                    <a:pt x="690794" y="553246"/>
                  </a:lnTo>
                  <a:lnTo>
                    <a:pt x="680166" y="553246"/>
                  </a:lnTo>
                  <a:lnTo>
                    <a:pt x="669538" y="553246"/>
                  </a:lnTo>
                  <a:lnTo>
                    <a:pt x="658911" y="553246"/>
                  </a:lnTo>
                  <a:lnTo>
                    <a:pt x="648283" y="553246"/>
                  </a:lnTo>
                  <a:lnTo>
                    <a:pt x="637656" y="553246"/>
                  </a:lnTo>
                  <a:lnTo>
                    <a:pt x="627028" y="553246"/>
                  </a:lnTo>
                  <a:lnTo>
                    <a:pt x="616400" y="553246"/>
                  </a:lnTo>
                  <a:lnTo>
                    <a:pt x="605773" y="553246"/>
                  </a:lnTo>
                  <a:lnTo>
                    <a:pt x="595145" y="553246"/>
                  </a:lnTo>
                  <a:lnTo>
                    <a:pt x="584518" y="553246"/>
                  </a:lnTo>
                  <a:lnTo>
                    <a:pt x="573890" y="553246"/>
                  </a:lnTo>
                  <a:lnTo>
                    <a:pt x="563262" y="553246"/>
                  </a:lnTo>
                  <a:lnTo>
                    <a:pt x="552635" y="553246"/>
                  </a:lnTo>
                  <a:lnTo>
                    <a:pt x="542007" y="553246"/>
                  </a:lnTo>
                  <a:lnTo>
                    <a:pt x="531380" y="553246"/>
                  </a:lnTo>
                  <a:lnTo>
                    <a:pt x="520752" y="553246"/>
                  </a:lnTo>
                  <a:lnTo>
                    <a:pt x="510124" y="553246"/>
                  </a:lnTo>
                  <a:lnTo>
                    <a:pt x="499497" y="553246"/>
                  </a:lnTo>
                  <a:lnTo>
                    <a:pt x="488869" y="553246"/>
                  </a:lnTo>
                  <a:lnTo>
                    <a:pt x="478242" y="553246"/>
                  </a:lnTo>
                  <a:lnTo>
                    <a:pt x="467614" y="553246"/>
                  </a:lnTo>
                  <a:lnTo>
                    <a:pt x="456986" y="553246"/>
                  </a:lnTo>
                  <a:lnTo>
                    <a:pt x="446359" y="553246"/>
                  </a:lnTo>
                  <a:lnTo>
                    <a:pt x="435731" y="553246"/>
                  </a:lnTo>
                  <a:lnTo>
                    <a:pt x="425104" y="553246"/>
                  </a:lnTo>
                  <a:lnTo>
                    <a:pt x="414476" y="553246"/>
                  </a:lnTo>
                  <a:lnTo>
                    <a:pt x="403848" y="553246"/>
                  </a:lnTo>
                  <a:lnTo>
                    <a:pt x="393221" y="553246"/>
                  </a:lnTo>
                  <a:lnTo>
                    <a:pt x="382593" y="553246"/>
                  </a:lnTo>
                  <a:lnTo>
                    <a:pt x="371966" y="553246"/>
                  </a:lnTo>
                  <a:lnTo>
                    <a:pt x="361338" y="553246"/>
                  </a:lnTo>
                  <a:lnTo>
                    <a:pt x="350710" y="553246"/>
                  </a:lnTo>
                  <a:lnTo>
                    <a:pt x="340083" y="553246"/>
                  </a:lnTo>
                  <a:lnTo>
                    <a:pt x="329455" y="553246"/>
                  </a:lnTo>
                  <a:lnTo>
                    <a:pt x="318828" y="553246"/>
                  </a:lnTo>
                  <a:lnTo>
                    <a:pt x="308200" y="553246"/>
                  </a:lnTo>
                  <a:lnTo>
                    <a:pt x="297572" y="553246"/>
                  </a:lnTo>
                  <a:lnTo>
                    <a:pt x="286945" y="553246"/>
                  </a:lnTo>
                  <a:lnTo>
                    <a:pt x="276317" y="553246"/>
                  </a:lnTo>
                  <a:lnTo>
                    <a:pt x="265690" y="553246"/>
                  </a:lnTo>
                  <a:lnTo>
                    <a:pt x="255062" y="553246"/>
                  </a:lnTo>
                  <a:lnTo>
                    <a:pt x="244434" y="553246"/>
                  </a:lnTo>
                  <a:lnTo>
                    <a:pt x="233807" y="553246"/>
                  </a:lnTo>
                  <a:lnTo>
                    <a:pt x="223179" y="553246"/>
                  </a:lnTo>
                  <a:lnTo>
                    <a:pt x="212552" y="553246"/>
                  </a:lnTo>
                  <a:lnTo>
                    <a:pt x="201924" y="553246"/>
                  </a:lnTo>
                  <a:lnTo>
                    <a:pt x="191296" y="553246"/>
                  </a:lnTo>
                  <a:lnTo>
                    <a:pt x="180669" y="553246"/>
                  </a:lnTo>
                  <a:lnTo>
                    <a:pt x="170041" y="553246"/>
                  </a:lnTo>
                  <a:lnTo>
                    <a:pt x="159414" y="553246"/>
                  </a:lnTo>
                  <a:lnTo>
                    <a:pt x="148786" y="553246"/>
                  </a:lnTo>
                  <a:lnTo>
                    <a:pt x="138158" y="553246"/>
                  </a:lnTo>
                  <a:lnTo>
                    <a:pt x="127531" y="553246"/>
                  </a:lnTo>
                  <a:lnTo>
                    <a:pt x="116903" y="553246"/>
                  </a:lnTo>
                  <a:lnTo>
                    <a:pt x="106276" y="553246"/>
                  </a:lnTo>
                  <a:lnTo>
                    <a:pt x="95648" y="553246"/>
                  </a:lnTo>
                  <a:lnTo>
                    <a:pt x="85020" y="553246"/>
                  </a:lnTo>
                  <a:lnTo>
                    <a:pt x="74393" y="553246"/>
                  </a:lnTo>
                  <a:lnTo>
                    <a:pt x="63765" y="553246"/>
                  </a:lnTo>
                  <a:lnTo>
                    <a:pt x="53138" y="553246"/>
                  </a:lnTo>
                  <a:lnTo>
                    <a:pt x="42510" y="553246"/>
                  </a:lnTo>
                  <a:lnTo>
                    <a:pt x="31882" y="553246"/>
                  </a:lnTo>
                  <a:lnTo>
                    <a:pt x="21255" y="553246"/>
                  </a:lnTo>
                  <a:lnTo>
                    <a:pt x="10627" y="553246"/>
                  </a:lnTo>
                  <a:lnTo>
                    <a:pt x="0" y="553246"/>
                  </a:lnTo>
                  <a:close/>
                </a:path>
              </a:pathLst>
            </a:custGeom>
            <a:solidFill>
              <a:srgbClr val="15803D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14926064" y="7553810"/>
              <a:ext cx="2338072" cy="550295"/>
            </a:xfrm>
            <a:custGeom>
              <a:avLst/>
              <a:pathLst>
                <a:path w="2338072" h="550295">
                  <a:moveTo>
                    <a:pt x="0" y="550295"/>
                  </a:moveTo>
                  <a:lnTo>
                    <a:pt x="10627" y="549731"/>
                  </a:lnTo>
                  <a:lnTo>
                    <a:pt x="21255" y="549106"/>
                  </a:lnTo>
                  <a:lnTo>
                    <a:pt x="31882" y="548420"/>
                  </a:lnTo>
                  <a:lnTo>
                    <a:pt x="42510" y="547673"/>
                  </a:lnTo>
                  <a:lnTo>
                    <a:pt x="53138" y="546864"/>
                  </a:lnTo>
                  <a:lnTo>
                    <a:pt x="63765" y="545993"/>
                  </a:lnTo>
                  <a:lnTo>
                    <a:pt x="74393" y="545058"/>
                  </a:lnTo>
                  <a:lnTo>
                    <a:pt x="85020" y="544054"/>
                  </a:lnTo>
                  <a:lnTo>
                    <a:pt x="95648" y="542981"/>
                  </a:lnTo>
                  <a:lnTo>
                    <a:pt x="106276" y="541842"/>
                  </a:lnTo>
                  <a:lnTo>
                    <a:pt x="116903" y="540638"/>
                  </a:lnTo>
                  <a:lnTo>
                    <a:pt x="127531" y="539370"/>
                  </a:lnTo>
                  <a:lnTo>
                    <a:pt x="138158" y="538043"/>
                  </a:lnTo>
                  <a:lnTo>
                    <a:pt x="148786" y="536661"/>
                  </a:lnTo>
                  <a:lnTo>
                    <a:pt x="159414" y="535228"/>
                  </a:lnTo>
                  <a:lnTo>
                    <a:pt x="170041" y="533752"/>
                  </a:lnTo>
                  <a:lnTo>
                    <a:pt x="180669" y="532238"/>
                  </a:lnTo>
                  <a:lnTo>
                    <a:pt x="191296" y="530690"/>
                  </a:lnTo>
                  <a:lnTo>
                    <a:pt x="201924" y="529113"/>
                  </a:lnTo>
                  <a:lnTo>
                    <a:pt x="212552" y="527508"/>
                  </a:lnTo>
                  <a:lnTo>
                    <a:pt x="223179" y="525876"/>
                  </a:lnTo>
                  <a:lnTo>
                    <a:pt x="233807" y="524211"/>
                  </a:lnTo>
                  <a:lnTo>
                    <a:pt x="244434" y="522507"/>
                  </a:lnTo>
                  <a:lnTo>
                    <a:pt x="255062" y="520755"/>
                  </a:lnTo>
                  <a:lnTo>
                    <a:pt x="265690" y="518943"/>
                  </a:lnTo>
                  <a:lnTo>
                    <a:pt x="276317" y="517057"/>
                  </a:lnTo>
                  <a:lnTo>
                    <a:pt x="286945" y="515082"/>
                  </a:lnTo>
                  <a:lnTo>
                    <a:pt x="297572" y="512992"/>
                  </a:lnTo>
                  <a:lnTo>
                    <a:pt x="308200" y="510768"/>
                  </a:lnTo>
                  <a:lnTo>
                    <a:pt x="318828" y="508396"/>
                  </a:lnTo>
                  <a:lnTo>
                    <a:pt x="329455" y="505856"/>
                  </a:lnTo>
                  <a:lnTo>
                    <a:pt x="340083" y="503128"/>
                  </a:lnTo>
                  <a:lnTo>
                    <a:pt x="350710" y="500193"/>
                  </a:lnTo>
                  <a:lnTo>
                    <a:pt x="361338" y="497032"/>
                  </a:lnTo>
                  <a:lnTo>
                    <a:pt x="371966" y="493628"/>
                  </a:lnTo>
                  <a:lnTo>
                    <a:pt x="382593" y="489964"/>
                  </a:lnTo>
                  <a:lnTo>
                    <a:pt x="393221" y="486027"/>
                  </a:lnTo>
                  <a:lnTo>
                    <a:pt x="403848" y="481787"/>
                  </a:lnTo>
                  <a:lnTo>
                    <a:pt x="414476" y="477237"/>
                  </a:lnTo>
                  <a:lnTo>
                    <a:pt x="425104" y="472391"/>
                  </a:lnTo>
                  <a:lnTo>
                    <a:pt x="435731" y="467248"/>
                  </a:lnTo>
                  <a:lnTo>
                    <a:pt x="446359" y="461812"/>
                  </a:lnTo>
                  <a:lnTo>
                    <a:pt x="456986" y="456086"/>
                  </a:lnTo>
                  <a:lnTo>
                    <a:pt x="467614" y="450081"/>
                  </a:lnTo>
                  <a:lnTo>
                    <a:pt x="478242" y="443806"/>
                  </a:lnTo>
                  <a:lnTo>
                    <a:pt x="488869" y="437279"/>
                  </a:lnTo>
                  <a:lnTo>
                    <a:pt x="499497" y="430516"/>
                  </a:lnTo>
                  <a:lnTo>
                    <a:pt x="510124" y="423531"/>
                  </a:lnTo>
                  <a:lnTo>
                    <a:pt x="520752" y="416358"/>
                  </a:lnTo>
                  <a:lnTo>
                    <a:pt x="531380" y="409045"/>
                  </a:lnTo>
                  <a:lnTo>
                    <a:pt x="542007" y="401629"/>
                  </a:lnTo>
                  <a:lnTo>
                    <a:pt x="552635" y="394151"/>
                  </a:lnTo>
                  <a:lnTo>
                    <a:pt x="563262" y="386649"/>
                  </a:lnTo>
                  <a:lnTo>
                    <a:pt x="573890" y="379162"/>
                  </a:lnTo>
                  <a:lnTo>
                    <a:pt x="584518" y="371721"/>
                  </a:lnTo>
                  <a:lnTo>
                    <a:pt x="595145" y="364351"/>
                  </a:lnTo>
                  <a:lnTo>
                    <a:pt x="605773" y="357066"/>
                  </a:lnTo>
                  <a:lnTo>
                    <a:pt x="616400" y="349869"/>
                  </a:lnTo>
                  <a:lnTo>
                    <a:pt x="627028" y="342739"/>
                  </a:lnTo>
                  <a:lnTo>
                    <a:pt x="637656" y="335633"/>
                  </a:lnTo>
                  <a:lnTo>
                    <a:pt x="648283" y="328503"/>
                  </a:lnTo>
                  <a:lnTo>
                    <a:pt x="658911" y="321286"/>
                  </a:lnTo>
                  <a:lnTo>
                    <a:pt x="669538" y="313914"/>
                  </a:lnTo>
                  <a:lnTo>
                    <a:pt x="680166" y="306315"/>
                  </a:lnTo>
                  <a:lnTo>
                    <a:pt x="690794" y="298415"/>
                  </a:lnTo>
                  <a:lnTo>
                    <a:pt x="701421" y="290146"/>
                  </a:lnTo>
                  <a:lnTo>
                    <a:pt x="712049" y="281447"/>
                  </a:lnTo>
                  <a:lnTo>
                    <a:pt x="722677" y="272240"/>
                  </a:lnTo>
                  <a:lnTo>
                    <a:pt x="733304" y="262477"/>
                  </a:lnTo>
                  <a:lnTo>
                    <a:pt x="743932" y="252178"/>
                  </a:lnTo>
                  <a:lnTo>
                    <a:pt x="754559" y="241346"/>
                  </a:lnTo>
                  <a:lnTo>
                    <a:pt x="765187" y="230002"/>
                  </a:lnTo>
                  <a:lnTo>
                    <a:pt x="775815" y="218181"/>
                  </a:lnTo>
                  <a:lnTo>
                    <a:pt x="786442" y="205936"/>
                  </a:lnTo>
                  <a:lnTo>
                    <a:pt x="797070" y="193334"/>
                  </a:lnTo>
                  <a:lnTo>
                    <a:pt x="807697" y="180459"/>
                  </a:lnTo>
                  <a:lnTo>
                    <a:pt x="818325" y="167404"/>
                  </a:lnTo>
                  <a:lnTo>
                    <a:pt x="828953" y="154283"/>
                  </a:lnTo>
                  <a:lnTo>
                    <a:pt x="839580" y="141241"/>
                  </a:lnTo>
                  <a:lnTo>
                    <a:pt x="850208" y="128410"/>
                  </a:lnTo>
                  <a:lnTo>
                    <a:pt x="860835" y="115922"/>
                  </a:lnTo>
                  <a:lnTo>
                    <a:pt x="871463" y="103908"/>
                  </a:lnTo>
                  <a:lnTo>
                    <a:pt x="882091" y="92490"/>
                  </a:lnTo>
                  <a:lnTo>
                    <a:pt x="892718" y="81782"/>
                  </a:lnTo>
                  <a:lnTo>
                    <a:pt x="903346" y="71883"/>
                  </a:lnTo>
                  <a:lnTo>
                    <a:pt x="913973" y="62871"/>
                  </a:lnTo>
                  <a:lnTo>
                    <a:pt x="924601" y="54802"/>
                  </a:lnTo>
                  <a:lnTo>
                    <a:pt x="935229" y="47748"/>
                  </a:lnTo>
                  <a:lnTo>
                    <a:pt x="945856" y="41733"/>
                  </a:lnTo>
                  <a:lnTo>
                    <a:pt x="956484" y="36637"/>
                  </a:lnTo>
                  <a:lnTo>
                    <a:pt x="967111" y="32391"/>
                  </a:lnTo>
                  <a:lnTo>
                    <a:pt x="977739" y="28900"/>
                  </a:lnTo>
                  <a:lnTo>
                    <a:pt x="988367" y="26056"/>
                  </a:lnTo>
                  <a:lnTo>
                    <a:pt x="998994" y="23736"/>
                  </a:lnTo>
                  <a:lnTo>
                    <a:pt x="1009622" y="21812"/>
                  </a:lnTo>
                  <a:lnTo>
                    <a:pt x="1020249" y="20161"/>
                  </a:lnTo>
                  <a:lnTo>
                    <a:pt x="1030877" y="18664"/>
                  </a:lnTo>
                  <a:lnTo>
                    <a:pt x="1041505" y="17219"/>
                  </a:lnTo>
                  <a:lnTo>
                    <a:pt x="1052132" y="15732"/>
                  </a:lnTo>
                  <a:lnTo>
                    <a:pt x="1062760" y="14157"/>
                  </a:lnTo>
                  <a:lnTo>
                    <a:pt x="1073387" y="12475"/>
                  </a:lnTo>
                  <a:lnTo>
                    <a:pt x="1084015" y="10695"/>
                  </a:lnTo>
                  <a:lnTo>
                    <a:pt x="1094643" y="8850"/>
                  </a:lnTo>
                  <a:lnTo>
                    <a:pt x="1105270" y="6993"/>
                  </a:lnTo>
                  <a:lnTo>
                    <a:pt x="1115898" y="5193"/>
                  </a:lnTo>
                  <a:lnTo>
                    <a:pt x="1126525" y="3528"/>
                  </a:lnTo>
                  <a:lnTo>
                    <a:pt x="1137153" y="2084"/>
                  </a:lnTo>
                  <a:lnTo>
                    <a:pt x="1147781" y="957"/>
                  </a:lnTo>
                  <a:lnTo>
                    <a:pt x="1158408" y="252"/>
                  </a:lnTo>
                  <a:lnTo>
                    <a:pt x="1169036" y="0"/>
                  </a:lnTo>
                  <a:lnTo>
                    <a:pt x="1179663" y="236"/>
                  </a:lnTo>
                  <a:lnTo>
                    <a:pt x="1190291" y="981"/>
                  </a:lnTo>
                  <a:lnTo>
                    <a:pt x="1200919" y="2231"/>
                  </a:lnTo>
                  <a:lnTo>
                    <a:pt x="1211546" y="3968"/>
                  </a:lnTo>
                  <a:lnTo>
                    <a:pt x="1222174" y="6156"/>
                  </a:lnTo>
                  <a:lnTo>
                    <a:pt x="1232801" y="8750"/>
                  </a:lnTo>
                  <a:lnTo>
                    <a:pt x="1243429" y="11696"/>
                  </a:lnTo>
                  <a:lnTo>
                    <a:pt x="1254057" y="14950"/>
                  </a:lnTo>
                  <a:lnTo>
                    <a:pt x="1264684" y="18470"/>
                  </a:lnTo>
                  <a:lnTo>
                    <a:pt x="1275312" y="22197"/>
                  </a:lnTo>
                  <a:lnTo>
                    <a:pt x="1285939" y="26117"/>
                  </a:lnTo>
                  <a:lnTo>
                    <a:pt x="1296567" y="30231"/>
                  </a:lnTo>
                  <a:lnTo>
                    <a:pt x="1307195" y="34561"/>
                  </a:lnTo>
                  <a:lnTo>
                    <a:pt x="1317822" y="39142"/>
                  </a:lnTo>
                  <a:lnTo>
                    <a:pt x="1328450" y="44022"/>
                  </a:lnTo>
                  <a:lnTo>
                    <a:pt x="1339077" y="49256"/>
                  </a:lnTo>
                  <a:lnTo>
                    <a:pt x="1349705" y="54901"/>
                  </a:lnTo>
                  <a:lnTo>
                    <a:pt x="1360333" y="61026"/>
                  </a:lnTo>
                  <a:lnTo>
                    <a:pt x="1370960" y="67713"/>
                  </a:lnTo>
                  <a:lnTo>
                    <a:pt x="1381588" y="74938"/>
                  </a:lnTo>
                  <a:lnTo>
                    <a:pt x="1392215" y="82703"/>
                  </a:lnTo>
                  <a:lnTo>
                    <a:pt x="1402843" y="90991"/>
                  </a:lnTo>
                  <a:lnTo>
                    <a:pt x="1413471" y="99768"/>
                  </a:lnTo>
                  <a:lnTo>
                    <a:pt x="1424098" y="108985"/>
                  </a:lnTo>
                  <a:lnTo>
                    <a:pt x="1434726" y="118584"/>
                  </a:lnTo>
                  <a:lnTo>
                    <a:pt x="1445354" y="128500"/>
                  </a:lnTo>
                  <a:lnTo>
                    <a:pt x="1455981" y="138667"/>
                  </a:lnTo>
                  <a:lnTo>
                    <a:pt x="1466609" y="149030"/>
                  </a:lnTo>
                  <a:lnTo>
                    <a:pt x="1477236" y="159539"/>
                  </a:lnTo>
                  <a:lnTo>
                    <a:pt x="1487864" y="170141"/>
                  </a:lnTo>
                  <a:lnTo>
                    <a:pt x="1498492" y="180813"/>
                  </a:lnTo>
                  <a:lnTo>
                    <a:pt x="1509119" y="191543"/>
                  </a:lnTo>
                  <a:lnTo>
                    <a:pt x="1519747" y="202326"/>
                  </a:lnTo>
                  <a:lnTo>
                    <a:pt x="1530374" y="213161"/>
                  </a:lnTo>
                  <a:lnTo>
                    <a:pt x="1541002" y="224047"/>
                  </a:lnTo>
                  <a:lnTo>
                    <a:pt x="1551630" y="234982"/>
                  </a:lnTo>
                  <a:lnTo>
                    <a:pt x="1562257" y="245956"/>
                  </a:lnTo>
                  <a:lnTo>
                    <a:pt x="1572885" y="256952"/>
                  </a:lnTo>
                  <a:lnTo>
                    <a:pt x="1583512" y="267938"/>
                  </a:lnTo>
                  <a:lnTo>
                    <a:pt x="1594140" y="278877"/>
                  </a:lnTo>
                  <a:lnTo>
                    <a:pt x="1604768" y="289730"/>
                  </a:lnTo>
                  <a:lnTo>
                    <a:pt x="1615395" y="300456"/>
                  </a:lnTo>
                  <a:lnTo>
                    <a:pt x="1626023" y="311018"/>
                  </a:lnTo>
                  <a:lnTo>
                    <a:pt x="1636650" y="321379"/>
                  </a:lnTo>
                  <a:lnTo>
                    <a:pt x="1647278" y="331509"/>
                  </a:lnTo>
                  <a:lnTo>
                    <a:pt x="1657906" y="341383"/>
                  </a:lnTo>
                  <a:lnTo>
                    <a:pt x="1668533" y="350984"/>
                  </a:lnTo>
                  <a:lnTo>
                    <a:pt x="1679161" y="360293"/>
                  </a:lnTo>
                  <a:lnTo>
                    <a:pt x="1689788" y="369273"/>
                  </a:lnTo>
                  <a:lnTo>
                    <a:pt x="1700416" y="377951"/>
                  </a:lnTo>
                  <a:lnTo>
                    <a:pt x="1711044" y="386325"/>
                  </a:lnTo>
                  <a:lnTo>
                    <a:pt x="1721671" y="394393"/>
                  </a:lnTo>
                  <a:lnTo>
                    <a:pt x="1732299" y="402155"/>
                  </a:lnTo>
                  <a:lnTo>
                    <a:pt x="1742926" y="409611"/>
                  </a:lnTo>
                  <a:lnTo>
                    <a:pt x="1753554" y="416762"/>
                  </a:lnTo>
                  <a:lnTo>
                    <a:pt x="1764182" y="423612"/>
                  </a:lnTo>
                  <a:lnTo>
                    <a:pt x="1774809" y="430162"/>
                  </a:lnTo>
                  <a:lnTo>
                    <a:pt x="1785437" y="436413"/>
                  </a:lnTo>
                  <a:lnTo>
                    <a:pt x="1796064" y="442340"/>
                  </a:lnTo>
                  <a:lnTo>
                    <a:pt x="1806692" y="447980"/>
                  </a:lnTo>
                  <a:lnTo>
                    <a:pt x="1817320" y="453333"/>
                  </a:lnTo>
                  <a:lnTo>
                    <a:pt x="1827947" y="458401"/>
                  </a:lnTo>
                  <a:lnTo>
                    <a:pt x="1838575" y="463185"/>
                  </a:lnTo>
                  <a:lnTo>
                    <a:pt x="1849202" y="467685"/>
                  </a:lnTo>
                  <a:lnTo>
                    <a:pt x="1859830" y="471901"/>
                  </a:lnTo>
                  <a:lnTo>
                    <a:pt x="1870458" y="475837"/>
                  </a:lnTo>
                  <a:lnTo>
                    <a:pt x="1881085" y="479499"/>
                  </a:lnTo>
                  <a:lnTo>
                    <a:pt x="1891713" y="482894"/>
                  </a:lnTo>
                  <a:lnTo>
                    <a:pt x="1902340" y="486015"/>
                  </a:lnTo>
                  <a:lnTo>
                    <a:pt x="1912968" y="488914"/>
                  </a:lnTo>
                  <a:lnTo>
                    <a:pt x="1923596" y="491619"/>
                  </a:lnTo>
                  <a:lnTo>
                    <a:pt x="1934223" y="494161"/>
                  </a:lnTo>
                  <a:lnTo>
                    <a:pt x="1944851" y="496574"/>
                  </a:lnTo>
                  <a:lnTo>
                    <a:pt x="1955478" y="498892"/>
                  </a:lnTo>
                  <a:lnTo>
                    <a:pt x="1966106" y="501149"/>
                  </a:lnTo>
                  <a:lnTo>
                    <a:pt x="1976734" y="503376"/>
                  </a:lnTo>
                  <a:lnTo>
                    <a:pt x="1987361" y="505599"/>
                  </a:lnTo>
                  <a:lnTo>
                    <a:pt x="1997989" y="507841"/>
                  </a:lnTo>
                  <a:lnTo>
                    <a:pt x="2008616" y="510118"/>
                  </a:lnTo>
                  <a:lnTo>
                    <a:pt x="2019244" y="512430"/>
                  </a:lnTo>
                  <a:lnTo>
                    <a:pt x="2029872" y="514773"/>
                  </a:lnTo>
                  <a:lnTo>
                    <a:pt x="2040499" y="517135"/>
                  </a:lnTo>
                  <a:lnTo>
                    <a:pt x="2051127" y="519498"/>
                  </a:lnTo>
                  <a:lnTo>
                    <a:pt x="2061754" y="521841"/>
                  </a:lnTo>
                  <a:lnTo>
                    <a:pt x="2072382" y="524142"/>
                  </a:lnTo>
                  <a:lnTo>
                    <a:pt x="2083010" y="526375"/>
                  </a:lnTo>
                  <a:lnTo>
                    <a:pt x="2093637" y="528519"/>
                  </a:lnTo>
                  <a:lnTo>
                    <a:pt x="2104265" y="530553"/>
                  </a:lnTo>
                  <a:lnTo>
                    <a:pt x="2114892" y="532444"/>
                  </a:lnTo>
                  <a:lnTo>
                    <a:pt x="2125520" y="534196"/>
                  </a:lnTo>
                  <a:lnTo>
                    <a:pt x="2136148" y="535805"/>
                  </a:lnTo>
                  <a:lnTo>
                    <a:pt x="2146775" y="537271"/>
                  </a:lnTo>
                  <a:lnTo>
                    <a:pt x="2157403" y="538599"/>
                  </a:lnTo>
                  <a:lnTo>
                    <a:pt x="2168031" y="539797"/>
                  </a:lnTo>
                  <a:lnTo>
                    <a:pt x="2178658" y="540877"/>
                  </a:lnTo>
                  <a:lnTo>
                    <a:pt x="2189286" y="541849"/>
                  </a:lnTo>
                  <a:lnTo>
                    <a:pt x="2199913" y="542727"/>
                  </a:lnTo>
                  <a:lnTo>
                    <a:pt x="2210541" y="543525"/>
                  </a:lnTo>
                  <a:lnTo>
                    <a:pt x="2221169" y="544249"/>
                  </a:lnTo>
                  <a:lnTo>
                    <a:pt x="2231796" y="544921"/>
                  </a:lnTo>
                  <a:lnTo>
                    <a:pt x="2242424" y="545550"/>
                  </a:lnTo>
                  <a:lnTo>
                    <a:pt x="2253051" y="546146"/>
                  </a:lnTo>
                  <a:lnTo>
                    <a:pt x="2263679" y="546714"/>
                  </a:lnTo>
                  <a:lnTo>
                    <a:pt x="2274307" y="547260"/>
                  </a:lnTo>
                  <a:lnTo>
                    <a:pt x="2284934" y="547788"/>
                  </a:lnTo>
                  <a:lnTo>
                    <a:pt x="2295562" y="548298"/>
                  </a:lnTo>
                  <a:lnTo>
                    <a:pt x="2306189" y="548792"/>
                  </a:lnTo>
                  <a:lnTo>
                    <a:pt x="2316817" y="549269"/>
                  </a:lnTo>
                  <a:lnTo>
                    <a:pt x="2327445" y="549723"/>
                  </a:lnTo>
                  <a:lnTo>
                    <a:pt x="2338072" y="550154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15531837" y="8083813"/>
              <a:ext cx="2083010" cy="675731"/>
            </a:xfrm>
            <a:custGeom>
              <a:avLst/>
              <a:pathLst>
                <a:path w="2083010" h="675731">
                  <a:moveTo>
                    <a:pt x="0" y="672923"/>
                  </a:moveTo>
                  <a:lnTo>
                    <a:pt x="10627" y="672556"/>
                  </a:lnTo>
                  <a:lnTo>
                    <a:pt x="21255" y="672140"/>
                  </a:lnTo>
                  <a:lnTo>
                    <a:pt x="31882" y="671677"/>
                  </a:lnTo>
                  <a:lnTo>
                    <a:pt x="42510" y="671166"/>
                  </a:lnTo>
                  <a:lnTo>
                    <a:pt x="53138" y="670607"/>
                  </a:lnTo>
                  <a:lnTo>
                    <a:pt x="63765" y="669999"/>
                  </a:lnTo>
                  <a:lnTo>
                    <a:pt x="74393" y="669342"/>
                  </a:lnTo>
                  <a:lnTo>
                    <a:pt x="85020" y="668637"/>
                  </a:lnTo>
                  <a:lnTo>
                    <a:pt x="95648" y="667884"/>
                  </a:lnTo>
                  <a:lnTo>
                    <a:pt x="106276" y="667082"/>
                  </a:lnTo>
                  <a:lnTo>
                    <a:pt x="116903" y="666227"/>
                  </a:lnTo>
                  <a:lnTo>
                    <a:pt x="127531" y="665314"/>
                  </a:lnTo>
                  <a:lnTo>
                    <a:pt x="138158" y="664344"/>
                  </a:lnTo>
                  <a:lnTo>
                    <a:pt x="148786" y="663310"/>
                  </a:lnTo>
                  <a:lnTo>
                    <a:pt x="159414" y="662204"/>
                  </a:lnTo>
                  <a:lnTo>
                    <a:pt x="170041" y="661017"/>
                  </a:lnTo>
                  <a:lnTo>
                    <a:pt x="180669" y="659737"/>
                  </a:lnTo>
                  <a:lnTo>
                    <a:pt x="191296" y="658353"/>
                  </a:lnTo>
                  <a:lnTo>
                    <a:pt x="201924" y="656851"/>
                  </a:lnTo>
                  <a:lnTo>
                    <a:pt x="212552" y="655218"/>
                  </a:lnTo>
                  <a:lnTo>
                    <a:pt x="223179" y="653433"/>
                  </a:lnTo>
                  <a:lnTo>
                    <a:pt x="233807" y="651476"/>
                  </a:lnTo>
                  <a:lnTo>
                    <a:pt x="244434" y="649348"/>
                  </a:lnTo>
                  <a:lnTo>
                    <a:pt x="255062" y="647041"/>
                  </a:lnTo>
                  <a:lnTo>
                    <a:pt x="265690" y="644551"/>
                  </a:lnTo>
                  <a:lnTo>
                    <a:pt x="276317" y="641875"/>
                  </a:lnTo>
                  <a:lnTo>
                    <a:pt x="286945" y="639015"/>
                  </a:lnTo>
                  <a:lnTo>
                    <a:pt x="297572" y="635975"/>
                  </a:lnTo>
                  <a:lnTo>
                    <a:pt x="308200" y="632761"/>
                  </a:lnTo>
                  <a:lnTo>
                    <a:pt x="318828" y="629380"/>
                  </a:lnTo>
                  <a:lnTo>
                    <a:pt x="329455" y="625832"/>
                  </a:lnTo>
                  <a:lnTo>
                    <a:pt x="340083" y="622116"/>
                  </a:lnTo>
                  <a:lnTo>
                    <a:pt x="350710" y="618241"/>
                  </a:lnTo>
                  <a:lnTo>
                    <a:pt x="361338" y="614197"/>
                  </a:lnTo>
                  <a:lnTo>
                    <a:pt x="371966" y="609966"/>
                  </a:lnTo>
                  <a:lnTo>
                    <a:pt x="382593" y="605521"/>
                  </a:lnTo>
                  <a:lnTo>
                    <a:pt x="393221" y="600828"/>
                  </a:lnTo>
                  <a:lnTo>
                    <a:pt x="403848" y="595849"/>
                  </a:lnTo>
                  <a:lnTo>
                    <a:pt x="414476" y="590541"/>
                  </a:lnTo>
                  <a:lnTo>
                    <a:pt x="425104" y="584862"/>
                  </a:lnTo>
                  <a:lnTo>
                    <a:pt x="435731" y="578755"/>
                  </a:lnTo>
                  <a:lnTo>
                    <a:pt x="446359" y="572169"/>
                  </a:lnTo>
                  <a:lnTo>
                    <a:pt x="456986" y="565124"/>
                  </a:lnTo>
                  <a:lnTo>
                    <a:pt x="467614" y="557623"/>
                  </a:lnTo>
                  <a:lnTo>
                    <a:pt x="478242" y="549680"/>
                  </a:lnTo>
                  <a:lnTo>
                    <a:pt x="488869" y="541325"/>
                  </a:lnTo>
                  <a:lnTo>
                    <a:pt x="499497" y="532596"/>
                  </a:lnTo>
                  <a:lnTo>
                    <a:pt x="510124" y="523541"/>
                  </a:lnTo>
                  <a:lnTo>
                    <a:pt x="520752" y="514210"/>
                  </a:lnTo>
                  <a:lnTo>
                    <a:pt x="531380" y="504653"/>
                  </a:lnTo>
                  <a:lnTo>
                    <a:pt x="542007" y="494912"/>
                  </a:lnTo>
                  <a:lnTo>
                    <a:pt x="552635" y="485025"/>
                  </a:lnTo>
                  <a:lnTo>
                    <a:pt x="563262" y="475035"/>
                  </a:lnTo>
                  <a:lnTo>
                    <a:pt x="573890" y="464961"/>
                  </a:lnTo>
                  <a:lnTo>
                    <a:pt x="584518" y="454812"/>
                  </a:lnTo>
                  <a:lnTo>
                    <a:pt x="595145" y="444594"/>
                  </a:lnTo>
                  <a:lnTo>
                    <a:pt x="605773" y="434305"/>
                  </a:lnTo>
                  <a:lnTo>
                    <a:pt x="616400" y="423944"/>
                  </a:lnTo>
                  <a:lnTo>
                    <a:pt x="627028" y="413507"/>
                  </a:lnTo>
                  <a:lnTo>
                    <a:pt x="637656" y="402990"/>
                  </a:lnTo>
                  <a:lnTo>
                    <a:pt x="648283" y="392387"/>
                  </a:lnTo>
                  <a:lnTo>
                    <a:pt x="658911" y="381688"/>
                  </a:lnTo>
                  <a:lnTo>
                    <a:pt x="669538" y="370894"/>
                  </a:lnTo>
                  <a:lnTo>
                    <a:pt x="680166" y="359998"/>
                  </a:lnTo>
                  <a:lnTo>
                    <a:pt x="690794" y="348987"/>
                  </a:lnTo>
                  <a:lnTo>
                    <a:pt x="701421" y="337849"/>
                  </a:lnTo>
                  <a:lnTo>
                    <a:pt x="712049" y="326567"/>
                  </a:lnTo>
                  <a:lnTo>
                    <a:pt x="722677" y="315125"/>
                  </a:lnTo>
                  <a:lnTo>
                    <a:pt x="733304" y="303505"/>
                  </a:lnTo>
                  <a:lnTo>
                    <a:pt x="743932" y="291693"/>
                  </a:lnTo>
                  <a:lnTo>
                    <a:pt x="754559" y="279672"/>
                  </a:lnTo>
                  <a:lnTo>
                    <a:pt x="765187" y="267423"/>
                  </a:lnTo>
                  <a:lnTo>
                    <a:pt x="775815" y="254972"/>
                  </a:lnTo>
                  <a:lnTo>
                    <a:pt x="786442" y="242334"/>
                  </a:lnTo>
                  <a:lnTo>
                    <a:pt x="797070" y="229532"/>
                  </a:lnTo>
                  <a:lnTo>
                    <a:pt x="807697" y="216600"/>
                  </a:lnTo>
                  <a:lnTo>
                    <a:pt x="818325" y="203580"/>
                  </a:lnTo>
                  <a:lnTo>
                    <a:pt x="828953" y="190520"/>
                  </a:lnTo>
                  <a:lnTo>
                    <a:pt x="839580" y="177475"/>
                  </a:lnTo>
                  <a:lnTo>
                    <a:pt x="850208" y="164506"/>
                  </a:lnTo>
                  <a:lnTo>
                    <a:pt x="860835" y="151680"/>
                  </a:lnTo>
                  <a:lnTo>
                    <a:pt x="871463" y="139085"/>
                  </a:lnTo>
                  <a:lnTo>
                    <a:pt x="882091" y="126768"/>
                  </a:lnTo>
                  <a:lnTo>
                    <a:pt x="892718" y="114783"/>
                  </a:lnTo>
                  <a:lnTo>
                    <a:pt x="903346" y="103181"/>
                  </a:lnTo>
                  <a:lnTo>
                    <a:pt x="913973" y="92010"/>
                  </a:lnTo>
                  <a:lnTo>
                    <a:pt x="924601" y="81308"/>
                  </a:lnTo>
                  <a:lnTo>
                    <a:pt x="935229" y="71115"/>
                  </a:lnTo>
                  <a:lnTo>
                    <a:pt x="945856" y="61463"/>
                  </a:lnTo>
                  <a:lnTo>
                    <a:pt x="956484" y="52383"/>
                  </a:lnTo>
                  <a:lnTo>
                    <a:pt x="967111" y="43920"/>
                  </a:lnTo>
                  <a:lnTo>
                    <a:pt x="977739" y="36159"/>
                  </a:lnTo>
                  <a:lnTo>
                    <a:pt x="988367" y="29068"/>
                  </a:lnTo>
                  <a:lnTo>
                    <a:pt x="998994" y="22676"/>
                  </a:lnTo>
                  <a:lnTo>
                    <a:pt x="1009622" y="17012"/>
                  </a:lnTo>
                  <a:lnTo>
                    <a:pt x="1020249" y="12105"/>
                  </a:lnTo>
                  <a:lnTo>
                    <a:pt x="1030877" y="7986"/>
                  </a:lnTo>
                  <a:lnTo>
                    <a:pt x="1041505" y="4685"/>
                  </a:lnTo>
                  <a:lnTo>
                    <a:pt x="1052132" y="2231"/>
                  </a:lnTo>
                  <a:lnTo>
                    <a:pt x="1062760" y="655"/>
                  </a:lnTo>
                  <a:lnTo>
                    <a:pt x="1073387" y="0"/>
                  </a:lnTo>
                  <a:lnTo>
                    <a:pt x="1084015" y="378"/>
                  </a:lnTo>
                  <a:lnTo>
                    <a:pt x="1094643" y="1708"/>
                  </a:lnTo>
                  <a:lnTo>
                    <a:pt x="1105270" y="3996"/>
                  </a:lnTo>
                  <a:lnTo>
                    <a:pt x="1115898" y="7233"/>
                  </a:lnTo>
                  <a:lnTo>
                    <a:pt x="1126525" y="11396"/>
                  </a:lnTo>
                  <a:lnTo>
                    <a:pt x="1137153" y="16442"/>
                  </a:lnTo>
                  <a:lnTo>
                    <a:pt x="1147781" y="22312"/>
                  </a:lnTo>
                  <a:lnTo>
                    <a:pt x="1158408" y="28929"/>
                  </a:lnTo>
                  <a:lnTo>
                    <a:pt x="1169036" y="36201"/>
                  </a:lnTo>
                  <a:lnTo>
                    <a:pt x="1179663" y="44033"/>
                  </a:lnTo>
                  <a:lnTo>
                    <a:pt x="1190291" y="52349"/>
                  </a:lnTo>
                  <a:lnTo>
                    <a:pt x="1200919" y="60994"/>
                  </a:lnTo>
                  <a:lnTo>
                    <a:pt x="1211546" y="69891"/>
                  </a:lnTo>
                  <a:lnTo>
                    <a:pt x="1222174" y="78982"/>
                  </a:lnTo>
                  <a:lnTo>
                    <a:pt x="1232801" y="88240"/>
                  </a:lnTo>
                  <a:lnTo>
                    <a:pt x="1243429" y="97661"/>
                  </a:lnTo>
                  <a:lnTo>
                    <a:pt x="1254057" y="107267"/>
                  </a:lnTo>
                  <a:lnTo>
                    <a:pt x="1264684" y="117105"/>
                  </a:lnTo>
                  <a:lnTo>
                    <a:pt x="1275312" y="127238"/>
                  </a:lnTo>
                  <a:lnTo>
                    <a:pt x="1285939" y="137743"/>
                  </a:lnTo>
                  <a:lnTo>
                    <a:pt x="1296567" y="148756"/>
                  </a:lnTo>
                  <a:lnTo>
                    <a:pt x="1307195" y="160299"/>
                  </a:lnTo>
                  <a:lnTo>
                    <a:pt x="1317822" y="172417"/>
                  </a:lnTo>
                  <a:lnTo>
                    <a:pt x="1328450" y="185137"/>
                  </a:lnTo>
                  <a:lnTo>
                    <a:pt x="1339077" y="198458"/>
                  </a:lnTo>
                  <a:lnTo>
                    <a:pt x="1349705" y="212360"/>
                  </a:lnTo>
                  <a:lnTo>
                    <a:pt x="1360333" y="226794"/>
                  </a:lnTo>
                  <a:lnTo>
                    <a:pt x="1370960" y="241697"/>
                  </a:lnTo>
                  <a:lnTo>
                    <a:pt x="1381588" y="256987"/>
                  </a:lnTo>
                  <a:lnTo>
                    <a:pt x="1392215" y="272575"/>
                  </a:lnTo>
                  <a:lnTo>
                    <a:pt x="1402843" y="288372"/>
                  </a:lnTo>
                  <a:lnTo>
                    <a:pt x="1413471" y="304253"/>
                  </a:lnTo>
                  <a:lnTo>
                    <a:pt x="1424098" y="320130"/>
                  </a:lnTo>
                  <a:lnTo>
                    <a:pt x="1434726" y="335929"/>
                  </a:lnTo>
                  <a:lnTo>
                    <a:pt x="1445354" y="351582"/>
                  </a:lnTo>
                  <a:lnTo>
                    <a:pt x="1455981" y="367033"/>
                  </a:lnTo>
                  <a:lnTo>
                    <a:pt x="1466609" y="382232"/>
                  </a:lnTo>
                  <a:lnTo>
                    <a:pt x="1477236" y="397135"/>
                  </a:lnTo>
                  <a:lnTo>
                    <a:pt x="1487864" y="411702"/>
                  </a:lnTo>
                  <a:lnTo>
                    <a:pt x="1498492" y="425895"/>
                  </a:lnTo>
                  <a:lnTo>
                    <a:pt x="1509119" y="439619"/>
                  </a:lnTo>
                  <a:lnTo>
                    <a:pt x="1519747" y="452885"/>
                  </a:lnTo>
                  <a:lnTo>
                    <a:pt x="1530374" y="465658"/>
                  </a:lnTo>
                  <a:lnTo>
                    <a:pt x="1541002" y="477910"/>
                  </a:lnTo>
                  <a:lnTo>
                    <a:pt x="1551630" y="489618"/>
                  </a:lnTo>
                  <a:lnTo>
                    <a:pt x="1562257" y="500769"/>
                  </a:lnTo>
                  <a:lnTo>
                    <a:pt x="1572885" y="511360"/>
                  </a:lnTo>
                  <a:lnTo>
                    <a:pt x="1583512" y="521401"/>
                  </a:lnTo>
                  <a:lnTo>
                    <a:pt x="1594140" y="530912"/>
                  </a:lnTo>
                  <a:lnTo>
                    <a:pt x="1604768" y="539922"/>
                  </a:lnTo>
                  <a:lnTo>
                    <a:pt x="1615395" y="548417"/>
                  </a:lnTo>
                  <a:lnTo>
                    <a:pt x="1626023" y="556497"/>
                  </a:lnTo>
                  <a:lnTo>
                    <a:pt x="1636650" y="564200"/>
                  </a:lnTo>
                  <a:lnTo>
                    <a:pt x="1647278" y="571557"/>
                  </a:lnTo>
                  <a:lnTo>
                    <a:pt x="1657906" y="578591"/>
                  </a:lnTo>
                  <a:lnTo>
                    <a:pt x="1668533" y="585316"/>
                  </a:lnTo>
                  <a:lnTo>
                    <a:pt x="1679161" y="591738"/>
                  </a:lnTo>
                  <a:lnTo>
                    <a:pt x="1689788" y="597856"/>
                  </a:lnTo>
                  <a:lnTo>
                    <a:pt x="1700416" y="603663"/>
                  </a:lnTo>
                  <a:lnTo>
                    <a:pt x="1711044" y="609149"/>
                  </a:lnTo>
                  <a:lnTo>
                    <a:pt x="1721671" y="614267"/>
                  </a:lnTo>
                  <a:lnTo>
                    <a:pt x="1732299" y="619049"/>
                  </a:lnTo>
                  <a:lnTo>
                    <a:pt x="1742926" y="623500"/>
                  </a:lnTo>
                  <a:lnTo>
                    <a:pt x="1753554" y="627628"/>
                  </a:lnTo>
                  <a:lnTo>
                    <a:pt x="1764182" y="631448"/>
                  </a:lnTo>
                  <a:lnTo>
                    <a:pt x="1774809" y="634979"/>
                  </a:lnTo>
                  <a:lnTo>
                    <a:pt x="1785437" y="638244"/>
                  </a:lnTo>
                  <a:lnTo>
                    <a:pt x="1796064" y="641265"/>
                  </a:lnTo>
                  <a:lnTo>
                    <a:pt x="1806692" y="644066"/>
                  </a:lnTo>
                  <a:lnTo>
                    <a:pt x="1817320" y="646668"/>
                  </a:lnTo>
                  <a:lnTo>
                    <a:pt x="1827947" y="649071"/>
                  </a:lnTo>
                  <a:lnTo>
                    <a:pt x="1838575" y="651309"/>
                  </a:lnTo>
                  <a:lnTo>
                    <a:pt x="1849202" y="653393"/>
                  </a:lnTo>
                  <a:lnTo>
                    <a:pt x="1859830" y="655329"/>
                  </a:lnTo>
                  <a:lnTo>
                    <a:pt x="1870458" y="657122"/>
                  </a:lnTo>
                  <a:lnTo>
                    <a:pt x="1881085" y="658774"/>
                  </a:lnTo>
                  <a:lnTo>
                    <a:pt x="1891713" y="660289"/>
                  </a:lnTo>
                  <a:lnTo>
                    <a:pt x="1902340" y="661670"/>
                  </a:lnTo>
                  <a:lnTo>
                    <a:pt x="1912968" y="662922"/>
                  </a:lnTo>
                  <a:lnTo>
                    <a:pt x="1923596" y="664051"/>
                  </a:lnTo>
                  <a:lnTo>
                    <a:pt x="1934223" y="665053"/>
                  </a:lnTo>
                  <a:lnTo>
                    <a:pt x="1944851" y="665951"/>
                  </a:lnTo>
                  <a:lnTo>
                    <a:pt x="1955478" y="666757"/>
                  </a:lnTo>
                  <a:lnTo>
                    <a:pt x="1966106" y="667484"/>
                  </a:lnTo>
                  <a:lnTo>
                    <a:pt x="1976734" y="668144"/>
                  </a:lnTo>
                  <a:lnTo>
                    <a:pt x="1987361" y="668747"/>
                  </a:lnTo>
                  <a:lnTo>
                    <a:pt x="1997989" y="669304"/>
                  </a:lnTo>
                  <a:lnTo>
                    <a:pt x="2008616" y="669824"/>
                  </a:lnTo>
                  <a:lnTo>
                    <a:pt x="2019244" y="670314"/>
                  </a:lnTo>
                  <a:lnTo>
                    <a:pt x="2029872" y="670780"/>
                  </a:lnTo>
                  <a:lnTo>
                    <a:pt x="2040499" y="671224"/>
                  </a:lnTo>
                  <a:lnTo>
                    <a:pt x="2051127" y="671651"/>
                  </a:lnTo>
                  <a:lnTo>
                    <a:pt x="2061754" y="672059"/>
                  </a:lnTo>
                  <a:lnTo>
                    <a:pt x="2072382" y="672450"/>
                  </a:lnTo>
                  <a:lnTo>
                    <a:pt x="2083010" y="672822"/>
                  </a:lnTo>
                  <a:lnTo>
                    <a:pt x="2083010" y="675731"/>
                  </a:lnTo>
                  <a:lnTo>
                    <a:pt x="2072382" y="675731"/>
                  </a:lnTo>
                  <a:lnTo>
                    <a:pt x="2061754" y="675731"/>
                  </a:lnTo>
                  <a:lnTo>
                    <a:pt x="2051127" y="675731"/>
                  </a:lnTo>
                  <a:lnTo>
                    <a:pt x="2040499" y="675731"/>
                  </a:lnTo>
                  <a:lnTo>
                    <a:pt x="2029872" y="675731"/>
                  </a:lnTo>
                  <a:lnTo>
                    <a:pt x="2019244" y="675731"/>
                  </a:lnTo>
                  <a:lnTo>
                    <a:pt x="2008616" y="675731"/>
                  </a:lnTo>
                  <a:lnTo>
                    <a:pt x="1997989" y="675731"/>
                  </a:lnTo>
                  <a:lnTo>
                    <a:pt x="1987361" y="675731"/>
                  </a:lnTo>
                  <a:lnTo>
                    <a:pt x="1976734" y="675731"/>
                  </a:lnTo>
                  <a:lnTo>
                    <a:pt x="1966106" y="675731"/>
                  </a:lnTo>
                  <a:lnTo>
                    <a:pt x="1955478" y="675731"/>
                  </a:lnTo>
                  <a:lnTo>
                    <a:pt x="1944851" y="675731"/>
                  </a:lnTo>
                  <a:lnTo>
                    <a:pt x="1934223" y="675731"/>
                  </a:lnTo>
                  <a:lnTo>
                    <a:pt x="1923596" y="675731"/>
                  </a:lnTo>
                  <a:lnTo>
                    <a:pt x="1912968" y="675731"/>
                  </a:lnTo>
                  <a:lnTo>
                    <a:pt x="1902340" y="675731"/>
                  </a:lnTo>
                  <a:lnTo>
                    <a:pt x="1891713" y="675731"/>
                  </a:lnTo>
                  <a:lnTo>
                    <a:pt x="1881085" y="675731"/>
                  </a:lnTo>
                  <a:lnTo>
                    <a:pt x="1870458" y="675731"/>
                  </a:lnTo>
                  <a:lnTo>
                    <a:pt x="1859830" y="675731"/>
                  </a:lnTo>
                  <a:lnTo>
                    <a:pt x="1849202" y="675731"/>
                  </a:lnTo>
                  <a:lnTo>
                    <a:pt x="1838575" y="675731"/>
                  </a:lnTo>
                  <a:lnTo>
                    <a:pt x="1827947" y="675731"/>
                  </a:lnTo>
                  <a:lnTo>
                    <a:pt x="1817320" y="675731"/>
                  </a:lnTo>
                  <a:lnTo>
                    <a:pt x="1806692" y="675731"/>
                  </a:lnTo>
                  <a:lnTo>
                    <a:pt x="1796064" y="675731"/>
                  </a:lnTo>
                  <a:lnTo>
                    <a:pt x="1785437" y="675731"/>
                  </a:lnTo>
                  <a:lnTo>
                    <a:pt x="1774809" y="675731"/>
                  </a:lnTo>
                  <a:lnTo>
                    <a:pt x="1764182" y="675731"/>
                  </a:lnTo>
                  <a:lnTo>
                    <a:pt x="1753554" y="675731"/>
                  </a:lnTo>
                  <a:lnTo>
                    <a:pt x="1742926" y="675731"/>
                  </a:lnTo>
                  <a:lnTo>
                    <a:pt x="1732299" y="675731"/>
                  </a:lnTo>
                  <a:lnTo>
                    <a:pt x="1721671" y="675731"/>
                  </a:lnTo>
                  <a:lnTo>
                    <a:pt x="1711044" y="675731"/>
                  </a:lnTo>
                  <a:lnTo>
                    <a:pt x="1700416" y="675731"/>
                  </a:lnTo>
                  <a:lnTo>
                    <a:pt x="1689788" y="675731"/>
                  </a:lnTo>
                  <a:lnTo>
                    <a:pt x="1679161" y="675731"/>
                  </a:lnTo>
                  <a:lnTo>
                    <a:pt x="1668533" y="675731"/>
                  </a:lnTo>
                  <a:lnTo>
                    <a:pt x="1657906" y="675731"/>
                  </a:lnTo>
                  <a:lnTo>
                    <a:pt x="1647278" y="675731"/>
                  </a:lnTo>
                  <a:lnTo>
                    <a:pt x="1636650" y="675731"/>
                  </a:lnTo>
                  <a:lnTo>
                    <a:pt x="1626023" y="675731"/>
                  </a:lnTo>
                  <a:lnTo>
                    <a:pt x="1615395" y="675731"/>
                  </a:lnTo>
                  <a:lnTo>
                    <a:pt x="1604768" y="675731"/>
                  </a:lnTo>
                  <a:lnTo>
                    <a:pt x="1594140" y="675731"/>
                  </a:lnTo>
                  <a:lnTo>
                    <a:pt x="1583512" y="675731"/>
                  </a:lnTo>
                  <a:lnTo>
                    <a:pt x="1572885" y="675731"/>
                  </a:lnTo>
                  <a:lnTo>
                    <a:pt x="1562257" y="675731"/>
                  </a:lnTo>
                  <a:lnTo>
                    <a:pt x="1551630" y="675731"/>
                  </a:lnTo>
                  <a:lnTo>
                    <a:pt x="1541002" y="675731"/>
                  </a:lnTo>
                  <a:lnTo>
                    <a:pt x="1530374" y="675731"/>
                  </a:lnTo>
                  <a:lnTo>
                    <a:pt x="1519747" y="675731"/>
                  </a:lnTo>
                  <a:lnTo>
                    <a:pt x="1509119" y="675731"/>
                  </a:lnTo>
                  <a:lnTo>
                    <a:pt x="1498492" y="675731"/>
                  </a:lnTo>
                  <a:lnTo>
                    <a:pt x="1487864" y="675731"/>
                  </a:lnTo>
                  <a:lnTo>
                    <a:pt x="1477236" y="675731"/>
                  </a:lnTo>
                  <a:lnTo>
                    <a:pt x="1466609" y="675731"/>
                  </a:lnTo>
                  <a:lnTo>
                    <a:pt x="1455981" y="675731"/>
                  </a:lnTo>
                  <a:lnTo>
                    <a:pt x="1445354" y="675731"/>
                  </a:lnTo>
                  <a:lnTo>
                    <a:pt x="1434726" y="675731"/>
                  </a:lnTo>
                  <a:lnTo>
                    <a:pt x="1424098" y="675731"/>
                  </a:lnTo>
                  <a:lnTo>
                    <a:pt x="1413471" y="675731"/>
                  </a:lnTo>
                  <a:lnTo>
                    <a:pt x="1402843" y="675731"/>
                  </a:lnTo>
                  <a:lnTo>
                    <a:pt x="1392215" y="675731"/>
                  </a:lnTo>
                  <a:lnTo>
                    <a:pt x="1381588" y="675731"/>
                  </a:lnTo>
                  <a:lnTo>
                    <a:pt x="1370960" y="675731"/>
                  </a:lnTo>
                  <a:lnTo>
                    <a:pt x="1360333" y="675731"/>
                  </a:lnTo>
                  <a:lnTo>
                    <a:pt x="1349705" y="675731"/>
                  </a:lnTo>
                  <a:lnTo>
                    <a:pt x="1339077" y="675731"/>
                  </a:lnTo>
                  <a:lnTo>
                    <a:pt x="1328450" y="675731"/>
                  </a:lnTo>
                  <a:lnTo>
                    <a:pt x="1317822" y="675731"/>
                  </a:lnTo>
                  <a:lnTo>
                    <a:pt x="1307195" y="675731"/>
                  </a:lnTo>
                  <a:lnTo>
                    <a:pt x="1296567" y="675731"/>
                  </a:lnTo>
                  <a:lnTo>
                    <a:pt x="1285939" y="675731"/>
                  </a:lnTo>
                  <a:lnTo>
                    <a:pt x="1275312" y="675731"/>
                  </a:lnTo>
                  <a:lnTo>
                    <a:pt x="1264684" y="675731"/>
                  </a:lnTo>
                  <a:lnTo>
                    <a:pt x="1254057" y="675731"/>
                  </a:lnTo>
                  <a:lnTo>
                    <a:pt x="1243429" y="675731"/>
                  </a:lnTo>
                  <a:lnTo>
                    <a:pt x="1232801" y="675731"/>
                  </a:lnTo>
                  <a:lnTo>
                    <a:pt x="1222174" y="675731"/>
                  </a:lnTo>
                  <a:lnTo>
                    <a:pt x="1211546" y="675731"/>
                  </a:lnTo>
                  <a:lnTo>
                    <a:pt x="1200919" y="675731"/>
                  </a:lnTo>
                  <a:lnTo>
                    <a:pt x="1190291" y="675731"/>
                  </a:lnTo>
                  <a:lnTo>
                    <a:pt x="1179663" y="675731"/>
                  </a:lnTo>
                  <a:lnTo>
                    <a:pt x="1169036" y="675731"/>
                  </a:lnTo>
                  <a:lnTo>
                    <a:pt x="1158408" y="675731"/>
                  </a:lnTo>
                  <a:lnTo>
                    <a:pt x="1147781" y="675731"/>
                  </a:lnTo>
                  <a:lnTo>
                    <a:pt x="1137153" y="675731"/>
                  </a:lnTo>
                  <a:lnTo>
                    <a:pt x="1126525" y="675731"/>
                  </a:lnTo>
                  <a:lnTo>
                    <a:pt x="1115898" y="675731"/>
                  </a:lnTo>
                  <a:lnTo>
                    <a:pt x="1105270" y="675731"/>
                  </a:lnTo>
                  <a:lnTo>
                    <a:pt x="1094643" y="675731"/>
                  </a:lnTo>
                  <a:lnTo>
                    <a:pt x="1084015" y="675731"/>
                  </a:lnTo>
                  <a:lnTo>
                    <a:pt x="1073387" y="675731"/>
                  </a:lnTo>
                  <a:lnTo>
                    <a:pt x="1062760" y="675731"/>
                  </a:lnTo>
                  <a:lnTo>
                    <a:pt x="1052132" y="675731"/>
                  </a:lnTo>
                  <a:lnTo>
                    <a:pt x="1041505" y="675731"/>
                  </a:lnTo>
                  <a:lnTo>
                    <a:pt x="1030877" y="675731"/>
                  </a:lnTo>
                  <a:lnTo>
                    <a:pt x="1020249" y="675731"/>
                  </a:lnTo>
                  <a:lnTo>
                    <a:pt x="1009622" y="675731"/>
                  </a:lnTo>
                  <a:lnTo>
                    <a:pt x="998994" y="675731"/>
                  </a:lnTo>
                  <a:lnTo>
                    <a:pt x="988367" y="675731"/>
                  </a:lnTo>
                  <a:lnTo>
                    <a:pt x="977739" y="675731"/>
                  </a:lnTo>
                  <a:lnTo>
                    <a:pt x="967111" y="675731"/>
                  </a:lnTo>
                  <a:lnTo>
                    <a:pt x="956484" y="675731"/>
                  </a:lnTo>
                  <a:lnTo>
                    <a:pt x="945856" y="675731"/>
                  </a:lnTo>
                  <a:lnTo>
                    <a:pt x="935229" y="675731"/>
                  </a:lnTo>
                  <a:lnTo>
                    <a:pt x="924601" y="675731"/>
                  </a:lnTo>
                  <a:lnTo>
                    <a:pt x="913973" y="675731"/>
                  </a:lnTo>
                  <a:lnTo>
                    <a:pt x="903346" y="675731"/>
                  </a:lnTo>
                  <a:lnTo>
                    <a:pt x="892718" y="675731"/>
                  </a:lnTo>
                  <a:lnTo>
                    <a:pt x="882091" y="675731"/>
                  </a:lnTo>
                  <a:lnTo>
                    <a:pt x="871463" y="675731"/>
                  </a:lnTo>
                  <a:lnTo>
                    <a:pt x="860835" y="675731"/>
                  </a:lnTo>
                  <a:lnTo>
                    <a:pt x="850208" y="675731"/>
                  </a:lnTo>
                  <a:lnTo>
                    <a:pt x="839580" y="675731"/>
                  </a:lnTo>
                  <a:lnTo>
                    <a:pt x="828953" y="675731"/>
                  </a:lnTo>
                  <a:lnTo>
                    <a:pt x="818325" y="675731"/>
                  </a:lnTo>
                  <a:lnTo>
                    <a:pt x="807697" y="675731"/>
                  </a:lnTo>
                  <a:lnTo>
                    <a:pt x="797070" y="675731"/>
                  </a:lnTo>
                  <a:lnTo>
                    <a:pt x="786442" y="675731"/>
                  </a:lnTo>
                  <a:lnTo>
                    <a:pt x="775815" y="675731"/>
                  </a:lnTo>
                  <a:lnTo>
                    <a:pt x="765187" y="675731"/>
                  </a:lnTo>
                  <a:lnTo>
                    <a:pt x="754559" y="675731"/>
                  </a:lnTo>
                  <a:lnTo>
                    <a:pt x="743932" y="675731"/>
                  </a:lnTo>
                  <a:lnTo>
                    <a:pt x="733304" y="675731"/>
                  </a:lnTo>
                  <a:lnTo>
                    <a:pt x="722677" y="675731"/>
                  </a:lnTo>
                  <a:lnTo>
                    <a:pt x="712049" y="675731"/>
                  </a:lnTo>
                  <a:lnTo>
                    <a:pt x="701421" y="675731"/>
                  </a:lnTo>
                  <a:lnTo>
                    <a:pt x="690794" y="675731"/>
                  </a:lnTo>
                  <a:lnTo>
                    <a:pt x="680166" y="675731"/>
                  </a:lnTo>
                  <a:lnTo>
                    <a:pt x="669538" y="675731"/>
                  </a:lnTo>
                  <a:lnTo>
                    <a:pt x="658911" y="675731"/>
                  </a:lnTo>
                  <a:lnTo>
                    <a:pt x="648283" y="675731"/>
                  </a:lnTo>
                  <a:lnTo>
                    <a:pt x="637656" y="675731"/>
                  </a:lnTo>
                  <a:lnTo>
                    <a:pt x="627028" y="675731"/>
                  </a:lnTo>
                  <a:lnTo>
                    <a:pt x="616400" y="675731"/>
                  </a:lnTo>
                  <a:lnTo>
                    <a:pt x="605773" y="675731"/>
                  </a:lnTo>
                  <a:lnTo>
                    <a:pt x="595145" y="675731"/>
                  </a:lnTo>
                  <a:lnTo>
                    <a:pt x="584518" y="675731"/>
                  </a:lnTo>
                  <a:lnTo>
                    <a:pt x="573890" y="675731"/>
                  </a:lnTo>
                  <a:lnTo>
                    <a:pt x="563262" y="675731"/>
                  </a:lnTo>
                  <a:lnTo>
                    <a:pt x="552635" y="675731"/>
                  </a:lnTo>
                  <a:lnTo>
                    <a:pt x="542007" y="675731"/>
                  </a:lnTo>
                  <a:lnTo>
                    <a:pt x="531380" y="675731"/>
                  </a:lnTo>
                  <a:lnTo>
                    <a:pt x="520752" y="675731"/>
                  </a:lnTo>
                  <a:lnTo>
                    <a:pt x="510124" y="675731"/>
                  </a:lnTo>
                  <a:lnTo>
                    <a:pt x="499497" y="675731"/>
                  </a:lnTo>
                  <a:lnTo>
                    <a:pt x="488869" y="675731"/>
                  </a:lnTo>
                  <a:lnTo>
                    <a:pt x="478242" y="675731"/>
                  </a:lnTo>
                  <a:lnTo>
                    <a:pt x="467614" y="675731"/>
                  </a:lnTo>
                  <a:lnTo>
                    <a:pt x="456986" y="675731"/>
                  </a:lnTo>
                  <a:lnTo>
                    <a:pt x="446359" y="675731"/>
                  </a:lnTo>
                  <a:lnTo>
                    <a:pt x="435731" y="675731"/>
                  </a:lnTo>
                  <a:lnTo>
                    <a:pt x="425104" y="675731"/>
                  </a:lnTo>
                  <a:lnTo>
                    <a:pt x="414476" y="675731"/>
                  </a:lnTo>
                  <a:lnTo>
                    <a:pt x="403848" y="675731"/>
                  </a:lnTo>
                  <a:lnTo>
                    <a:pt x="393221" y="675731"/>
                  </a:lnTo>
                  <a:lnTo>
                    <a:pt x="382593" y="675731"/>
                  </a:lnTo>
                  <a:lnTo>
                    <a:pt x="371966" y="675731"/>
                  </a:lnTo>
                  <a:lnTo>
                    <a:pt x="361338" y="675731"/>
                  </a:lnTo>
                  <a:lnTo>
                    <a:pt x="350710" y="675731"/>
                  </a:lnTo>
                  <a:lnTo>
                    <a:pt x="340083" y="675731"/>
                  </a:lnTo>
                  <a:lnTo>
                    <a:pt x="329455" y="675731"/>
                  </a:lnTo>
                  <a:lnTo>
                    <a:pt x="318828" y="675731"/>
                  </a:lnTo>
                  <a:lnTo>
                    <a:pt x="308200" y="675731"/>
                  </a:lnTo>
                  <a:lnTo>
                    <a:pt x="297572" y="675731"/>
                  </a:lnTo>
                  <a:lnTo>
                    <a:pt x="286945" y="675731"/>
                  </a:lnTo>
                  <a:lnTo>
                    <a:pt x="276317" y="675731"/>
                  </a:lnTo>
                  <a:lnTo>
                    <a:pt x="265690" y="675731"/>
                  </a:lnTo>
                  <a:lnTo>
                    <a:pt x="255062" y="675731"/>
                  </a:lnTo>
                  <a:lnTo>
                    <a:pt x="244434" y="675731"/>
                  </a:lnTo>
                  <a:lnTo>
                    <a:pt x="233807" y="675731"/>
                  </a:lnTo>
                  <a:lnTo>
                    <a:pt x="223179" y="675731"/>
                  </a:lnTo>
                  <a:lnTo>
                    <a:pt x="212552" y="675731"/>
                  </a:lnTo>
                  <a:lnTo>
                    <a:pt x="201924" y="675731"/>
                  </a:lnTo>
                  <a:lnTo>
                    <a:pt x="191296" y="675731"/>
                  </a:lnTo>
                  <a:lnTo>
                    <a:pt x="180669" y="675731"/>
                  </a:lnTo>
                  <a:lnTo>
                    <a:pt x="170041" y="675731"/>
                  </a:lnTo>
                  <a:lnTo>
                    <a:pt x="159414" y="675731"/>
                  </a:lnTo>
                  <a:lnTo>
                    <a:pt x="148786" y="675731"/>
                  </a:lnTo>
                  <a:lnTo>
                    <a:pt x="138158" y="675731"/>
                  </a:lnTo>
                  <a:lnTo>
                    <a:pt x="127531" y="675731"/>
                  </a:lnTo>
                  <a:lnTo>
                    <a:pt x="116903" y="675731"/>
                  </a:lnTo>
                  <a:lnTo>
                    <a:pt x="106276" y="675731"/>
                  </a:lnTo>
                  <a:lnTo>
                    <a:pt x="95648" y="675731"/>
                  </a:lnTo>
                  <a:lnTo>
                    <a:pt x="85020" y="675731"/>
                  </a:lnTo>
                  <a:lnTo>
                    <a:pt x="74393" y="675731"/>
                  </a:lnTo>
                  <a:lnTo>
                    <a:pt x="63765" y="675731"/>
                  </a:lnTo>
                  <a:lnTo>
                    <a:pt x="53138" y="675731"/>
                  </a:lnTo>
                  <a:lnTo>
                    <a:pt x="42510" y="675731"/>
                  </a:lnTo>
                  <a:lnTo>
                    <a:pt x="31882" y="675731"/>
                  </a:lnTo>
                  <a:lnTo>
                    <a:pt x="21255" y="675731"/>
                  </a:lnTo>
                  <a:lnTo>
                    <a:pt x="10627" y="675731"/>
                  </a:lnTo>
                  <a:lnTo>
                    <a:pt x="0" y="675731"/>
                  </a:lnTo>
                  <a:close/>
                </a:path>
              </a:pathLst>
            </a:custGeom>
            <a:solidFill>
              <a:srgbClr val="7C3AED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15531837" y="8083813"/>
              <a:ext cx="2083010" cy="672923"/>
            </a:xfrm>
            <a:custGeom>
              <a:avLst/>
              <a:pathLst>
                <a:path w="2083010" h="672923">
                  <a:moveTo>
                    <a:pt x="0" y="672923"/>
                  </a:moveTo>
                  <a:lnTo>
                    <a:pt x="10627" y="672556"/>
                  </a:lnTo>
                  <a:lnTo>
                    <a:pt x="21255" y="672140"/>
                  </a:lnTo>
                  <a:lnTo>
                    <a:pt x="31882" y="671677"/>
                  </a:lnTo>
                  <a:lnTo>
                    <a:pt x="42510" y="671166"/>
                  </a:lnTo>
                  <a:lnTo>
                    <a:pt x="53138" y="670607"/>
                  </a:lnTo>
                  <a:lnTo>
                    <a:pt x="63765" y="669999"/>
                  </a:lnTo>
                  <a:lnTo>
                    <a:pt x="74393" y="669342"/>
                  </a:lnTo>
                  <a:lnTo>
                    <a:pt x="85020" y="668637"/>
                  </a:lnTo>
                  <a:lnTo>
                    <a:pt x="95648" y="667884"/>
                  </a:lnTo>
                  <a:lnTo>
                    <a:pt x="106276" y="667082"/>
                  </a:lnTo>
                  <a:lnTo>
                    <a:pt x="116903" y="666227"/>
                  </a:lnTo>
                  <a:lnTo>
                    <a:pt x="127531" y="665314"/>
                  </a:lnTo>
                  <a:lnTo>
                    <a:pt x="138158" y="664344"/>
                  </a:lnTo>
                  <a:lnTo>
                    <a:pt x="148786" y="663310"/>
                  </a:lnTo>
                  <a:lnTo>
                    <a:pt x="159414" y="662204"/>
                  </a:lnTo>
                  <a:lnTo>
                    <a:pt x="170041" y="661017"/>
                  </a:lnTo>
                  <a:lnTo>
                    <a:pt x="180669" y="659737"/>
                  </a:lnTo>
                  <a:lnTo>
                    <a:pt x="191296" y="658353"/>
                  </a:lnTo>
                  <a:lnTo>
                    <a:pt x="201924" y="656851"/>
                  </a:lnTo>
                  <a:lnTo>
                    <a:pt x="212552" y="655218"/>
                  </a:lnTo>
                  <a:lnTo>
                    <a:pt x="223179" y="653433"/>
                  </a:lnTo>
                  <a:lnTo>
                    <a:pt x="233807" y="651476"/>
                  </a:lnTo>
                  <a:lnTo>
                    <a:pt x="244434" y="649348"/>
                  </a:lnTo>
                  <a:lnTo>
                    <a:pt x="255062" y="647041"/>
                  </a:lnTo>
                  <a:lnTo>
                    <a:pt x="265690" y="644551"/>
                  </a:lnTo>
                  <a:lnTo>
                    <a:pt x="276317" y="641875"/>
                  </a:lnTo>
                  <a:lnTo>
                    <a:pt x="286945" y="639015"/>
                  </a:lnTo>
                  <a:lnTo>
                    <a:pt x="297572" y="635975"/>
                  </a:lnTo>
                  <a:lnTo>
                    <a:pt x="308200" y="632761"/>
                  </a:lnTo>
                  <a:lnTo>
                    <a:pt x="318828" y="629380"/>
                  </a:lnTo>
                  <a:lnTo>
                    <a:pt x="329455" y="625832"/>
                  </a:lnTo>
                  <a:lnTo>
                    <a:pt x="340083" y="622116"/>
                  </a:lnTo>
                  <a:lnTo>
                    <a:pt x="350710" y="618241"/>
                  </a:lnTo>
                  <a:lnTo>
                    <a:pt x="361338" y="614197"/>
                  </a:lnTo>
                  <a:lnTo>
                    <a:pt x="371966" y="609966"/>
                  </a:lnTo>
                  <a:lnTo>
                    <a:pt x="382593" y="605521"/>
                  </a:lnTo>
                  <a:lnTo>
                    <a:pt x="393221" y="600828"/>
                  </a:lnTo>
                  <a:lnTo>
                    <a:pt x="403848" y="595849"/>
                  </a:lnTo>
                  <a:lnTo>
                    <a:pt x="414476" y="590541"/>
                  </a:lnTo>
                  <a:lnTo>
                    <a:pt x="425104" y="584862"/>
                  </a:lnTo>
                  <a:lnTo>
                    <a:pt x="435731" y="578755"/>
                  </a:lnTo>
                  <a:lnTo>
                    <a:pt x="446359" y="572169"/>
                  </a:lnTo>
                  <a:lnTo>
                    <a:pt x="456986" y="565124"/>
                  </a:lnTo>
                  <a:lnTo>
                    <a:pt x="467614" y="557623"/>
                  </a:lnTo>
                  <a:lnTo>
                    <a:pt x="478242" y="549680"/>
                  </a:lnTo>
                  <a:lnTo>
                    <a:pt x="488869" y="541325"/>
                  </a:lnTo>
                  <a:lnTo>
                    <a:pt x="499497" y="532596"/>
                  </a:lnTo>
                  <a:lnTo>
                    <a:pt x="510124" y="523541"/>
                  </a:lnTo>
                  <a:lnTo>
                    <a:pt x="520752" y="514210"/>
                  </a:lnTo>
                  <a:lnTo>
                    <a:pt x="531380" y="504653"/>
                  </a:lnTo>
                  <a:lnTo>
                    <a:pt x="542007" y="494912"/>
                  </a:lnTo>
                  <a:lnTo>
                    <a:pt x="552635" y="485025"/>
                  </a:lnTo>
                  <a:lnTo>
                    <a:pt x="563262" y="475035"/>
                  </a:lnTo>
                  <a:lnTo>
                    <a:pt x="573890" y="464961"/>
                  </a:lnTo>
                  <a:lnTo>
                    <a:pt x="584518" y="454812"/>
                  </a:lnTo>
                  <a:lnTo>
                    <a:pt x="595145" y="444594"/>
                  </a:lnTo>
                  <a:lnTo>
                    <a:pt x="605773" y="434305"/>
                  </a:lnTo>
                  <a:lnTo>
                    <a:pt x="616400" y="423944"/>
                  </a:lnTo>
                  <a:lnTo>
                    <a:pt x="627028" y="413507"/>
                  </a:lnTo>
                  <a:lnTo>
                    <a:pt x="637656" y="402990"/>
                  </a:lnTo>
                  <a:lnTo>
                    <a:pt x="648283" y="392387"/>
                  </a:lnTo>
                  <a:lnTo>
                    <a:pt x="658911" y="381688"/>
                  </a:lnTo>
                  <a:lnTo>
                    <a:pt x="669538" y="370894"/>
                  </a:lnTo>
                  <a:lnTo>
                    <a:pt x="680166" y="359998"/>
                  </a:lnTo>
                  <a:lnTo>
                    <a:pt x="690794" y="348987"/>
                  </a:lnTo>
                  <a:lnTo>
                    <a:pt x="701421" y="337849"/>
                  </a:lnTo>
                  <a:lnTo>
                    <a:pt x="712049" y="326567"/>
                  </a:lnTo>
                  <a:lnTo>
                    <a:pt x="722677" y="315125"/>
                  </a:lnTo>
                  <a:lnTo>
                    <a:pt x="733304" y="303505"/>
                  </a:lnTo>
                  <a:lnTo>
                    <a:pt x="743932" y="291693"/>
                  </a:lnTo>
                  <a:lnTo>
                    <a:pt x="754559" y="279672"/>
                  </a:lnTo>
                  <a:lnTo>
                    <a:pt x="765187" y="267423"/>
                  </a:lnTo>
                  <a:lnTo>
                    <a:pt x="775815" y="254972"/>
                  </a:lnTo>
                  <a:lnTo>
                    <a:pt x="786442" y="242334"/>
                  </a:lnTo>
                  <a:lnTo>
                    <a:pt x="797070" y="229532"/>
                  </a:lnTo>
                  <a:lnTo>
                    <a:pt x="807697" y="216600"/>
                  </a:lnTo>
                  <a:lnTo>
                    <a:pt x="818325" y="203580"/>
                  </a:lnTo>
                  <a:lnTo>
                    <a:pt x="828953" y="190520"/>
                  </a:lnTo>
                  <a:lnTo>
                    <a:pt x="839580" y="177475"/>
                  </a:lnTo>
                  <a:lnTo>
                    <a:pt x="850208" y="164506"/>
                  </a:lnTo>
                  <a:lnTo>
                    <a:pt x="860835" y="151680"/>
                  </a:lnTo>
                  <a:lnTo>
                    <a:pt x="871463" y="139085"/>
                  </a:lnTo>
                  <a:lnTo>
                    <a:pt x="882091" y="126768"/>
                  </a:lnTo>
                  <a:lnTo>
                    <a:pt x="892718" y="114783"/>
                  </a:lnTo>
                  <a:lnTo>
                    <a:pt x="903346" y="103181"/>
                  </a:lnTo>
                  <a:lnTo>
                    <a:pt x="913973" y="92010"/>
                  </a:lnTo>
                  <a:lnTo>
                    <a:pt x="924601" y="81308"/>
                  </a:lnTo>
                  <a:lnTo>
                    <a:pt x="935229" y="71115"/>
                  </a:lnTo>
                  <a:lnTo>
                    <a:pt x="945856" y="61463"/>
                  </a:lnTo>
                  <a:lnTo>
                    <a:pt x="956484" y="52383"/>
                  </a:lnTo>
                  <a:lnTo>
                    <a:pt x="967111" y="43920"/>
                  </a:lnTo>
                  <a:lnTo>
                    <a:pt x="977739" y="36159"/>
                  </a:lnTo>
                  <a:lnTo>
                    <a:pt x="988367" y="29068"/>
                  </a:lnTo>
                  <a:lnTo>
                    <a:pt x="998994" y="22676"/>
                  </a:lnTo>
                  <a:lnTo>
                    <a:pt x="1009622" y="17012"/>
                  </a:lnTo>
                  <a:lnTo>
                    <a:pt x="1020249" y="12105"/>
                  </a:lnTo>
                  <a:lnTo>
                    <a:pt x="1030877" y="7986"/>
                  </a:lnTo>
                  <a:lnTo>
                    <a:pt x="1041505" y="4685"/>
                  </a:lnTo>
                  <a:lnTo>
                    <a:pt x="1052132" y="2231"/>
                  </a:lnTo>
                  <a:lnTo>
                    <a:pt x="1062760" y="655"/>
                  </a:lnTo>
                  <a:lnTo>
                    <a:pt x="1073387" y="0"/>
                  </a:lnTo>
                  <a:lnTo>
                    <a:pt x="1084015" y="378"/>
                  </a:lnTo>
                  <a:lnTo>
                    <a:pt x="1094643" y="1708"/>
                  </a:lnTo>
                  <a:lnTo>
                    <a:pt x="1105270" y="3996"/>
                  </a:lnTo>
                  <a:lnTo>
                    <a:pt x="1115898" y="7233"/>
                  </a:lnTo>
                  <a:lnTo>
                    <a:pt x="1126525" y="11396"/>
                  </a:lnTo>
                  <a:lnTo>
                    <a:pt x="1137153" y="16442"/>
                  </a:lnTo>
                  <a:lnTo>
                    <a:pt x="1147781" y="22312"/>
                  </a:lnTo>
                  <a:lnTo>
                    <a:pt x="1158408" y="28929"/>
                  </a:lnTo>
                  <a:lnTo>
                    <a:pt x="1169036" y="36201"/>
                  </a:lnTo>
                  <a:lnTo>
                    <a:pt x="1179663" y="44033"/>
                  </a:lnTo>
                  <a:lnTo>
                    <a:pt x="1190291" y="52349"/>
                  </a:lnTo>
                  <a:lnTo>
                    <a:pt x="1200919" y="60994"/>
                  </a:lnTo>
                  <a:lnTo>
                    <a:pt x="1211546" y="69891"/>
                  </a:lnTo>
                  <a:lnTo>
                    <a:pt x="1222174" y="78982"/>
                  </a:lnTo>
                  <a:lnTo>
                    <a:pt x="1232801" y="88240"/>
                  </a:lnTo>
                  <a:lnTo>
                    <a:pt x="1243429" y="97661"/>
                  </a:lnTo>
                  <a:lnTo>
                    <a:pt x="1254057" y="107267"/>
                  </a:lnTo>
                  <a:lnTo>
                    <a:pt x="1264684" y="117105"/>
                  </a:lnTo>
                  <a:lnTo>
                    <a:pt x="1275312" y="127238"/>
                  </a:lnTo>
                  <a:lnTo>
                    <a:pt x="1285939" y="137743"/>
                  </a:lnTo>
                  <a:lnTo>
                    <a:pt x="1296567" y="148756"/>
                  </a:lnTo>
                  <a:lnTo>
                    <a:pt x="1307195" y="160299"/>
                  </a:lnTo>
                  <a:lnTo>
                    <a:pt x="1317822" y="172417"/>
                  </a:lnTo>
                  <a:lnTo>
                    <a:pt x="1328450" y="185137"/>
                  </a:lnTo>
                  <a:lnTo>
                    <a:pt x="1339077" y="198458"/>
                  </a:lnTo>
                  <a:lnTo>
                    <a:pt x="1349705" y="212360"/>
                  </a:lnTo>
                  <a:lnTo>
                    <a:pt x="1360333" y="226794"/>
                  </a:lnTo>
                  <a:lnTo>
                    <a:pt x="1370960" y="241697"/>
                  </a:lnTo>
                  <a:lnTo>
                    <a:pt x="1381588" y="256987"/>
                  </a:lnTo>
                  <a:lnTo>
                    <a:pt x="1392215" y="272575"/>
                  </a:lnTo>
                  <a:lnTo>
                    <a:pt x="1402843" y="288372"/>
                  </a:lnTo>
                  <a:lnTo>
                    <a:pt x="1413471" y="304253"/>
                  </a:lnTo>
                  <a:lnTo>
                    <a:pt x="1424098" y="320130"/>
                  </a:lnTo>
                  <a:lnTo>
                    <a:pt x="1434726" y="335929"/>
                  </a:lnTo>
                  <a:lnTo>
                    <a:pt x="1445354" y="351582"/>
                  </a:lnTo>
                  <a:lnTo>
                    <a:pt x="1455981" y="367033"/>
                  </a:lnTo>
                  <a:lnTo>
                    <a:pt x="1466609" y="382232"/>
                  </a:lnTo>
                  <a:lnTo>
                    <a:pt x="1477236" y="397135"/>
                  </a:lnTo>
                  <a:lnTo>
                    <a:pt x="1487864" y="411702"/>
                  </a:lnTo>
                  <a:lnTo>
                    <a:pt x="1498492" y="425895"/>
                  </a:lnTo>
                  <a:lnTo>
                    <a:pt x="1509119" y="439619"/>
                  </a:lnTo>
                  <a:lnTo>
                    <a:pt x="1519747" y="452885"/>
                  </a:lnTo>
                  <a:lnTo>
                    <a:pt x="1530374" y="465658"/>
                  </a:lnTo>
                  <a:lnTo>
                    <a:pt x="1541002" y="477910"/>
                  </a:lnTo>
                  <a:lnTo>
                    <a:pt x="1551630" y="489618"/>
                  </a:lnTo>
                  <a:lnTo>
                    <a:pt x="1562257" y="500769"/>
                  </a:lnTo>
                  <a:lnTo>
                    <a:pt x="1572885" y="511360"/>
                  </a:lnTo>
                  <a:lnTo>
                    <a:pt x="1583512" y="521401"/>
                  </a:lnTo>
                  <a:lnTo>
                    <a:pt x="1594140" y="530912"/>
                  </a:lnTo>
                  <a:lnTo>
                    <a:pt x="1604768" y="539922"/>
                  </a:lnTo>
                  <a:lnTo>
                    <a:pt x="1615395" y="548417"/>
                  </a:lnTo>
                  <a:lnTo>
                    <a:pt x="1626023" y="556497"/>
                  </a:lnTo>
                  <a:lnTo>
                    <a:pt x="1636650" y="564200"/>
                  </a:lnTo>
                  <a:lnTo>
                    <a:pt x="1647278" y="571557"/>
                  </a:lnTo>
                  <a:lnTo>
                    <a:pt x="1657906" y="578591"/>
                  </a:lnTo>
                  <a:lnTo>
                    <a:pt x="1668533" y="585316"/>
                  </a:lnTo>
                  <a:lnTo>
                    <a:pt x="1679161" y="591738"/>
                  </a:lnTo>
                  <a:lnTo>
                    <a:pt x="1689788" y="597856"/>
                  </a:lnTo>
                  <a:lnTo>
                    <a:pt x="1700416" y="603663"/>
                  </a:lnTo>
                  <a:lnTo>
                    <a:pt x="1711044" y="609149"/>
                  </a:lnTo>
                  <a:lnTo>
                    <a:pt x="1721671" y="614267"/>
                  </a:lnTo>
                  <a:lnTo>
                    <a:pt x="1732299" y="619049"/>
                  </a:lnTo>
                  <a:lnTo>
                    <a:pt x="1742926" y="623500"/>
                  </a:lnTo>
                  <a:lnTo>
                    <a:pt x="1753554" y="627628"/>
                  </a:lnTo>
                  <a:lnTo>
                    <a:pt x="1764182" y="631448"/>
                  </a:lnTo>
                  <a:lnTo>
                    <a:pt x="1774809" y="634979"/>
                  </a:lnTo>
                  <a:lnTo>
                    <a:pt x="1785437" y="638244"/>
                  </a:lnTo>
                  <a:lnTo>
                    <a:pt x="1796064" y="641265"/>
                  </a:lnTo>
                  <a:lnTo>
                    <a:pt x="1806692" y="644066"/>
                  </a:lnTo>
                  <a:lnTo>
                    <a:pt x="1817320" y="646668"/>
                  </a:lnTo>
                  <a:lnTo>
                    <a:pt x="1827947" y="649071"/>
                  </a:lnTo>
                  <a:lnTo>
                    <a:pt x="1838575" y="651309"/>
                  </a:lnTo>
                  <a:lnTo>
                    <a:pt x="1849202" y="653393"/>
                  </a:lnTo>
                  <a:lnTo>
                    <a:pt x="1859830" y="655329"/>
                  </a:lnTo>
                  <a:lnTo>
                    <a:pt x="1870458" y="657122"/>
                  </a:lnTo>
                  <a:lnTo>
                    <a:pt x="1881085" y="658774"/>
                  </a:lnTo>
                  <a:lnTo>
                    <a:pt x="1891713" y="660289"/>
                  </a:lnTo>
                  <a:lnTo>
                    <a:pt x="1902340" y="661670"/>
                  </a:lnTo>
                  <a:lnTo>
                    <a:pt x="1912968" y="662922"/>
                  </a:lnTo>
                  <a:lnTo>
                    <a:pt x="1923596" y="664051"/>
                  </a:lnTo>
                  <a:lnTo>
                    <a:pt x="1934223" y="665053"/>
                  </a:lnTo>
                  <a:lnTo>
                    <a:pt x="1944851" y="665951"/>
                  </a:lnTo>
                  <a:lnTo>
                    <a:pt x="1955478" y="666757"/>
                  </a:lnTo>
                  <a:lnTo>
                    <a:pt x="1966106" y="667484"/>
                  </a:lnTo>
                  <a:lnTo>
                    <a:pt x="1976734" y="668144"/>
                  </a:lnTo>
                  <a:lnTo>
                    <a:pt x="1987361" y="668747"/>
                  </a:lnTo>
                  <a:lnTo>
                    <a:pt x="1997989" y="669304"/>
                  </a:lnTo>
                  <a:lnTo>
                    <a:pt x="2008616" y="669824"/>
                  </a:lnTo>
                  <a:lnTo>
                    <a:pt x="2019244" y="670314"/>
                  </a:lnTo>
                  <a:lnTo>
                    <a:pt x="2029872" y="670780"/>
                  </a:lnTo>
                  <a:lnTo>
                    <a:pt x="2040499" y="671224"/>
                  </a:lnTo>
                  <a:lnTo>
                    <a:pt x="2051127" y="671651"/>
                  </a:lnTo>
                  <a:lnTo>
                    <a:pt x="2061754" y="672059"/>
                  </a:lnTo>
                  <a:lnTo>
                    <a:pt x="2072382" y="672450"/>
                  </a:lnTo>
                  <a:lnTo>
                    <a:pt x="2083010" y="672822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15032340" y="8798068"/>
              <a:ext cx="2359327" cy="613965"/>
            </a:xfrm>
            <a:custGeom>
              <a:avLst/>
              <a:pathLst>
                <a:path w="2359327" h="613965">
                  <a:moveTo>
                    <a:pt x="0" y="611148"/>
                  </a:moveTo>
                  <a:lnTo>
                    <a:pt x="10627" y="610791"/>
                  </a:lnTo>
                  <a:lnTo>
                    <a:pt x="21255" y="610421"/>
                  </a:lnTo>
                  <a:lnTo>
                    <a:pt x="31882" y="610042"/>
                  </a:lnTo>
                  <a:lnTo>
                    <a:pt x="42510" y="609654"/>
                  </a:lnTo>
                  <a:lnTo>
                    <a:pt x="53138" y="609259"/>
                  </a:lnTo>
                  <a:lnTo>
                    <a:pt x="63765" y="608857"/>
                  </a:lnTo>
                  <a:lnTo>
                    <a:pt x="74393" y="608449"/>
                  </a:lnTo>
                  <a:lnTo>
                    <a:pt x="85020" y="608031"/>
                  </a:lnTo>
                  <a:lnTo>
                    <a:pt x="95648" y="607601"/>
                  </a:lnTo>
                  <a:lnTo>
                    <a:pt x="106276" y="607154"/>
                  </a:lnTo>
                  <a:lnTo>
                    <a:pt x="116903" y="606685"/>
                  </a:lnTo>
                  <a:lnTo>
                    <a:pt x="127531" y="606187"/>
                  </a:lnTo>
                  <a:lnTo>
                    <a:pt x="138158" y="605655"/>
                  </a:lnTo>
                  <a:lnTo>
                    <a:pt x="148786" y="605080"/>
                  </a:lnTo>
                  <a:lnTo>
                    <a:pt x="159414" y="604455"/>
                  </a:lnTo>
                  <a:lnTo>
                    <a:pt x="170041" y="603775"/>
                  </a:lnTo>
                  <a:lnTo>
                    <a:pt x="180669" y="603035"/>
                  </a:lnTo>
                  <a:lnTo>
                    <a:pt x="191296" y="602225"/>
                  </a:lnTo>
                  <a:lnTo>
                    <a:pt x="201924" y="601346"/>
                  </a:lnTo>
                  <a:lnTo>
                    <a:pt x="212552" y="600403"/>
                  </a:lnTo>
                  <a:lnTo>
                    <a:pt x="223179" y="599403"/>
                  </a:lnTo>
                  <a:lnTo>
                    <a:pt x="233807" y="598352"/>
                  </a:lnTo>
                  <a:lnTo>
                    <a:pt x="244434" y="597260"/>
                  </a:lnTo>
                  <a:lnTo>
                    <a:pt x="255062" y="596135"/>
                  </a:lnTo>
                  <a:lnTo>
                    <a:pt x="265690" y="594988"/>
                  </a:lnTo>
                  <a:lnTo>
                    <a:pt x="276317" y="593826"/>
                  </a:lnTo>
                  <a:lnTo>
                    <a:pt x="286945" y="592651"/>
                  </a:lnTo>
                  <a:lnTo>
                    <a:pt x="297572" y="591462"/>
                  </a:lnTo>
                  <a:lnTo>
                    <a:pt x="308200" y="590247"/>
                  </a:lnTo>
                  <a:lnTo>
                    <a:pt x="318828" y="588988"/>
                  </a:lnTo>
                  <a:lnTo>
                    <a:pt x="329455" y="587659"/>
                  </a:lnTo>
                  <a:lnTo>
                    <a:pt x="340083" y="586228"/>
                  </a:lnTo>
                  <a:lnTo>
                    <a:pt x="350710" y="584657"/>
                  </a:lnTo>
                  <a:lnTo>
                    <a:pt x="361338" y="582903"/>
                  </a:lnTo>
                  <a:lnTo>
                    <a:pt x="371966" y="580924"/>
                  </a:lnTo>
                  <a:lnTo>
                    <a:pt x="382593" y="578679"/>
                  </a:lnTo>
                  <a:lnTo>
                    <a:pt x="393221" y="576131"/>
                  </a:lnTo>
                  <a:lnTo>
                    <a:pt x="403848" y="573230"/>
                  </a:lnTo>
                  <a:lnTo>
                    <a:pt x="414476" y="569955"/>
                  </a:lnTo>
                  <a:lnTo>
                    <a:pt x="425104" y="566326"/>
                  </a:lnTo>
                  <a:lnTo>
                    <a:pt x="435731" y="562357"/>
                  </a:lnTo>
                  <a:lnTo>
                    <a:pt x="446359" y="558071"/>
                  </a:lnTo>
                  <a:lnTo>
                    <a:pt x="456986" y="553504"/>
                  </a:lnTo>
                  <a:lnTo>
                    <a:pt x="467614" y="548698"/>
                  </a:lnTo>
                  <a:lnTo>
                    <a:pt x="478242" y="543699"/>
                  </a:lnTo>
                  <a:lnTo>
                    <a:pt x="488869" y="538554"/>
                  </a:lnTo>
                  <a:lnTo>
                    <a:pt x="499497" y="533306"/>
                  </a:lnTo>
                  <a:lnTo>
                    <a:pt x="510124" y="527988"/>
                  </a:lnTo>
                  <a:lnTo>
                    <a:pt x="520752" y="522624"/>
                  </a:lnTo>
                  <a:lnTo>
                    <a:pt x="531380" y="517219"/>
                  </a:lnTo>
                  <a:lnTo>
                    <a:pt x="542007" y="511762"/>
                  </a:lnTo>
                  <a:lnTo>
                    <a:pt x="552635" y="506224"/>
                  </a:lnTo>
                  <a:lnTo>
                    <a:pt x="563262" y="500567"/>
                  </a:lnTo>
                  <a:lnTo>
                    <a:pt x="573890" y="494741"/>
                  </a:lnTo>
                  <a:lnTo>
                    <a:pt x="584518" y="488692"/>
                  </a:lnTo>
                  <a:lnTo>
                    <a:pt x="595145" y="482364"/>
                  </a:lnTo>
                  <a:lnTo>
                    <a:pt x="605773" y="475702"/>
                  </a:lnTo>
                  <a:lnTo>
                    <a:pt x="616400" y="468639"/>
                  </a:lnTo>
                  <a:lnTo>
                    <a:pt x="627028" y="461128"/>
                  </a:lnTo>
                  <a:lnTo>
                    <a:pt x="637656" y="453184"/>
                  </a:lnTo>
                  <a:lnTo>
                    <a:pt x="648283" y="444812"/>
                  </a:lnTo>
                  <a:lnTo>
                    <a:pt x="658911" y="436036"/>
                  </a:lnTo>
                  <a:lnTo>
                    <a:pt x="669538" y="426895"/>
                  </a:lnTo>
                  <a:lnTo>
                    <a:pt x="680166" y="417442"/>
                  </a:lnTo>
                  <a:lnTo>
                    <a:pt x="690794" y="407743"/>
                  </a:lnTo>
                  <a:lnTo>
                    <a:pt x="701421" y="397870"/>
                  </a:lnTo>
                  <a:lnTo>
                    <a:pt x="712049" y="387894"/>
                  </a:lnTo>
                  <a:lnTo>
                    <a:pt x="722677" y="377890"/>
                  </a:lnTo>
                  <a:lnTo>
                    <a:pt x="733304" y="367929"/>
                  </a:lnTo>
                  <a:lnTo>
                    <a:pt x="743932" y="358054"/>
                  </a:lnTo>
                  <a:lnTo>
                    <a:pt x="754559" y="348288"/>
                  </a:lnTo>
                  <a:lnTo>
                    <a:pt x="765187" y="338639"/>
                  </a:lnTo>
                  <a:lnTo>
                    <a:pt x="775815" y="329095"/>
                  </a:lnTo>
                  <a:lnTo>
                    <a:pt x="786442" y="319630"/>
                  </a:lnTo>
                  <a:lnTo>
                    <a:pt x="797070" y="310206"/>
                  </a:lnTo>
                  <a:lnTo>
                    <a:pt x="807697" y="300777"/>
                  </a:lnTo>
                  <a:lnTo>
                    <a:pt x="818325" y="291293"/>
                  </a:lnTo>
                  <a:lnTo>
                    <a:pt x="828953" y="281699"/>
                  </a:lnTo>
                  <a:lnTo>
                    <a:pt x="839580" y="271940"/>
                  </a:lnTo>
                  <a:lnTo>
                    <a:pt x="850208" y="261995"/>
                  </a:lnTo>
                  <a:lnTo>
                    <a:pt x="860835" y="251848"/>
                  </a:lnTo>
                  <a:lnTo>
                    <a:pt x="871463" y="241492"/>
                  </a:lnTo>
                  <a:lnTo>
                    <a:pt x="882091" y="230936"/>
                  </a:lnTo>
                  <a:lnTo>
                    <a:pt x="892718" y="220196"/>
                  </a:lnTo>
                  <a:lnTo>
                    <a:pt x="903346" y="209300"/>
                  </a:lnTo>
                  <a:lnTo>
                    <a:pt x="913973" y="198284"/>
                  </a:lnTo>
                  <a:lnTo>
                    <a:pt x="924601" y="187190"/>
                  </a:lnTo>
                  <a:lnTo>
                    <a:pt x="935229" y="176066"/>
                  </a:lnTo>
                  <a:lnTo>
                    <a:pt x="945856" y="164977"/>
                  </a:lnTo>
                  <a:lnTo>
                    <a:pt x="956484" y="153983"/>
                  </a:lnTo>
                  <a:lnTo>
                    <a:pt x="967111" y="143145"/>
                  </a:lnTo>
                  <a:lnTo>
                    <a:pt x="977739" y="132526"/>
                  </a:lnTo>
                  <a:lnTo>
                    <a:pt x="988367" y="122188"/>
                  </a:lnTo>
                  <a:lnTo>
                    <a:pt x="998994" y="112194"/>
                  </a:lnTo>
                  <a:lnTo>
                    <a:pt x="1009622" y="102600"/>
                  </a:lnTo>
                  <a:lnTo>
                    <a:pt x="1020249" y="93455"/>
                  </a:lnTo>
                  <a:lnTo>
                    <a:pt x="1030877" y="84799"/>
                  </a:lnTo>
                  <a:lnTo>
                    <a:pt x="1041505" y="76673"/>
                  </a:lnTo>
                  <a:lnTo>
                    <a:pt x="1052132" y="69108"/>
                  </a:lnTo>
                  <a:lnTo>
                    <a:pt x="1062760" y="62041"/>
                  </a:lnTo>
                  <a:lnTo>
                    <a:pt x="1073387" y="55435"/>
                  </a:lnTo>
                  <a:lnTo>
                    <a:pt x="1084015" y="49244"/>
                  </a:lnTo>
                  <a:lnTo>
                    <a:pt x="1094643" y="43415"/>
                  </a:lnTo>
                  <a:lnTo>
                    <a:pt x="1105270" y="37896"/>
                  </a:lnTo>
                  <a:lnTo>
                    <a:pt x="1115898" y="32639"/>
                  </a:lnTo>
                  <a:lnTo>
                    <a:pt x="1126525" y="27613"/>
                  </a:lnTo>
                  <a:lnTo>
                    <a:pt x="1137153" y="22806"/>
                  </a:lnTo>
                  <a:lnTo>
                    <a:pt x="1147781" y="18240"/>
                  </a:lnTo>
                  <a:lnTo>
                    <a:pt x="1158408" y="13986"/>
                  </a:lnTo>
                  <a:lnTo>
                    <a:pt x="1169036" y="10102"/>
                  </a:lnTo>
                  <a:lnTo>
                    <a:pt x="1179663" y="6688"/>
                  </a:lnTo>
                  <a:lnTo>
                    <a:pt x="1190291" y="3855"/>
                  </a:lnTo>
                  <a:lnTo>
                    <a:pt x="1200919" y="1722"/>
                  </a:lnTo>
                  <a:lnTo>
                    <a:pt x="1211546" y="403"/>
                  </a:lnTo>
                  <a:lnTo>
                    <a:pt x="1222174" y="0"/>
                  </a:lnTo>
                  <a:lnTo>
                    <a:pt x="1232801" y="593"/>
                  </a:lnTo>
                  <a:lnTo>
                    <a:pt x="1243429" y="2240"/>
                  </a:lnTo>
                  <a:lnTo>
                    <a:pt x="1254057" y="4997"/>
                  </a:lnTo>
                  <a:lnTo>
                    <a:pt x="1264684" y="8922"/>
                  </a:lnTo>
                  <a:lnTo>
                    <a:pt x="1275312" y="13863"/>
                  </a:lnTo>
                  <a:lnTo>
                    <a:pt x="1285939" y="19749"/>
                  </a:lnTo>
                  <a:lnTo>
                    <a:pt x="1296567" y="26492"/>
                  </a:lnTo>
                  <a:lnTo>
                    <a:pt x="1307195" y="33992"/>
                  </a:lnTo>
                  <a:lnTo>
                    <a:pt x="1317822" y="42142"/>
                  </a:lnTo>
                  <a:lnTo>
                    <a:pt x="1328450" y="50835"/>
                  </a:lnTo>
                  <a:lnTo>
                    <a:pt x="1339077" y="59965"/>
                  </a:lnTo>
                  <a:lnTo>
                    <a:pt x="1349705" y="69431"/>
                  </a:lnTo>
                  <a:lnTo>
                    <a:pt x="1360333" y="79143"/>
                  </a:lnTo>
                  <a:lnTo>
                    <a:pt x="1370960" y="89008"/>
                  </a:lnTo>
                  <a:lnTo>
                    <a:pt x="1381588" y="98926"/>
                  </a:lnTo>
                  <a:lnTo>
                    <a:pt x="1392215" y="108826"/>
                  </a:lnTo>
                  <a:lnTo>
                    <a:pt x="1402843" y="118644"/>
                  </a:lnTo>
                  <a:lnTo>
                    <a:pt x="1413471" y="128328"/>
                  </a:lnTo>
                  <a:lnTo>
                    <a:pt x="1424098" y="137832"/>
                  </a:lnTo>
                  <a:lnTo>
                    <a:pt x="1434726" y="147127"/>
                  </a:lnTo>
                  <a:lnTo>
                    <a:pt x="1445354" y="156193"/>
                  </a:lnTo>
                  <a:lnTo>
                    <a:pt x="1455981" y="165030"/>
                  </a:lnTo>
                  <a:lnTo>
                    <a:pt x="1466609" y="173643"/>
                  </a:lnTo>
                  <a:lnTo>
                    <a:pt x="1477236" y="182054"/>
                  </a:lnTo>
                  <a:lnTo>
                    <a:pt x="1487864" y="190332"/>
                  </a:lnTo>
                  <a:lnTo>
                    <a:pt x="1498492" y="198533"/>
                  </a:lnTo>
                  <a:lnTo>
                    <a:pt x="1509119" y="206721"/>
                  </a:lnTo>
                  <a:lnTo>
                    <a:pt x="1519747" y="214963"/>
                  </a:lnTo>
                  <a:lnTo>
                    <a:pt x="1530374" y="223324"/>
                  </a:lnTo>
                  <a:lnTo>
                    <a:pt x="1541002" y="231865"/>
                  </a:lnTo>
                  <a:lnTo>
                    <a:pt x="1551630" y="240643"/>
                  </a:lnTo>
                  <a:lnTo>
                    <a:pt x="1562257" y="249702"/>
                  </a:lnTo>
                  <a:lnTo>
                    <a:pt x="1572885" y="259082"/>
                  </a:lnTo>
                  <a:lnTo>
                    <a:pt x="1583512" y="268832"/>
                  </a:lnTo>
                  <a:lnTo>
                    <a:pt x="1594140" y="278920"/>
                  </a:lnTo>
                  <a:lnTo>
                    <a:pt x="1604768" y="289333"/>
                  </a:lnTo>
                  <a:lnTo>
                    <a:pt x="1615395" y="300047"/>
                  </a:lnTo>
                  <a:lnTo>
                    <a:pt x="1626023" y="311026"/>
                  </a:lnTo>
                  <a:lnTo>
                    <a:pt x="1636650" y="322228"/>
                  </a:lnTo>
                  <a:lnTo>
                    <a:pt x="1647278" y="333600"/>
                  </a:lnTo>
                  <a:lnTo>
                    <a:pt x="1657906" y="345086"/>
                  </a:lnTo>
                  <a:lnTo>
                    <a:pt x="1668533" y="356623"/>
                  </a:lnTo>
                  <a:lnTo>
                    <a:pt x="1679161" y="368145"/>
                  </a:lnTo>
                  <a:lnTo>
                    <a:pt x="1689788" y="379565"/>
                  </a:lnTo>
                  <a:lnTo>
                    <a:pt x="1700416" y="390816"/>
                  </a:lnTo>
                  <a:lnTo>
                    <a:pt x="1711044" y="401834"/>
                  </a:lnTo>
                  <a:lnTo>
                    <a:pt x="1721671" y="412558"/>
                  </a:lnTo>
                  <a:lnTo>
                    <a:pt x="1732299" y="422935"/>
                  </a:lnTo>
                  <a:lnTo>
                    <a:pt x="1742926" y="432917"/>
                  </a:lnTo>
                  <a:lnTo>
                    <a:pt x="1753554" y="442470"/>
                  </a:lnTo>
                  <a:lnTo>
                    <a:pt x="1764182" y="451569"/>
                  </a:lnTo>
                  <a:lnTo>
                    <a:pt x="1774809" y="460202"/>
                  </a:lnTo>
                  <a:lnTo>
                    <a:pt x="1785437" y="468366"/>
                  </a:lnTo>
                  <a:lnTo>
                    <a:pt x="1796064" y="476029"/>
                  </a:lnTo>
                  <a:lnTo>
                    <a:pt x="1806692" y="483270"/>
                  </a:lnTo>
                  <a:lnTo>
                    <a:pt x="1817320" y="490122"/>
                  </a:lnTo>
                  <a:lnTo>
                    <a:pt x="1827947" y="496621"/>
                  </a:lnTo>
                  <a:lnTo>
                    <a:pt x="1838575" y="502804"/>
                  </a:lnTo>
                  <a:lnTo>
                    <a:pt x="1849202" y="508708"/>
                  </a:lnTo>
                  <a:lnTo>
                    <a:pt x="1859830" y="514364"/>
                  </a:lnTo>
                  <a:lnTo>
                    <a:pt x="1870458" y="519801"/>
                  </a:lnTo>
                  <a:lnTo>
                    <a:pt x="1881085" y="525041"/>
                  </a:lnTo>
                  <a:lnTo>
                    <a:pt x="1891713" y="530099"/>
                  </a:lnTo>
                  <a:lnTo>
                    <a:pt x="1902340" y="534967"/>
                  </a:lnTo>
                  <a:lnTo>
                    <a:pt x="1912968" y="539668"/>
                  </a:lnTo>
                  <a:lnTo>
                    <a:pt x="1923596" y="544200"/>
                  </a:lnTo>
                  <a:lnTo>
                    <a:pt x="1934223" y="548560"/>
                  </a:lnTo>
                  <a:lnTo>
                    <a:pt x="1944851" y="552740"/>
                  </a:lnTo>
                  <a:lnTo>
                    <a:pt x="1955478" y="556736"/>
                  </a:lnTo>
                  <a:lnTo>
                    <a:pt x="1966106" y="560539"/>
                  </a:lnTo>
                  <a:lnTo>
                    <a:pt x="1976734" y="564148"/>
                  </a:lnTo>
                  <a:lnTo>
                    <a:pt x="1987361" y="567558"/>
                  </a:lnTo>
                  <a:lnTo>
                    <a:pt x="1997989" y="570770"/>
                  </a:lnTo>
                  <a:lnTo>
                    <a:pt x="2008616" y="573765"/>
                  </a:lnTo>
                  <a:lnTo>
                    <a:pt x="2019244" y="576576"/>
                  </a:lnTo>
                  <a:lnTo>
                    <a:pt x="2029872" y="579213"/>
                  </a:lnTo>
                  <a:lnTo>
                    <a:pt x="2040499" y="581686"/>
                  </a:lnTo>
                  <a:lnTo>
                    <a:pt x="2051127" y="584008"/>
                  </a:lnTo>
                  <a:lnTo>
                    <a:pt x="2061754" y="586190"/>
                  </a:lnTo>
                  <a:lnTo>
                    <a:pt x="2072382" y="588243"/>
                  </a:lnTo>
                  <a:lnTo>
                    <a:pt x="2083010" y="590176"/>
                  </a:lnTo>
                  <a:lnTo>
                    <a:pt x="2093637" y="591996"/>
                  </a:lnTo>
                  <a:lnTo>
                    <a:pt x="2104265" y="593707"/>
                  </a:lnTo>
                  <a:lnTo>
                    <a:pt x="2114892" y="595298"/>
                  </a:lnTo>
                  <a:lnTo>
                    <a:pt x="2125520" y="596784"/>
                  </a:lnTo>
                  <a:lnTo>
                    <a:pt x="2136148" y="598164"/>
                  </a:lnTo>
                  <a:lnTo>
                    <a:pt x="2146775" y="599438"/>
                  </a:lnTo>
                  <a:lnTo>
                    <a:pt x="2157403" y="600607"/>
                  </a:lnTo>
                  <a:lnTo>
                    <a:pt x="2168031" y="601673"/>
                  </a:lnTo>
                  <a:lnTo>
                    <a:pt x="2178658" y="602640"/>
                  </a:lnTo>
                  <a:lnTo>
                    <a:pt x="2189286" y="603513"/>
                  </a:lnTo>
                  <a:lnTo>
                    <a:pt x="2199913" y="604299"/>
                  </a:lnTo>
                  <a:lnTo>
                    <a:pt x="2210541" y="605005"/>
                  </a:lnTo>
                  <a:lnTo>
                    <a:pt x="2221169" y="605634"/>
                  </a:lnTo>
                  <a:lnTo>
                    <a:pt x="2231796" y="606203"/>
                  </a:lnTo>
                  <a:lnTo>
                    <a:pt x="2242424" y="606724"/>
                  </a:lnTo>
                  <a:lnTo>
                    <a:pt x="2253051" y="607204"/>
                  </a:lnTo>
                  <a:lnTo>
                    <a:pt x="2263679" y="607652"/>
                  </a:lnTo>
                  <a:lnTo>
                    <a:pt x="2274307" y="608075"/>
                  </a:lnTo>
                  <a:lnTo>
                    <a:pt x="2284934" y="608479"/>
                  </a:lnTo>
                  <a:lnTo>
                    <a:pt x="2295562" y="608869"/>
                  </a:lnTo>
                  <a:lnTo>
                    <a:pt x="2306189" y="609250"/>
                  </a:lnTo>
                  <a:lnTo>
                    <a:pt x="2316817" y="609624"/>
                  </a:lnTo>
                  <a:lnTo>
                    <a:pt x="2327445" y="609991"/>
                  </a:lnTo>
                  <a:lnTo>
                    <a:pt x="2338072" y="610353"/>
                  </a:lnTo>
                  <a:lnTo>
                    <a:pt x="2348700" y="610708"/>
                  </a:lnTo>
                  <a:lnTo>
                    <a:pt x="2359327" y="611055"/>
                  </a:lnTo>
                  <a:lnTo>
                    <a:pt x="2359327" y="613965"/>
                  </a:lnTo>
                  <a:lnTo>
                    <a:pt x="2348700" y="613965"/>
                  </a:lnTo>
                  <a:lnTo>
                    <a:pt x="2338072" y="613965"/>
                  </a:lnTo>
                  <a:lnTo>
                    <a:pt x="2327445" y="613965"/>
                  </a:lnTo>
                  <a:lnTo>
                    <a:pt x="2316817" y="613965"/>
                  </a:lnTo>
                  <a:lnTo>
                    <a:pt x="2306189" y="613965"/>
                  </a:lnTo>
                  <a:lnTo>
                    <a:pt x="2295562" y="613965"/>
                  </a:lnTo>
                  <a:lnTo>
                    <a:pt x="2284934" y="613965"/>
                  </a:lnTo>
                  <a:lnTo>
                    <a:pt x="2274307" y="613965"/>
                  </a:lnTo>
                  <a:lnTo>
                    <a:pt x="2263679" y="613965"/>
                  </a:lnTo>
                  <a:lnTo>
                    <a:pt x="2253051" y="613965"/>
                  </a:lnTo>
                  <a:lnTo>
                    <a:pt x="2242424" y="613965"/>
                  </a:lnTo>
                  <a:lnTo>
                    <a:pt x="2231796" y="613965"/>
                  </a:lnTo>
                  <a:lnTo>
                    <a:pt x="2221169" y="613965"/>
                  </a:lnTo>
                  <a:lnTo>
                    <a:pt x="2210541" y="613965"/>
                  </a:lnTo>
                  <a:lnTo>
                    <a:pt x="2199913" y="613965"/>
                  </a:lnTo>
                  <a:lnTo>
                    <a:pt x="2189286" y="613965"/>
                  </a:lnTo>
                  <a:lnTo>
                    <a:pt x="2178658" y="613965"/>
                  </a:lnTo>
                  <a:lnTo>
                    <a:pt x="2168031" y="613965"/>
                  </a:lnTo>
                  <a:lnTo>
                    <a:pt x="2157403" y="613965"/>
                  </a:lnTo>
                  <a:lnTo>
                    <a:pt x="2146775" y="613965"/>
                  </a:lnTo>
                  <a:lnTo>
                    <a:pt x="2136148" y="613965"/>
                  </a:lnTo>
                  <a:lnTo>
                    <a:pt x="2125520" y="613965"/>
                  </a:lnTo>
                  <a:lnTo>
                    <a:pt x="2114892" y="613965"/>
                  </a:lnTo>
                  <a:lnTo>
                    <a:pt x="2104265" y="613965"/>
                  </a:lnTo>
                  <a:lnTo>
                    <a:pt x="2093637" y="613965"/>
                  </a:lnTo>
                  <a:lnTo>
                    <a:pt x="2083010" y="613965"/>
                  </a:lnTo>
                  <a:lnTo>
                    <a:pt x="2072382" y="613965"/>
                  </a:lnTo>
                  <a:lnTo>
                    <a:pt x="2061754" y="613965"/>
                  </a:lnTo>
                  <a:lnTo>
                    <a:pt x="2051127" y="613965"/>
                  </a:lnTo>
                  <a:lnTo>
                    <a:pt x="2040499" y="613965"/>
                  </a:lnTo>
                  <a:lnTo>
                    <a:pt x="2029872" y="613965"/>
                  </a:lnTo>
                  <a:lnTo>
                    <a:pt x="2019244" y="613965"/>
                  </a:lnTo>
                  <a:lnTo>
                    <a:pt x="2008616" y="613965"/>
                  </a:lnTo>
                  <a:lnTo>
                    <a:pt x="1997989" y="613965"/>
                  </a:lnTo>
                  <a:lnTo>
                    <a:pt x="1987361" y="613965"/>
                  </a:lnTo>
                  <a:lnTo>
                    <a:pt x="1976734" y="613965"/>
                  </a:lnTo>
                  <a:lnTo>
                    <a:pt x="1966106" y="613965"/>
                  </a:lnTo>
                  <a:lnTo>
                    <a:pt x="1955478" y="613965"/>
                  </a:lnTo>
                  <a:lnTo>
                    <a:pt x="1944851" y="613965"/>
                  </a:lnTo>
                  <a:lnTo>
                    <a:pt x="1934223" y="613965"/>
                  </a:lnTo>
                  <a:lnTo>
                    <a:pt x="1923596" y="613965"/>
                  </a:lnTo>
                  <a:lnTo>
                    <a:pt x="1912968" y="613965"/>
                  </a:lnTo>
                  <a:lnTo>
                    <a:pt x="1902340" y="613965"/>
                  </a:lnTo>
                  <a:lnTo>
                    <a:pt x="1891713" y="613965"/>
                  </a:lnTo>
                  <a:lnTo>
                    <a:pt x="1881085" y="613965"/>
                  </a:lnTo>
                  <a:lnTo>
                    <a:pt x="1870458" y="613965"/>
                  </a:lnTo>
                  <a:lnTo>
                    <a:pt x="1859830" y="613965"/>
                  </a:lnTo>
                  <a:lnTo>
                    <a:pt x="1849202" y="613965"/>
                  </a:lnTo>
                  <a:lnTo>
                    <a:pt x="1838575" y="613965"/>
                  </a:lnTo>
                  <a:lnTo>
                    <a:pt x="1827947" y="613965"/>
                  </a:lnTo>
                  <a:lnTo>
                    <a:pt x="1817320" y="613965"/>
                  </a:lnTo>
                  <a:lnTo>
                    <a:pt x="1806692" y="613965"/>
                  </a:lnTo>
                  <a:lnTo>
                    <a:pt x="1796064" y="613965"/>
                  </a:lnTo>
                  <a:lnTo>
                    <a:pt x="1785437" y="613965"/>
                  </a:lnTo>
                  <a:lnTo>
                    <a:pt x="1774809" y="613965"/>
                  </a:lnTo>
                  <a:lnTo>
                    <a:pt x="1764182" y="613965"/>
                  </a:lnTo>
                  <a:lnTo>
                    <a:pt x="1753554" y="613965"/>
                  </a:lnTo>
                  <a:lnTo>
                    <a:pt x="1742926" y="613965"/>
                  </a:lnTo>
                  <a:lnTo>
                    <a:pt x="1732299" y="613965"/>
                  </a:lnTo>
                  <a:lnTo>
                    <a:pt x="1721671" y="613965"/>
                  </a:lnTo>
                  <a:lnTo>
                    <a:pt x="1711044" y="613965"/>
                  </a:lnTo>
                  <a:lnTo>
                    <a:pt x="1700416" y="613965"/>
                  </a:lnTo>
                  <a:lnTo>
                    <a:pt x="1689788" y="613965"/>
                  </a:lnTo>
                  <a:lnTo>
                    <a:pt x="1679161" y="613965"/>
                  </a:lnTo>
                  <a:lnTo>
                    <a:pt x="1668533" y="613965"/>
                  </a:lnTo>
                  <a:lnTo>
                    <a:pt x="1657906" y="613965"/>
                  </a:lnTo>
                  <a:lnTo>
                    <a:pt x="1647278" y="613965"/>
                  </a:lnTo>
                  <a:lnTo>
                    <a:pt x="1636650" y="613965"/>
                  </a:lnTo>
                  <a:lnTo>
                    <a:pt x="1626023" y="613965"/>
                  </a:lnTo>
                  <a:lnTo>
                    <a:pt x="1615395" y="613965"/>
                  </a:lnTo>
                  <a:lnTo>
                    <a:pt x="1604768" y="613965"/>
                  </a:lnTo>
                  <a:lnTo>
                    <a:pt x="1594140" y="613965"/>
                  </a:lnTo>
                  <a:lnTo>
                    <a:pt x="1583512" y="613965"/>
                  </a:lnTo>
                  <a:lnTo>
                    <a:pt x="1572885" y="613965"/>
                  </a:lnTo>
                  <a:lnTo>
                    <a:pt x="1562257" y="613965"/>
                  </a:lnTo>
                  <a:lnTo>
                    <a:pt x="1551630" y="613965"/>
                  </a:lnTo>
                  <a:lnTo>
                    <a:pt x="1541002" y="613965"/>
                  </a:lnTo>
                  <a:lnTo>
                    <a:pt x="1530374" y="613965"/>
                  </a:lnTo>
                  <a:lnTo>
                    <a:pt x="1519747" y="613965"/>
                  </a:lnTo>
                  <a:lnTo>
                    <a:pt x="1509119" y="613965"/>
                  </a:lnTo>
                  <a:lnTo>
                    <a:pt x="1498492" y="613965"/>
                  </a:lnTo>
                  <a:lnTo>
                    <a:pt x="1487864" y="613965"/>
                  </a:lnTo>
                  <a:lnTo>
                    <a:pt x="1477236" y="613965"/>
                  </a:lnTo>
                  <a:lnTo>
                    <a:pt x="1466609" y="613965"/>
                  </a:lnTo>
                  <a:lnTo>
                    <a:pt x="1455981" y="613965"/>
                  </a:lnTo>
                  <a:lnTo>
                    <a:pt x="1445354" y="613965"/>
                  </a:lnTo>
                  <a:lnTo>
                    <a:pt x="1434726" y="613965"/>
                  </a:lnTo>
                  <a:lnTo>
                    <a:pt x="1424098" y="613965"/>
                  </a:lnTo>
                  <a:lnTo>
                    <a:pt x="1413471" y="613965"/>
                  </a:lnTo>
                  <a:lnTo>
                    <a:pt x="1402843" y="613965"/>
                  </a:lnTo>
                  <a:lnTo>
                    <a:pt x="1392215" y="613965"/>
                  </a:lnTo>
                  <a:lnTo>
                    <a:pt x="1381588" y="613965"/>
                  </a:lnTo>
                  <a:lnTo>
                    <a:pt x="1370960" y="613965"/>
                  </a:lnTo>
                  <a:lnTo>
                    <a:pt x="1360333" y="613965"/>
                  </a:lnTo>
                  <a:lnTo>
                    <a:pt x="1349705" y="613965"/>
                  </a:lnTo>
                  <a:lnTo>
                    <a:pt x="1339077" y="613965"/>
                  </a:lnTo>
                  <a:lnTo>
                    <a:pt x="1328450" y="613965"/>
                  </a:lnTo>
                  <a:lnTo>
                    <a:pt x="1317822" y="613965"/>
                  </a:lnTo>
                  <a:lnTo>
                    <a:pt x="1307195" y="613965"/>
                  </a:lnTo>
                  <a:lnTo>
                    <a:pt x="1296567" y="613965"/>
                  </a:lnTo>
                  <a:lnTo>
                    <a:pt x="1285939" y="613965"/>
                  </a:lnTo>
                  <a:lnTo>
                    <a:pt x="1275312" y="613965"/>
                  </a:lnTo>
                  <a:lnTo>
                    <a:pt x="1264684" y="613965"/>
                  </a:lnTo>
                  <a:lnTo>
                    <a:pt x="1254057" y="613965"/>
                  </a:lnTo>
                  <a:lnTo>
                    <a:pt x="1243429" y="613965"/>
                  </a:lnTo>
                  <a:lnTo>
                    <a:pt x="1232801" y="613965"/>
                  </a:lnTo>
                  <a:lnTo>
                    <a:pt x="1222174" y="613965"/>
                  </a:lnTo>
                  <a:lnTo>
                    <a:pt x="1211546" y="613965"/>
                  </a:lnTo>
                  <a:lnTo>
                    <a:pt x="1200919" y="613965"/>
                  </a:lnTo>
                  <a:lnTo>
                    <a:pt x="1190291" y="613965"/>
                  </a:lnTo>
                  <a:lnTo>
                    <a:pt x="1179663" y="613965"/>
                  </a:lnTo>
                  <a:lnTo>
                    <a:pt x="1169036" y="613965"/>
                  </a:lnTo>
                  <a:lnTo>
                    <a:pt x="1158408" y="613965"/>
                  </a:lnTo>
                  <a:lnTo>
                    <a:pt x="1147781" y="613965"/>
                  </a:lnTo>
                  <a:lnTo>
                    <a:pt x="1137153" y="613965"/>
                  </a:lnTo>
                  <a:lnTo>
                    <a:pt x="1126525" y="613965"/>
                  </a:lnTo>
                  <a:lnTo>
                    <a:pt x="1115898" y="613965"/>
                  </a:lnTo>
                  <a:lnTo>
                    <a:pt x="1105270" y="613965"/>
                  </a:lnTo>
                  <a:lnTo>
                    <a:pt x="1094643" y="613965"/>
                  </a:lnTo>
                  <a:lnTo>
                    <a:pt x="1084015" y="613965"/>
                  </a:lnTo>
                  <a:lnTo>
                    <a:pt x="1073387" y="613965"/>
                  </a:lnTo>
                  <a:lnTo>
                    <a:pt x="1062760" y="613965"/>
                  </a:lnTo>
                  <a:lnTo>
                    <a:pt x="1052132" y="613965"/>
                  </a:lnTo>
                  <a:lnTo>
                    <a:pt x="1041505" y="613965"/>
                  </a:lnTo>
                  <a:lnTo>
                    <a:pt x="1030877" y="613965"/>
                  </a:lnTo>
                  <a:lnTo>
                    <a:pt x="1020249" y="613965"/>
                  </a:lnTo>
                  <a:lnTo>
                    <a:pt x="1009622" y="613965"/>
                  </a:lnTo>
                  <a:lnTo>
                    <a:pt x="998994" y="613965"/>
                  </a:lnTo>
                  <a:lnTo>
                    <a:pt x="988367" y="613965"/>
                  </a:lnTo>
                  <a:lnTo>
                    <a:pt x="977739" y="613965"/>
                  </a:lnTo>
                  <a:lnTo>
                    <a:pt x="967111" y="613965"/>
                  </a:lnTo>
                  <a:lnTo>
                    <a:pt x="956484" y="613965"/>
                  </a:lnTo>
                  <a:lnTo>
                    <a:pt x="945856" y="613965"/>
                  </a:lnTo>
                  <a:lnTo>
                    <a:pt x="935229" y="613965"/>
                  </a:lnTo>
                  <a:lnTo>
                    <a:pt x="924601" y="613965"/>
                  </a:lnTo>
                  <a:lnTo>
                    <a:pt x="913973" y="613965"/>
                  </a:lnTo>
                  <a:lnTo>
                    <a:pt x="903346" y="613965"/>
                  </a:lnTo>
                  <a:lnTo>
                    <a:pt x="892718" y="613965"/>
                  </a:lnTo>
                  <a:lnTo>
                    <a:pt x="882091" y="613965"/>
                  </a:lnTo>
                  <a:lnTo>
                    <a:pt x="871463" y="613965"/>
                  </a:lnTo>
                  <a:lnTo>
                    <a:pt x="860835" y="613965"/>
                  </a:lnTo>
                  <a:lnTo>
                    <a:pt x="850208" y="613965"/>
                  </a:lnTo>
                  <a:lnTo>
                    <a:pt x="839580" y="613965"/>
                  </a:lnTo>
                  <a:lnTo>
                    <a:pt x="828953" y="613965"/>
                  </a:lnTo>
                  <a:lnTo>
                    <a:pt x="818325" y="613965"/>
                  </a:lnTo>
                  <a:lnTo>
                    <a:pt x="807697" y="613965"/>
                  </a:lnTo>
                  <a:lnTo>
                    <a:pt x="797070" y="613965"/>
                  </a:lnTo>
                  <a:lnTo>
                    <a:pt x="786442" y="613965"/>
                  </a:lnTo>
                  <a:lnTo>
                    <a:pt x="775815" y="613965"/>
                  </a:lnTo>
                  <a:lnTo>
                    <a:pt x="765187" y="613965"/>
                  </a:lnTo>
                  <a:lnTo>
                    <a:pt x="754559" y="613965"/>
                  </a:lnTo>
                  <a:lnTo>
                    <a:pt x="743932" y="613965"/>
                  </a:lnTo>
                  <a:lnTo>
                    <a:pt x="733304" y="613965"/>
                  </a:lnTo>
                  <a:lnTo>
                    <a:pt x="722677" y="613965"/>
                  </a:lnTo>
                  <a:lnTo>
                    <a:pt x="712049" y="613965"/>
                  </a:lnTo>
                  <a:lnTo>
                    <a:pt x="701421" y="613965"/>
                  </a:lnTo>
                  <a:lnTo>
                    <a:pt x="690794" y="613965"/>
                  </a:lnTo>
                  <a:lnTo>
                    <a:pt x="680166" y="613965"/>
                  </a:lnTo>
                  <a:lnTo>
                    <a:pt x="669538" y="613965"/>
                  </a:lnTo>
                  <a:lnTo>
                    <a:pt x="658911" y="613965"/>
                  </a:lnTo>
                  <a:lnTo>
                    <a:pt x="648283" y="613965"/>
                  </a:lnTo>
                  <a:lnTo>
                    <a:pt x="637656" y="613965"/>
                  </a:lnTo>
                  <a:lnTo>
                    <a:pt x="627028" y="613965"/>
                  </a:lnTo>
                  <a:lnTo>
                    <a:pt x="616400" y="613965"/>
                  </a:lnTo>
                  <a:lnTo>
                    <a:pt x="605773" y="613965"/>
                  </a:lnTo>
                  <a:lnTo>
                    <a:pt x="595145" y="613965"/>
                  </a:lnTo>
                  <a:lnTo>
                    <a:pt x="584518" y="613965"/>
                  </a:lnTo>
                  <a:lnTo>
                    <a:pt x="573890" y="613965"/>
                  </a:lnTo>
                  <a:lnTo>
                    <a:pt x="563262" y="613965"/>
                  </a:lnTo>
                  <a:lnTo>
                    <a:pt x="552635" y="613965"/>
                  </a:lnTo>
                  <a:lnTo>
                    <a:pt x="542007" y="613965"/>
                  </a:lnTo>
                  <a:lnTo>
                    <a:pt x="531380" y="613965"/>
                  </a:lnTo>
                  <a:lnTo>
                    <a:pt x="520752" y="613965"/>
                  </a:lnTo>
                  <a:lnTo>
                    <a:pt x="510124" y="613965"/>
                  </a:lnTo>
                  <a:lnTo>
                    <a:pt x="499497" y="613965"/>
                  </a:lnTo>
                  <a:lnTo>
                    <a:pt x="488869" y="613965"/>
                  </a:lnTo>
                  <a:lnTo>
                    <a:pt x="478242" y="613965"/>
                  </a:lnTo>
                  <a:lnTo>
                    <a:pt x="467614" y="613965"/>
                  </a:lnTo>
                  <a:lnTo>
                    <a:pt x="456986" y="613965"/>
                  </a:lnTo>
                  <a:lnTo>
                    <a:pt x="446359" y="613965"/>
                  </a:lnTo>
                  <a:lnTo>
                    <a:pt x="435731" y="613965"/>
                  </a:lnTo>
                  <a:lnTo>
                    <a:pt x="425104" y="613965"/>
                  </a:lnTo>
                  <a:lnTo>
                    <a:pt x="414476" y="613965"/>
                  </a:lnTo>
                  <a:lnTo>
                    <a:pt x="403848" y="613965"/>
                  </a:lnTo>
                  <a:lnTo>
                    <a:pt x="393221" y="613965"/>
                  </a:lnTo>
                  <a:lnTo>
                    <a:pt x="382593" y="613965"/>
                  </a:lnTo>
                  <a:lnTo>
                    <a:pt x="371966" y="613965"/>
                  </a:lnTo>
                  <a:lnTo>
                    <a:pt x="361338" y="613965"/>
                  </a:lnTo>
                  <a:lnTo>
                    <a:pt x="350710" y="613965"/>
                  </a:lnTo>
                  <a:lnTo>
                    <a:pt x="340083" y="613965"/>
                  </a:lnTo>
                  <a:lnTo>
                    <a:pt x="329455" y="613965"/>
                  </a:lnTo>
                  <a:lnTo>
                    <a:pt x="318828" y="613965"/>
                  </a:lnTo>
                  <a:lnTo>
                    <a:pt x="308200" y="613965"/>
                  </a:lnTo>
                  <a:lnTo>
                    <a:pt x="297572" y="613965"/>
                  </a:lnTo>
                  <a:lnTo>
                    <a:pt x="286945" y="613965"/>
                  </a:lnTo>
                  <a:lnTo>
                    <a:pt x="276317" y="613965"/>
                  </a:lnTo>
                  <a:lnTo>
                    <a:pt x="265690" y="613965"/>
                  </a:lnTo>
                  <a:lnTo>
                    <a:pt x="255062" y="613965"/>
                  </a:lnTo>
                  <a:lnTo>
                    <a:pt x="244434" y="613965"/>
                  </a:lnTo>
                  <a:lnTo>
                    <a:pt x="233807" y="613965"/>
                  </a:lnTo>
                  <a:lnTo>
                    <a:pt x="223179" y="613965"/>
                  </a:lnTo>
                  <a:lnTo>
                    <a:pt x="212552" y="613965"/>
                  </a:lnTo>
                  <a:lnTo>
                    <a:pt x="201924" y="613965"/>
                  </a:lnTo>
                  <a:lnTo>
                    <a:pt x="191296" y="613965"/>
                  </a:lnTo>
                  <a:lnTo>
                    <a:pt x="180669" y="613965"/>
                  </a:lnTo>
                  <a:lnTo>
                    <a:pt x="170041" y="613965"/>
                  </a:lnTo>
                  <a:lnTo>
                    <a:pt x="159414" y="613965"/>
                  </a:lnTo>
                  <a:lnTo>
                    <a:pt x="148786" y="613965"/>
                  </a:lnTo>
                  <a:lnTo>
                    <a:pt x="138158" y="613965"/>
                  </a:lnTo>
                  <a:lnTo>
                    <a:pt x="127531" y="613965"/>
                  </a:lnTo>
                  <a:lnTo>
                    <a:pt x="116903" y="613965"/>
                  </a:lnTo>
                  <a:lnTo>
                    <a:pt x="106276" y="613965"/>
                  </a:lnTo>
                  <a:lnTo>
                    <a:pt x="95648" y="613965"/>
                  </a:lnTo>
                  <a:lnTo>
                    <a:pt x="85020" y="613965"/>
                  </a:lnTo>
                  <a:lnTo>
                    <a:pt x="74393" y="613965"/>
                  </a:lnTo>
                  <a:lnTo>
                    <a:pt x="63765" y="613965"/>
                  </a:lnTo>
                  <a:lnTo>
                    <a:pt x="53138" y="613965"/>
                  </a:lnTo>
                  <a:lnTo>
                    <a:pt x="42510" y="613965"/>
                  </a:lnTo>
                  <a:lnTo>
                    <a:pt x="31882" y="613965"/>
                  </a:lnTo>
                  <a:lnTo>
                    <a:pt x="21255" y="613965"/>
                  </a:lnTo>
                  <a:lnTo>
                    <a:pt x="10627" y="613965"/>
                  </a:lnTo>
                  <a:lnTo>
                    <a:pt x="0" y="613965"/>
                  </a:lnTo>
                  <a:close/>
                </a:path>
              </a:pathLst>
            </a:custGeom>
            <a:solidFill>
              <a:srgbClr val="4F46E5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15032340" y="8798068"/>
              <a:ext cx="2359327" cy="611148"/>
            </a:xfrm>
            <a:custGeom>
              <a:avLst/>
              <a:pathLst>
                <a:path w="2359327" h="611148">
                  <a:moveTo>
                    <a:pt x="0" y="611148"/>
                  </a:moveTo>
                  <a:lnTo>
                    <a:pt x="10627" y="610791"/>
                  </a:lnTo>
                  <a:lnTo>
                    <a:pt x="21255" y="610421"/>
                  </a:lnTo>
                  <a:lnTo>
                    <a:pt x="31882" y="610042"/>
                  </a:lnTo>
                  <a:lnTo>
                    <a:pt x="42510" y="609654"/>
                  </a:lnTo>
                  <a:lnTo>
                    <a:pt x="53138" y="609259"/>
                  </a:lnTo>
                  <a:lnTo>
                    <a:pt x="63765" y="608857"/>
                  </a:lnTo>
                  <a:lnTo>
                    <a:pt x="74393" y="608449"/>
                  </a:lnTo>
                  <a:lnTo>
                    <a:pt x="85020" y="608031"/>
                  </a:lnTo>
                  <a:lnTo>
                    <a:pt x="95648" y="607601"/>
                  </a:lnTo>
                  <a:lnTo>
                    <a:pt x="106276" y="607154"/>
                  </a:lnTo>
                  <a:lnTo>
                    <a:pt x="116903" y="606685"/>
                  </a:lnTo>
                  <a:lnTo>
                    <a:pt x="127531" y="606187"/>
                  </a:lnTo>
                  <a:lnTo>
                    <a:pt x="138158" y="605655"/>
                  </a:lnTo>
                  <a:lnTo>
                    <a:pt x="148786" y="605080"/>
                  </a:lnTo>
                  <a:lnTo>
                    <a:pt x="159414" y="604455"/>
                  </a:lnTo>
                  <a:lnTo>
                    <a:pt x="170041" y="603775"/>
                  </a:lnTo>
                  <a:lnTo>
                    <a:pt x="180669" y="603035"/>
                  </a:lnTo>
                  <a:lnTo>
                    <a:pt x="191296" y="602225"/>
                  </a:lnTo>
                  <a:lnTo>
                    <a:pt x="201924" y="601346"/>
                  </a:lnTo>
                  <a:lnTo>
                    <a:pt x="212552" y="600403"/>
                  </a:lnTo>
                  <a:lnTo>
                    <a:pt x="223179" y="599403"/>
                  </a:lnTo>
                  <a:lnTo>
                    <a:pt x="233807" y="598352"/>
                  </a:lnTo>
                  <a:lnTo>
                    <a:pt x="244434" y="597260"/>
                  </a:lnTo>
                  <a:lnTo>
                    <a:pt x="255062" y="596135"/>
                  </a:lnTo>
                  <a:lnTo>
                    <a:pt x="265690" y="594988"/>
                  </a:lnTo>
                  <a:lnTo>
                    <a:pt x="276317" y="593826"/>
                  </a:lnTo>
                  <a:lnTo>
                    <a:pt x="286945" y="592651"/>
                  </a:lnTo>
                  <a:lnTo>
                    <a:pt x="297572" y="591462"/>
                  </a:lnTo>
                  <a:lnTo>
                    <a:pt x="308200" y="590247"/>
                  </a:lnTo>
                  <a:lnTo>
                    <a:pt x="318828" y="588988"/>
                  </a:lnTo>
                  <a:lnTo>
                    <a:pt x="329455" y="587659"/>
                  </a:lnTo>
                  <a:lnTo>
                    <a:pt x="340083" y="586228"/>
                  </a:lnTo>
                  <a:lnTo>
                    <a:pt x="350710" y="584657"/>
                  </a:lnTo>
                  <a:lnTo>
                    <a:pt x="361338" y="582903"/>
                  </a:lnTo>
                  <a:lnTo>
                    <a:pt x="371966" y="580924"/>
                  </a:lnTo>
                  <a:lnTo>
                    <a:pt x="382593" y="578679"/>
                  </a:lnTo>
                  <a:lnTo>
                    <a:pt x="393221" y="576131"/>
                  </a:lnTo>
                  <a:lnTo>
                    <a:pt x="403848" y="573230"/>
                  </a:lnTo>
                  <a:lnTo>
                    <a:pt x="414476" y="569955"/>
                  </a:lnTo>
                  <a:lnTo>
                    <a:pt x="425104" y="566326"/>
                  </a:lnTo>
                  <a:lnTo>
                    <a:pt x="435731" y="562357"/>
                  </a:lnTo>
                  <a:lnTo>
                    <a:pt x="446359" y="558071"/>
                  </a:lnTo>
                  <a:lnTo>
                    <a:pt x="456986" y="553504"/>
                  </a:lnTo>
                  <a:lnTo>
                    <a:pt x="467614" y="548698"/>
                  </a:lnTo>
                  <a:lnTo>
                    <a:pt x="478242" y="543699"/>
                  </a:lnTo>
                  <a:lnTo>
                    <a:pt x="488869" y="538554"/>
                  </a:lnTo>
                  <a:lnTo>
                    <a:pt x="499497" y="533306"/>
                  </a:lnTo>
                  <a:lnTo>
                    <a:pt x="510124" y="527988"/>
                  </a:lnTo>
                  <a:lnTo>
                    <a:pt x="520752" y="522624"/>
                  </a:lnTo>
                  <a:lnTo>
                    <a:pt x="531380" y="517219"/>
                  </a:lnTo>
                  <a:lnTo>
                    <a:pt x="542007" y="511762"/>
                  </a:lnTo>
                  <a:lnTo>
                    <a:pt x="552635" y="506224"/>
                  </a:lnTo>
                  <a:lnTo>
                    <a:pt x="563262" y="500567"/>
                  </a:lnTo>
                  <a:lnTo>
                    <a:pt x="573890" y="494741"/>
                  </a:lnTo>
                  <a:lnTo>
                    <a:pt x="584518" y="488692"/>
                  </a:lnTo>
                  <a:lnTo>
                    <a:pt x="595145" y="482364"/>
                  </a:lnTo>
                  <a:lnTo>
                    <a:pt x="605773" y="475702"/>
                  </a:lnTo>
                  <a:lnTo>
                    <a:pt x="616400" y="468639"/>
                  </a:lnTo>
                  <a:lnTo>
                    <a:pt x="627028" y="461128"/>
                  </a:lnTo>
                  <a:lnTo>
                    <a:pt x="637656" y="453184"/>
                  </a:lnTo>
                  <a:lnTo>
                    <a:pt x="648283" y="444812"/>
                  </a:lnTo>
                  <a:lnTo>
                    <a:pt x="658911" y="436036"/>
                  </a:lnTo>
                  <a:lnTo>
                    <a:pt x="669538" y="426895"/>
                  </a:lnTo>
                  <a:lnTo>
                    <a:pt x="680166" y="417442"/>
                  </a:lnTo>
                  <a:lnTo>
                    <a:pt x="690794" y="407743"/>
                  </a:lnTo>
                  <a:lnTo>
                    <a:pt x="701421" y="397870"/>
                  </a:lnTo>
                  <a:lnTo>
                    <a:pt x="712049" y="387894"/>
                  </a:lnTo>
                  <a:lnTo>
                    <a:pt x="722677" y="377890"/>
                  </a:lnTo>
                  <a:lnTo>
                    <a:pt x="733304" y="367929"/>
                  </a:lnTo>
                  <a:lnTo>
                    <a:pt x="743932" y="358054"/>
                  </a:lnTo>
                  <a:lnTo>
                    <a:pt x="754559" y="348288"/>
                  </a:lnTo>
                  <a:lnTo>
                    <a:pt x="765187" y="338639"/>
                  </a:lnTo>
                  <a:lnTo>
                    <a:pt x="775815" y="329095"/>
                  </a:lnTo>
                  <a:lnTo>
                    <a:pt x="786442" y="319630"/>
                  </a:lnTo>
                  <a:lnTo>
                    <a:pt x="797070" y="310206"/>
                  </a:lnTo>
                  <a:lnTo>
                    <a:pt x="807697" y="300777"/>
                  </a:lnTo>
                  <a:lnTo>
                    <a:pt x="818325" y="291293"/>
                  </a:lnTo>
                  <a:lnTo>
                    <a:pt x="828953" y="281699"/>
                  </a:lnTo>
                  <a:lnTo>
                    <a:pt x="839580" y="271940"/>
                  </a:lnTo>
                  <a:lnTo>
                    <a:pt x="850208" y="261995"/>
                  </a:lnTo>
                  <a:lnTo>
                    <a:pt x="860835" y="251848"/>
                  </a:lnTo>
                  <a:lnTo>
                    <a:pt x="871463" y="241492"/>
                  </a:lnTo>
                  <a:lnTo>
                    <a:pt x="882091" y="230936"/>
                  </a:lnTo>
                  <a:lnTo>
                    <a:pt x="892718" y="220196"/>
                  </a:lnTo>
                  <a:lnTo>
                    <a:pt x="903346" y="209300"/>
                  </a:lnTo>
                  <a:lnTo>
                    <a:pt x="913973" y="198284"/>
                  </a:lnTo>
                  <a:lnTo>
                    <a:pt x="924601" y="187190"/>
                  </a:lnTo>
                  <a:lnTo>
                    <a:pt x="935229" y="176066"/>
                  </a:lnTo>
                  <a:lnTo>
                    <a:pt x="945856" y="164977"/>
                  </a:lnTo>
                  <a:lnTo>
                    <a:pt x="956484" y="153983"/>
                  </a:lnTo>
                  <a:lnTo>
                    <a:pt x="967111" y="143145"/>
                  </a:lnTo>
                  <a:lnTo>
                    <a:pt x="977739" y="132526"/>
                  </a:lnTo>
                  <a:lnTo>
                    <a:pt x="988367" y="122188"/>
                  </a:lnTo>
                  <a:lnTo>
                    <a:pt x="998994" y="112194"/>
                  </a:lnTo>
                  <a:lnTo>
                    <a:pt x="1009622" y="102600"/>
                  </a:lnTo>
                  <a:lnTo>
                    <a:pt x="1020249" y="93455"/>
                  </a:lnTo>
                  <a:lnTo>
                    <a:pt x="1030877" y="84799"/>
                  </a:lnTo>
                  <a:lnTo>
                    <a:pt x="1041505" y="76673"/>
                  </a:lnTo>
                  <a:lnTo>
                    <a:pt x="1052132" y="69108"/>
                  </a:lnTo>
                  <a:lnTo>
                    <a:pt x="1062760" y="62041"/>
                  </a:lnTo>
                  <a:lnTo>
                    <a:pt x="1073387" y="55435"/>
                  </a:lnTo>
                  <a:lnTo>
                    <a:pt x="1084015" y="49244"/>
                  </a:lnTo>
                  <a:lnTo>
                    <a:pt x="1094643" y="43415"/>
                  </a:lnTo>
                  <a:lnTo>
                    <a:pt x="1105270" y="37896"/>
                  </a:lnTo>
                  <a:lnTo>
                    <a:pt x="1115898" y="32639"/>
                  </a:lnTo>
                  <a:lnTo>
                    <a:pt x="1126525" y="27613"/>
                  </a:lnTo>
                  <a:lnTo>
                    <a:pt x="1137153" y="22806"/>
                  </a:lnTo>
                  <a:lnTo>
                    <a:pt x="1147781" y="18240"/>
                  </a:lnTo>
                  <a:lnTo>
                    <a:pt x="1158408" y="13986"/>
                  </a:lnTo>
                  <a:lnTo>
                    <a:pt x="1169036" y="10102"/>
                  </a:lnTo>
                  <a:lnTo>
                    <a:pt x="1179663" y="6688"/>
                  </a:lnTo>
                  <a:lnTo>
                    <a:pt x="1190291" y="3855"/>
                  </a:lnTo>
                  <a:lnTo>
                    <a:pt x="1200919" y="1722"/>
                  </a:lnTo>
                  <a:lnTo>
                    <a:pt x="1211546" y="403"/>
                  </a:lnTo>
                  <a:lnTo>
                    <a:pt x="1222174" y="0"/>
                  </a:lnTo>
                  <a:lnTo>
                    <a:pt x="1232801" y="593"/>
                  </a:lnTo>
                  <a:lnTo>
                    <a:pt x="1243429" y="2240"/>
                  </a:lnTo>
                  <a:lnTo>
                    <a:pt x="1254057" y="4997"/>
                  </a:lnTo>
                  <a:lnTo>
                    <a:pt x="1264684" y="8922"/>
                  </a:lnTo>
                  <a:lnTo>
                    <a:pt x="1275312" y="13863"/>
                  </a:lnTo>
                  <a:lnTo>
                    <a:pt x="1285939" y="19749"/>
                  </a:lnTo>
                  <a:lnTo>
                    <a:pt x="1296567" y="26492"/>
                  </a:lnTo>
                  <a:lnTo>
                    <a:pt x="1307195" y="33992"/>
                  </a:lnTo>
                  <a:lnTo>
                    <a:pt x="1317822" y="42142"/>
                  </a:lnTo>
                  <a:lnTo>
                    <a:pt x="1328450" y="50835"/>
                  </a:lnTo>
                  <a:lnTo>
                    <a:pt x="1339077" y="59965"/>
                  </a:lnTo>
                  <a:lnTo>
                    <a:pt x="1349705" y="69431"/>
                  </a:lnTo>
                  <a:lnTo>
                    <a:pt x="1360333" y="79143"/>
                  </a:lnTo>
                  <a:lnTo>
                    <a:pt x="1370960" y="89008"/>
                  </a:lnTo>
                  <a:lnTo>
                    <a:pt x="1381588" y="98926"/>
                  </a:lnTo>
                  <a:lnTo>
                    <a:pt x="1392215" y="108826"/>
                  </a:lnTo>
                  <a:lnTo>
                    <a:pt x="1402843" y="118644"/>
                  </a:lnTo>
                  <a:lnTo>
                    <a:pt x="1413471" y="128328"/>
                  </a:lnTo>
                  <a:lnTo>
                    <a:pt x="1424098" y="137832"/>
                  </a:lnTo>
                  <a:lnTo>
                    <a:pt x="1434726" y="147127"/>
                  </a:lnTo>
                  <a:lnTo>
                    <a:pt x="1445354" y="156193"/>
                  </a:lnTo>
                  <a:lnTo>
                    <a:pt x="1455981" y="165030"/>
                  </a:lnTo>
                  <a:lnTo>
                    <a:pt x="1466609" y="173643"/>
                  </a:lnTo>
                  <a:lnTo>
                    <a:pt x="1477236" y="182054"/>
                  </a:lnTo>
                  <a:lnTo>
                    <a:pt x="1487864" y="190332"/>
                  </a:lnTo>
                  <a:lnTo>
                    <a:pt x="1498492" y="198533"/>
                  </a:lnTo>
                  <a:lnTo>
                    <a:pt x="1509119" y="206721"/>
                  </a:lnTo>
                  <a:lnTo>
                    <a:pt x="1519747" y="214963"/>
                  </a:lnTo>
                  <a:lnTo>
                    <a:pt x="1530374" y="223324"/>
                  </a:lnTo>
                  <a:lnTo>
                    <a:pt x="1541002" y="231865"/>
                  </a:lnTo>
                  <a:lnTo>
                    <a:pt x="1551630" y="240643"/>
                  </a:lnTo>
                  <a:lnTo>
                    <a:pt x="1562257" y="249702"/>
                  </a:lnTo>
                  <a:lnTo>
                    <a:pt x="1572885" y="259082"/>
                  </a:lnTo>
                  <a:lnTo>
                    <a:pt x="1583512" y="268832"/>
                  </a:lnTo>
                  <a:lnTo>
                    <a:pt x="1594140" y="278920"/>
                  </a:lnTo>
                  <a:lnTo>
                    <a:pt x="1604768" y="289333"/>
                  </a:lnTo>
                  <a:lnTo>
                    <a:pt x="1615395" y="300047"/>
                  </a:lnTo>
                  <a:lnTo>
                    <a:pt x="1626023" y="311026"/>
                  </a:lnTo>
                  <a:lnTo>
                    <a:pt x="1636650" y="322228"/>
                  </a:lnTo>
                  <a:lnTo>
                    <a:pt x="1647278" y="333600"/>
                  </a:lnTo>
                  <a:lnTo>
                    <a:pt x="1657906" y="345086"/>
                  </a:lnTo>
                  <a:lnTo>
                    <a:pt x="1668533" y="356623"/>
                  </a:lnTo>
                  <a:lnTo>
                    <a:pt x="1679161" y="368145"/>
                  </a:lnTo>
                  <a:lnTo>
                    <a:pt x="1689788" y="379565"/>
                  </a:lnTo>
                  <a:lnTo>
                    <a:pt x="1700416" y="390816"/>
                  </a:lnTo>
                  <a:lnTo>
                    <a:pt x="1711044" y="401834"/>
                  </a:lnTo>
                  <a:lnTo>
                    <a:pt x="1721671" y="412558"/>
                  </a:lnTo>
                  <a:lnTo>
                    <a:pt x="1732299" y="422935"/>
                  </a:lnTo>
                  <a:lnTo>
                    <a:pt x="1742926" y="432917"/>
                  </a:lnTo>
                  <a:lnTo>
                    <a:pt x="1753554" y="442470"/>
                  </a:lnTo>
                  <a:lnTo>
                    <a:pt x="1764182" y="451569"/>
                  </a:lnTo>
                  <a:lnTo>
                    <a:pt x="1774809" y="460202"/>
                  </a:lnTo>
                  <a:lnTo>
                    <a:pt x="1785437" y="468366"/>
                  </a:lnTo>
                  <a:lnTo>
                    <a:pt x="1796064" y="476029"/>
                  </a:lnTo>
                  <a:lnTo>
                    <a:pt x="1806692" y="483270"/>
                  </a:lnTo>
                  <a:lnTo>
                    <a:pt x="1817320" y="490122"/>
                  </a:lnTo>
                  <a:lnTo>
                    <a:pt x="1827947" y="496621"/>
                  </a:lnTo>
                  <a:lnTo>
                    <a:pt x="1838575" y="502804"/>
                  </a:lnTo>
                  <a:lnTo>
                    <a:pt x="1849202" y="508708"/>
                  </a:lnTo>
                  <a:lnTo>
                    <a:pt x="1859830" y="514364"/>
                  </a:lnTo>
                  <a:lnTo>
                    <a:pt x="1870458" y="519801"/>
                  </a:lnTo>
                  <a:lnTo>
                    <a:pt x="1881085" y="525041"/>
                  </a:lnTo>
                  <a:lnTo>
                    <a:pt x="1891713" y="530099"/>
                  </a:lnTo>
                  <a:lnTo>
                    <a:pt x="1902340" y="534967"/>
                  </a:lnTo>
                  <a:lnTo>
                    <a:pt x="1912968" y="539668"/>
                  </a:lnTo>
                  <a:lnTo>
                    <a:pt x="1923596" y="544200"/>
                  </a:lnTo>
                  <a:lnTo>
                    <a:pt x="1934223" y="548560"/>
                  </a:lnTo>
                  <a:lnTo>
                    <a:pt x="1944851" y="552740"/>
                  </a:lnTo>
                  <a:lnTo>
                    <a:pt x="1955478" y="556736"/>
                  </a:lnTo>
                  <a:lnTo>
                    <a:pt x="1966106" y="560539"/>
                  </a:lnTo>
                  <a:lnTo>
                    <a:pt x="1976734" y="564148"/>
                  </a:lnTo>
                  <a:lnTo>
                    <a:pt x="1987361" y="567558"/>
                  </a:lnTo>
                  <a:lnTo>
                    <a:pt x="1997989" y="570770"/>
                  </a:lnTo>
                  <a:lnTo>
                    <a:pt x="2008616" y="573765"/>
                  </a:lnTo>
                  <a:lnTo>
                    <a:pt x="2019244" y="576576"/>
                  </a:lnTo>
                  <a:lnTo>
                    <a:pt x="2029872" y="579213"/>
                  </a:lnTo>
                  <a:lnTo>
                    <a:pt x="2040499" y="581686"/>
                  </a:lnTo>
                  <a:lnTo>
                    <a:pt x="2051127" y="584008"/>
                  </a:lnTo>
                  <a:lnTo>
                    <a:pt x="2061754" y="586190"/>
                  </a:lnTo>
                  <a:lnTo>
                    <a:pt x="2072382" y="588243"/>
                  </a:lnTo>
                  <a:lnTo>
                    <a:pt x="2083010" y="590176"/>
                  </a:lnTo>
                  <a:lnTo>
                    <a:pt x="2093637" y="591996"/>
                  </a:lnTo>
                  <a:lnTo>
                    <a:pt x="2104265" y="593707"/>
                  </a:lnTo>
                  <a:lnTo>
                    <a:pt x="2114892" y="595298"/>
                  </a:lnTo>
                  <a:lnTo>
                    <a:pt x="2125520" y="596784"/>
                  </a:lnTo>
                  <a:lnTo>
                    <a:pt x="2136148" y="598164"/>
                  </a:lnTo>
                  <a:lnTo>
                    <a:pt x="2146775" y="599438"/>
                  </a:lnTo>
                  <a:lnTo>
                    <a:pt x="2157403" y="600607"/>
                  </a:lnTo>
                  <a:lnTo>
                    <a:pt x="2168031" y="601673"/>
                  </a:lnTo>
                  <a:lnTo>
                    <a:pt x="2178658" y="602640"/>
                  </a:lnTo>
                  <a:lnTo>
                    <a:pt x="2189286" y="603513"/>
                  </a:lnTo>
                  <a:lnTo>
                    <a:pt x="2199913" y="604299"/>
                  </a:lnTo>
                  <a:lnTo>
                    <a:pt x="2210541" y="605005"/>
                  </a:lnTo>
                  <a:lnTo>
                    <a:pt x="2221169" y="605634"/>
                  </a:lnTo>
                  <a:lnTo>
                    <a:pt x="2231796" y="606203"/>
                  </a:lnTo>
                  <a:lnTo>
                    <a:pt x="2242424" y="606724"/>
                  </a:lnTo>
                  <a:lnTo>
                    <a:pt x="2253051" y="607204"/>
                  </a:lnTo>
                  <a:lnTo>
                    <a:pt x="2263679" y="607652"/>
                  </a:lnTo>
                  <a:lnTo>
                    <a:pt x="2274307" y="608075"/>
                  </a:lnTo>
                  <a:lnTo>
                    <a:pt x="2284934" y="608479"/>
                  </a:lnTo>
                  <a:lnTo>
                    <a:pt x="2295562" y="608869"/>
                  </a:lnTo>
                  <a:lnTo>
                    <a:pt x="2306189" y="609250"/>
                  </a:lnTo>
                  <a:lnTo>
                    <a:pt x="2316817" y="609624"/>
                  </a:lnTo>
                  <a:lnTo>
                    <a:pt x="2327445" y="609991"/>
                  </a:lnTo>
                  <a:lnTo>
                    <a:pt x="2338072" y="610353"/>
                  </a:lnTo>
                  <a:lnTo>
                    <a:pt x="2348700" y="610708"/>
                  </a:lnTo>
                  <a:lnTo>
                    <a:pt x="2359327" y="611055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13034351" y="9714397"/>
              <a:ext cx="3868447" cy="350125"/>
            </a:xfrm>
            <a:custGeom>
              <a:avLst/>
              <a:pathLst>
                <a:path w="3868447" h="350125">
                  <a:moveTo>
                    <a:pt x="0" y="347370"/>
                  </a:moveTo>
                  <a:lnTo>
                    <a:pt x="10627" y="347155"/>
                  </a:lnTo>
                  <a:lnTo>
                    <a:pt x="21255" y="346913"/>
                  </a:lnTo>
                  <a:lnTo>
                    <a:pt x="31882" y="346645"/>
                  </a:lnTo>
                  <a:lnTo>
                    <a:pt x="42510" y="346351"/>
                  </a:lnTo>
                  <a:lnTo>
                    <a:pt x="53138" y="346033"/>
                  </a:lnTo>
                  <a:lnTo>
                    <a:pt x="63765" y="345695"/>
                  </a:lnTo>
                  <a:lnTo>
                    <a:pt x="74393" y="345345"/>
                  </a:lnTo>
                  <a:lnTo>
                    <a:pt x="85020" y="344988"/>
                  </a:lnTo>
                  <a:lnTo>
                    <a:pt x="95648" y="344631"/>
                  </a:lnTo>
                  <a:lnTo>
                    <a:pt x="106276" y="344278"/>
                  </a:lnTo>
                  <a:lnTo>
                    <a:pt x="116903" y="343936"/>
                  </a:lnTo>
                  <a:lnTo>
                    <a:pt x="127531" y="343606"/>
                  </a:lnTo>
                  <a:lnTo>
                    <a:pt x="138158" y="343290"/>
                  </a:lnTo>
                  <a:lnTo>
                    <a:pt x="148786" y="342988"/>
                  </a:lnTo>
                  <a:lnTo>
                    <a:pt x="159414" y="342699"/>
                  </a:lnTo>
                  <a:lnTo>
                    <a:pt x="170041" y="342419"/>
                  </a:lnTo>
                  <a:lnTo>
                    <a:pt x="180669" y="342141"/>
                  </a:lnTo>
                  <a:lnTo>
                    <a:pt x="191296" y="341862"/>
                  </a:lnTo>
                  <a:lnTo>
                    <a:pt x="201924" y="341574"/>
                  </a:lnTo>
                  <a:lnTo>
                    <a:pt x="212552" y="341273"/>
                  </a:lnTo>
                  <a:lnTo>
                    <a:pt x="223179" y="340955"/>
                  </a:lnTo>
                  <a:lnTo>
                    <a:pt x="233807" y="340614"/>
                  </a:lnTo>
                  <a:lnTo>
                    <a:pt x="244434" y="340249"/>
                  </a:lnTo>
                  <a:lnTo>
                    <a:pt x="255062" y="339856"/>
                  </a:lnTo>
                  <a:lnTo>
                    <a:pt x="265690" y="339434"/>
                  </a:lnTo>
                  <a:lnTo>
                    <a:pt x="276317" y="338980"/>
                  </a:lnTo>
                  <a:lnTo>
                    <a:pt x="286945" y="338498"/>
                  </a:lnTo>
                  <a:lnTo>
                    <a:pt x="297572" y="337990"/>
                  </a:lnTo>
                  <a:lnTo>
                    <a:pt x="308200" y="337461"/>
                  </a:lnTo>
                  <a:lnTo>
                    <a:pt x="318828" y="336915"/>
                  </a:lnTo>
                  <a:lnTo>
                    <a:pt x="329455" y="336359"/>
                  </a:lnTo>
                  <a:lnTo>
                    <a:pt x="340083" y="335801"/>
                  </a:lnTo>
                  <a:lnTo>
                    <a:pt x="350710" y="335248"/>
                  </a:lnTo>
                  <a:lnTo>
                    <a:pt x="361338" y="334711"/>
                  </a:lnTo>
                  <a:lnTo>
                    <a:pt x="371966" y="334197"/>
                  </a:lnTo>
                  <a:lnTo>
                    <a:pt x="382593" y="333717"/>
                  </a:lnTo>
                  <a:lnTo>
                    <a:pt x="393221" y="333273"/>
                  </a:lnTo>
                  <a:lnTo>
                    <a:pt x="403848" y="332865"/>
                  </a:lnTo>
                  <a:lnTo>
                    <a:pt x="414476" y="332492"/>
                  </a:lnTo>
                  <a:lnTo>
                    <a:pt x="425104" y="332149"/>
                  </a:lnTo>
                  <a:lnTo>
                    <a:pt x="435731" y="331827"/>
                  </a:lnTo>
                  <a:lnTo>
                    <a:pt x="446359" y="331515"/>
                  </a:lnTo>
                  <a:lnTo>
                    <a:pt x="456986" y="331203"/>
                  </a:lnTo>
                  <a:lnTo>
                    <a:pt x="467614" y="330875"/>
                  </a:lnTo>
                  <a:lnTo>
                    <a:pt x="478242" y="330520"/>
                  </a:lnTo>
                  <a:lnTo>
                    <a:pt x="488869" y="330120"/>
                  </a:lnTo>
                  <a:lnTo>
                    <a:pt x="499497" y="329671"/>
                  </a:lnTo>
                  <a:lnTo>
                    <a:pt x="510124" y="329169"/>
                  </a:lnTo>
                  <a:lnTo>
                    <a:pt x="520752" y="328614"/>
                  </a:lnTo>
                  <a:lnTo>
                    <a:pt x="531380" y="328010"/>
                  </a:lnTo>
                  <a:lnTo>
                    <a:pt x="542007" y="327366"/>
                  </a:lnTo>
                  <a:lnTo>
                    <a:pt x="552635" y="326690"/>
                  </a:lnTo>
                  <a:lnTo>
                    <a:pt x="563262" y="325995"/>
                  </a:lnTo>
                  <a:lnTo>
                    <a:pt x="573890" y="325293"/>
                  </a:lnTo>
                  <a:lnTo>
                    <a:pt x="584518" y="324596"/>
                  </a:lnTo>
                  <a:lnTo>
                    <a:pt x="595145" y="323914"/>
                  </a:lnTo>
                  <a:lnTo>
                    <a:pt x="605773" y="323248"/>
                  </a:lnTo>
                  <a:lnTo>
                    <a:pt x="616400" y="322593"/>
                  </a:lnTo>
                  <a:lnTo>
                    <a:pt x="627028" y="321939"/>
                  </a:lnTo>
                  <a:lnTo>
                    <a:pt x="637656" y="321269"/>
                  </a:lnTo>
                  <a:lnTo>
                    <a:pt x="648283" y="320560"/>
                  </a:lnTo>
                  <a:lnTo>
                    <a:pt x="658911" y="319786"/>
                  </a:lnTo>
                  <a:lnTo>
                    <a:pt x="669538" y="318920"/>
                  </a:lnTo>
                  <a:lnTo>
                    <a:pt x="680166" y="317932"/>
                  </a:lnTo>
                  <a:lnTo>
                    <a:pt x="690794" y="316794"/>
                  </a:lnTo>
                  <a:lnTo>
                    <a:pt x="701421" y="315462"/>
                  </a:lnTo>
                  <a:lnTo>
                    <a:pt x="712049" y="313940"/>
                  </a:lnTo>
                  <a:lnTo>
                    <a:pt x="722677" y="312220"/>
                  </a:lnTo>
                  <a:lnTo>
                    <a:pt x="733304" y="310305"/>
                  </a:lnTo>
                  <a:lnTo>
                    <a:pt x="743932" y="308202"/>
                  </a:lnTo>
                  <a:lnTo>
                    <a:pt x="754559" y="305929"/>
                  </a:lnTo>
                  <a:lnTo>
                    <a:pt x="765187" y="303506"/>
                  </a:lnTo>
                  <a:lnTo>
                    <a:pt x="775815" y="300960"/>
                  </a:lnTo>
                  <a:lnTo>
                    <a:pt x="786442" y="298321"/>
                  </a:lnTo>
                  <a:lnTo>
                    <a:pt x="797070" y="295623"/>
                  </a:lnTo>
                  <a:lnTo>
                    <a:pt x="807697" y="292902"/>
                  </a:lnTo>
                  <a:lnTo>
                    <a:pt x="818325" y="290199"/>
                  </a:lnTo>
                  <a:lnTo>
                    <a:pt x="828953" y="287547"/>
                  </a:lnTo>
                  <a:lnTo>
                    <a:pt x="839580" y="284977"/>
                  </a:lnTo>
                  <a:lnTo>
                    <a:pt x="850208" y="282513"/>
                  </a:lnTo>
                  <a:lnTo>
                    <a:pt x="860835" y="280176"/>
                  </a:lnTo>
                  <a:lnTo>
                    <a:pt x="871463" y="277979"/>
                  </a:lnTo>
                  <a:lnTo>
                    <a:pt x="882091" y="275926"/>
                  </a:lnTo>
                  <a:lnTo>
                    <a:pt x="892718" y="274012"/>
                  </a:lnTo>
                  <a:lnTo>
                    <a:pt x="903346" y="272219"/>
                  </a:lnTo>
                  <a:lnTo>
                    <a:pt x="913973" y="270525"/>
                  </a:lnTo>
                  <a:lnTo>
                    <a:pt x="924601" y="268873"/>
                  </a:lnTo>
                  <a:lnTo>
                    <a:pt x="935229" y="267214"/>
                  </a:lnTo>
                  <a:lnTo>
                    <a:pt x="945856" y="265492"/>
                  </a:lnTo>
                  <a:lnTo>
                    <a:pt x="956484" y="263656"/>
                  </a:lnTo>
                  <a:lnTo>
                    <a:pt x="967111" y="261654"/>
                  </a:lnTo>
                  <a:lnTo>
                    <a:pt x="977739" y="259446"/>
                  </a:lnTo>
                  <a:lnTo>
                    <a:pt x="988367" y="256998"/>
                  </a:lnTo>
                  <a:lnTo>
                    <a:pt x="998994" y="254293"/>
                  </a:lnTo>
                  <a:lnTo>
                    <a:pt x="1009622" y="251328"/>
                  </a:lnTo>
                  <a:lnTo>
                    <a:pt x="1020249" y="248090"/>
                  </a:lnTo>
                  <a:lnTo>
                    <a:pt x="1030877" y="244644"/>
                  </a:lnTo>
                  <a:lnTo>
                    <a:pt x="1041505" y="241036"/>
                  </a:lnTo>
                  <a:lnTo>
                    <a:pt x="1052132" y="237320"/>
                  </a:lnTo>
                  <a:lnTo>
                    <a:pt x="1062760" y="233555"/>
                  </a:lnTo>
                  <a:lnTo>
                    <a:pt x="1073387" y="229803"/>
                  </a:lnTo>
                  <a:lnTo>
                    <a:pt x="1084015" y="226122"/>
                  </a:lnTo>
                  <a:lnTo>
                    <a:pt x="1094643" y="222567"/>
                  </a:lnTo>
                  <a:lnTo>
                    <a:pt x="1105270" y="219186"/>
                  </a:lnTo>
                  <a:lnTo>
                    <a:pt x="1115898" y="216018"/>
                  </a:lnTo>
                  <a:lnTo>
                    <a:pt x="1126525" y="213118"/>
                  </a:lnTo>
                  <a:lnTo>
                    <a:pt x="1137153" y="210475"/>
                  </a:lnTo>
                  <a:lnTo>
                    <a:pt x="1147781" y="208083"/>
                  </a:lnTo>
                  <a:lnTo>
                    <a:pt x="1158408" y="205927"/>
                  </a:lnTo>
                  <a:lnTo>
                    <a:pt x="1169036" y="203980"/>
                  </a:lnTo>
                  <a:lnTo>
                    <a:pt x="1179663" y="202208"/>
                  </a:lnTo>
                  <a:lnTo>
                    <a:pt x="1190291" y="200569"/>
                  </a:lnTo>
                  <a:lnTo>
                    <a:pt x="1200919" y="199016"/>
                  </a:lnTo>
                  <a:lnTo>
                    <a:pt x="1211546" y="197502"/>
                  </a:lnTo>
                  <a:lnTo>
                    <a:pt x="1222174" y="195981"/>
                  </a:lnTo>
                  <a:lnTo>
                    <a:pt x="1232801" y="194398"/>
                  </a:lnTo>
                  <a:lnTo>
                    <a:pt x="1243429" y="192718"/>
                  </a:lnTo>
                  <a:lnTo>
                    <a:pt x="1254057" y="190916"/>
                  </a:lnTo>
                  <a:lnTo>
                    <a:pt x="1264684" y="188974"/>
                  </a:lnTo>
                  <a:lnTo>
                    <a:pt x="1275312" y="186878"/>
                  </a:lnTo>
                  <a:lnTo>
                    <a:pt x="1285939" y="184623"/>
                  </a:lnTo>
                  <a:lnTo>
                    <a:pt x="1296567" y="182208"/>
                  </a:lnTo>
                  <a:lnTo>
                    <a:pt x="1307195" y="179634"/>
                  </a:lnTo>
                  <a:lnTo>
                    <a:pt x="1317822" y="176905"/>
                  </a:lnTo>
                  <a:lnTo>
                    <a:pt x="1328450" y="174027"/>
                  </a:lnTo>
                  <a:lnTo>
                    <a:pt x="1339077" y="170991"/>
                  </a:lnTo>
                  <a:lnTo>
                    <a:pt x="1349705" y="167816"/>
                  </a:lnTo>
                  <a:lnTo>
                    <a:pt x="1360333" y="164515"/>
                  </a:lnTo>
                  <a:lnTo>
                    <a:pt x="1370960" y="161099"/>
                  </a:lnTo>
                  <a:lnTo>
                    <a:pt x="1381588" y="157585"/>
                  </a:lnTo>
                  <a:lnTo>
                    <a:pt x="1392215" y="153994"/>
                  </a:lnTo>
                  <a:lnTo>
                    <a:pt x="1402843" y="150351"/>
                  </a:lnTo>
                  <a:lnTo>
                    <a:pt x="1413471" y="146686"/>
                  </a:lnTo>
                  <a:lnTo>
                    <a:pt x="1424098" y="143034"/>
                  </a:lnTo>
                  <a:lnTo>
                    <a:pt x="1434726" y="139432"/>
                  </a:lnTo>
                  <a:lnTo>
                    <a:pt x="1445354" y="135928"/>
                  </a:lnTo>
                  <a:lnTo>
                    <a:pt x="1455981" y="132557"/>
                  </a:lnTo>
                  <a:lnTo>
                    <a:pt x="1466609" y="129341"/>
                  </a:lnTo>
                  <a:lnTo>
                    <a:pt x="1477236" y="126302"/>
                  </a:lnTo>
                  <a:lnTo>
                    <a:pt x="1487864" y="123450"/>
                  </a:lnTo>
                  <a:lnTo>
                    <a:pt x="1498492" y="120785"/>
                  </a:lnTo>
                  <a:lnTo>
                    <a:pt x="1509119" y="118301"/>
                  </a:lnTo>
                  <a:lnTo>
                    <a:pt x="1519747" y="115981"/>
                  </a:lnTo>
                  <a:lnTo>
                    <a:pt x="1530374" y="113804"/>
                  </a:lnTo>
                  <a:lnTo>
                    <a:pt x="1541002" y="111742"/>
                  </a:lnTo>
                  <a:lnTo>
                    <a:pt x="1551630" y="109767"/>
                  </a:lnTo>
                  <a:lnTo>
                    <a:pt x="1562257" y="107838"/>
                  </a:lnTo>
                  <a:lnTo>
                    <a:pt x="1572885" y="105919"/>
                  </a:lnTo>
                  <a:lnTo>
                    <a:pt x="1583512" y="103980"/>
                  </a:lnTo>
                  <a:lnTo>
                    <a:pt x="1594140" y="101992"/>
                  </a:lnTo>
                  <a:lnTo>
                    <a:pt x="1604768" y="99925"/>
                  </a:lnTo>
                  <a:lnTo>
                    <a:pt x="1615395" y="97755"/>
                  </a:lnTo>
                  <a:lnTo>
                    <a:pt x="1626023" y="95457"/>
                  </a:lnTo>
                  <a:lnTo>
                    <a:pt x="1636650" y="93011"/>
                  </a:lnTo>
                  <a:lnTo>
                    <a:pt x="1647278" y="90401"/>
                  </a:lnTo>
                  <a:lnTo>
                    <a:pt x="1657906" y="87602"/>
                  </a:lnTo>
                  <a:lnTo>
                    <a:pt x="1668533" y="84625"/>
                  </a:lnTo>
                  <a:lnTo>
                    <a:pt x="1679161" y="81491"/>
                  </a:lnTo>
                  <a:lnTo>
                    <a:pt x="1689788" y="78225"/>
                  </a:lnTo>
                  <a:lnTo>
                    <a:pt x="1700416" y="74867"/>
                  </a:lnTo>
                  <a:lnTo>
                    <a:pt x="1711044" y="71462"/>
                  </a:lnTo>
                  <a:lnTo>
                    <a:pt x="1721671" y="68067"/>
                  </a:lnTo>
                  <a:lnTo>
                    <a:pt x="1732299" y="64740"/>
                  </a:lnTo>
                  <a:lnTo>
                    <a:pt x="1742926" y="61538"/>
                  </a:lnTo>
                  <a:lnTo>
                    <a:pt x="1753554" y="58515"/>
                  </a:lnTo>
                  <a:lnTo>
                    <a:pt x="1764182" y="55733"/>
                  </a:lnTo>
                  <a:lnTo>
                    <a:pt x="1774809" y="53206"/>
                  </a:lnTo>
                  <a:lnTo>
                    <a:pt x="1785437" y="50927"/>
                  </a:lnTo>
                  <a:lnTo>
                    <a:pt x="1796064" y="48876"/>
                  </a:lnTo>
                  <a:lnTo>
                    <a:pt x="1806692" y="47018"/>
                  </a:lnTo>
                  <a:lnTo>
                    <a:pt x="1817320" y="45307"/>
                  </a:lnTo>
                  <a:lnTo>
                    <a:pt x="1827947" y="43687"/>
                  </a:lnTo>
                  <a:lnTo>
                    <a:pt x="1838575" y="42103"/>
                  </a:lnTo>
                  <a:lnTo>
                    <a:pt x="1849202" y="40503"/>
                  </a:lnTo>
                  <a:lnTo>
                    <a:pt x="1859830" y="38846"/>
                  </a:lnTo>
                  <a:lnTo>
                    <a:pt x="1870458" y="37100"/>
                  </a:lnTo>
                  <a:lnTo>
                    <a:pt x="1881085" y="35265"/>
                  </a:lnTo>
                  <a:lnTo>
                    <a:pt x="1891713" y="33367"/>
                  </a:lnTo>
                  <a:lnTo>
                    <a:pt x="1902340" y="31446"/>
                  </a:lnTo>
                  <a:lnTo>
                    <a:pt x="1912968" y="29551"/>
                  </a:lnTo>
                  <a:lnTo>
                    <a:pt x="1923596" y="27741"/>
                  </a:lnTo>
                  <a:lnTo>
                    <a:pt x="1934223" y="26072"/>
                  </a:lnTo>
                  <a:lnTo>
                    <a:pt x="1944851" y="24596"/>
                  </a:lnTo>
                  <a:lnTo>
                    <a:pt x="1955478" y="23352"/>
                  </a:lnTo>
                  <a:lnTo>
                    <a:pt x="1966106" y="22362"/>
                  </a:lnTo>
                  <a:lnTo>
                    <a:pt x="1976734" y="21649"/>
                  </a:lnTo>
                  <a:lnTo>
                    <a:pt x="1987361" y="21175"/>
                  </a:lnTo>
                  <a:lnTo>
                    <a:pt x="1997989" y="20884"/>
                  </a:lnTo>
                  <a:lnTo>
                    <a:pt x="2008616" y="20714"/>
                  </a:lnTo>
                  <a:lnTo>
                    <a:pt x="2019244" y="20595"/>
                  </a:lnTo>
                  <a:lnTo>
                    <a:pt x="2029872" y="20451"/>
                  </a:lnTo>
                  <a:lnTo>
                    <a:pt x="2040499" y="20209"/>
                  </a:lnTo>
                  <a:lnTo>
                    <a:pt x="2051127" y="19802"/>
                  </a:lnTo>
                  <a:lnTo>
                    <a:pt x="2061754" y="19171"/>
                  </a:lnTo>
                  <a:lnTo>
                    <a:pt x="2072382" y="18276"/>
                  </a:lnTo>
                  <a:lnTo>
                    <a:pt x="2083010" y="17071"/>
                  </a:lnTo>
                  <a:lnTo>
                    <a:pt x="2093637" y="15569"/>
                  </a:lnTo>
                  <a:lnTo>
                    <a:pt x="2104265" y="13812"/>
                  </a:lnTo>
                  <a:lnTo>
                    <a:pt x="2114892" y="11854"/>
                  </a:lnTo>
                  <a:lnTo>
                    <a:pt x="2125520" y="9764"/>
                  </a:lnTo>
                  <a:lnTo>
                    <a:pt x="2136148" y="7631"/>
                  </a:lnTo>
                  <a:lnTo>
                    <a:pt x="2146775" y="5557"/>
                  </a:lnTo>
                  <a:lnTo>
                    <a:pt x="2157403" y="3649"/>
                  </a:lnTo>
                  <a:lnTo>
                    <a:pt x="2168031" y="2022"/>
                  </a:lnTo>
                  <a:lnTo>
                    <a:pt x="2178658" y="784"/>
                  </a:lnTo>
                  <a:lnTo>
                    <a:pt x="2189286" y="80"/>
                  </a:lnTo>
                  <a:lnTo>
                    <a:pt x="2199913" y="0"/>
                  </a:lnTo>
                  <a:lnTo>
                    <a:pt x="2210541" y="570"/>
                  </a:lnTo>
                  <a:lnTo>
                    <a:pt x="2221169" y="1819"/>
                  </a:lnTo>
                  <a:lnTo>
                    <a:pt x="2231796" y="3751"/>
                  </a:lnTo>
                  <a:lnTo>
                    <a:pt x="2242424" y="6341"/>
                  </a:lnTo>
                  <a:lnTo>
                    <a:pt x="2253051" y="9539"/>
                  </a:lnTo>
                  <a:lnTo>
                    <a:pt x="2263679" y="13275"/>
                  </a:lnTo>
                  <a:lnTo>
                    <a:pt x="2274307" y="17462"/>
                  </a:lnTo>
                  <a:lnTo>
                    <a:pt x="2284934" y="22001"/>
                  </a:lnTo>
                  <a:lnTo>
                    <a:pt x="2295562" y="26793"/>
                  </a:lnTo>
                  <a:lnTo>
                    <a:pt x="2306189" y="31708"/>
                  </a:lnTo>
                  <a:lnTo>
                    <a:pt x="2316817" y="36632"/>
                  </a:lnTo>
                  <a:lnTo>
                    <a:pt x="2327445" y="41476"/>
                  </a:lnTo>
                  <a:lnTo>
                    <a:pt x="2338072" y="46163"/>
                  </a:lnTo>
                  <a:lnTo>
                    <a:pt x="2348700" y="50632"/>
                  </a:lnTo>
                  <a:lnTo>
                    <a:pt x="2359327" y="54837"/>
                  </a:lnTo>
                  <a:lnTo>
                    <a:pt x="2369955" y="58751"/>
                  </a:lnTo>
                  <a:lnTo>
                    <a:pt x="2380583" y="62365"/>
                  </a:lnTo>
                  <a:lnTo>
                    <a:pt x="2391210" y="65688"/>
                  </a:lnTo>
                  <a:lnTo>
                    <a:pt x="2401838" y="68734"/>
                  </a:lnTo>
                  <a:lnTo>
                    <a:pt x="2412465" y="71563"/>
                  </a:lnTo>
                  <a:lnTo>
                    <a:pt x="2423093" y="74255"/>
                  </a:lnTo>
                  <a:lnTo>
                    <a:pt x="2433721" y="76886"/>
                  </a:lnTo>
                  <a:lnTo>
                    <a:pt x="2444348" y="79534"/>
                  </a:lnTo>
                  <a:lnTo>
                    <a:pt x="2454976" y="82281"/>
                  </a:lnTo>
                  <a:lnTo>
                    <a:pt x="2465603" y="85202"/>
                  </a:lnTo>
                  <a:lnTo>
                    <a:pt x="2476231" y="88361"/>
                  </a:lnTo>
                  <a:lnTo>
                    <a:pt x="2486859" y="91810"/>
                  </a:lnTo>
                  <a:lnTo>
                    <a:pt x="2497486" y="95580"/>
                  </a:lnTo>
                  <a:lnTo>
                    <a:pt x="2508114" y="99701"/>
                  </a:lnTo>
                  <a:lnTo>
                    <a:pt x="2518741" y="104158"/>
                  </a:lnTo>
                  <a:lnTo>
                    <a:pt x="2529369" y="108888"/>
                  </a:lnTo>
                  <a:lnTo>
                    <a:pt x="2539997" y="113833"/>
                  </a:lnTo>
                  <a:lnTo>
                    <a:pt x="2550624" y="118926"/>
                  </a:lnTo>
                  <a:lnTo>
                    <a:pt x="2561252" y="124091"/>
                  </a:lnTo>
                  <a:lnTo>
                    <a:pt x="2571879" y="129251"/>
                  </a:lnTo>
                  <a:lnTo>
                    <a:pt x="2582507" y="134333"/>
                  </a:lnTo>
                  <a:lnTo>
                    <a:pt x="2593135" y="139271"/>
                  </a:lnTo>
                  <a:lnTo>
                    <a:pt x="2603762" y="144008"/>
                  </a:lnTo>
                  <a:lnTo>
                    <a:pt x="2614390" y="148489"/>
                  </a:lnTo>
                  <a:lnTo>
                    <a:pt x="2625017" y="152678"/>
                  </a:lnTo>
                  <a:lnTo>
                    <a:pt x="2635645" y="156584"/>
                  </a:lnTo>
                  <a:lnTo>
                    <a:pt x="2646273" y="160207"/>
                  </a:lnTo>
                  <a:lnTo>
                    <a:pt x="2656900" y="163559"/>
                  </a:lnTo>
                  <a:lnTo>
                    <a:pt x="2667528" y="166656"/>
                  </a:lnTo>
                  <a:lnTo>
                    <a:pt x="2678155" y="169517"/>
                  </a:lnTo>
                  <a:lnTo>
                    <a:pt x="2688783" y="172165"/>
                  </a:lnTo>
                  <a:lnTo>
                    <a:pt x="2699411" y="174622"/>
                  </a:lnTo>
                  <a:lnTo>
                    <a:pt x="2710038" y="176911"/>
                  </a:lnTo>
                  <a:lnTo>
                    <a:pt x="2720666" y="179048"/>
                  </a:lnTo>
                  <a:lnTo>
                    <a:pt x="2731293" y="181054"/>
                  </a:lnTo>
                  <a:lnTo>
                    <a:pt x="2741921" y="182962"/>
                  </a:lnTo>
                  <a:lnTo>
                    <a:pt x="2752549" y="184793"/>
                  </a:lnTo>
                  <a:lnTo>
                    <a:pt x="2763176" y="186571"/>
                  </a:lnTo>
                  <a:lnTo>
                    <a:pt x="2773804" y="188322"/>
                  </a:lnTo>
                  <a:lnTo>
                    <a:pt x="2784431" y="190071"/>
                  </a:lnTo>
                  <a:lnTo>
                    <a:pt x="2795059" y="191848"/>
                  </a:lnTo>
                  <a:lnTo>
                    <a:pt x="2805687" y="193679"/>
                  </a:lnTo>
                  <a:lnTo>
                    <a:pt x="2816314" y="195596"/>
                  </a:lnTo>
                  <a:lnTo>
                    <a:pt x="2826942" y="197632"/>
                  </a:lnTo>
                  <a:lnTo>
                    <a:pt x="2837569" y="199823"/>
                  </a:lnTo>
                  <a:lnTo>
                    <a:pt x="2848197" y="202183"/>
                  </a:lnTo>
                  <a:lnTo>
                    <a:pt x="2858825" y="204729"/>
                  </a:lnTo>
                  <a:lnTo>
                    <a:pt x="2869452" y="207472"/>
                  </a:lnTo>
                  <a:lnTo>
                    <a:pt x="2880080" y="210418"/>
                  </a:lnTo>
                  <a:lnTo>
                    <a:pt x="2890708" y="213564"/>
                  </a:lnTo>
                  <a:lnTo>
                    <a:pt x="2901335" y="216900"/>
                  </a:lnTo>
                  <a:lnTo>
                    <a:pt x="2911963" y="220407"/>
                  </a:lnTo>
                  <a:lnTo>
                    <a:pt x="2922590" y="224057"/>
                  </a:lnTo>
                  <a:lnTo>
                    <a:pt x="2933218" y="227819"/>
                  </a:lnTo>
                  <a:lnTo>
                    <a:pt x="2943846" y="231644"/>
                  </a:lnTo>
                  <a:lnTo>
                    <a:pt x="2954473" y="235475"/>
                  </a:lnTo>
                  <a:lnTo>
                    <a:pt x="2965101" y="239264"/>
                  </a:lnTo>
                  <a:lnTo>
                    <a:pt x="2975728" y="242966"/>
                  </a:lnTo>
                  <a:lnTo>
                    <a:pt x="2986356" y="246539"/>
                  </a:lnTo>
                  <a:lnTo>
                    <a:pt x="2996984" y="249949"/>
                  </a:lnTo>
                  <a:lnTo>
                    <a:pt x="3007611" y="253171"/>
                  </a:lnTo>
                  <a:lnTo>
                    <a:pt x="3018239" y="256190"/>
                  </a:lnTo>
                  <a:lnTo>
                    <a:pt x="3028866" y="259005"/>
                  </a:lnTo>
                  <a:lnTo>
                    <a:pt x="3039494" y="261615"/>
                  </a:lnTo>
                  <a:lnTo>
                    <a:pt x="3050122" y="264034"/>
                  </a:lnTo>
                  <a:lnTo>
                    <a:pt x="3060749" y="266308"/>
                  </a:lnTo>
                  <a:lnTo>
                    <a:pt x="3071377" y="268468"/>
                  </a:lnTo>
                  <a:lnTo>
                    <a:pt x="3082004" y="270548"/>
                  </a:lnTo>
                  <a:lnTo>
                    <a:pt x="3092632" y="272582"/>
                  </a:lnTo>
                  <a:lnTo>
                    <a:pt x="3103260" y="274598"/>
                  </a:lnTo>
                  <a:lnTo>
                    <a:pt x="3113887" y="276624"/>
                  </a:lnTo>
                  <a:lnTo>
                    <a:pt x="3124515" y="278679"/>
                  </a:lnTo>
                  <a:lnTo>
                    <a:pt x="3135142" y="280778"/>
                  </a:lnTo>
                  <a:lnTo>
                    <a:pt x="3145770" y="282932"/>
                  </a:lnTo>
                  <a:lnTo>
                    <a:pt x="3156398" y="285146"/>
                  </a:lnTo>
                  <a:lnTo>
                    <a:pt x="3167025" y="287408"/>
                  </a:lnTo>
                  <a:lnTo>
                    <a:pt x="3177653" y="289711"/>
                  </a:lnTo>
                  <a:lnTo>
                    <a:pt x="3188280" y="292042"/>
                  </a:lnTo>
                  <a:lnTo>
                    <a:pt x="3198908" y="294387"/>
                  </a:lnTo>
                  <a:lnTo>
                    <a:pt x="3209536" y="296733"/>
                  </a:lnTo>
                  <a:lnTo>
                    <a:pt x="3220163" y="299064"/>
                  </a:lnTo>
                  <a:lnTo>
                    <a:pt x="3230791" y="301371"/>
                  </a:lnTo>
                  <a:lnTo>
                    <a:pt x="3241418" y="303641"/>
                  </a:lnTo>
                  <a:lnTo>
                    <a:pt x="3252046" y="305866"/>
                  </a:lnTo>
                  <a:lnTo>
                    <a:pt x="3262674" y="308039"/>
                  </a:lnTo>
                  <a:lnTo>
                    <a:pt x="3273301" y="310160"/>
                  </a:lnTo>
                  <a:lnTo>
                    <a:pt x="3283929" y="312231"/>
                  </a:lnTo>
                  <a:lnTo>
                    <a:pt x="3294556" y="314248"/>
                  </a:lnTo>
                  <a:lnTo>
                    <a:pt x="3305184" y="316210"/>
                  </a:lnTo>
                  <a:lnTo>
                    <a:pt x="3315812" y="318113"/>
                  </a:lnTo>
                  <a:lnTo>
                    <a:pt x="3326439" y="319950"/>
                  </a:lnTo>
                  <a:lnTo>
                    <a:pt x="3337067" y="321712"/>
                  </a:lnTo>
                  <a:lnTo>
                    <a:pt x="3347694" y="323387"/>
                  </a:lnTo>
                  <a:lnTo>
                    <a:pt x="3358322" y="324958"/>
                  </a:lnTo>
                  <a:lnTo>
                    <a:pt x="3368950" y="326403"/>
                  </a:lnTo>
                  <a:lnTo>
                    <a:pt x="3379577" y="327720"/>
                  </a:lnTo>
                  <a:lnTo>
                    <a:pt x="3390205" y="328901"/>
                  </a:lnTo>
                  <a:lnTo>
                    <a:pt x="3400832" y="329942"/>
                  </a:lnTo>
                  <a:lnTo>
                    <a:pt x="3411460" y="330846"/>
                  </a:lnTo>
                  <a:lnTo>
                    <a:pt x="3422088" y="331617"/>
                  </a:lnTo>
                  <a:lnTo>
                    <a:pt x="3432715" y="332265"/>
                  </a:lnTo>
                  <a:lnTo>
                    <a:pt x="3443343" y="332802"/>
                  </a:lnTo>
                  <a:lnTo>
                    <a:pt x="3453970" y="333246"/>
                  </a:lnTo>
                  <a:lnTo>
                    <a:pt x="3464598" y="333612"/>
                  </a:lnTo>
                  <a:lnTo>
                    <a:pt x="3475226" y="333914"/>
                  </a:lnTo>
                  <a:lnTo>
                    <a:pt x="3485853" y="334177"/>
                  </a:lnTo>
                  <a:lnTo>
                    <a:pt x="3496481" y="334416"/>
                  </a:lnTo>
                  <a:lnTo>
                    <a:pt x="3507108" y="334641"/>
                  </a:lnTo>
                  <a:lnTo>
                    <a:pt x="3517736" y="334863"/>
                  </a:lnTo>
                  <a:lnTo>
                    <a:pt x="3528364" y="335089"/>
                  </a:lnTo>
                  <a:lnTo>
                    <a:pt x="3538991" y="335325"/>
                  </a:lnTo>
                  <a:lnTo>
                    <a:pt x="3549619" y="335575"/>
                  </a:lnTo>
                  <a:lnTo>
                    <a:pt x="3560246" y="335844"/>
                  </a:lnTo>
                  <a:lnTo>
                    <a:pt x="3570874" y="336132"/>
                  </a:lnTo>
                  <a:lnTo>
                    <a:pt x="3581502" y="336445"/>
                  </a:lnTo>
                  <a:lnTo>
                    <a:pt x="3592129" y="336782"/>
                  </a:lnTo>
                  <a:lnTo>
                    <a:pt x="3602757" y="337144"/>
                  </a:lnTo>
                  <a:lnTo>
                    <a:pt x="3613385" y="337535"/>
                  </a:lnTo>
                  <a:lnTo>
                    <a:pt x="3624012" y="337955"/>
                  </a:lnTo>
                  <a:lnTo>
                    <a:pt x="3634640" y="338407"/>
                  </a:lnTo>
                  <a:lnTo>
                    <a:pt x="3645267" y="338891"/>
                  </a:lnTo>
                  <a:lnTo>
                    <a:pt x="3655895" y="339408"/>
                  </a:lnTo>
                  <a:lnTo>
                    <a:pt x="3666523" y="339957"/>
                  </a:lnTo>
                  <a:lnTo>
                    <a:pt x="3677150" y="340536"/>
                  </a:lnTo>
                  <a:lnTo>
                    <a:pt x="3687778" y="341140"/>
                  </a:lnTo>
                  <a:lnTo>
                    <a:pt x="3698405" y="341760"/>
                  </a:lnTo>
                  <a:lnTo>
                    <a:pt x="3709033" y="342386"/>
                  </a:lnTo>
                  <a:lnTo>
                    <a:pt x="3719661" y="343007"/>
                  </a:lnTo>
                  <a:lnTo>
                    <a:pt x="3730288" y="343613"/>
                  </a:lnTo>
                  <a:lnTo>
                    <a:pt x="3740916" y="344191"/>
                  </a:lnTo>
                  <a:lnTo>
                    <a:pt x="3751543" y="344731"/>
                  </a:lnTo>
                  <a:lnTo>
                    <a:pt x="3762171" y="345224"/>
                  </a:lnTo>
                  <a:lnTo>
                    <a:pt x="3772799" y="345664"/>
                  </a:lnTo>
                  <a:lnTo>
                    <a:pt x="3783426" y="346044"/>
                  </a:lnTo>
                  <a:lnTo>
                    <a:pt x="3794054" y="346359"/>
                  </a:lnTo>
                  <a:lnTo>
                    <a:pt x="3804681" y="346616"/>
                  </a:lnTo>
                  <a:lnTo>
                    <a:pt x="3815309" y="346823"/>
                  </a:lnTo>
                  <a:lnTo>
                    <a:pt x="3825937" y="346986"/>
                  </a:lnTo>
                  <a:lnTo>
                    <a:pt x="3836564" y="347114"/>
                  </a:lnTo>
                  <a:lnTo>
                    <a:pt x="3847192" y="347217"/>
                  </a:lnTo>
                  <a:lnTo>
                    <a:pt x="3857819" y="347304"/>
                  </a:lnTo>
                  <a:lnTo>
                    <a:pt x="3868447" y="347382"/>
                  </a:lnTo>
                  <a:lnTo>
                    <a:pt x="3868447" y="350125"/>
                  </a:lnTo>
                  <a:lnTo>
                    <a:pt x="3857819" y="350125"/>
                  </a:lnTo>
                  <a:lnTo>
                    <a:pt x="3847192" y="350125"/>
                  </a:lnTo>
                  <a:lnTo>
                    <a:pt x="3836564" y="350125"/>
                  </a:lnTo>
                  <a:lnTo>
                    <a:pt x="3825937" y="350125"/>
                  </a:lnTo>
                  <a:lnTo>
                    <a:pt x="3815309" y="350125"/>
                  </a:lnTo>
                  <a:lnTo>
                    <a:pt x="3804681" y="350125"/>
                  </a:lnTo>
                  <a:lnTo>
                    <a:pt x="3794054" y="350125"/>
                  </a:lnTo>
                  <a:lnTo>
                    <a:pt x="3783426" y="350125"/>
                  </a:lnTo>
                  <a:lnTo>
                    <a:pt x="3772799" y="350125"/>
                  </a:lnTo>
                  <a:lnTo>
                    <a:pt x="3762171" y="350125"/>
                  </a:lnTo>
                  <a:lnTo>
                    <a:pt x="3751543" y="350125"/>
                  </a:lnTo>
                  <a:lnTo>
                    <a:pt x="3740916" y="350125"/>
                  </a:lnTo>
                  <a:lnTo>
                    <a:pt x="3730288" y="350125"/>
                  </a:lnTo>
                  <a:lnTo>
                    <a:pt x="3719661" y="350125"/>
                  </a:lnTo>
                  <a:lnTo>
                    <a:pt x="3709033" y="350125"/>
                  </a:lnTo>
                  <a:lnTo>
                    <a:pt x="3698405" y="350125"/>
                  </a:lnTo>
                  <a:lnTo>
                    <a:pt x="3687778" y="350125"/>
                  </a:lnTo>
                  <a:lnTo>
                    <a:pt x="3677150" y="350125"/>
                  </a:lnTo>
                  <a:lnTo>
                    <a:pt x="3666523" y="350125"/>
                  </a:lnTo>
                  <a:lnTo>
                    <a:pt x="3655895" y="350125"/>
                  </a:lnTo>
                  <a:lnTo>
                    <a:pt x="3645267" y="350125"/>
                  </a:lnTo>
                  <a:lnTo>
                    <a:pt x="3634640" y="350125"/>
                  </a:lnTo>
                  <a:lnTo>
                    <a:pt x="3624012" y="350125"/>
                  </a:lnTo>
                  <a:lnTo>
                    <a:pt x="3613385" y="350125"/>
                  </a:lnTo>
                  <a:lnTo>
                    <a:pt x="3602757" y="350125"/>
                  </a:lnTo>
                  <a:lnTo>
                    <a:pt x="3592129" y="350125"/>
                  </a:lnTo>
                  <a:lnTo>
                    <a:pt x="3581502" y="350125"/>
                  </a:lnTo>
                  <a:lnTo>
                    <a:pt x="3570874" y="350125"/>
                  </a:lnTo>
                  <a:lnTo>
                    <a:pt x="3560246" y="350125"/>
                  </a:lnTo>
                  <a:lnTo>
                    <a:pt x="3549619" y="350125"/>
                  </a:lnTo>
                  <a:lnTo>
                    <a:pt x="3538991" y="350125"/>
                  </a:lnTo>
                  <a:lnTo>
                    <a:pt x="3528364" y="350125"/>
                  </a:lnTo>
                  <a:lnTo>
                    <a:pt x="3517736" y="350125"/>
                  </a:lnTo>
                  <a:lnTo>
                    <a:pt x="3507108" y="350125"/>
                  </a:lnTo>
                  <a:lnTo>
                    <a:pt x="3496481" y="350125"/>
                  </a:lnTo>
                  <a:lnTo>
                    <a:pt x="3485853" y="350125"/>
                  </a:lnTo>
                  <a:lnTo>
                    <a:pt x="3475226" y="350125"/>
                  </a:lnTo>
                  <a:lnTo>
                    <a:pt x="3464598" y="350125"/>
                  </a:lnTo>
                  <a:lnTo>
                    <a:pt x="3453970" y="350125"/>
                  </a:lnTo>
                  <a:lnTo>
                    <a:pt x="3443343" y="350125"/>
                  </a:lnTo>
                  <a:lnTo>
                    <a:pt x="3432715" y="350125"/>
                  </a:lnTo>
                  <a:lnTo>
                    <a:pt x="3422088" y="350125"/>
                  </a:lnTo>
                  <a:lnTo>
                    <a:pt x="3411460" y="350125"/>
                  </a:lnTo>
                  <a:lnTo>
                    <a:pt x="3400832" y="350125"/>
                  </a:lnTo>
                  <a:lnTo>
                    <a:pt x="3390205" y="350125"/>
                  </a:lnTo>
                  <a:lnTo>
                    <a:pt x="3379577" y="350125"/>
                  </a:lnTo>
                  <a:lnTo>
                    <a:pt x="3368950" y="350125"/>
                  </a:lnTo>
                  <a:lnTo>
                    <a:pt x="3358322" y="350125"/>
                  </a:lnTo>
                  <a:lnTo>
                    <a:pt x="3347694" y="350125"/>
                  </a:lnTo>
                  <a:lnTo>
                    <a:pt x="3337067" y="350125"/>
                  </a:lnTo>
                  <a:lnTo>
                    <a:pt x="3326439" y="350125"/>
                  </a:lnTo>
                  <a:lnTo>
                    <a:pt x="3315812" y="350125"/>
                  </a:lnTo>
                  <a:lnTo>
                    <a:pt x="3305184" y="350125"/>
                  </a:lnTo>
                  <a:lnTo>
                    <a:pt x="3294556" y="350125"/>
                  </a:lnTo>
                  <a:lnTo>
                    <a:pt x="3283929" y="350125"/>
                  </a:lnTo>
                  <a:lnTo>
                    <a:pt x="3273301" y="350125"/>
                  </a:lnTo>
                  <a:lnTo>
                    <a:pt x="3262674" y="350125"/>
                  </a:lnTo>
                  <a:lnTo>
                    <a:pt x="3252046" y="350125"/>
                  </a:lnTo>
                  <a:lnTo>
                    <a:pt x="3241418" y="350125"/>
                  </a:lnTo>
                  <a:lnTo>
                    <a:pt x="3230791" y="350125"/>
                  </a:lnTo>
                  <a:lnTo>
                    <a:pt x="3220163" y="350125"/>
                  </a:lnTo>
                  <a:lnTo>
                    <a:pt x="3209536" y="350125"/>
                  </a:lnTo>
                  <a:lnTo>
                    <a:pt x="3198908" y="350125"/>
                  </a:lnTo>
                  <a:lnTo>
                    <a:pt x="3188280" y="350125"/>
                  </a:lnTo>
                  <a:lnTo>
                    <a:pt x="3177653" y="350125"/>
                  </a:lnTo>
                  <a:lnTo>
                    <a:pt x="3167025" y="350125"/>
                  </a:lnTo>
                  <a:lnTo>
                    <a:pt x="3156398" y="350125"/>
                  </a:lnTo>
                  <a:lnTo>
                    <a:pt x="3145770" y="350125"/>
                  </a:lnTo>
                  <a:lnTo>
                    <a:pt x="3135142" y="350125"/>
                  </a:lnTo>
                  <a:lnTo>
                    <a:pt x="3124515" y="350125"/>
                  </a:lnTo>
                  <a:lnTo>
                    <a:pt x="3113887" y="350125"/>
                  </a:lnTo>
                  <a:lnTo>
                    <a:pt x="3103260" y="350125"/>
                  </a:lnTo>
                  <a:lnTo>
                    <a:pt x="3092632" y="350125"/>
                  </a:lnTo>
                  <a:lnTo>
                    <a:pt x="3082004" y="350125"/>
                  </a:lnTo>
                  <a:lnTo>
                    <a:pt x="3071377" y="350125"/>
                  </a:lnTo>
                  <a:lnTo>
                    <a:pt x="3060749" y="350125"/>
                  </a:lnTo>
                  <a:lnTo>
                    <a:pt x="3050122" y="350125"/>
                  </a:lnTo>
                  <a:lnTo>
                    <a:pt x="3039494" y="350125"/>
                  </a:lnTo>
                  <a:lnTo>
                    <a:pt x="3028866" y="350125"/>
                  </a:lnTo>
                  <a:lnTo>
                    <a:pt x="3018239" y="350125"/>
                  </a:lnTo>
                  <a:lnTo>
                    <a:pt x="3007611" y="350125"/>
                  </a:lnTo>
                  <a:lnTo>
                    <a:pt x="2996984" y="350125"/>
                  </a:lnTo>
                  <a:lnTo>
                    <a:pt x="2986356" y="350125"/>
                  </a:lnTo>
                  <a:lnTo>
                    <a:pt x="2975728" y="350125"/>
                  </a:lnTo>
                  <a:lnTo>
                    <a:pt x="2965101" y="350125"/>
                  </a:lnTo>
                  <a:lnTo>
                    <a:pt x="2954473" y="350125"/>
                  </a:lnTo>
                  <a:lnTo>
                    <a:pt x="2943846" y="350125"/>
                  </a:lnTo>
                  <a:lnTo>
                    <a:pt x="2933218" y="350125"/>
                  </a:lnTo>
                  <a:lnTo>
                    <a:pt x="2922590" y="350125"/>
                  </a:lnTo>
                  <a:lnTo>
                    <a:pt x="2911963" y="350125"/>
                  </a:lnTo>
                  <a:lnTo>
                    <a:pt x="2901335" y="350125"/>
                  </a:lnTo>
                  <a:lnTo>
                    <a:pt x="2890708" y="350125"/>
                  </a:lnTo>
                  <a:lnTo>
                    <a:pt x="2880080" y="350125"/>
                  </a:lnTo>
                  <a:lnTo>
                    <a:pt x="2869452" y="350125"/>
                  </a:lnTo>
                  <a:lnTo>
                    <a:pt x="2858825" y="350125"/>
                  </a:lnTo>
                  <a:lnTo>
                    <a:pt x="2848197" y="350125"/>
                  </a:lnTo>
                  <a:lnTo>
                    <a:pt x="2837569" y="350125"/>
                  </a:lnTo>
                  <a:lnTo>
                    <a:pt x="2826942" y="350125"/>
                  </a:lnTo>
                  <a:lnTo>
                    <a:pt x="2816314" y="350125"/>
                  </a:lnTo>
                  <a:lnTo>
                    <a:pt x="2805687" y="350125"/>
                  </a:lnTo>
                  <a:lnTo>
                    <a:pt x="2795059" y="350125"/>
                  </a:lnTo>
                  <a:lnTo>
                    <a:pt x="2784431" y="350125"/>
                  </a:lnTo>
                  <a:lnTo>
                    <a:pt x="2773804" y="350125"/>
                  </a:lnTo>
                  <a:lnTo>
                    <a:pt x="2763176" y="350125"/>
                  </a:lnTo>
                  <a:lnTo>
                    <a:pt x="2752549" y="350125"/>
                  </a:lnTo>
                  <a:lnTo>
                    <a:pt x="2741921" y="350125"/>
                  </a:lnTo>
                  <a:lnTo>
                    <a:pt x="2731293" y="350125"/>
                  </a:lnTo>
                  <a:lnTo>
                    <a:pt x="2720666" y="350125"/>
                  </a:lnTo>
                  <a:lnTo>
                    <a:pt x="2710038" y="350125"/>
                  </a:lnTo>
                  <a:lnTo>
                    <a:pt x="2699411" y="350125"/>
                  </a:lnTo>
                  <a:lnTo>
                    <a:pt x="2688783" y="350125"/>
                  </a:lnTo>
                  <a:lnTo>
                    <a:pt x="2678155" y="350125"/>
                  </a:lnTo>
                  <a:lnTo>
                    <a:pt x="2667528" y="350125"/>
                  </a:lnTo>
                  <a:lnTo>
                    <a:pt x="2656900" y="350125"/>
                  </a:lnTo>
                  <a:lnTo>
                    <a:pt x="2646273" y="350125"/>
                  </a:lnTo>
                  <a:lnTo>
                    <a:pt x="2635645" y="350125"/>
                  </a:lnTo>
                  <a:lnTo>
                    <a:pt x="2625017" y="350125"/>
                  </a:lnTo>
                  <a:lnTo>
                    <a:pt x="2614390" y="350125"/>
                  </a:lnTo>
                  <a:lnTo>
                    <a:pt x="2603762" y="350125"/>
                  </a:lnTo>
                  <a:lnTo>
                    <a:pt x="2593135" y="350125"/>
                  </a:lnTo>
                  <a:lnTo>
                    <a:pt x="2582507" y="350125"/>
                  </a:lnTo>
                  <a:lnTo>
                    <a:pt x="2571879" y="350125"/>
                  </a:lnTo>
                  <a:lnTo>
                    <a:pt x="2561252" y="350125"/>
                  </a:lnTo>
                  <a:lnTo>
                    <a:pt x="2550624" y="350125"/>
                  </a:lnTo>
                  <a:lnTo>
                    <a:pt x="2539997" y="350125"/>
                  </a:lnTo>
                  <a:lnTo>
                    <a:pt x="2529369" y="350125"/>
                  </a:lnTo>
                  <a:lnTo>
                    <a:pt x="2518741" y="350125"/>
                  </a:lnTo>
                  <a:lnTo>
                    <a:pt x="2508114" y="350125"/>
                  </a:lnTo>
                  <a:lnTo>
                    <a:pt x="2497486" y="350125"/>
                  </a:lnTo>
                  <a:lnTo>
                    <a:pt x="2486859" y="350125"/>
                  </a:lnTo>
                  <a:lnTo>
                    <a:pt x="2476231" y="350125"/>
                  </a:lnTo>
                  <a:lnTo>
                    <a:pt x="2465603" y="350125"/>
                  </a:lnTo>
                  <a:lnTo>
                    <a:pt x="2454976" y="350125"/>
                  </a:lnTo>
                  <a:lnTo>
                    <a:pt x="2444348" y="350125"/>
                  </a:lnTo>
                  <a:lnTo>
                    <a:pt x="2433721" y="350125"/>
                  </a:lnTo>
                  <a:lnTo>
                    <a:pt x="2423093" y="350125"/>
                  </a:lnTo>
                  <a:lnTo>
                    <a:pt x="2412465" y="350125"/>
                  </a:lnTo>
                  <a:lnTo>
                    <a:pt x="2401838" y="350125"/>
                  </a:lnTo>
                  <a:lnTo>
                    <a:pt x="2391210" y="350125"/>
                  </a:lnTo>
                  <a:lnTo>
                    <a:pt x="2380583" y="350125"/>
                  </a:lnTo>
                  <a:lnTo>
                    <a:pt x="2369955" y="350125"/>
                  </a:lnTo>
                  <a:lnTo>
                    <a:pt x="2359327" y="350125"/>
                  </a:lnTo>
                  <a:lnTo>
                    <a:pt x="2348700" y="350125"/>
                  </a:lnTo>
                  <a:lnTo>
                    <a:pt x="2338072" y="350125"/>
                  </a:lnTo>
                  <a:lnTo>
                    <a:pt x="2327445" y="350125"/>
                  </a:lnTo>
                  <a:lnTo>
                    <a:pt x="2316817" y="350125"/>
                  </a:lnTo>
                  <a:lnTo>
                    <a:pt x="2306189" y="350125"/>
                  </a:lnTo>
                  <a:lnTo>
                    <a:pt x="2295562" y="350125"/>
                  </a:lnTo>
                  <a:lnTo>
                    <a:pt x="2284934" y="350125"/>
                  </a:lnTo>
                  <a:lnTo>
                    <a:pt x="2274307" y="350125"/>
                  </a:lnTo>
                  <a:lnTo>
                    <a:pt x="2263679" y="350125"/>
                  </a:lnTo>
                  <a:lnTo>
                    <a:pt x="2253051" y="350125"/>
                  </a:lnTo>
                  <a:lnTo>
                    <a:pt x="2242424" y="350125"/>
                  </a:lnTo>
                  <a:lnTo>
                    <a:pt x="2231796" y="350125"/>
                  </a:lnTo>
                  <a:lnTo>
                    <a:pt x="2221169" y="350125"/>
                  </a:lnTo>
                  <a:lnTo>
                    <a:pt x="2210541" y="350125"/>
                  </a:lnTo>
                  <a:lnTo>
                    <a:pt x="2199913" y="350125"/>
                  </a:lnTo>
                  <a:lnTo>
                    <a:pt x="2189286" y="350125"/>
                  </a:lnTo>
                  <a:lnTo>
                    <a:pt x="2178658" y="350125"/>
                  </a:lnTo>
                  <a:lnTo>
                    <a:pt x="2168031" y="350125"/>
                  </a:lnTo>
                  <a:lnTo>
                    <a:pt x="2157403" y="350125"/>
                  </a:lnTo>
                  <a:lnTo>
                    <a:pt x="2146775" y="350125"/>
                  </a:lnTo>
                  <a:lnTo>
                    <a:pt x="2136148" y="350125"/>
                  </a:lnTo>
                  <a:lnTo>
                    <a:pt x="2125520" y="350125"/>
                  </a:lnTo>
                  <a:lnTo>
                    <a:pt x="2114892" y="350125"/>
                  </a:lnTo>
                  <a:lnTo>
                    <a:pt x="2104265" y="350125"/>
                  </a:lnTo>
                  <a:lnTo>
                    <a:pt x="2093637" y="350125"/>
                  </a:lnTo>
                  <a:lnTo>
                    <a:pt x="2083010" y="350125"/>
                  </a:lnTo>
                  <a:lnTo>
                    <a:pt x="2072382" y="350125"/>
                  </a:lnTo>
                  <a:lnTo>
                    <a:pt x="2061754" y="350125"/>
                  </a:lnTo>
                  <a:lnTo>
                    <a:pt x="2051127" y="350125"/>
                  </a:lnTo>
                  <a:lnTo>
                    <a:pt x="2040499" y="350125"/>
                  </a:lnTo>
                  <a:lnTo>
                    <a:pt x="2029872" y="350125"/>
                  </a:lnTo>
                  <a:lnTo>
                    <a:pt x="2019244" y="350125"/>
                  </a:lnTo>
                  <a:lnTo>
                    <a:pt x="2008616" y="350125"/>
                  </a:lnTo>
                  <a:lnTo>
                    <a:pt x="1997989" y="350125"/>
                  </a:lnTo>
                  <a:lnTo>
                    <a:pt x="1987361" y="350125"/>
                  </a:lnTo>
                  <a:lnTo>
                    <a:pt x="1976734" y="350125"/>
                  </a:lnTo>
                  <a:lnTo>
                    <a:pt x="1966106" y="350125"/>
                  </a:lnTo>
                  <a:lnTo>
                    <a:pt x="1955478" y="350125"/>
                  </a:lnTo>
                  <a:lnTo>
                    <a:pt x="1944851" y="350125"/>
                  </a:lnTo>
                  <a:lnTo>
                    <a:pt x="1934223" y="350125"/>
                  </a:lnTo>
                  <a:lnTo>
                    <a:pt x="1923596" y="350125"/>
                  </a:lnTo>
                  <a:lnTo>
                    <a:pt x="1912968" y="350125"/>
                  </a:lnTo>
                  <a:lnTo>
                    <a:pt x="1902340" y="350125"/>
                  </a:lnTo>
                  <a:lnTo>
                    <a:pt x="1891713" y="350125"/>
                  </a:lnTo>
                  <a:lnTo>
                    <a:pt x="1881085" y="350125"/>
                  </a:lnTo>
                  <a:lnTo>
                    <a:pt x="1870458" y="350125"/>
                  </a:lnTo>
                  <a:lnTo>
                    <a:pt x="1859830" y="350125"/>
                  </a:lnTo>
                  <a:lnTo>
                    <a:pt x="1849202" y="350125"/>
                  </a:lnTo>
                  <a:lnTo>
                    <a:pt x="1838575" y="350125"/>
                  </a:lnTo>
                  <a:lnTo>
                    <a:pt x="1827947" y="350125"/>
                  </a:lnTo>
                  <a:lnTo>
                    <a:pt x="1817320" y="350125"/>
                  </a:lnTo>
                  <a:lnTo>
                    <a:pt x="1806692" y="350125"/>
                  </a:lnTo>
                  <a:lnTo>
                    <a:pt x="1796064" y="350125"/>
                  </a:lnTo>
                  <a:lnTo>
                    <a:pt x="1785437" y="350125"/>
                  </a:lnTo>
                  <a:lnTo>
                    <a:pt x="1774809" y="350125"/>
                  </a:lnTo>
                  <a:lnTo>
                    <a:pt x="1764182" y="350125"/>
                  </a:lnTo>
                  <a:lnTo>
                    <a:pt x="1753554" y="350125"/>
                  </a:lnTo>
                  <a:lnTo>
                    <a:pt x="1742926" y="350125"/>
                  </a:lnTo>
                  <a:lnTo>
                    <a:pt x="1732299" y="350125"/>
                  </a:lnTo>
                  <a:lnTo>
                    <a:pt x="1721671" y="350125"/>
                  </a:lnTo>
                  <a:lnTo>
                    <a:pt x="1711044" y="350125"/>
                  </a:lnTo>
                  <a:lnTo>
                    <a:pt x="1700416" y="350125"/>
                  </a:lnTo>
                  <a:lnTo>
                    <a:pt x="1689788" y="350125"/>
                  </a:lnTo>
                  <a:lnTo>
                    <a:pt x="1679161" y="350125"/>
                  </a:lnTo>
                  <a:lnTo>
                    <a:pt x="1668533" y="350125"/>
                  </a:lnTo>
                  <a:lnTo>
                    <a:pt x="1657906" y="350125"/>
                  </a:lnTo>
                  <a:lnTo>
                    <a:pt x="1647278" y="350125"/>
                  </a:lnTo>
                  <a:lnTo>
                    <a:pt x="1636650" y="350125"/>
                  </a:lnTo>
                  <a:lnTo>
                    <a:pt x="1626023" y="350125"/>
                  </a:lnTo>
                  <a:lnTo>
                    <a:pt x="1615395" y="350125"/>
                  </a:lnTo>
                  <a:lnTo>
                    <a:pt x="1604768" y="350125"/>
                  </a:lnTo>
                  <a:lnTo>
                    <a:pt x="1594140" y="350125"/>
                  </a:lnTo>
                  <a:lnTo>
                    <a:pt x="1583512" y="350125"/>
                  </a:lnTo>
                  <a:lnTo>
                    <a:pt x="1572885" y="350125"/>
                  </a:lnTo>
                  <a:lnTo>
                    <a:pt x="1562257" y="350125"/>
                  </a:lnTo>
                  <a:lnTo>
                    <a:pt x="1551630" y="350125"/>
                  </a:lnTo>
                  <a:lnTo>
                    <a:pt x="1541002" y="350125"/>
                  </a:lnTo>
                  <a:lnTo>
                    <a:pt x="1530374" y="350125"/>
                  </a:lnTo>
                  <a:lnTo>
                    <a:pt x="1519747" y="350125"/>
                  </a:lnTo>
                  <a:lnTo>
                    <a:pt x="1509119" y="350125"/>
                  </a:lnTo>
                  <a:lnTo>
                    <a:pt x="1498492" y="350125"/>
                  </a:lnTo>
                  <a:lnTo>
                    <a:pt x="1487864" y="350125"/>
                  </a:lnTo>
                  <a:lnTo>
                    <a:pt x="1477236" y="350125"/>
                  </a:lnTo>
                  <a:lnTo>
                    <a:pt x="1466609" y="350125"/>
                  </a:lnTo>
                  <a:lnTo>
                    <a:pt x="1455981" y="350125"/>
                  </a:lnTo>
                  <a:lnTo>
                    <a:pt x="1445354" y="350125"/>
                  </a:lnTo>
                  <a:lnTo>
                    <a:pt x="1434726" y="350125"/>
                  </a:lnTo>
                  <a:lnTo>
                    <a:pt x="1424098" y="350125"/>
                  </a:lnTo>
                  <a:lnTo>
                    <a:pt x="1413471" y="350125"/>
                  </a:lnTo>
                  <a:lnTo>
                    <a:pt x="1402843" y="350125"/>
                  </a:lnTo>
                  <a:lnTo>
                    <a:pt x="1392215" y="350125"/>
                  </a:lnTo>
                  <a:lnTo>
                    <a:pt x="1381588" y="350125"/>
                  </a:lnTo>
                  <a:lnTo>
                    <a:pt x="1370960" y="350125"/>
                  </a:lnTo>
                  <a:lnTo>
                    <a:pt x="1360333" y="350125"/>
                  </a:lnTo>
                  <a:lnTo>
                    <a:pt x="1349705" y="350125"/>
                  </a:lnTo>
                  <a:lnTo>
                    <a:pt x="1339077" y="350125"/>
                  </a:lnTo>
                  <a:lnTo>
                    <a:pt x="1328450" y="350125"/>
                  </a:lnTo>
                  <a:lnTo>
                    <a:pt x="1317822" y="350125"/>
                  </a:lnTo>
                  <a:lnTo>
                    <a:pt x="1307195" y="350125"/>
                  </a:lnTo>
                  <a:lnTo>
                    <a:pt x="1296567" y="350125"/>
                  </a:lnTo>
                  <a:lnTo>
                    <a:pt x="1285939" y="350125"/>
                  </a:lnTo>
                  <a:lnTo>
                    <a:pt x="1275312" y="350125"/>
                  </a:lnTo>
                  <a:lnTo>
                    <a:pt x="1264684" y="350125"/>
                  </a:lnTo>
                  <a:lnTo>
                    <a:pt x="1254057" y="350125"/>
                  </a:lnTo>
                  <a:lnTo>
                    <a:pt x="1243429" y="350125"/>
                  </a:lnTo>
                  <a:lnTo>
                    <a:pt x="1232801" y="350125"/>
                  </a:lnTo>
                  <a:lnTo>
                    <a:pt x="1222174" y="350125"/>
                  </a:lnTo>
                  <a:lnTo>
                    <a:pt x="1211546" y="350125"/>
                  </a:lnTo>
                  <a:lnTo>
                    <a:pt x="1200919" y="350125"/>
                  </a:lnTo>
                  <a:lnTo>
                    <a:pt x="1190291" y="350125"/>
                  </a:lnTo>
                  <a:lnTo>
                    <a:pt x="1179663" y="350125"/>
                  </a:lnTo>
                  <a:lnTo>
                    <a:pt x="1169036" y="350125"/>
                  </a:lnTo>
                  <a:lnTo>
                    <a:pt x="1158408" y="350125"/>
                  </a:lnTo>
                  <a:lnTo>
                    <a:pt x="1147781" y="350125"/>
                  </a:lnTo>
                  <a:lnTo>
                    <a:pt x="1137153" y="350125"/>
                  </a:lnTo>
                  <a:lnTo>
                    <a:pt x="1126525" y="350125"/>
                  </a:lnTo>
                  <a:lnTo>
                    <a:pt x="1115898" y="350125"/>
                  </a:lnTo>
                  <a:lnTo>
                    <a:pt x="1105270" y="350125"/>
                  </a:lnTo>
                  <a:lnTo>
                    <a:pt x="1094643" y="350125"/>
                  </a:lnTo>
                  <a:lnTo>
                    <a:pt x="1084015" y="350125"/>
                  </a:lnTo>
                  <a:lnTo>
                    <a:pt x="1073387" y="350125"/>
                  </a:lnTo>
                  <a:lnTo>
                    <a:pt x="1062760" y="350125"/>
                  </a:lnTo>
                  <a:lnTo>
                    <a:pt x="1052132" y="350125"/>
                  </a:lnTo>
                  <a:lnTo>
                    <a:pt x="1041505" y="350125"/>
                  </a:lnTo>
                  <a:lnTo>
                    <a:pt x="1030877" y="350125"/>
                  </a:lnTo>
                  <a:lnTo>
                    <a:pt x="1020249" y="350125"/>
                  </a:lnTo>
                  <a:lnTo>
                    <a:pt x="1009622" y="350125"/>
                  </a:lnTo>
                  <a:lnTo>
                    <a:pt x="998994" y="350125"/>
                  </a:lnTo>
                  <a:lnTo>
                    <a:pt x="988367" y="350125"/>
                  </a:lnTo>
                  <a:lnTo>
                    <a:pt x="977739" y="350125"/>
                  </a:lnTo>
                  <a:lnTo>
                    <a:pt x="967111" y="350125"/>
                  </a:lnTo>
                  <a:lnTo>
                    <a:pt x="956484" y="350125"/>
                  </a:lnTo>
                  <a:lnTo>
                    <a:pt x="945856" y="350125"/>
                  </a:lnTo>
                  <a:lnTo>
                    <a:pt x="935229" y="350125"/>
                  </a:lnTo>
                  <a:lnTo>
                    <a:pt x="924601" y="350125"/>
                  </a:lnTo>
                  <a:lnTo>
                    <a:pt x="913973" y="350125"/>
                  </a:lnTo>
                  <a:lnTo>
                    <a:pt x="903346" y="350125"/>
                  </a:lnTo>
                  <a:lnTo>
                    <a:pt x="892718" y="350125"/>
                  </a:lnTo>
                  <a:lnTo>
                    <a:pt x="882091" y="350125"/>
                  </a:lnTo>
                  <a:lnTo>
                    <a:pt x="871463" y="350125"/>
                  </a:lnTo>
                  <a:lnTo>
                    <a:pt x="860835" y="350125"/>
                  </a:lnTo>
                  <a:lnTo>
                    <a:pt x="850208" y="350125"/>
                  </a:lnTo>
                  <a:lnTo>
                    <a:pt x="839580" y="350125"/>
                  </a:lnTo>
                  <a:lnTo>
                    <a:pt x="828953" y="350125"/>
                  </a:lnTo>
                  <a:lnTo>
                    <a:pt x="818325" y="350125"/>
                  </a:lnTo>
                  <a:lnTo>
                    <a:pt x="807697" y="350125"/>
                  </a:lnTo>
                  <a:lnTo>
                    <a:pt x="797070" y="350125"/>
                  </a:lnTo>
                  <a:lnTo>
                    <a:pt x="786442" y="350125"/>
                  </a:lnTo>
                  <a:lnTo>
                    <a:pt x="775815" y="350125"/>
                  </a:lnTo>
                  <a:lnTo>
                    <a:pt x="765187" y="350125"/>
                  </a:lnTo>
                  <a:lnTo>
                    <a:pt x="754559" y="350125"/>
                  </a:lnTo>
                  <a:lnTo>
                    <a:pt x="743932" y="350125"/>
                  </a:lnTo>
                  <a:lnTo>
                    <a:pt x="733304" y="350125"/>
                  </a:lnTo>
                  <a:lnTo>
                    <a:pt x="722677" y="350125"/>
                  </a:lnTo>
                  <a:lnTo>
                    <a:pt x="712049" y="350125"/>
                  </a:lnTo>
                  <a:lnTo>
                    <a:pt x="701421" y="350125"/>
                  </a:lnTo>
                  <a:lnTo>
                    <a:pt x="690794" y="350125"/>
                  </a:lnTo>
                  <a:lnTo>
                    <a:pt x="680166" y="350125"/>
                  </a:lnTo>
                  <a:lnTo>
                    <a:pt x="669538" y="350125"/>
                  </a:lnTo>
                  <a:lnTo>
                    <a:pt x="658911" y="350125"/>
                  </a:lnTo>
                  <a:lnTo>
                    <a:pt x="648283" y="350125"/>
                  </a:lnTo>
                  <a:lnTo>
                    <a:pt x="637656" y="350125"/>
                  </a:lnTo>
                  <a:lnTo>
                    <a:pt x="627028" y="350125"/>
                  </a:lnTo>
                  <a:lnTo>
                    <a:pt x="616400" y="350125"/>
                  </a:lnTo>
                  <a:lnTo>
                    <a:pt x="605773" y="350125"/>
                  </a:lnTo>
                  <a:lnTo>
                    <a:pt x="595145" y="350125"/>
                  </a:lnTo>
                  <a:lnTo>
                    <a:pt x="584518" y="350125"/>
                  </a:lnTo>
                  <a:lnTo>
                    <a:pt x="573890" y="350125"/>
                  </a:lnTo>
                  <a:lnTo>
                    <a:pt x="563262" y="350125"/>
                  </a:lnTo>
                  <a:lnTo>
                    <a:pt x="552635" y="350125"/>
                  </a:lnTo>
                  <a:lnTo>
                    <a:pt x="542007" y="350125"/>
                  </a:lnTo>
                  <a:lnTo>
                    <a:pt x="531380" y="350125"/>
                  </a:lnTo>
                  <a:lnTo>
                    <a:pt x="520752" y="350125"/>
                  </a:lnTo>
                  <a:lnTo>
                    <a:pt x="510124" y="350125"/>
                  </a:lnTo>
                  <a:lnTo>
                    <a:pt x="499497" y="350125"/>
                  </a:lnTo>
                  <a:lnTo>
                    <a:pt x="488869" y="350125"/>
                  </a:lnTo>
                  <a:lnTo>
                    <a:pt x="478242" y="350125"/>
                  </a:lnTo>
                  <a:lnTo>
                    <a:pt x="467614" y="350125"/>
                  </a:lnTo>
                  <a:lnTo>
                    <a:pt x="456986" y="350125"/>
                  </a:lnTo>
                  <a:lnTo>
                    <a:pt x="446359" y="350125"/>
                  </a:lnTo>
                  <a:lnTo>
                    <a:pt x="435731" y="350125"/>
                  </a:lnTo>
                  <a:lnTo>
                    <a:pt x="425104" y="350125"/>
                  </a:lnTo>
                  <a:lnTo>
                    <a:pt x="414476" y="350125"/>
                  </a:lnTo>
                  <a:lnTo>
                    <a:pt x="403848" y="350125"/>
                  </a:lnTo>
                  <a:lnTo>
                    <a:pt x="393221" y="350125"/>
                  </a:lnTo>
                  <a:lnTo>
                    <a:pt x="382593" y="350125"/>
                  </a:lnTo>
                  <a:lnTo>
                    <a:pt x="371966" y="350125"/>
                  </a:lnTo>
                  <a:lnTo>
                    <a:pt x="361338" y="350125"/>
                  </a:lnTo>
                  <a:lnTo>
                    <a:pt x="350710" y="350125"/>
                  </a:lnTo>
                  <a:lnTo>
                    <a:pt x="340083" y="350125"/>
                  </a:lnTo>
                  <a:lnTo>
                    <a:pt x="329455" y="350125"/>
                  </a:lnTo>
                  <a:lnTo>
                    <a:pt x="318828" y="350125"/>
                  </a:lnTo>
                  <a:lnTo>
                    <a:pt x="308200" y="350125"/>
                  </a:lnTo>
                  <a:lnTo>
                    <a:pt x="297572" y="350125"/>
                  </a:lnTo>
                  <a:lnTo>
                    <a:pt x="286945" y="350125"/>
                  </a:lnTo>
                  <a:lnTo>
                    <a:pt x="276317" y="350125"/>
                  </a:lnTo>
                  <a:lnTo>
                    <a:pt x="265690" y="350125"/>
                  </a:lnTo>
                  <a:lnTo>
                    <a:pt x="255062" y="350125"/>
                  </a:lnTo>
                  <a:lnTo>
                    <a:pt x="244434" y="350125"/>
                  </a:lnTo>
                  <a:lnTo>
                    <a:pt x="233807" y="350125"/>
                  </a:lnTo>
                  <a:lnTo>
                    <a:pt x="223179" y="350125"/>
                  </a:lnTo>
                  <a:lnTo>
                    <a:pt x="212552" y="350125"/>
                  </a:lnTo>
                  <a:lnTo>
                    <a:pt x="201924" y="350125"/>
                  </a:lnTo>
                  <a:lnTo>
                    <a:pt x="191296" y="350125"/>
                  </a:lnTo>
                  <a:lnTo>
                    <a:pt x="180669" y="350125"/>
                  </a:lnTo>
                  <a:lnTo>
                    <a:pt x="170041" y="350125"/>
                  </a:lnTo>
                  <a:lnTo>
                    <a:pt x="159414" y="350125"/>
                  </a:lnTo>
                  <a:lnTo>
                    <a:pt x="148786" y="350125"/>
                  </a:lnTo>
                  <a:lnTo>
                    <a:pt x="138158" y="350125"/>
                  </a:lnTo>
                  <a:lnTo>
                    <a:pt x="127531" y="350125"/>
                  </a:lnTo>
                  <a:lnTo>
                    <a:pt x="116903" y="350125"/>
                  </a:lnTo>
                  <a:lnTo>
                    <a:pt x="106276" y="350125"/>
                  </a:lnTo>
                  <a:lnTo>
                    <a:pt x="95648" y="350125"/>
                  </a:lnTo>
                  <a:lnTo>
                    <a:pt x="85020" y="350125"/>
                  </a:lnTo>
                  <a:lnTo>
                    <a:pt x="74393" y="350125"/>
                  </a:lnTo>
                  <a:lnTo>
                    <a:pt x="63765" y="350125"/>
                  </a:lnTo>
                  <a:lnTo>
                    <a:pt x="53138" y="350125"/>
                  </a:lnTo>
                  <a:lnTo>
                    <a:pt x="42510" y="350125"/>
                  </a:lnTo>
                  <a:lnTo>
                    <a:pt x="31882" y="350125"/>
                  </a:lnTo>
                  <a:lnTo>
                    <a:pt x="21255" y="350125"/>
                  </a:lnTo>
                  <a:lnTo>
                    <a:pt x="10627" y="350125"/>
                  </a:lnTo>
                  <a:lnTo>
                    <a:pt x="0" y="350125"/>
                  </a:lnTo>
                  <a:close/>
                </a:path>
              </a:pathLst>
            </a:custGeom>
            <a:solidFill>
              <a:srgbClr val="C2410C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13034351" y="9714397"/>
              <a:ext cx="3868447" cy="347382"/>
            </a:xfrm>
            <a:custGeom>
              <a:avLst/>
              <a:pathLst>
                <a:path w="3868447" h="347382">
                  <a:moveTo>
                    <a:pt x="0" y="347370"/>
                  </a:moveTo>
                  <a:lnTo>
                    <a:pt x="10627" y="347155"/>
                  </a:lnTo>
                  <a:lnTo>
                    <a:pt x="21255" y="346913"/>
                  </a:lnTo>
                  <a:lnTo>
                    <a:pt x="31882" y="346645"/>
                  </a:lnTo>
                  <a:lnTo>
                    <a:pt x="42510" y="346351"/>
                  </a:lnTo>
                  <a:lnTo>
                    <a:pt x="53138" y="346033"/>
                  </a:lnTo>
                  <a:lnTo>
                    <a:pt x="63765" y="345695"/>
                  </a:lnTo>
                  <a:lnTo>
                    <a:pt x="74393" y="345345"/>
                  </a:lnTo>
                  <a:lnTo>
                    <a:pt x="85020" y="344988"/>
                  </a:lnTo>
                  <a:lnTo>
                    <a:pt x="95648" y="344631"/>
                  </a:lnTo>
                  <a:lnTo>
                    <a:pt x="106276" y="344278"/>
                  </a:lnTo>
                  <a:lnTo>
                    <a:pt x="116903" y="343936"/>
                  </a:lnTo>
                  <a:lnTo>
                    <a:pt x="127531" y="343606"/>
                  </a:lnTo>
                  <a:lnTo>
                    <a:pt x="138158" y="343290"/>
                  </a:lnTo>
                  <a:lnTo>
                    <a:pt x="148786" y="342988"/>
                  </a:lnTo>
                  <a:lnTo>
                    <a:pt x="159414" y="342699"/>
                  </a:lnTo>
                  <a:lnTo>
                    <a:pt x="170041" y="342419"/>
                  </a:lnTo>
                  <a:lnTo>
                    <a:pt x="180669" y="342141"/>
                  </a:lnTo>
                  <a:lnTo>
                    <a:pt x="191296" y="341862"/>
                  </a:lnTo>
                  <a:lnTo>
                    <a:pt x="201924" y="341574"/>
                  </a:lnTo>
                  <a:lnTo>
                    <a:pt x="212552" y="341273"/>
                  </a:lnTo>
                  <a:lnTo>
                    <a:pt x="223179" y="340955"/>
                  </a:lnTo>
                  <a:lnTo>
                    <a:pt x="233807" y="340614"/>
                  </a:lnTo>
                  <a:lnTo>
                    <a:pt x="244434" y="340249"/>
                  </a:lnTo>
                  <a:lnTo>
                    <a:pt x="255062" y="339856"/>
                  </a:lnTo>
                  <a:lnTo>
                    <a:pt x="265690" y="339434"/>
                  </a:lnTo>
                  <a:lnTo>
                    <a:pt x="276317" y="338980"/>
                  </a:lnTo>
                  <a:lnTo>
                    <a:pt x="286945" y="338498"/>
                  </a:lnTo>
                  <a:lnTo>
                    <a:pt x="297572" y="337990"/>
                  </a:lnTo>
                  <a:lnTo>
                    <a:pt x="308200" y="337461"/>
                  </a:lnTo>
                  <a:lnTo>
                    <a:pt x="318828" y="336915"/>
                  </a:lnTo>
                  <a:lnTo>
                    <a:pt x="329455" y="336359"/>
                  </a:lnTo>
                  <a:lnTo>
                    <a:pt x="340083" y="335801"/>
                  </a:lnTo>
                  <a:lnTo>
                    <a:pt x="350710" y="335248"/>
                  </a:lnTo>
                  <a:lnTo>
                    <a:pt x="361338" y="334711"/>
                  </a:lnTo>
                  <a:lnTo>
                    <a:pt x="371966" y="334197"/>
                  </a:lnTo>
                  <a:lnTo>
                    <a:pt x="382593" y="333717"/>
                  </a:lnTo>
                  <a:lnTo>
                    <a:pt x="393221" y="333273"/>
                  </a:lnTo>
                  <a:lnTo>
                    <a:pt x="403848" y="332865"/>
                  </a:lnTo>
                  <a:lnTo>
                    <a:pt x="414476" y="332492"/>
                  </a:lnTo>
                  <a:lnTo>
                    <a:pt x="425104" y="332149"/>
                  </a:lnTo>
                  <a:lnTo>
                    <a:pt x="435731" y="331827"/>
                  </a:lnTo>
                  <a:lnTo>
                    <a:pt x="446359" y="331515"/>
                  </a:lnTo>
                  <a:lnTo>
                    <a:pt x="456986" y="331203"/>
                  </a:lnTo>
                  <a:lnTo>
                    <a:pt x="467614" y="330875"/>
                  </a:lnTo>
                  <a:lnTo>
                    <a:pt x="478242" y="330520"/>
                  </a:lnTo>
                  <a:lnTo>
                    <a:pt x="488869" y="330120"/>
                  </a:lnTo>
                  <a:lnTo>
                    <a:pt x="499497" y="329671"/>
                  </a:lnTo>
                  <a:lnTo>
                    <a:pt x="510124" y="329169"/>
                  </a:lnTo>
                  <a:lnTo>
                    <a:pt x="520752" y="328614"/>
                  </a:lnTo>
                  <a:lnTo>
                    <a:pt x="531380" y="328010"/>
                  </a:lnTo>
                  <a:lnTo>
                    <a:pt x="542007" y="327366"/>
                  </a:lnTo>
                  <a:lnTo>
                    <a:pt x="552635" y="326690"/>
                  </a:lnTo>
                  <a:lnTo>
                    <a:pt x="563262" y="325995"/>
                  </a:lnTo>
                  <a:lnTo>
                    <a:pt x="573890" y="325293"/>
                  </a:lnTo>
                  <a:lnTo>
                    <a:pt x="584518" y="324596"/>
                  </a:lnTo>
                  <a:lnTo>
                    <a:pt x="595145" y="323914"/>
                  </a:lnTo>
                  <a:lnTo>
                    <a:pt x="605773" y="323248"/>
                  </a:lnTo>
                  <a:lnTo>
                    <a:pt x="616400" y="322593"/>
                  </a:lnTo>
                  <a:lnTo>
                    <a:pt x="627028" y="321939"/>
                  </a:lnTo>
                  <a:lnTo>
                    <a:pt x="637656" y="321269"/>
                  </a:lnTo>
                  <a:lnTo>
                    <a:pt x="648283" y="320560"/>
                  </a:lnTo>
                  <a:lnTo>
                    <a:pt x="658911" y="319786"/>
                  </a:lnTo>
                  <a:lnTo>
                    <a:pt x="669538" y="318920"/>
                  </a:lnTo>
                  <a:lnTo>
                    <a:pt x="680166" y="317932"/>
                  </a:lnTo>
                  <a:lnTo>
                    <a:pt x="690794" y="316794"/>
                  </a:lnTo>
                  <a:lnTo>
                    <a:pt x="701421" y="315462"/>
                  </a:lnTo>
                  <a:lnTo>
                    <a:pt x="712049" y="313940"/>
                  </a:lnTo>
                  <a:lnTo>
                    <a:pt x="722677" y="312220"/>
                  </a:lnTo>
                  <a:lnTo>
                    <a:pt x="733304" y="310305"/>
                  </a:lnTo>
                  <a:lnTo>
                    <a:pt x="743932" y="308202"/>
                  </a:lnTo>
                  <a:lnTo>
                    <a:pt x="754559" y="305929"/>
                  </a:lnTo>
                  <a:lnTo>
                    <a:pt x="765187" y="303506"/>
                  </a:lnTo>
                  <a:lnTo>
                    <a:pt x="775815" y="300960"/>
                  </a:lnTo>
                  <a:lnTo>
                    <a:pt x="786442" y="298321"/>
                  </a:lnTo>
                  <a:lnTo>
                    <a:pt x="797070" y="295623"/>
                  </a:lnTo>
                  <a:lnTo>
                    <a:pt x="807697" y="292902"/>
                  </a:lnTo>
                  <a:lnTo>
                    <a:pt x="818325" y="290199"/>
                  </a:lnTo>
                  <a:lnTo>
                    <a:pt x="828953" y="287547"/>
                  </a:lnTo>
                  <a:lnTo>
                    <a:pt x="839580" y="284977"/>
                  </a:lnTo>
                  <a:lnTo>
                    <a:pt x="850208" y="282513"/>
                  </a:lnTo>
                  <a:lnTo>
                    <a:pt x="860835" y="280176"/>
                  </a:lnTo>
                  <a:lnTo>
                    <a:pt x="871463" y="277979"/>
                  </a:lnTo>
                  <a:lnTo>
                    <a:pt x="882091" y="275926"/>
                  </a:lnTo>
                  <a:lnTo>
                    <a:pt x="892718" y="274012"/>
                  </a:lnTo>
                  <a:lnTo>
                    <a:pt x="903346" y="272219"/>
                  </a:lnTo>
                  <a:lnTo>
                    <a:pt x="913973" y="270525"/>
                  </a:lnTo>
                  <a:lnTo>
                    <a:pt x="924601" y="268873"/>
                  </a:lnTo>
                  <a:lnTo>
                    <a:pt x="935229" y="267214"/>
                  </a:lnTo>
                  <a:lnTo>
                    <a:pt x="945856" y="265492"/>
                  </a:lnTo>
                  <a:lnTo>
                    <a:pt x="956484" y="263656"/>
                  </a:lnTo>
                  <a:lnTo>
                    <a:pt x="967111" y="261654"/>
                  </a:lnTo>
                  <a:lnTo>
                    <a:pt x="977739" y="259446"/>
                  </a:lnTo>
                  <a:lnTo>
                    <a:pt x="988367" y="256998"/>
                  </a:lnTo>
                  <a:lnTo>
                    <a:pt x="998994" y="254293"/>
                  </a:lnTo>
                  <a:lnTo>
                    <a:pt x="1009622" y="251328"/>
                  </a:lnTo>
                  <a:lnTo>
                    <a:pt x="1020249" y="248090"/>
                  </a:lnTo>
                  <a:lnTo>
                    <a:pt x="1030877" y="244644"/>
                  </a:lnTo>
                  <a:lnTo>
                    <a:pt x="1041505" y="241036"/>
                  </a:lnTo>
                  <a:lnTo>
                    <a:pt x="1052132" y="237320"/>
                  </a:lnTo>
                  <a:lnTo>
                    <a:pt x="1062760" y="233555"/>
                  </a:lnTo>
                  <a:lnTo>
                    <a:pt x="1073387" y="229803"/>
                  </a:lnTo>
                  <a:lnTo>
                    <a:pt x="1084015" y="226122"/>
                  </a:lnTo>
                  <a:lnTo>
                    <a:pt x="1094643" y="222567"/>
                  </a:lnTo>
                  <a:lnTo>
                    <a:pt x="1105270" y="219186"/>
                  </a:lnTo>
                  <a:lnTo>
                    <a:pt x="1115898" y="216018"/>
                  </a:lnTo>
                  <a:lnTo>
                    <a:pt x="1126525" y="213118"/>
                  </a:lnTo>
                  <a:lnTo>
                    <a:pt x="1137153" y="210475"/>
                  </a:lnTo>
                  <a:lnTo>
                    <a:pt x="1147781" y="208083"/>
                  </a:lnTo>
                  <a:lnTo>
                    <a:pt x="1158408" y="205927"/>
                  </a:lnTo>
                  <a:lnTo>
                    <a:pt x="1169036" y="203980"/>
                  </a:lnTo>
                  <a:lnTo>
                    <a:pt x="1179663" y="202208"/>
                  </a:lnTo>
                  <a:lnTo>
                    <a:pt x="1190291" y="200569"/>
                  </a:lnTo>
                  <a:lnTo>
                    <a:pt x="1200919" y="199016"/>
                  </a:lnTo>
                  <a:lnTo>
                    <a:pt x="1211546" y="197502"/>
                  </a:lnTo>
                  <a:lnTo>
                    <a:pt x="1222174" y="195981"/>
                  </a:lnTo>
                  <a:lnTo>
                    <a:pt x="1232801" y="194398"/>
                  </a:lnTo>
                  <a:lnTo>
                    <a:pt x="1243429" y="192718"/>
                  </a:lnTo>
                  <a:lnTo>
                    <a:pt x="1254057" y="190916"/>
                  </a:lnTo>
                  <a:lnTo>
                    <a:pt x="1264684" y="188974"/>
                  </a:lnTo>
                  <a:lnTo>
                    <a:pt x="1275312" y="186878"/>
                  </a:lnTo>
                  <a:lnTo>
                    <a:pt x="1285939" y="184623"/>
                  </a:lnTo>
                  <a:lnTo>
                    <a:pt x="1296567" y="182208"/>
                  </a:lnTo>
                  <a:lnTo>
                    <a:pt x="1307195" y="179634"/>
                  </a:lnTo>
                  <a:lnTo>
                    <a:pt x="1317822" y="176905"/>
                  </a:lnTo>
                  <a:lnTo>
                    <a:pt x="1328450" y="174027"/>
                  </a:lnTo>
                  <a:lnTo>
                    <a:pt x="1339077" y="170991"/>
                  </a:lnTo>
                  <a:lnTo>
                    <a:pt x="1349705" y="167816"/>
                  </a:lnTo>
                  <a:lnTo>
                    <a:pt x="1360333" y="164515"/>
                  </a:lnTo>
                  <a:lnTo>
                    <a:pt x="1370960" y="161099"/>
                  </a:lnTo>
                  <a:lnTo>
                    <a:pt x="1381588" y="157585"/>
                  </a:lnTo>
                  <a:lnTo>
                    <a:pt x="1392215" y="153994"/>
                  </a:lnTo>
                  <a:lnTo>
                    <a:pt x="1402843" y="150351"/>
                  </a:lnTo>
                  <a:lnTo>
                    <a:pt x="1413471" y="146686"/>
                  </a:lnTo>
                  <a:lnTo>
                    <a:pt x="1424098" y="143034"/>
                  </a:lnTo>
                  <a:lnTo>
                    <a:pt x="1434726" y="139432"/>
                  </a:lnTo>
                  <a:lnTo>
                    <a:pt x="1445354" y="135928"/>
                  </a:lnTo>
                  <a:lnTo>
                    <a:pt x="1455981" y="132557"/>
                  </a:lnTo>
                  <a:lnTo>
                    <a:pt x="1466609" y="129341"/>
                  </a:lnTo>
                  <a:lnTo>
                    <a:pt x="1477236" y="126302"/>
                  </a:lnTo>
                  <a:lnTo>
                    <a:pt x="1487864" y="123450"/>
                  </a:lnTo>
                  <a:lnTo>
                    <a:pt x="1498492" y="120785"/>
                  </a:lnTo>
                  <a:lnTo>
                    <a:pt x="1509119" y="118301"/>
                  </a:lnTo>
                  <a:lnTo>
                    <a:pt x="1519747" y="115981"/>
                  </a:lnTo>
                  <a:lnTo>
                    <a:pt x="1530374" y="113804"/>
                  </a:lnTo>
                  <a:lnTo>
                    <a:pt x="1541002" y="111742"/>
                  </a:lnTo>
                  <a:lnTo>
                    <a:pt x="1551630" y="109767"/>
                  </a:lnTo>
                  <a:lnTo>
                    <a:pt x="1562257" y="107838"/>
                  </a:lnTo>
                  <a:lnTo>
                    <a:pt x="1572885" y="105919"/>
                  </a:lnTo>
                  <a:lnTo>
                    <a:pt x="1583512" y="103980"/>
                  </a:lnTo>
                  <a:lnTo>
                    <a:pt x="1594140" y="101992"/>
                  </a:lnTo>
                  <a:lnTo>
                    <a:pt x="1604768" y="99925"/>
                  </a:lnTo>
                  <a:lnTo>
                    <a:pt x="1615395" y="97755"/>
                  </a:lnTo>
                  <a:lnTo>
                    <a:pt x="1626023" y="95457"/>
                  </a:lnTo>
                  <a:lnTo>
                    <a:pt x="1636650" y="93011"/>
                  </a:lnTo>
                  <a:lnTo>
                    <a:pt x="1647278" y="90401"/>
                  </a:lnTo>
                  <a:lnTo>
                    <a:pt x="1657906" y="87602"/>
                  </a:lnTo>
                  <a:lnTo>
                    <a:pt x="1668533" y="84625"/>
                  </a:lnTo>
                  <a:lnTo>
                    <a:pt x="1679161" y="81491"/>
                  </a:lnTo>
                  <a:lnTo>
                    <a:pt x="1689788" y="78225"/>
                  </a:lnTo>
                  <a:lnTo>
                    <a:pt x="1700416" y="74867"/>
                  </a:lnTo>
                  <a:lnTo>
                    <a:pt x="1711044" y="71462"/>
                  </a:lnTo>
                  <a:lnTo>
                    <a:pt x="1721671" y="68067"/>
                  </a:lnTo>
                  <a:lnTo>
                    <a:pt x="1732299" y="64740"/>
                  </a:lnTo>
                  <a:lnTo>
                    <a:pt x="1742926" y="61538"/>
                  </a:lnTo>
                  <a:lnTo>
                    <a:pt x="1753554" y="58515"/>
                  </a:lnTo>
                  <a:lnTo>
                    <a:pt x="1764182" y="55733"/>
                  </a:lnTo>
                  <a:lnTo>
                    <a:pt x="1774809" y="53206"/>
                  </a:lnTo>
                  <a:lnTo>
                    <a:pt x="1785437" y="50927"/>
                  </a:lnTo>
                  <a:lnTo>
                    <a:pt x="1796064" y="48876"/>
                  </a:lnTo>
                  <a:lnTo>
                    <a:pt x="1806692" y="47018"/>
                  </a:lnTo>
                  <a:lnTo>
                    <a:pt x="1817320" y="45307"/>
                  </a:lnTo>
                  <a:lnTo>
                    <a:pt x="1827947" y="43687"/>
                  </a:lnTo>
                  <a:lnTo>
                    <a:pt x="1838575" y="42103"/>
                  </a:lnTo>
                  <a:lnTo>
                    <a:pt x="1849202" y="40503"/>
                  </a:lnTo>
                  <a:lnTo>
                    <a:pt x="1859830" y="38846"/>
                  </a:lnTo>
                  <a:lnTo>
                    <a:pt x="1870458" y="37100"/>
                  </a:lnTo>
                  <a:lnTo>
                    <a:pt x="1881085" y="35265"/>
                  </a:lnTo>
                  <a:lnTo>
                    <a:pt x="1891713" y="33367"/>
                  </a:lnTo>
                  <a:lnTo>
                    <a:pt x="1902340" y="31446"/>
                  </a:lnTo>
                  <a:lnTo>
                    <a:pt x="1912968" y="29551"/>
                  </a:lnTo>
                  <a:lnTo>
                    <a:pt x="1923596" y="27741"/>
                  </a:lnTo>
                  <a:lnTo>
                    <a:pt x="1934223" y="26072"/>
                  </a:lnTo>
                  <a:lnTo>
                    <a:pt x="1944851" y="24596"/>
                  </a:lnTo>
                  <a:lnTo>
                    <a:pt x="1955478" y="23352"/>
                  </a:lnTo>
                  <a:lnTo>
                    <a:pt x="1966106" y="22362"/>
                  </a:lnTo>
                  <a:lnTo>
                    <a:pt x="1976734" y="21649"/>
                  </a:lnTo>
                  <a:lnTo>
                    <a:pt x="1987361" y="21175"/>
                  </a:lnTo>
                  <a:lnTo>
                    <a:pt x="1997989" y="20884"/>
                  </a:lnTo>
                  <a:lnTo>
                    <a:pt x="2008616" y="20714"/>
                  </a:lnTo>
                  <a:lnTo>
                    <a:pt x="2019244" y="20595"/>
                  </a:lnTo>
                  <a:lnTo>
                    <a:pt x="2029872" y="20451"/>
                  </a:lnTo>
                  <a:lnTo>
                    <a:pt x="2040499" y="20209"/>
                  </a:lnTo>
                  <a:lnTo>
                    <a:pt x="2051127" y="19802"/>
                  </a:lnTo>
                  <a:lnTo>
                    <a:pt x="2061754" y="19171"/>
                  </a:lnTo>
                  <a:lnTo>
                    <a:pt x="2072382" y="18276"/>
                  </a:lnTo>
                  <a:lnTo>
                    <a:pt x="2083010" y="17071"/>
                  </a:lnTo>
                  <a:lnTo>
                    <a:pt x="2093637" y="15569"/>
                  </a:lnTo>
                  <a:lnTo>
                    <a:pt x="2104265" y="13812"/>
                  </a:lnTo>
                  <a:lnTo>
                    <a:pt x="2114892" y="11854"/>
                  </a:lnTo>
                  <a:lnTo>
                    <a:pt x="2125520" y="9764"/>
                  </a:lnTo>
                  <a:lnTo>
                    <a:pt x="2136148" y="7631"/>
                  </a:lnTo>
                  <a:lnTo>
                    <a:pt x="2146775" y="5557"/>
                  </a:lnTo>
                  <a:lnTo>
                    <a:pt x="2157403" y="3649"/>
                  </a:lnTo>
                  <a:lnTo>
                    <a:pt x="2168031" y="2022"/>
                  </a:lnTo>
                  <a:lnTo>
                    <a:pt x="2178658" y="784"/>
                  </a:lnTo>
                  <a:lnTo>
                    <a:pt x="2189286" y="80"/>
                  </a:lnTo>
                  <a:lnTo>
                    <a:pt x="2199913" y="0"/>
                  </a:lnTo>
                  <a:lnTo>
                    <a:pt x="2210541" y="570"/>
                  </a:lnTo>
                  <a:lnTo>
                    <a:pt x="2221169" y="1819"/>
                  </a:lnTo>
                  <a:lnTo>
                    <a:pt x="2231796" y="3751"/>
                  </a:lnTo>
                  <a:lnTo>
                    <a:pt x="2242424" y="6341"/>
                  </a:lnTo>
                  <a:lnTo>
                    <a:pt x="2253051" y="9539"/>
                  </a:lnTo>
                  <a:lnTo>
                    <a:pt x="2263679" y="13275"/>
                  </a:lnTo>
                  <a:lnTo>
                    <a:pt x="2274307" y="17462"/>
                  </a:lnTo>
                  <a:lnTo>
                    <a:pt x="2284934" y="22001"/>
                  </a:lnTo>
                  <a:lnTo>
                    <a:pt x="2295562" y="26793"/>
                  </a:lnTo>
                  <a:lnTo>
                    <a:pt x="2306189" y="31708"/>
                  </a:lnTo>
                  <a:lnTo>
                    <a:pt x="2316817" y="36632"/>
                  </a:lnTo>
                  <a:lnTo>
                    <a:pt x="2327445" y="41476"/>
                  </a:lnTo>
                  <a:lnTo>
                    <a:pt x="2338072" y="46163"/>
                  </a:lnTo>
                  <a:lnTo>
                    <a:pt x="2348700" y="50632"/>
                  </a:lnTo>
                  <a:lnTo>
                    <a:pt x="2359327" y="54837"/>
                  </a:lnTo>
                  <a:lnTo>
                    <a:pt x="2369955" y="58751"/>
                  </a:lnTo>
                  <a:lnTo>
                    <a:pt x="2380583" y="62365"/>
                  </a:lnTo>
                  <a:lnTo>
                    <a:pt x="2391210" y="65688"/>
                  </a:lnTo>
                  <a:lnTo>
                    <a:pt x="2401838" y="68734"/>
                  </a:lnTo>
                  <a:lnTo>
                    <a:pt x="2412465" y="71563"/>
                  </a:lnTo>
                  <a:lnTo>
                    <a:pt x="2423093" y="74255"/>
                  </a:lnTo>
                  <a:lnTo>
                    <a:pt x="2433721" y="76886"/>
                  </a:lnTo>
                  <a:lnTo>
                    <a:pt x="2444348" y="79534"/>
                  </a:lnTo>
                  <a:lnTo>
                    <a:pt x="2454976" y="82281"/>
                  </a:lnTo>
                  <a:lnTo>
                    <a:pt x="2465603" y="85202"/>
                  </a:lnTo>
                  <a:lnTo>
                    <a:pt x="2476231" y="88361"/>
                  </a:lnTo>
                  <a:lnTo>
                    <a:pt x="2486859" y="91810"/>
                  </a:lnTo>
                  <a:lnTo>
                    <a:pt x="2497486" y="95580"/>
                  </a:lnTo>
                  <a:lnTo>
                    <a:pt x="2508114" y="99701"/>
                  </a:lnTo>
                  <a:lnTo>
                    <a:pt x="2518741" y="104158"/>
                  </a:lnTo>
                  <a:lnTo>
                    <a:pt x="2529369" y="108888"/>
                  </a:lnTo>
                  <a:lnTo>
                    <a:pt x="2539997" y="113833"/>
                  </a:lnTo>
                  <a:lnTo>
                    <a:pt x="2550624" y="118926"/>
                  </a:lnTo>
                  <a:lnTo>
                    <a:pt x="2561252" y="124091"/>
                  </a:lnTo>
                  <a:lnTo>
                    <a:pt x="2571879" y="129251"/>
                  </a:lnTo>
                  <a:lnTo>
                    <a:pt x="2582507" y="134333"/>
                  </a:lnTo>
                  <a:lnTo>
                    <a:pt x="2593135" y="139271"/>
                  </a:lnTo>
                  <a:lnTo>
                    <a:pt x="2603762" y="144008"/>
                  </a:lnTo>
                  <a:lnTo>
                    <a:pt x="2614390" y="148489"/>
                  </a:lnTo>
                  <a:lnTo>
                    <a:pt x="2625017" y="152678"/>
                  </a:lnTo>
                  <a:lnTo>
                    <a:pt x="2635645" y="156584"/>
                  </a:lnTo>
                  <a:lnTo>
                    <a:pt x="2646273" y="160207"/>
                  </a:lnTo>
                  <a:lnTo>
                    <a:pt x="2656900" y="163559"/>
                  </a:lnTo>
                  <a:lnTo>
                    <a:pt x="2667528" y="166656"/>
                  </a:lnTo>
                  <a:lnTo>
                    <a:pt x="2678155" y="169517"/>
                  </a:lnTo>
                  <a:lnTo>
                    <a:pt x="2688783" y="172165"/>
                  </a:lnTo>
                  <a:lnTo>
                    <a:pt x="2699411" y="174622"/>
                  </a:lnTo>
                  <a:lnTo>
                    <a:pt x="2710038" y="176911"/>
                  </a:lnTo>
                  <a:lnTo>
                    <a:pt x="2720666" y="179048"/>
                  </a:lnTo>
                  <a:lnTo>
                    <a:pt x="2731293" y="181054"/>
                  </a:lnTo>
                  <a:lnTo>
                    <a:pt x="2741921" y="182962"/>
                  </a:lnTo>
                  <a:lnTo>
                    <a:pt x="2752549" y="184793"/>
                  </a:lnTo>
                  <a:lnTo>
                    <a:pt x="2763176" y="186571"/>
                  </a:lnTo>
                  <a:lnTo>
                    <a:pt x="2773804" y="188322"/>
                  </a:lnTo>
                  <a:lnTo>
                    <a:pt x="2784431" y="190071"/>
                  </a:lnTo>
                  <a:lnTo>
                    <a:pt x="2795059" y="191848"/>
                  </a:lnTo>
                  <a:lnTo>
                    <a:pt x="2805687" y="193679"/>
                  </a:lnTo>
                  <a:lnTo>
                    <a:pt x="2816314" y="195596"/>
                  </a:lnTo>
                  <a:lnTo>
                    <a:pt x="2826942" y="197632"/>
                  </a:lnTo>
                  <a:lnTo>
                    <a:pt x="2837569" y="199823"/>
                  </a:lnTo>
                  <a:lnTo>
                    <a:pt x="2848197" y="202183"/>
                  </a:lnTo>
                  <a:lnTo>
                    <a:pt x="2858825" y="204729"/>
                  </a:lnTo>
                  <a:lnTo>
                    <a:pt x="2869452" y="207472"/>
                  </a:lnTo>
                  <a:lnTo>
                    <a:pt x="2880080" y="210418"/>
                  </a:lnTo>
                  <a:lnTo>
                    <a:pt x="2890708" y="213564"/>
                  </a:lnTo>
                  <a:lnTo>
                    <a:pt x="2901335" y="216900"/>
                  </a:lnTo>
                  <a:lnTo>
                    <a:pt x="2911963" y="220407"/>
                  </a:lnTo>
                  <a:lnTo>
                    <a:pt x="2922590" y="224057"/>
                  </a:lnTo>
                  <a:lnTo>
                    <a:pt x="2933218" y="227819"/>
                  </a:lnTo>
                  <a:lnTo>
                    <a:pt x="2943846" y="231644"/>
                  </a:lnTo>
                  <a:lnTo>
                    <a:pt x="2954473" y="235475"/>
                  </a:lnTo>
                  <a:lnTo>
                    <a:pt x="2965101" y="239264"/>
                  </a:lnTo>
                  <a:lnTo>
                    <a:pt x="2975728" y="242966"/>
                  </a:lnTo>
                  <a:lnTo>
                    <a:pt x="2986356" y="246539"/>
                  </a:lnTo>
                  <a:lnTo>
                    <a:pt x="2996984" y="249949"/>
                  </a:lnTo>
                  <a:lnTo>
                    <a:pt x="3007611" y="253171"/>
                  </a:lnTo>
                  <a:lnTo>
                    <a:pt x="3018239" y="256190"/>
                  </a:lnTo>
                  <a:lnTo>
                    <a:pt x="3028866" y="259005"/>
                  </a:lnTo>
                  <a:lnTo>
                    <a:pt x="3039494" y="261615"/>
                  </a:lnTo>
                  <a:lnTo>
                    <a:pt x="3050122" y="264034"/>
                  </a:lnTo>
                  <a:lnTo>
                    <a:pt x="3060749" y="266308"/>
                  </a:lnTo>
                  <a:lnTo>
                    <a:pt x="3071377" y="268468"/>
                  </a:lnTo>
                  <a:lnTo>
                    <a:pt x="3082004" y="270548"/>
                  </a:lnTo>
                  <a:lnTo>
                    <a:pt x="3092632" y="272582"/>
                  </a:lnTo>
                  <a:lnTo>
                    <a:pt x="3103260" y="274598"/>
                  </a:lnTo>
                  <a:lnTo>
                    <a:pt x="3113887" y="276624"/>
                  </a:lnTo>
                  <a:lnTo>
                    <a:pt x="3124515" y="278679"/>
                  </a:lnTo>
                  <a:lnTo>
                    <a:pt x="3135142" y="280778"/>
                  </a:lnTo>
                  <a:lnTo>
                    <a:pt x="3145770" y="282932"/>
                  </a:lnTo>
                  <a:lnTo>
                    <a:pt x="3156398" y="285146"/>
                  </a:lnTo>
                  <a:lnTo>
                    <a:pt x="3167025" y="287408"/>
                  </a:lnTo>
                  <a:lnTo>
                    <a:pt x="3177653" y="289711"/>
                  </a:lnTo>
                  <a:lnTo>
                    <a:pt x="3188280" y="292042"/>
                  </a:lnTo>
                  <a:lnTo>
                    <a:pt x="3198908" y="294387"/>
                  </a:lnTo>
                  <a:lnTo>
                    <a:pt x="3209536" y="296733"/>
                  </a:lnTo>
                  <a:lnTo>
                    <a:pt x="3220163" y="299064"/>
                  </a:lnTo>
                  <a:lnTo>
                    <a:pt x="3230791" y="301371"/>
                  </a:lnTo>
                  <a:lnTo>
                    <a:pt x="3241418" y="303641"/>
                  </a:lnTo>
                  <a:lnTo>
                    <a:pt x="3252046" y="305866"/>
                  </a:lnTo>
                  <a:lnTo>
                    <a:pt x="3262674" y="308039"/>
                  </a:lnTo>
                  <a:lnTo>
                    <a:pt x="3273301" y="310160"/>
                  </a:lnTo>
                  <a:lnTo>
                    <a:pt x="3283929" y="312231"/>
                  </a:lnTo>
                  <a:lnTo>
                    <a:pt x="3294556" y="314248"/>
                  </a:lnTo>
                  <a:lnTo>
                    <a:pt x="3305184" y="316210"/>
                  </a:lnTo>
                  <a:lnTo>
                    <a:pt x="3315812" y="318113"/>
                  </a:lnTo>
                  <a:lnTo>
                    <a:pt x="3326439" y="319950"/>
                  </a:lnTo>
                  <a:lnTo>
                    <a:pt x="3337067" y="321712"/>
                  </a:lnTo>
                  <a:lnTo>
                    <a:pt x="3347694" y="323387"/>
                  </a:lnTo>
                  <a:lnTo>
                    <a:pt x="3358322" y="324958"/>
                  </a:lnTo>
                  <a:lnTo>
                    <a:pt x="3368950" y="326403"/>
                  </a:lnTo>
                  <a:lnTo>
                    <a:pt x="3379577" y="327720"/>
                  </a:lnTo>
                  <a:lnTo>
                    <a:pt x="3390205" y="328901"/>
                  </a:lnTo>
                  <a:lnTo>
                    <a:pt x="3400832" y="329942"/>
                  </a:lnTo>
                  <a:lnTo>
                    <a:pt x="3411460" y="330846"/>
                  </a:lnTo>
                  <a:lnTo>
                    <a:pt x="3422088" y="331617"/>
                  </a:lnTo>
                  <a:lnTo>
                    <a:pt x="3432715" y="332265"/>
                  </a:lnTo>
                  <a:lnTo>
                    <a:pt x="3443343" y="332802"/>
                  </a:lnTo>
                  <a:lnTo>
                    <a:pt x="3453970" y="333246"/>
                  </a:lnTo>
                  <a:lnTo>
                    <a:pt x="3464598" y="333612"/>
                  </a:lnTo>
                  <a:lnTo>
                    <a:pt x="3475226" y="333914"/>
                  </a:lnTo>
                  <a:lnTo>
                    <a:pt x="3485853" y="334177"/>
                  </a:lnTo>
                  <a:lnTo>
                    <a:pt x="3496481" y="334416"/>
                  </a:lnTo>
                  <a:lnTo>
                    <a:pt x="3507108" y="334641"/>
                  </a:lnTo>
                  <a:lnTo>
                    <a:pt x="3517736" y="334863"/>
                  </a:lnTo>
                  <a:lnTo>
                    <a:pt x="3528364" y="335089"/>
                  </a:lnTo>
                  <a:lnTo>
                    <a:pt x="3538991" y="335325"/>
                  </a:lnTo>
                  <a:lnTo>
                    <a:pt x="3549619" y="335575"/>
                  </a:lnTo>
                  <a:lnTo>
                    <a:pt x="3560246" y="335844"/>
                  </a:lnTo>
                  <a:lnTo>
                    <a:pt x="3570874" y="336132"/>
                  </a:lnTo>
                  <a:lnTo>
                    <a:pt x="3581502" y="336445"/>
                  </a:lnTo>
                  <a:lnTo>
                    <a:pt x="3592129" y="336782"/>
                  </a:lnTo>
                  <a:lnTo>
                    <a:pt x="3602757" y="337144"/>
                  </a:lnTo>
                  <a:lnTo>
                    <a:pt x="3613385" y="337535"/>
                  </a:lnTo>
                  <a:lnTo>
                    <a:pt x="3624012" y="337955"/>
                  </a:lnTo>
                  <a:lnTo>
                    <a:pt x="3634640" y="338407"/>
                  </a:lnTo>
                  <a:lnTo>
                    <a:pt x="3645267" y="338891"/>
                  </a:lnTo>
                  <a:lnTo>
                    <a:pt x="3655895" y="339408"/>
                  </a:lnTo>
                  <a:lnTo>
                    <a:pt x="3666523" y="339957"/>
                  </a:lnTo>
                  <a:lnTo>
                    <a:pt x="3677150" y="340536"/>
                  </a:lnTo>
                  <a:lnTo>
                    <a:pt x="3687778" y="341140"/>
                  </a:lnTo>
                  <a:lnTo>
                    <a:pt x="3698405" y="341760"/>
                  </a:lnTo>
                  <a:lnTo>
                    <a:pt x="3709033" y="342386"/>
                  </a:lnTo>
                  <a:lnTo>
                    <a:pt x="3719661" y="343007"/>
                  </a:lnTo>
                  <a:lnTo>
                    <a:pt x="3730288" y="343613"/>
                  </a:lnTo>
                  <a:lnTo>
                    <a:pt x="3740916" y="344191"/>
                  </a:lnTo>
                  <a:lnTo>
                    <a:pt x="3751543" y="344731"/>
                  </a:lnTo>
                  <a:lnTo>
                    <a:pt x="3762171" y="345224"/>
                  </a:lnTo>
                  <a:lnTo>
                    <a:pt x="3772799" y="345664"/>
                  </a:lnTo>
                  <a:lnTo>
                    <a:pt x="3783426" y="346044"/>
                  </a:lnTo>
                  <a:lnTo>
                    <a:pt x="3794054" y="346359"/>
                  </a:lnTo>
                  <a:lnTo>
                    <a:pt x="3804681" y="346616"/>
                  </a:lnTo>
                  <a:lnTo>
                    <a:pt x="3815309" y="346823"/>
                  </a:lnTo>
                  <a:lnTo>
                    <a:pt x="3825937" y="346986"/>
                  </a:lnTo>
                  <a:lnTo>
                    <a:pt x="3836564" y="347114"/>
                  </a:lnTo>
                  <a:lnTo>
                    <a:pt x="3847192" y="347217"/>
                  </a:lnTo>
                  <a:lnTo>
                    <a:pt x="3857819" y="347304"/>
                  </a:lnTo>
                  <a:lnTo>
                    <a:pt x="3868447" y="347382"/>
                  </a:lnTo>
                </a:path>
              </a:pathLst>
            </a:custGeom>
            <a:ln w="758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16383071" y="5379654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16392498" y="5379654"/>
              <a:ext cx="0" cy="234895"/>
            </a:xfrm>
            <a:custGeom>
              <a:avLst/>
              <a:pathLst>
                <a:path w="0" h="234895">
                  <a:moveTo>
                    <a:pt x="0" y="0"/>
                  </a:moveTo>
                  <a:lnTo>
                    <a:pt x="0" y="2348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16383071" y="5614550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16404019" y="6032143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16413445" y="6032143"/>
              <a:ext cx="0" cy="234895"/>
            </a:xfrm>
            <a:custGeom>
              <a:avLst/>
              <a:pathLst>
                <a:path w="0" h="234895">
                  <a:moveTo>
                    <a:pt x="0" y="0"/>
                  </a:moveTo>
                  <a:lnTo>
                    <a:pt x="0" y="2348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16404019" y="6267039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15875101" y="6684631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15884528" y="6684631"/>
              <a:ext cx="0" cy="234895"/>
            </a:xfrm>
            <a:custGeom>
              <a:avLst/>
              <a:pathLst>
                <a:path w="0" h="234895">
                  <a:moveTo>
                    <a:pt x="0" y="0"/>
                  </a:moveTo>
                  <a:lnTo>
                    <a:pt x="0" y="2348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5875101" y="6919527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5302508" y="7337120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5311934" y="7337120"/>
              <a:ext cx="0" cy="234895"/>
            </a:xfrm>
            <a:custGeom>
              <a:avLst/>
              <a:pathLst>
                <a:path w="0" h="234895">
                  <a:moveTo>
                    <a:pt x="0" y="0"/>
                  </a:moveTo>
                  <a:lnTo>
                    <a:pt x="0" y="2348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5302508" y="7572016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6065745" y="7989609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6075171" y="7989609"/>
              <a:ext cx="0" cy="234895"/>
            </a:xfrm>
            <a:custGeom>
              <a:avLst/>
              <a:pathLst>
                <a:path w="0" h="234895">
                  <a:moveTo>
                    <a:pt x="0" y="0"/>
                  </a:moveTo>
                  <a:lnTo>
                    <a:pt x="0" y="2348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16065745" y="8224505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6586280" y="8642097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6595706" y="8642097"/>
              <a:ext cx="0" cy="234895"/>
            </a:xfrm>
            <a:custGeom>
              <a:avLst/>
              <a:pathLst>
                <a:path w="0" h="234895">
                  <a:moveTo>
                    <a:pt x="0" y="0"/>
                  </a:moveTo>
                  <a:lnTo>
                    <a:pt x="0" y="2348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6586280" y="8876993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6230236" y="9294586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16239662" y="9294586"/>
              <a:ext cx="0" cy="234895"/>
            </a:xfrm>
            <a:custGeom>
              <a:avLst/>
              <a:pathLst>
                <a:path w="0" h="234895">
                  <a:moveTo>
                    <a:pt x="0" y="0"/>
                  </a:moveTo>
                  <a:lnTo>
                    <a:pt x="0" y="2348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16230236" y="9529482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5049194" y="9947074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15058620" y="9947074"/>
              <a:ext cx="0" cy="234895"/>
            </a:xfrm>
            <a:custGeom>
              <a:avLst/>
              <a:pathLst>
                <a:path w="0" h="234895">
                  <a:moveTo>
                    <a:pt x="0" y="0"/>
                  </a:moveTo>
                  <a:lnTo>
                    <a:pt x="0" y="2348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5049194" y="10181970"/>
              <a:ext cx="18852" cy="0"/>
            </a:xfrm>
            <a:custGeom>
              <a:avLst/>
              <a:pathLst>
                <a:path w="18852" h="0">
                  <a:moveTo>
                    <a:pt x="0" y="0"/>
                  </a:moveTo>
                  <a:lnTo>
                    <a:pt x="188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5817826" y="5497102"/>
              <a:ext cx="1198079" cy="0"/>
            </a:xfrm>
            <a:custGeom>
              <a:avLst/>
              <a:pathLst>
                <a:path w="1198079" h="0">
                  <a:moveTo>
                    <a:pt x="0" y="0"/>
                  </a:moveTo>
                  <a:lnTo>
                    <a:pt x="1198079" y="0"/>
                  </a:lnTo>
                </a:path>
              </a:pathLst>
            </a:custGeom>
            <a:ln w="28456" cap="rnd">
              <a:solidFill>
                <a:srgbClr val="1665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5571639" y="6149591"/>
              <a:ext cx="1657007" cy="0"/>
            </a:xfrm>
            <a:custGeom>
              <a:avLst/>
              <a:pathLst>
                <a:path w="1657007" h="0">
                  <a:moveTo>
                    <a:pt x="0" y="0"/>
                  </a:moveTo>
                  <a:lnTo>
                    <a:pt x="1657007" y="0"/>
                  </a:lnTo>
                </a:path>
              </a:pathLst>
            </a:custGeom>
            <a:ln w="28456" cap="rnd">
              <a:solidFill>
                <a:srgbClr val="BE12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14954292" y="6802079"/>
              <a:ext cx="1877437" cy="0"/>
            </a:xfrm>
            <a:custGeom>
              <a:avLst/>
              <a:pathLst>
                <a:path w="1877437" h="0">
                  <a:moveTo>
                    <a:pt x="0" y="0"/>
                  </a:moveTo>
                  <a:lnTo>
                    <a:pt x="1877437" y="0"/>
                  </a:lnTo>
                </a:path>
              </a:pathLst>
            </a:custGeom>
            <a:ln w="28456" cap="rnd">
              <a:solidFill>
                <a:srgbClr val="84CC1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13967327" y="7454568"/>
              <a:ext cx="2622912" cy="0"/>
            </a:xfrm>
            <a:custGeom>
              <a:avLst/>
              <a:pathLst>
                <a:path w="2622912" h="0">
                  <a:moveTo>
                    <a:pt x="0" y="0"/>
                  </a:moveTo>
                  <a:lnTo>
                    <a:pt x="2622912" y="0"/>
                  </a:lnTo>
                </a:path>
              </a:pathLst>
            </a:custGeom>
            <a:ln w="28456" cap="rnd">
              <a:solidFill>
                <a:srgbClr val="65A30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15374857" y="8107057"/>
              <a:ext cx="1416249" cy="0"/>
            </a:xfrm>
            <a:custGeom>
              <a:avLst/>
              <a:pathLst>
                <a:path w="1416249" h="0">
                  <a:moveTo>
                    <a:pt x="0" y="0"/>
                  </a:moveTo>
                  <a:lnTo>
                    <a:pt x="1416249" y="0"/>
                  </a:lnTo>
                </a:path>
              </a:pathLst>
            </a:custGeom>
            <a:ln w="28456" cap="rnd">
              <a:solidFill>
                <a:srgbClr val="1580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15978420" y="8759545"/>
              <a:ext cx="1184483" cy="0"/>
            </a:xfrm>
            <a:custGeom>
              <a:avLst/>
              <a:pathLst>
                <a:path w="1184483" h="0">
                  <a:moveTo>
                    <a:pt x="0" y="0"/>
                  </a:moveTo>
                  <a:lnTo>
                    <a:pt x="1184483" y="0"/>
                  </a:lnTo>
                </a:path>
              </a:pathLst>
            </a:custGeom>
            <a:ln w="28456" cap="rnd">
              <a:solidFill>
                <a:srgbClr val="7C3AE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15560668" y="9412034"/>
              <a:ext cx="1342781" cy="0"/>
            </a:xfrm>
            <a:custGeom>
              <a:avLst/>
              <a:pathLst>
                <a:path w="1342781" h="0">
                  <a:moveTo>
                    <a:pt x="0" y="0"/>
                  </a:moveTo>
                  <a:lnTo>
                    <a:pt x="1342781" y="0"/>
                  </a:lnTo>
                </a:path>
              </a:pathLst>
            </a:custGeom>
            <a:ln w="28456" cap="rnd">
              <a:solidFill>
                <a:srgbClr val="4F46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13807136" y="10064522"/>
              <a:ext cx="2408144" cy="0"/>
            </a:xfrm>
            <a:custGeom>
              <a:avLst/>
              <a:pathLst>
                <a:path w="2408144" h="0">
                  <a:moveTo>
                    <a:pt x="0" y="0"/>
                  </a:moveTo>
                  <a:lnTo>
                    <a:pt x="2408144" y="0"/>
                  </a:lnTo>
                </a:path>
              </a:pathLst>
            </a:custGeom>
            <a:ln w="28456" cap="rnd">
              <a:solidFill>
                <a:srgbClr val="C241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16352439" y="5457043"/>
              <a:ext cx="80117" cy="80117"/>
            </a:xfrm>
            <a:prstGeom prst="ellipse">
              <a:avLst/>
            </a:prstGeom>
            <a:solidFill>
              <a:srgbClr val="166534">
                <a:alpha val="100000"/>
              </a:srgbClr>
            </a:solidFill>
            <a:ln w="9654" cap="rnd">
              <a:solidFill>
                <a:srgbClr val="1665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6373386" y="6109532"/>
              <a:ext cx="80117" cy="80117"/>
            </a:xfrm>
            <a:prstGeom prst="ellipse">
              <a:avLst/>
            </a:prstGeom>
            <a:solidFill>
              <a:srgbClr val="BE123C">
                <a:alpha val="100000"/>
              </a:srgbClr>
            </a:solidFill>
            <a:ln w="9654" cap="rnd">
              <a:solidFill>
                <a:srgbClr val="BE12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5844469" y="6762020"/>
              <a:ext cx="80117" cy="80117"/>
            </a:xfrm>
            <a:prstGeom prst="ellipse">
              <a:avLst/>
            </a:prstGeom>
            <a:solidFill>
              <a:srgbClr val="84CC16">
                <a:alpha val="100000"/>
              </a:srgbClr>
            </a:solidFill>
            <a:ln w="9654" cap="rnd">
              <a:solidFill>
                <a:srgbClr val="84CC1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5271875" y="7414509"/>
              <a:ext cx="80117" cy="80117"/>
            </a:xfrm>
            <a:prstGeom prst="ellipse">
              <a:avLst/>
            </a:prstGeom>
            <a:solidFill>
              <a:srgbClr val="65A30D">
                <a:alpha val="100000"/>
              </a:srgbClr>
            </a:solidFill>
            <a:ln w="9654" cap="rnd">
              <a:solidFill>
                <a:srgbClr val="65A30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6035112" y="8066998"/>
              <a:ext cx="80117" cy="80117"/>
            </a:xfrm>
            <a:prstGeom prst="ellipse">
              <a:avLst/>
            </a:prstGeom>
            <a:solidFill>
              <a:srgbClr val="15803D">
                <a:alpha val="100000"/>
              </a:srgbClr>
            </a:solidFill>
            <a:ln w="9654" cap="rnd">
              <a:solidFill>
                <a:srgbClr val="1580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6555647" y="8719486"/>
              <a:ext cx="80117" cy="80117"/>
            </a:xfrm>
            <a:prstGeom prst="ellipse">
              <a:avLst/>
            </a:prstGeom>
            <a:solidFill>
              <a:srgbClr val="7C3AED">
                <a:alpha val="100000"/>
              </a:srgbClr>
            </a:solidFill>
            <a:ln w="9654" cap="rnd">
              <a:solidFill>
                <a:srgbClr val="7C3AE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6199604" y="9371975"/>
              <a:ext cx="80117" cy="80117"/>
            </a:xfrm>
            <a:prstGeom prst="ellipse">
              <a:avLst/>
            </a:prstGeom>
            <a:solidFill>
              <a:srgbClr val="4F46E5">
                <a:alpha val="100000"/>
              </a:srgbClr>
            </a:solidFill>
            <a:ln w="9654" cap="rnd">
              <a:solidFill>
                <a:srgbClr val="4F46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5018561" y="10024464"/>
              <a:ext cx="80117" cy="80117"/>
            </a:xfrm>
            <a:prstGeom prst="ellipse">
              <a:avLst/>
            </a:prstGeom>
            <a:solidFill>
              <a:srgbClr val="C2410C">
                <a:alpha val="100000"/>
              </a:srgbClr>
            </a:solidFill>
            <a:ln w="9654" cap="rnd">
              <a:solidFill>
                <a:srgbClr val="C241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2443987" y="4811989"/>
              <a:ext cx="0" cy="5644026"/>
            </a:xfrm>
            <a:custGeom>
              <a:avLst/>
              <a:pathLst>
                <a:path w="0" h="5644026">
                  <a:moveTo>
                    <a:pt x="0" y="5644026"/>
                  </a:moveTo>
                  <a:lnTo>
                    <a:pt x="0" y="0"/>
                  </a:lnTo>
                </a:path>
              </a:pathLst>
            </a:custGeom>
            <a:ln w="14536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11470559" y="9997788"/>
              <a:ext cx="906243" cy="1096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Endemic species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11603911" y="9343894"/>
              <a:ext cx="772891" cy="11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Partial migrant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1190567" y="8691406"/>
              <a:ext cx="1186235" cy="11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Long-distance migrant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1603911" y="8062743"/>
              <a:ext cx="772891" cy="872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Diet: omnivore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11530620" y="7408732"/>
              <a:ext cx="846182" cy="88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Diet: fruit/nectar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11543733" y="6733881"/>
              <a:ext cx="833069" cy="1111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Diet: plant/seed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11137296" y="6081393"/>
              <a:ext cx="1239506" cy="1111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Diet: vertebrate/aquatic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10597742" y="5428963"/>
              <a:ext cx="1779060" cy="11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Forest-associated primary habitat</a:t>
              </a:r>
            </a:p>
          </p:txBody>
        </p:sp>
        <p:sp>
          <p:nvSpPr>
            <p:cNvPr id="143" name="pl143"/>
            <p:cNvSpPr/>
            <p:nvPr/>
          </p:nvSpPr>
          <p:spPr>
            <a:xfrm>
              <a:off x="12406662" y="10064522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2406662" y="9412034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2406662" y="8759545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2406662" y="8107057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12406662" y="7454568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2406662" y="6802079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2406662" y="6149591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2406662" y="5497102"/>
              <a:ext cx="37325" cy="0"/>
            </a:xfrm>
            <a:custGeom>
              <a:avLst/>
              <a:pathLst>
                <a:path w="37325" h="0">
                  <a:moveTo>
                    <a:pt x="0" y="0"/>
                  </a:moveTo>
                  <a:lnTo>
                    <a:pt x="37325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2443987" y="10456016"/>
              <a:ext cx="5973775" cy="0"/>
            </a:xfrm>
            <a:custGeom>
              <a:avLst/>
              <a:pathLst>
                <a:path w="5973775" h="0">
                  <a:moveTo>
                    <a:pt x="0" y="0"/>
                  </a:moveTo>
                  <a:lnTo>
                    <a:pt x="5973775" y="0"/>
                  </a:lnTo>
                </a:path>
              </a:pathLst>
            </a:custGeom>
            <a:ln w="14536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2592319" y="10456016"/>
              <a:ext cx="0" cy="37325"/>
            </a:xfrm>
            <a:custGeom>
              <a:avLst/>
              <a:pathLst>
                <a:path w="0" h="37325">
                  <a:moveTo>
                    <a:pt x="0" y="37325"/>
                  </a:moveTo>
                  <a:lnTo>
                    <a:pt x="0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14130171" y="10456016"/>
              <a:ext cx="0" cy="37325"/>
            </a:xfrm>
            <a:custGeom>
              <a:avLst/>
              <a:pathLst>
                <a:path w="0" h="37325">
                  <a:moveTo>
                    <a:pt x="0" y="37325"/>
                  </a:moveTo>
                  <a:lnTo>
                    <a:pt x="0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5668024" y="10456016"/>
              <a:ext cx="0" cy="37325"/>
            </a:xfrm>
            <a:custGeom>
              <a:avLst/>
              <a:pathLst>
                <a:path w="0" h="37325">
                  <a:moveTo>
                    <a:pt x="0" y="37325"/>
                  </a:moveTo>
                  <a:lnTo>
                    <a:pt x="0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7205876" y="10456016"/>
              <a:ext cx="0" cy="37325"/>
            </a:xfrm>
            <a:custGeom>
              <a:avLst/>
              <a:pathLst>
                <a:path w="0" h="37325">
                  <a:moveTo>
                    <a:pt x="0" y="37325"/>
                  </a:moveTo>
                  <a:lnTo>
                    <a:pt x="0" y="0"/>
                  </a:lnTo>
                </a:path>
              </a:pathLst>
            </a:custGeom>
            <a:ln w="145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>
              <a:off x="12539019" y="10522849"/>
              <a:ext cx="106599" cy="861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14076871" y="10522849"/>
              <a:ext cx="106599" cy="861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15634686" y="10521386"/>
              <a:ext cx="66675" cy="8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7172538" y="10522849"/>
              <a:ext cx="66675" cy="861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4331768" y="10702102"/>
              <a:ext cx="2198214" cy="140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Posterior effect size (log-odds)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2443987" y="4571172"/>
              <a:ext cx="4745531" cy="135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2F2F2F">
                      <a:alpha val="100000"/>
                    </a:srgbClr>
                  </a:solidFill>
                  <a:latin typeface="Arial"/>
                  <a:cs typeface="Arial"/>
                </a:rPr>
                <a:t>Bernoulli model; n = 827 species; contrasts relative to the baseline levels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2443987" y="4324870"/>
              <a:ext cx="4508922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Categorical ecological traits with phylogenetic control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10498443" y="4228519"/>
              <a:ext cx="99298" cy="118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8</cp:revision>
  <dcterms:created xsi:type="dcterms:W3CDTF">2015-07-14T21:05:00Z</dcterms:created>
  <dcterms:modified xsi:type="dcterms:W3CDTF">2026-04-01T18:15:13Z</dcterms:modified>
</cp:coreProperties>
</file>