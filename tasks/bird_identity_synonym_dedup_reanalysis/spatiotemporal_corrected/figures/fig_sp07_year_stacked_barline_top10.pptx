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51560" y="1371442"/>
            <a:ext cx="12984480" cy="7955280"/>
            <a:chOff x="1051560" y="1371442"/>
            <a:chExt cx="12984480" cy="7955280"/>
          </a:xfrm>
        </p:grpSpPr>
        <p:sp>
          <p:nvSpPr>
            <p:cNvPr id="3" name="rc3"/>
            <p:cNvSpPr/>
            <p:nvPr/>
          </p:nvSpPr>
          <p:spPr>
            <a:xfrm>
              <a:off x="1051560" y="1371441"/>
              <a:ext cx="12984480" cy="79552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51560" y="1371441"/>
              <a:ext cx="12984480" cy="79552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96260" y="2406185"/>
              <a:ext cx="11723157" cy="615825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596260" y="8564443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596260" y="6853816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6260" y="5143189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96260" y="3432561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699700" y="8427593"/>
              <a:ext cx="310318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1699700" y="8359168"/>
              <a:ext cx="310318" cy="684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699700" y="8290743"/>
              <a:ext cx="310318" cy="6842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699700" y="849601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699700" y="8496018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699700" y="8496018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699700" y="8496018"/>
              <a:ext cx="310318" cy="6842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699700" y="8153892"/>
              <a:ext cx="310318" cy="13685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699700" y="8427593"/>
              <a:ext cx="310318" cy="684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699700" y="8496018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699700" y="849601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130698" y="8153892"/>
              <a:ext cx="310318" cy="1368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130698" y="8085467"/>
              <a:ext cx="310318" cy="684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130698" y="8017042"/>
              <a:ext cx="310318" cy="6842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130698" y="8427593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30698" y="8427593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130698" y="8359168"/>
              <a:ext cx="310318" cy="684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130698" y="8496018"/>
              <a:ext cx="310318" cy="6842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130698" y="7811767"/>
              <a:ext cx="310318" cy="20527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130698" y="8290743"/>
              <a:ext cx="310318" cy="684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130698" y="8427593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130698" y="8427593"/>
              <a:ext cx="310318" cy="68425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561697" y="8290743"/>
              <a:ext cx="310318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561697" y="8290743"/>
              <a:ext cx="310318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61697" y="8290743"/>
              <a:ext cx="310318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561697" y="849601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561697" y="8359168"/>
              <a:ext cx="310318" cy="13685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2561697" y="8017042"/>
              <a:ext cx="310318" cy="27370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561697" y="8290743"/>
              <a:ext cx="310318" cy="684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561697" y="8496018"/>
              <a:ext cx="310318" cy="684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992695" y="8222318"/>
              <a:ext cx="310318" cy="684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992695" y="8222318"/>
              <a:ext cx="310318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992695" y="8222318"/>
              <a:ext cx="310318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992695" y="83591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992695" y="8359168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992695" y="8359168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2992695" y="8359168"/>
              <a:ext cx="310318" cy="20527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992695" y="7880192"/>
              <a:ext cx="310318" cy="34212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2992695" y="8290743"/>
              <a:ext cx="310318" cy="684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992695" y="8359168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2992695" y="835916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423694" y="8359168"/>
              <a:ext cx="310318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423694" y="8290743"/>
              <a:ext cx="310318" cy="684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3423694" y="8290743"/>
              <a:ext cx="310318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3423694" y="849601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3423694" y="8427593"/>
              <a:ext cx="310318" cy="684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3423694" y="8085467"/>
              <a:ext cx="310318" cy="20527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3423694" y="8359168"/>
              <a:ext cx="310318" cy="684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3423694" y="8496018"/>
              <a:ext cx="310318" cy="684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3854692" y="8359168"/>
              <a:ext cx="310318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3854692" y="8359168"/>
              <a:ext cx="310318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3854692" y="8290743"/>
              <a:ext cx="310318" cy="6842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3854692" y="83591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3854692" y="8496018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3854692" y="8359168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3854692" y="8496018"/>
              <a:ext cx="310318" cy="6842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3854692" y="8085467"/>
              <a:ext cx="310318" cy="20527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3854692" y="8359168"/>
              <a:ext cx="310318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3854692" y="8359168"/>
              <a:ext cx="310318" cy="13685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3854692" y="849601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285690" y="7606492"/>
              <a:ext cx="310318" cy="684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285690" y="7469642"/>
              <a:ext cx="310318" cy="1368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4285690" y="6853816"/>
              <a:ext cx="310318" cy="61582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285690" y="7948617"/>
              <a:ext cx="310318" cy="13685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4285690" y="8085467"/>
              <a:ext cx="310318" cy="13685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285690" y="7948617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285690" y="8290743"/>
              <a:ext cx="310318" cy="27370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4285690" y="5211614"/>
              <a:ext cx="310318" cy="164220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4285690" y="7674917"/>
              <a:ext cx="310318" cy="27370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4285690" y="8085467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4285690" y="8222318"/>
              <a:ext cx="310318" cy="68425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4716689" y="8222318"/>
              <a:ext cx="310318" cy="1368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4716689" y="8085467"/>
              <a:ext cx="310318" cy="1368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4716689" y="7811767"/>
              <a:ext cx="310318" cy="27370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4716689" y="83591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4716689" y="8359168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4716689" y="8359168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4716689" y="8359168"/>
              <a:ext cx="310318" cy="20527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4716689" y="6785391"/>
              <a:ext cx="310318" cy="102637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4716689" y="8359168"/>
              <a:ext cx="310318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4716689" y="8359168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4716689" y="835916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5147687" y="8153892"/>
              <a:ext cx="310318" cy="684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5147687" y="8017042"/>
              <a:ext cx="310318" cy="1368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5147687" y="7880192"/>
              <a:ext cx="310318" cy="13685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5147687" y="8290743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5147687" y="8359168"/>
              <a:ext cx="310318" cy="684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5147687" y="8290743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5147687" y="8427593"/>
              <a:ext cx="310318" cy="13685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5147687" y="7264366"/>
              <a:ext cx="310318" cy="61582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5147687" y="8222318"/>
              <a:ext cx="310318" cy="684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5147687" y="8290743"/>
              <a:ext cx="310318" cy="684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5147687" y="8427593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5578686" y="8222318"/>
              <a:ext cx="310318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5578686" y="8153892"/>
              <a:ext cx="310318" cy="684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5578686" y="7948617"/>
              <a:ext cx="310318" cy="2052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5578686" y="8427593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5578686" y="8427593"/>
              <a:ext cx="310318" cy="684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5578686" y="8290743"/>
              <a:ext cx="310318" cy="13685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5578686" y="8496018"/>
              <a:ext cx="310318" cy="6842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5578686" y="7059091"/>
              <a:ext cx="310318" cy="88952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5578686" y="8222318"/>
              <a:ext cx="310318" cy="684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5578686" y="8427593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5578686" y="849601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6009684" y="7811767"/>
              <a:ext cx="310318" cy="3421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6009684" y="7606492"/>
              <a:ext cx="310318" cy="20527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6009684" y="7127516"/>
              <a:ext cx="310318" cy="4789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6009684" y="83591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6009684" y="8359168"/>
              <a:ext cx="310318" cy="684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6009684" y="8290743"/>
              <a:ext cx="310318" cy="684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6009684" y="8427593"/>
              <a:ext cx="310318" cy="13685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6009684" y="5211614"/>
              <a:ext cx="310318" cy="191590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6009684" y="8153892"/>
              <a:ext cx="310318" cy="13685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6009684" y="8359168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6009684" y="8427593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6440683" y="8017042"/>
              <a:ext cx="310318" cy="684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6440683" y="7880192"/>
              <a:ext cx="310318" cy="1368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6440683" y="7401217"/>
              <a:ext cx="310318" cy="4789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6440683" y="8153892"/>
              <a:ext cx="310318" cy="13685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6440683" y="8359168"/>
              <a:ext cx="310318" cy="684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6440683" y="8085467"/>
              <a:ext cx="310318" cy="684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6440683" y="8496018"/>
              <a:ext cx="310318" cy="6842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6440683" y="5964290"/>
              <a:ext cx="310318" cy="143692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6440683" y="8085467"/>
              <a:ext cx="310318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6440683" y="8290743"/>
              <a:ext cx="310318" cy="684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6440683" y="8427593"/>
              <a:ext cx="310318" cy="68425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6871681" y="8017042"/>
              <a:ext cx="310318" cy="20527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6871681" y="7948617"/>
              <a:ext cx="310318" cy="684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6871681" y="7674917"/>
              <a:ext cx="310318" cy="27370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6871681" y="8290743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6871681" y="8359168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6871681" y="8222318"/>
              <a:ext cx="310318" cy="684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6871681" y="8427593"/>
              <a:ext cx="310318" cy="13685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6871681" y="6990666"/>
              <a:ext cx="310318" cy="68425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6871681" y="8222318"/>
              <a:ext cx="310318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6871681" y="8290743"/>
              <a:ext cx="310318" cy="684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6871681" y="8359168"/>
              <a:ext cx="310318" cy="68425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7302679" y="7674917"/>
              <a:ext cx="310318" cy="3421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7302679" y="7674917"/>
              <a:ext cx="310318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7302679" y="7195941"/>
              <a:ext cx="310318" cy="4789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7302679" y="83591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7302679" y="8359168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7302679" y="8153892"/>
              <a:ext cx="310318" cy="20527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7302679" y="8359168"/>
              <a:ext cx="310318" cy="20527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7302679" y="5759014"/>
              <a:ext cx="310318" cy="143692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7302679" y="8017042"/>
              <a:ext cx="310318" cy="13685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7302679" y="8359168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7302679" y="835916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7733678" y="7743342"/>
              <a:ext cx="310318" cy="1368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7733678" y="7606492"/>
              <a:ext cx="310318" cy="1368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7733678" y="7127516"/>
              <a:ext cx="310318" cy="4789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7733678" y="7948617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7733678" y="8017042"/>
              <a:ext cx="310318" cy="684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733678" y="7948617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733678" y="8085467"/>
              <a:ext cx="310318" cy="47897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7733678" y="5485314"/>
              <a:ext cx="310318" cy="164220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733678" y="7880192"/>
              <a:ext cx="310318" cy="684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7733678" y="7948617"/>
              <a:ext cx="310318" cy="684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7733678" y="8085467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8164676" y="7948617"/>
              <a:ext cx="310318" cy="1368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8164676" y="7880192"/>
              <a:ext cx="310318" cy="684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8164676" y="7606492"/>
              <a:ext cx="310318" cy="27370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8164676" y="83591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8164676" y="8427593"/>
              <a:ext cx="310318" cy="684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8164676" y="8290743"/>
              <a:ext cx="310318" cy="684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8164676" y="8496018"/>
              <a:ext cx="310318" cy="6842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8164676" y="6374840"/>
              <a:ext cx="310318" cy="123165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8164676" y="8085467"/>
              <a:ext cx="310318" cy="20527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8164676" y="8359168"/>
              <a:ext cx="310318" cy="684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8164676" y="849601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8595675" y="7674917"/>
              <a:ext cx="310318" cy="20527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8595675" y="7469642"/>
              <a:ext cx="310318" cy="20527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8595675" y="7264366"/>
              <a:ext cx="310318" cy="2052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8595675" y="8017042"/>
              <a:ext cx="310318" cy="68425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8595675" y="8085467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8595675" y="8017042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8595675" y="8085467"/>
              <a:ext cx="310318" cy="47897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8595675" y="5690589"/>
              <a:ext cx="310318" cy="157377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8595675" y="7880192"/>
              <a:ext cx="310318" cy="13685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8595675" y="8085467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8595675" y="8085467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9026673" y="7469642"/>
              <a:ext cx="310318" cy="684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9026673" y="6922241"/>
              <a:ext cx="310318" cy="54740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9026673" y="6511690"/>
              <a:ext cx="310318" cy="41055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9026673" y="7948617"/>
              <a:ext cx="310318" cy="13685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9026673" y="8085467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9026673" y="7811767"/>
              <a:ext cx="310318" cy="13685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9026673" y="8222318"/>
              <a:ext cx="310318" cy="34212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9026673" y="4185237"/>
              <a:ext cx="310318" cy="232645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9026673" y="7538067"/>
              <a:ext cx="310318" cy="27370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9026673" y="8085467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9026673" y="8085467"/>
              <a:ext cx="310318" cy="13685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9457672" y="7606492"/>
              <a:ext cx="310318" cy="20527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9457672" y="7332791"/>
              <a:ext cx="310318" cy="27370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9457672" y="6853816"/>
              <a:ext cx="310318" cy="4789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9457672" y="7880192"/>
              <a:ext cx="310318" cy="68425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9457672" y="7948617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9457672" y="7880192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9457672" y="8017042"/>
              <a:ext cx="310318" cy="54740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9457672" y="4937913"/>
              <a:ext cx="310318" cy="191590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9457672" y="7811767"/>
              <a:ext cx="310318" cy="684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9457672" y="7948617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9457672" y="7948617"/>
              <a:ext cx="310318" cy="68425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9888670" y="7332791"/>
              <a:ext cx="310318" cy="1368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9888670" y="6922241"/>
              <a:ext cx="310318" cy="4105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9888670" y="5759014"/>
              <a:ext cx="310318" cy="116322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9888670" y="7880192"/>
              <a:ext cx="310318" cy="68425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9888670" y="8085467"/>
              <a:ext cx="310318" cy="13685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9888670" y="7811767"/>
              <a:ext cx="310318" cy="684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9888670" y="8222318"/>
              <a:ext cx="310318" cy="34212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9888670" y="3569412"/>
              <a:ext cx="310318" cy="218960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9888670" y="7469642"/>
              <a:ext cx="310318" cy="3421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9888670" y="7948617"/>
              <a:ext cx="310318" cy="13685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9888670" y="822231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10319668" y="8085467"/>
              <a:ext cx="310318" cy="1368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10319668" y="8017042"/>
              <a:ext cx="310318" cy="684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10319668" y="7606492"/>
              <a:ext cx="310318" cy="41055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10319668" y="83591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10319668" y="8359168"/>
              <a:ext cx="310318" cy="684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10319668" y="8290743"/>
              <a:ext cx="310318" cy="684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10319668" y="8427593"/>
              <a:ext cx="310318" cy="13685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10319668" y="5690589"/>
              <a:ext cx="310318" cy="191590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10319668" y="8222318"/>
              <a:ext cx="310318" cy="684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10319668" y="8359168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10319668" y="8427593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10750667" y="6922241"/>
              <a:ext cx="310318" cy="54740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10750667" y="6648541"/>
              <a:ext cx="310318" cy="27370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10750667" y="5827440"/>
              <a:ext cx="310318" cy="82110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10750667" y="7606492"/>
              <a:ext cx="310318" cy="13685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10750667" y="7811767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10750667" y="7469642"/>
              <a:ext cx="310318" cy="13685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10750667" y="7948617"/>
              <a:ext cx="310318" cy="61582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10750667" y="4732638"/>
              <a:ext cx="310318" cy="109480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10750667" y="7469642"/>
              <a:ext cx="310318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10750667" y="7743342"/>
              <a:ext cx="310318" cy="684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10750667" y="7811767"/>
              <a:ext cx="310318" cy="13685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11181665" y="7264366"/>
              <a:ext cx="310318" cy="1368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11181665" y="6853816"/>
              <a:ext cx="310318" cy="4105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11181665" y="6443265"/>
              <a:ext cx="310318" cy="41055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11181665" y="7811767"/>
              <a:ext cx="310318" cy="205275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11181665" y="8085467"/>
              <a:ext cx="310318" cy="684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11181665" y="7538067"/>
              <a:ext cx="310318" cy="27370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11181665" y="8153892"/>
              <a:ext cx="310318" cy="41055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11181665" y="4322088"/>
              <a:ext cx="310318" cy="212117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11181665" y="7401217"/>
              <a:ext cx="310318" cy="13685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11181665" y="8017042"/>
              <a:ext cx="310318" cy="684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11181665" y="8153892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11612664" y="6785391"/>
              <a:ext cx="310318" cy="6158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11612664" y="6443265"/>
              <a:ext cx="310318" cy="3421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11612664" y="5895865"/>
              <a:ext cx="310318" cy="54740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11612664" y="7811767"/>
              <a:ext cx="310318" cy="27370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11612664" y="8290743"/>
              <a:ext cx="310318" cy="684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11612664" y="7469642"/>
              <a:ext cx="310318" cy="3421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11612664" y="8359168"/>
              <a:ext cx="310318" cy="20527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11612664" y="3569412"/>
              <a:ext cx="310318" cy="232645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11612664" y="7401217"/>
              <a:ext cx="310318" cy="684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11612664" y="8085467"/>
              <a:ext cx="310318" cy="20527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11612664" y="835916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12043662" y="6922241"/>
              <a:ext cx="310318" cy="27370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12043662" y="6511690"/>
              <a:ext cx="310318" cy="4105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12043662" y="5690589"/>
              <a:ext cx="310318" cy="82110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12043662" y="7469642"/>
              <a:ext cx="310318" cy="13685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12043662" y="7743342"/>
              <a:ext cx="310318" cy="684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12043662" y="7332791"/>
              <a:ext cx="310318" cy="13685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12043662" y="8017042"/>
              <a:ext cx="310318" cy="54740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12043662" y="2406185"/>
              <a:ext cx="310318" cy="328440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12043662" y="7195941"/>
              <a:ext cx="310318" cy="13685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12043662" y="7606492"/>
              <a:ext cx="310318" cy="13685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12043662" y="7811767"/>
              <a:ext cx="310318" cy="205275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12474661" y="7264366"/>
              <a:ext cx="310318" cy="4105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12474661" y="6990666"/>
              <a:ext cx="310318" cy="27370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12474661" y="5964290"/>
              <a:ext cx="310318" cy="102637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12474661" y="8017042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12474661" y="8017042"/>
              <a:ext cx="310318" cy="684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12474661" y="7880192"/>
              <a:ext cx="310318" cy="13685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12474661" y="8222318"/>
              <a:ext cx="310318" cy="34212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12474661" y="3569412"/>
              <a:ext cx="310318" cy="239487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12474661" y="7674917"/>
              <a:ext cx="310318" cy="20527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12474661" y="8017042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12474661" y="8085467"/>
              <a:ext cx="310318" cy="13685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12905659" y="8496018"/>
              <a:ext cx="310318" cy="6842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1854859" y="2538750"/>
              <a:ext cx="11205959" cy="5958740"/>
            </a:xfrm>
            <a:custGeom>
              <a:avLst/>
              <a:pathLst>
                <a:path w="11205959" h="5958740">
                  <a:moveTo>
                    <a:pt x="0" y="5623979"/>
                  </a:moveTo>
                  <a:lnTo>
                    <a:pt x="430998" y="5289219"/>
                  </a:lnTo>
                  <a:lnTo>
                    <a:pt x="861996" y="5490075"/>
                  </a:lnTo>
                  <a:lnTo>
                    <a:pt x="1292995" y="5356171"/>
                  </a:lnTo>
                  <a:lnTo>
                    <a:pt x="1723993" y="5557027"/>
                  </a:lnTo>
                  <a:lnTo>
                    <a:pt x="2154992" y="5557027"/>
                  </a:lnTo>
                  <a:lnTo>
                    <a:pt x="2585990" y="2745037"/>
                  </a:lnTo>
                  <a:lnTo>
                    <a:pt x="3016988" y="4284936"/>
                  </a:lnTo>
                  <a:lnTo>
                    <a:pt x="3447987" y="4753601"/>
                  </a:lnTo>
                  <a:lnTo>
                    <a:pt x="3878985" y="4552745"/>
                  </a:lnTo>
                  <a:lnTo>
                    <a:pt x="4309984" y="2745037"/>
                  </a:lnTo>
                  <a:lnTo>
                    <a:pt x="4740982" y="3481511"/>
                  </a:lnTo>
                  <a:lnTo>
                    <a:pt x="5171981" y="4485793"/>
                  </a:lnTo>
                  <a:lnTo>
                    <a:pt x="5602979" y="3280654"/>
                  </a:lnTo>
                  <a:lnTo>
                    <a:pt x="6033977" y="3012846"/>
                  </a:lnTo>
                  <a:lnTo>
                    <a:pt x="6464976" y="3883224"/>
                  </a:lnTo>
                  <a:lnTo>
                    <a:pt x="6895974" y="3213702"/>
                  </a:lnTo>
                  <a:lnTo>
                    <a:pt x="7326973" y="1740755"/>
                  </a:lnTo>
                  <a:lnTo>
                    <a:pt x="7757971" y="2477229"/>
                  </a:lnTo>
                  <a:lnTo>
                    <a:pt x="8188970" y="1138186"/>
                  </a:lnTo>
                  <a:lnTo>
                    <a:pt x="8619968" y="3213702"/>
                  </a:lnTo>
                  <a:lnTo>
                    <a:pt x="9050966" y="2276372"/>
                  </a:lnTo>
                  <a:lnTo>
                    <a:pt x="9481965" y="1874659"/>
                  </a:lnTo>
                  <a:lnTo>
                    <a:pt x="9912963" y="1138186"/>
                  </a:lnTo>
                  <a:lnTo>
                    <a:pt x="10343962" y="0"/>
                  </a:lnTo>
                  <a:lnTo>
                    <a:pt x="10774960" y="1138186"/>
                  </a:lnTo>
                  <a:lnTo>
                    <a:pt x="11205959" y="5958740"/>
                  </a:lnTo>
                </a:path>
              </a:pathLst>
            </a:custGeom>
            <a:ln w="19512" cap="flat">
              <a:solidFill>
                <a:srgbClr val="000000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1819730" y="812760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2250728" y="779284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2681727" y="799369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112725" y="785979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543723" y="806064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974722" y="806064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405720" y="524865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836719" y="678855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5267717" y="725722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698716" y="705636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6129714" y="524865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6560712" y="598513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6991711" y="698941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7422709" y="578427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853708" y="551646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8284706" y="638684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8715705" y="571732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9146703" y="424437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9577701" y="498085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10008700" y="364180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10439698" y="571732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10870697" y="477999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11301695" y="437828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11732694" y="364180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12163692" y="250362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12594690" y="364180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13025689" y="846236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1596260" y="2406185"/>
              <a:ext cx="0" cy="6158257"/>
            </a:xfrm>
            <a:custGeom>
              <a:avLst/>
              <a:pathLst>
                <a:path w="0" h="6158257">
                  <a:moveTo>
                    <a:pt x="0" y="6158257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tx326"/>
            <p:cNvSpPr/>
            <p:nvPr/>
          </p:nvSpPr>
          <p:spPr>
            <a:xfrm>
              <a:off x="1440310" y="8511464"/>
              <a:ext cx="81932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7" name="tx327"/>
            <p:cNvSpPr/>
            <p:nvPr/>
          </p:nvSpPr>
          <p:spPr>
            <a:xfrm>
              <a:off x="1358378" y="6800693"/>
              <a:ext cx="163864" cy="105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28" name="tx328"/>
            <p:cNvSpPr/>
            <p:nvPr/>
          </p:nvSpPr>
          <p:spPr>
            <a:xfrm>
              <a:off x="1358378" y="5090210"/>
              <a:ext cx="163864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29" name="tx329"/>
            <p:cNvSpPr/>
            <p:nvPr/>
          </p:nvSpPr>
          <p:spPr>
            <a:xfrm>
              <a:off x="1358378" y="3381525"/>
              <a:ext cx="163864" cy="103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30" name="pl330"/>
            <p:cNvSpPr/>
            <p:nvPr/>
          </p:nvSpPr>
          <p:spPr>
            <a:xfrm>
              <a:off x="1555139" y="856444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1555139" y="685381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1555139" y="5143189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1555139" y="343256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13319417" y="2406185"/>
              <a:ext cx="0" cy="6158257"/>
            </a:xfrm>
            <a:custGeom>
              <a:avLst/>
              <a:pathLst>
                <a:path w="0" h="6158257">
                  <a:moveTo>
                    <a:pt x="0" y="6158257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13319417" y="8564443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13319417" y="6853816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13319417" y="5143189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13319417" y="3432561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tx339"/>
            <p:cNvSpPr/>
            <p:nvPr/>
          </p:nvSpPr>
          <p:spPr>
            <a:xfrm>
              <a:off x="13393435" y="8511464"/>
              <a:ext cx="335786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0.0%</a:t>
              </a:r>
            </a:p>
          </p:txBody>
        </p:sp>
        <p:sp>
          <p:nvSpPr>
            <p:cNvPr id="340" name="tx340"/>
            <p:cNvSpPr/>
            <p:nvPr/>
          </p:nvSpPr>
          <p:spPr>
            <a:xfrm>
              <a:off x="13393435" y="6800549"/>
              <a:ext cx="335786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2.5%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13393435" y="5090210"/>
              <a:ext cx="335786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5.0%</a:t>
              </a:r>
            </a:p>
          </p:txBody>
        </p:sp>
        <p:sp>
          <p:nvSpPr>
            <p:cNvPr id="342" name="tx342"/>
            <p:cNvSpPr/>
            <p:nvPr/>
          </p:nvSpPr>
          <p:spPr>
            <a:xfrm>
              <a:off x="13393435" y="3380086"/>
              <a:ext cx="335786" cy="1053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7.5%</a:t>
              </a:r>
            </a:p>
          </p:txBody>
        </p:sp>
        <p:sp>
          <p:nvSpPr>
            <p:cNvPr id="343" name="pl343"/>
            <p:cNvSpPr/>
            <p:nvPr/>
          </p:nvSpPr>
          <p:spPr>
            <a:xfrm>
              <a:off x="1596260" y="8564443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1854859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2285858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2716856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3147855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3578853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4009851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4440850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4871848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5302847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5733845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6164844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6595842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7026840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7457839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7888837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8319836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8750834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9181833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9612831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10043829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10474828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10905826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11336825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11767823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12198822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12629820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13060818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tx371"/>
            <p:cNvSpPr/>
            <p:nvPr/>
          </p:nvSpPr>
          <p:spPr>
            <a:xfrm rot="-2100000">
              <a:off x="1591545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2000</a:t>
              </a:r>
            </a:p>
          </p:txBody>
        </p:sp>
        <p:sp>
          <p:nvSpPr>
            <p:cNvPr id="372" name="tx372"/>
            <p:cNvSpPr/>
            <p:nvPr/>
          </p:nvSpPr>
          <p:spPr>
            <a:xfrm rot="-2100000">
              <a:off x="2022543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2001</a:t>
              </a:r>
            </a:p>
          </p:txBody>
        </p:sp>
        <p:sp>
          <p:nvSpPr>
            <p:cNvPr id="373" name="tx373"/>
            <p:cNvSpPr/>
            <p:nvPr/>
          </p:nvSpPr>
          <p:spPr>
            <a:xfrm rot="-2100000">
              <a:off x="2453542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2002</a:t>
              </a:r>
            </a:p>
          </p:txBody>
        </p:sp>
        <p:sp>
          <p:nvSpPr>
            <p:cNvPr id="374" name="tx374"/>
            <p:cNvSpPr/>
            <p:nvPr/>
          </p:nvSpPr>
          <p:spPr>
            <a:xfrm rot="-2100000">
              <a:off x="2884540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2003</a:t>
              </a:r>
            </a:p>
          </p:txBody>
        </p:sp>
        <p:sp>
          <p:nvSpPr>
            <p:cNvPr id="375" name="tx375"/>
            <p:cNvSpPr/>
            <p:nvPr/>
          </p:nvSpPr>
          <p:spPr>
            <a:xfrm rot="-2100000">
              <a:off x="3315538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2004</a:t>
              </a:r>
            </a:p>
          </p:txBody>
        </p:sp>
        <p:sp>
          <p:nvSpPr>
            <p:cNvPr id="376" name="tx376"/>
            <p:cNvSpPr/>
            <p:nvPr/>
          </p:nvSpPr>
          <p:spPr>
            <a:xfrm rot="-2100000">
              <a:off x="3746537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2005</a:t>
              </a:r>
            </a:p>
          </p:txBody>
        </p:sp>
        <p:sp>
          <p:nvSpPr>
            <p:cNvPr id="377" name="tx377"/>
            <p:cNvSpPr/>
            <p:nvPr/>
          </p:nvSpPr>
          <p:spPr>
            <a:xfrm rot="-2100000">
              <a:off x="4177515" y="8720924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2006</a:t>
              </a:r>
            </a:p>
          </p:txBody>
        </p:sp>
        <p:sp>
          <p:nvSpPr>
            <p:cNvPr id="378" name="tx378"/>
            <p:cNvSpPr/>
            <p:nvPr/>
          </p:nvSpPr>
          <p:spPr>
            <a:xfrm rot="-2100000">
              <a:off x="4608534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2007</a:t>
              </a:r>
            </a:p>
          </p:txBody>
        </p:sp>
        <p:sp>
          <p:nvSpPr>
            <p:cNvPr id="379" name="tx379"/>
            <p:cNvSpPr/>
            <p:nvPr/>
          </p:nvSpPr>
          <p:spPr>
            <a:xfrm rot="-2100000">
              <a:off x="5039492" y="8720860"/>
              <a:ext cx="322078" cy="1044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2008</a:t>
              </a:r>
            </a:p>
          </p:txBody>
        </p:sp>
        <p:sp>
          <p:nvSpPr>
            <p:cNvPr id="380" name="tx380"/>
            <p:cNvSpPr/>
            <p:nvPr/>
          </p:nvSpPr>
          <p:spPr>
            <a:xfrm rot="-2100000">
              <a:off x="5470510" y="8720924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2009</a:t>
              </a:r>
            </a:p>
          </p:txBody>
        </p:sp>
        <p:sp>
          <p:nvSpPr>
            <p:cNvPr id="381" name="tx381"/>
            <p:cNvSpPr/>
            <p:nvPr/>
          </p:nvSpPr>
          <p:spPr>
            <a:xfrm rot="-2100000">
              <a:off x="5901529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2010</a:t>
              </a:r>
            </a:p>
          </p:txBody>
        </p:sp>
        <p:sp>
          <p:nvSpPr>
            <p:cNvPr id="382" name="tx382"/>
            <p:cNvSpPr/>
            <p:nvPr/>
          </p:nvSpPr>
          <p:spPr>
            <a:xfrm rot="-2100000">
              <a:off x="6332527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2011</a:t>
              </a:r>
            </a:p>
          </p:txBody>
        </p:sp>
        <p:sp>
          <p:nvSpPr>
            <p:cNvPr id="383" name="tx383"/>
            <p:cNvSpPr/>
            <p:nvPr/>
          </p:nvSpPr>
          <p:spPr>
            <a:xfrm rot="-2100000">
              <a:off x="6763526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2012</a:t>
              </a:r>
            </a:p>
          </p:txBody>
        </p:sp>
        <p:sp>
          <p:nvSpPr>
            <p:cNvPr id="384" name="tx384"/>
            <p:cNvSpPr/>
            <p:nvPr/>
          </p:nvSpPr>
          <p:spPr>
            <a:xfrm rot="-2100000">
              <a:off x="7194524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2013</a:t>
              </a:r>
            </a:p>
          </p:txBody>
        </p:sp>
        <p:sp>
          <p:nvSpPr>
            <p:cNvPr id="385" name="tx385"/>
            <p:cNvSpPr/>
            <p:nvPr/>
          </p:nvSpPr>
          <p:spPr>
            <a:xfrm rot="-2100000">
              <a:off x="7625523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2014</a:t>
              </a:r>
            </a:p>
          </p:txBody>
        </p:sp>
        <p:sp>
          <p:nvSpPr>
            <p:cNvPr id="386" name="tx386"/>
            <p:cNvSpPr/>
            <p:nvPr/>
          </p:nvSpPr>
          <p:spPr>
            <a:xfrm rot="-2100000">
              <a:off x="8056521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2015</a:t>
              </a:r>
            </a:p>
          </p:txBody>
        </p:sp>
        <p:sp>
          <p:nvSpPr>
            <p:cNvPr id="387" name="tx387"/>
            <p:cNvSpPr/>
            <p:nvPr/>
          </p:nvSpPr>
          <p:spPr>
            <a:xfrm rot="-2100000">
              <a:off x="8487499" y="8720924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2016</a:t>
              </a:r>
            </a:p>
          </p:txBody>
        </p:sp>
        <p:sp>
          <p:nvSpPr>
            <p:cNvPr id="388" name="tx388"/>
            <p:cNvSpPr/>
            <p:nvPr/>
          </p:nvSpPr>
          <p:spPr>
            <a:xfrm rot="-2100000">
              <a:off x="8918518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2017</a:t>
              </a:r>
            </a:p>
          </p:txBody>
        </p:sp>
        <p:sp>
          <p:nvSpPr>
            <p:cNvPr id="389" name="tx389"/>
            <p:cNvSpPr/>
            <p:nvPr/>
          </p:nvSpPr>
          <p:spPr>
            <a:xfrm rot="-2100000">
              <a:off x="9349476" y="8720860"/>
              <a:ext cx="322078" cy="1044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2018</a:t>
              </a:r>
            </a:p>
          </p:txBody>
        </p:sp>
        <p:sp>
          <p:nvSpPr>
            <p:cNvPr id="390" name="tx390"/>
            <p:cNvSpPr/>
            <p:nvPr/>
          </p:nvSpPr>
          <p:spPr>
            <a:xfrm rot="-2100000">
              <a:off x="9780494" y="8720924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2019</a:t>
              </a:r>
            </a:p>
          </p:txBody>
        </p:sp>
        <p:sp>
          <p:nvSpPr>
            <p:cNvPr id="391" name="tx391"/>
            <p:cNvSpPr/>
            <p:nvPr/>
          </p:nvSpPr>
          <p:spPr>
            <a:xfrm rot="-2100000">
              <a:off x="10211513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2020</a:t>
              </a:r>
            </a:p>
          </p:txBody>
        </p:sp>
        <p:sp>
          <p:nvSpPr>
            <p:cNvPr id="392" name="tx392"/>
            <p:cNvSpPr/>
            <p:nvPr/>
          </p:nvSpPr>
          <p:spPr>
            <a:xfrm rot="-2100000">
              <a:off x="10642512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2021</a:t>
              </a:r>
            </a:p>
          </p:txBody>
        </p:sp>
        <p:sp>
          <p:nvSpPr>
            <p:cNvPr id="393" name="tx393"/>
            <p:cNvSpPr/>
            <p:nvPr/>
          </p:nvSpPr>
          <p:spPr>
            <a:xfrm rot="-2100000">
              <a:off x="11073510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2022</a:t>
              </a:r>
            </a:p>
          </p:txBody>
        </p:sp>
        <p:sp>
          <p:nvSpPr>
            <p:cNvPr id="394" name="tx394"/>
            <p:cNvSpPr/>
            <p:nvPr/>
          </p:nvSpPr>
          <p:spPr>
            <a:xfrm rot="-2100000">
              <a:off x="11504508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2023</a:t>
              </a:r>
            </a:p>
          </p:txBody>
        </p:sp>
        <p:sp>
          <p:nvSpPr>
            <p:cNvPr id="395" name="tx395"/>
            <p:cNvSpPr/>
            <p:nvPr/>
          </p:nvSpPr>
          <p:spPr>
            <a:xfrm rot="-2100000">
              <a:off x="11935507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2024</a:t>
              </a:r>
            </a:p>
          </p:txBody>
        </p:sp>
        <p:sp>
          <p:nvSpPr>
            <p:cNvPr id="396" name="tx396"/>
            <p:cNvSpPr/>
            <p:nvPr/>
          </p:nvSpPr>
          <p:spPr>
            <a:xfrm rot="-2100000">
              <a:off x="12366505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2025</a:t>
              </a:r>
            </a:p>
          </p:txBody>
        </p:sp>
        <p:sp>
          <p:nvSpPr>
            <p:cNvPr id="397" name="tx397"/>
            <p:cNvSpPr/>
            <p:nvPr/>
          </p:nvSpPr>
          <p:spPr>
            <a:xfrm rot="-2100000">
              <a:off x="12907665" y="8686750"/>
              <a:ext cx="201122" cy="103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7272738" y="9057771"/>
              <a:ext cx="370202" cy="1289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</a:t>
              </a:r>
            </a:p>
          </p:txBody>
        </p:sp>
        <p:sp>
          <p:nvSpPr>
            <p:cNvPr id="399" name="tx399"/>
            <p:cNvSpPr/>
            <p:nvPr/>
          </p:nvSpPr>
          <p:spPr>
            <a:xfrm rot="-5400000">
              <a:off x="302238" y="5419806"/>
              <a:ext cx="1821488" cy="1310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new records</a:t>
              </a:r>
            </a:p>
          </p:txBody>
        </p:sp>
        <p:sp>
          <p:nvSpPr>
            <p:cNvPr id="400" name="tx400"/>
            <p:cNvSpPr/>
            <p:nvPr/>
          </p:nvSpPr>
          <p:spPr>
            <a:xfrm rot="5400000">
              <a:off x="13443141" y="5403075"/>
              <a:ext cx="896410" cy="1644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Percentage</a:t>
              </a:r>
            </a:p>
          </p:txBody>
        </p:sp>
        <p:sp>
          <p:nvSpPr>
            <p:cNvPr id="401" name="rc401"/>
            <p:cNvSpPr/>
            <p:nvPr/>
          </p:nvSpPr>
          <p:spPr>
            <a:xfrm>
              <a:off x="3745980" y="1497967"/>
              <a:ext cx="7423718" cy="743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3828221" y="158020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3838858" y="1590844"/>
              <a:ext cx="284727" cy="11698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5657602" y="158020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5668238" y="1590844"/>
              <a:ext cx="284727" cy="11698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7568627" y="158020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7579264" y="1590844"/>
              <a:ext cx="284727" cy="11698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9340533" y="158020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9351169" y="1590844"/>
              <a:ext cx="284727" cy="11698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3828221" y="180070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3838858" y="1811342"/>
              <a:ext cx="284727" cy="11698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5657602" y="180070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5668238" y="1811342"/>
              <a:ext cx="284727" cy="116983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7568627" y="180070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7579264" y="1811342"/>
              <a:ext cx="284727" cy="116983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9340533" y="180070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9351169" y="1811342"/>
              <a:ext cx="284727" cy="116983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3828221" y="202120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3838858" y="2031840"/>
              <a:ext cx="284727" cy="116983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5657602" y="202120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5668238" y="2031840"/>
              <a:ext cx="284727" cy="116983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7568627" y="202120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7579264" y="2031840"/>
              <a:ext cx="284727" cy="11698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tx424"/>
            <p:cNvSpPr/>
            <p:nvPr/>
          </p:nvSpPr>
          <p:spPr>
            <a:xfrm>
              <a:off x="4216463" y="1590531"/>
              <a:ext cx="1268836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6045844" y="1590531"/>
              <a:ext cx="144054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7956869" y="1590531"/>
              <a:ext cx="117870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9728775" y="1590531"/>
              <a:ext cx="13586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4216463" y="1811029"/>
              <a:ext cx="1358897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6045844" y="1811029"/>
              <a:ext cx="99851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7956869" y="1811029"/>
              <a:ext cx="130142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9728775" y="1811029"/>
              <a:ext cx="112130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4216463" y="2031527"/>
              <a:ext cx="124409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6045844" y="2031527"/>
              <a:ext cx="95772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434" name="tx434"/>
            <p:cNvSpPr/>
            <p:nvPr/>
          </p:nvSpPr>
          <p:spPr>
            <a:xfrm>
              <a:off x="7956869" y="2031527"/>
              <a:ext cx="6138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OTHERS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2026-04-01T18:13:15Z</dcterms:modified>
</cp:coreProperties>
</file>