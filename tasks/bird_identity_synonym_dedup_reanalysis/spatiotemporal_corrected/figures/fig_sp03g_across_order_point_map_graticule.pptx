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22dc7ab175ea379c1e051bcd2c6b8c4ae6f4f0b.emf"/>
<Relationship Id="rId3" Type="http://schemas.openxmlformats.org/officeDocument/2006/relationships/image" Target="../media/8f843a0cdaf7c5dc305d75800b1d85341eec6a0c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2026-04-01T18:13:11Z</dcterms:modified>
  <cp:category/>
</cp:coreProperties>
</file>