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3a7e3063c259d08b2c5787c971e95d88dfe483c.emf"/>
<Relationship Id="rId3" Type="http://schemas.openxmlformats.org/officeDocument/2006/relationships/image" Target="../media/031f2e192548339cf46cf635787b0de588582ca7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2026-04-01T18:13:05Z</dcterms:modified>
  <cp:category/>
</cp:coreProperties>
</file>