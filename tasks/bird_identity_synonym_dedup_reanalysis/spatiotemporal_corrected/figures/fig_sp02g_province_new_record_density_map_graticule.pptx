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2231990044d89097b86bb1918d04283c76b38f3.emf"/>
<Relationship Id="rId3" Type="http://schemas.openxmlformats.org/officeDocument/2006/relationships/image" Target="../media/031f2e192548339cf46cf635787b0de588582ca7.emf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7699248" y="5266944"/>
            <a:ext cx="1426464" cy="158762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2026-04-01T18:13:09Z</dcterms:modified>
  <cp:category/>
</cp:coreProperties>
</file>