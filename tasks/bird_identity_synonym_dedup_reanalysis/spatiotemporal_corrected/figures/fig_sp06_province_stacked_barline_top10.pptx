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51560" y="1188562"/>
            <a:ext cx="12984480" cy="8321040"/>
            <a:chOff x="1051560" y="1188562"/>
            <a:chExt cx="12984480" cy="8321040"/>
          </a:xfrm>
        </p:grpSpPr>
        <p:sp>
          <p:nvSpPr>
            <p:cNvPr id="3" name="rc3"/>
            <p:cNvSpPr/>
            <p:nvPr/>
          </p:nvSpPr>
          <p:spPr>
            <a:xfrm>
              <a:off x="1051560" y="1188561"/>
              <a:ext cx="12984480" cy="83210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51560" y="1188561"/>
              <a:ext cx="12984480" cy="83210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96260" y="2223305"/>
              <a:ext cx="11723157" cy="60231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596260" y="8246505"/>
              <a:ext cx="11723157" cy="0"/>
            </a:xfrm>
            <a:custGeom>
              <a:avLst/>
              <a:pathLst>
                <a:path w="11723157" h="0">
                  <a:moveTo>
                    <a:pt x="0" y="0"/>
                  </a:moveTo>
                  <a:lnTo>
                    <a:pt x="11723157" y="0"/>
                  </a:lnTo>
                  <a:lnTo>
                    <a:pt x="11723157" y="0"/>
                  </a:lnTo>
                </a:path>
              </a:pathLst>
            </a:custGeom>
            <a:ln w="13550" cap="flat">
              <a:solidFill>
                <a:srgbClr val="D6D6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596260" y="6448535"/>
              <a:ext cx="11723157" cy="0"/>
            </a:xfrm>
            <a:custGeom>
              <a:avLst/>
              <a:pathLst>
                <a:path w="11723157" h="0">
                  <a:moveTo>
                    <a:pt x="0" y="0"/>
                  </a:moveTo>
                  <a:lnTo>
                    <a:pt x="11723157" y="0"/>
                  </a:lnTo>
                  <a:lnTo>
                    <a:pt x="11723157" y="0"/>
                  </a:lnTo>
                </a:path>
              </a:pathLst>
            </a:custGeom>
            <a:ln w="13550" cap="flat">
              <a:solidFill>
                <a:srgbClr val="D6D6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96260" y="4650565"/>
              <a:ext cx="11723157" cy="0"/>
            </a:xfrm>
            <a:custGeom>
              <a:avLst/>
              <a:pathLst>
                <a:path w="11723157" h="0">
                  <a:moveTo>
                    <a:pt x="0" y="0"/>
                  </a:moveTo>
                  <a:lnTo>
                    <a:pt x="11723157" y="0"/>
                  </a:lnTo>
                  <a:lnTo>
                    <a:pt x="11723157" y="0"/>
                  </a:lnTo>
                </a:path>
              </a:pathLst>
            </a:custGeom>
            <a:ln w="13550" cap="flat">
              <a:solidFill>
                <a:srgbClr val="D6D6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596260" y="2852595"/>
              <a:ext cx="11723157" cy="0"/>
            </a:xfrm>
            <a:custGeom>
              <a:avLst/>
              <a:pathLst>
                <a:path w="11723157" h="0">
                  <a:moveTo>
                    <a:pt x="0" y="0"/>
                  </a:moveTo>
                  <a:lnTo>
                    <a:pt x="11723157" y="0"/>
                  </a:lnTo>
                  <a:lnTo>
                    <a:pt x="11723157" y="0"/>
                  </a:lnTo>
                </a:path>
              </a:pathLst>
            </a:custGeom>
            <a:ln w="13550" cap="flat">
              <a:solidFill>
                <a:srgbClr val="D6D6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3735222" y="6987926"/>
              <a:ext cx="246803" cy="359593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3735222" y="6718230"/>
              <a:ext cx="246803" cy="26969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3735222" y="6268738"/>
              <a:ext cx="246803" cy="449492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3735222" y="7797012"/>
              <a:ext cx="246803" cy="89898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3735222" y="7976809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735222" y="7527317"/>
              <a:ext cx="246803" cy="269695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3735222" y="7976809"/>
              <a:ext cx="246803" cy="269695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3735222" y="4470768"/>
              <a:ext cx="246803" cy="1797969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735222" y="7347520"/>
              <a:ext cx="246803" cy="179796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735222" y="7886911"/>
              <a:ext cx="246803" cy="89898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735222" y="7976809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0248087" y="7527317"/>
              <a:ext cx="246803" cy="179796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0248087" y="7437418"/>
              <a:ext cx="246803" cy="89898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0248087" y="7347520"/>
              <a:ext cx="246803" cy="89898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0248087" y="7797012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10248087" y="7886911"/>
              <a:ext cx="246803" cy="89898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10248087" y="7707114"/>
              <a:ext cx="246803" cy="89898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10248087" y="8066708"/>
              <a:ext cx="246803" cy="179796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10248087" y="6628332"/>
              <a:ext cx="246803" cy="719187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10248087" y="7707114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0248087" y="7797012"/>
              <a:ext cx="246803" cy="89898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0248087" y="7976809"/>
              <a:ext cx="246803" cy="89898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1619217" y="8066708"/>
              <a:ext cx="246803" cy="89898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1619217" y="7976809"/>
              <a:ext cx="246803" cy="89898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1619217" y="7797012"/>
              <a:ext cx="246803" cy="179796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1619217" y="8156606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1619217" y="8246505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1619217" y="8156606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1619217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1619217" y="7167723"/>
              <a:ext cx="246803" cy="629289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1619217" y="8156606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1619217" y="8156606"/>
              <a:ext cx="246803" cy="89898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1619217" y="8246505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0590870" y="7527317"/>
              <a:ext cx="246803" cy="89898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0590870" y="7437418"/>
              <a:ext cx="246803" cy="89898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10590870" y="6987926"/>
              <a:ext cx="246803" cy="449492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10590870" y="7707114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10590870" y="7707114"/>
              <a:ext cx="246803" cy="179796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10590870" y="7617215"/>
              <a:ext cx="246803" cy="89898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10590870" y="8066708"/>
              <a:ext cx="246803" cy="179796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10590870" y="6808129"/>
              <a:ext cx="246803" cy="179796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10590870" y="7617215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10590870" y="7707114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10590870" y="7886911"/>
              <a:ext cx="246803" cy="179796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3049658" y="6448535"/>
              <a:ext cx="246803" cy="809086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3049658" y="6178839"/>
              <a:ext cx="246803" cy="26969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3049658" y="5729347"/>
              <a:ext cx="246803" cy="449492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3049658" y="7617215"/>
              <a:ext cx="246803" cy="179796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3049658" y="7886911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3049658" y="7437418"/>
              <a:ext cx="246803" cy="179796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3049658" y="7886911"/>
              <a:ext cx="246803" cy="359593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3049658" y="3751580"/>
              <a:ext cx="246803" cy="1977766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3049658" y="7257621"/>
              <a:ext cx="246803" cy="179796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3049658" y="7797012"/>
              <a:ext cx="246803" cy="89898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3049658" y="7886911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11276434" y="7527317"/>
              <a:ext cx="246803" cy="89898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11276434" y="7437418"/>
              <a:ext cx="246803" cy="89898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11276434" y="7437418"/>
              <a:ext cx="246803" cy="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11276434" y="7797012"/>
              <a:ext cx="246803" cy="179796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11276434" y="7976809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11276434" y="7707114"/>
              <a:ext cx="246803" cy="89898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11276434" y="8066708"/>
              <a:ext cx="246803" cy="179796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11276434" y="7077824"/>
              <a:ext cx="246803" cy="359593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11276434" y="7617215"/>
              <a:ext cx="246803" cy="89898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11276434" y="7976809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11276434" y="7976809"/>
              <a:ext cx="246803" cy="89898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4420787" y="7257621"/>
              <a:ext cx="246803" cy="179796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4420787" y="7167723"/>
              <a:ext cx="246803" cy="89898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4420787" y="6808129"/>
              <a:ext cx="246803" cy="359593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4420787" y="7617215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4420787" y="7886911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4420787" y="7617215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4420787" y="7886911"/>
              <a:ext cx="246803" cy="359593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4420787" y="4830362"/>
              <a:ext cx="246803" cy="1977766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4420787" y="7437418"/>
              <a:ext cx="246803" cy="179796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4420787" y="7617215"/>
              <a:ext cx="246803" cy="269695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4420787" y="7886911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6820264" y="7707114"/>
              <a:ext cx="246803" cy="89898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6820264" y="7347520"/>
              <a:ext cx="246803" cy="359593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6820264" y="6898027"/>
              <a:ext cx="246803" cy="449492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6820264" y="8066708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6820264" y="8066708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6820264" y="8066708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6820264" y="8066708"/>
              <a:ext cx="246803" cy="179796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6820264" y="5279854"/>
              <a:ext cx="246803" cy="1618172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6820264" y="7797012"/>
              <a:ext cx="246803" cy="26969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6820264" y="8066708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6820264" y="8066708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7163046" y="7886911"/>
              <a:ext cx="246803" cy="89898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7163046" y="7707114"/>
              <a:ext cx="246803" cy="179796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7163046" y="6808129"/>
              <a:ext cx="246803" cy="898984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7163046" y="8156606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7163046" y="8246505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7163046" y="8156606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7163046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7163046" y="5459651"/>
              <a:ext cx="246803" cy="1348477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7163046" y="7976809"/>
              <a:ext cx="246803" cy="179796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7163046" y="8156606"/>
              <a:ext cx="246803" cy="89898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7163046" y="8246505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10933652" y="7797012"/>
              <a:ext cx="24680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10933652" y="7617215"/>
              <a:ext cx="246803" cy="179796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10933652" y="7527317"/>
              <a:ext cx="246803" cy="89898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10933652" y="7797012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10933652" y="7886911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10933652" y="7797012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10933652" y="7976809"/>
              <a:ext cx="246803" cy="269695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10933652" y="7077824"/>
              <a:ext cx="246803" cy="449492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10933652" y="7797012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10933652" y="7797012"/>
              <a:ext cx="246803" cy="89898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10933652" y="7886911"/>
              <a:ext cx="246803" cy="89898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9905305" y="7707114"/>
              <a:ext cx="246803" cy="179796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9905305" y="7617215"/>
              <a:ext cx="246803" cy="89898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9905305" y="7527317"/>
              <a:ext cx="246803" cy="89898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9905305" y="8066708"/>
              <a:ext cx="246803" cy="89898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9905305" y="8156606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9905305" y="7976809"/>
              <a:ext cx="246803" cy="89898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9905305" y="8156606"/>
              <a:ext cx="246803" cy="89898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9905305" y="6358636"/>
              <a:ext cx="246803" cy="1168680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9905305" y="7886911"/>
              <a:ext cx="246803" cy="89898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9905305" y="8156606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9905305" y="8156606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4078005" y="7437418"/>
              <a:ext cx="246803" cy="269695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4078005" y="7077824"/>
              <a:ext cx="246803" cy="359593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4078005" y="6808129"/>
              <a:ext cx="246803" cy="26969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4078005" y="7797012"/>
              <a:ext cx="246803" cy="89898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4078005" y="7976809"/>
              <a:ext cx="246803" cy="89898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4078005" y="7797012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4078005" y="8066708"/>
              <a:ext cx="246803" cy="179796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4078005" y="4830362"/>
              <a:ext cx="246803" cy="1977766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4078005" y="7707114"/>
              <a:ext cx="246803" cy="89898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4078005" y="7886911"/>
              <a:ext cx="246803" cy="89898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4078005" y="8066708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12304782" y="8156606"/>
              <a:ext cx="246803" cy="89898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5449134" y="8156606"/>
              <a:ext cx="24680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5449134" y="7976809"/>
              <a:ext cx="246803" cy="179796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5449134" y="7347520"/>
              <a:ext cx="246803" cy="629289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5449134" y="8246505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5449134" y="8246505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5449134" y="8246505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5449134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5449134" y="5100057"/>
              <a:ext cx="246803" cy="2247462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5449134" y="8156606"/>
              <a:ext cx="246803" cy="89898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5449134" y="8246505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5449134" y="8246505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2364093" y="7077824"/>
              <a:ext cx="246803" cy="53939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2364093" y="6987926"/>
              <a:ext cx="246803" cy="89898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2364093" y="6538433"/>
              <a:ext cx="246803" cy="449492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2364093" y="7797012"/>
              <a:ext cx="246803" cy="89898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rc168"/>
            <p:cNvSpPr/>
            <p:nvPr/>
          </p:nvSpPr>
          <p:spPr>
            <a:xfrm>
              <a:off x="2364093" y="7976809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2364093" y="7707114"/>
              <a:ext cx="246803" cy="89898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2364093" y="7976809"/>
              <a:ext cx="246803" cy="269695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2364093" y="2942493"/>
              <a:ext cx="246803" cy="3595939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2364093" y="7617215"/>
              <a:ext cx="246803" cy="89898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2364093" y="7886911"/>
              <a:ext cx="246803" cy="89898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2364093" y="7976809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4763569" y="7257621"/>
              <a:ext cx="246803" cy="179796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4763569" y="7167723"/>
              <a:ext cx="246803" cy="89898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4763569" y="6808129"/>
              <a:ext cx="246803" cy="359593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" name="rc178"/>
            <p:cNvSpPr/>
            <p:nvPr/>
          </p:nvSpPr>
          <p:spPr>
            <a:xfrm>
              <a:off x="4763569" y="7707114"/>
              <a:ext cx="246803" cy="179796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" name="rc179"/>
            <p:cNvSpPr/>
            <p:nvPr/>
          </p:nvSpPr>
          <p:spPr>
            <a:xfrm>
              <a:off x="4763569" y="7976809"/>
              <a:ext cx="246803" cy="89898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" name="rc180"/>
            <p:cNvSpPr/>
            <p:nvPr/>
          </p:nvSpPr>
          <p:spPr>
            <a:xfrm>
              <a:off x="4763569" y="7437418"/>
              <a:ext cx="246803" cy="269695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" name="rc181"/>
            <p:cNvSpPr/>
            <p:nvPr/>
          </p:nvSpPr>
          <p:spPr>
            <a:xfrm>
              <a:off x="4763569" y="8066708"/>
              <a:ext cx="246803" cy="179796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4763569" y="5100057"/>
              <a:ext cx="246803" cy="1708071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4763569" y="7437418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" name="rc184"/>
            <p:cNvSpPr/>
            <p:nvPr/>
          </p:nvSpPr>
          <p:spPr>
            <a:xfrm>
              <a:off x="4763569" y="7886911"/>
              <a:ext cx="246803" cy="89898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" name="rc185"/>
            <p:cNvSpPr/>
            <p:nvPr/>
          </p:nvSpPr>
          <p:spPr>
            <a:xfrm>
              <a:off x="4763569" y="8066708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" name="rc186"/>
            <p:cNvSpPr/>
            <p:nvPr/>
          </p:nvSpPr>
          <p:spPr>
            <a:xfrm>
              <a:off x="3392440" y="7167723"/>
              <a:ext cx="246803" cy="269695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" name="rc187"/>
            <p:cNvSpPr/>
            <p:nvPr/>
          </p:nvSpPr>
          <p:spPr>
            <a:xfrm>
              <a:off x="3392440" y="6987926"/>
              <a:ext cx="246803" cy="179796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" name="rc188"/>
            <p:cNvSpPr/>
            <p:nvPr/>
          </p:nvSpPr>
          <p:spPr>
            <a:xfrm>
              <a:off x="3392440" y="6448535"/>
              <a:ext cx="246803" cy="53939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" name="rc189"/>
            <p:cNvSpPr/>
            <p:nvPr/>
          </p:nvSpPr>
          <p:spPr>
            <a:xfrm>
              <a:off x="3392440" y="7707114"/>
              <a:ext cx="246803" cy="89898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" name="rc190"/>
            <p:cNvSpPr/>
            <p:nvPr/>
          </p:nvSpPr>
          <p:spPr>
            <a:xfrm>
              <a:off x="3392440" y="7797012"/>
              <a:ext cx="246803" cy="89898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" name="rc191"/>
            <p:cNvSpPr/>
            <p:nvPr/>
          </p:nvSpPr>
          <p:spPr>
            <a:xfrm>
              <a:off x="3392440" y="7707114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" name="rc192"/>
            <p:cNvSpPr/>
            <p:nvPr/>
          </p:nvSpPr>
          <p:spPr>
            <a:xfrm>
              <a:off x="3392440" y="8066708"/>
              <a:ext cx="246803" cy="179796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" name="rc193"/>
            <p:cNvSpPr/>
            <p:nvPr/>
          </p:nvSpPr>
          <p:spPr>
            <a:xfrm>
              <a:off x="3392440" y="3841478"/>
              <a:ext cx="246803" cy="2607056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" name="rc194"/>
            <p:cNvSpPr/>
            <p:nvPr/>
          </p:nvSpPr>
          <p:spPr>
            <a:xfrm>
              <a:off x="3392440" y="7437418"/>
              <a:ext cx="246803" cy="26969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195"/>
            <p:cNvSpPr/>
            <p:nvPr/>
          </p:nvSpPr>
          <p:spPr>
            <a:xfrm>
              <a:off x="3392440" y="7797012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196"/>
            <p:cNvSpPr/>
            <p:nvPr/>
          </p:nvSpPr>
          <p:spPr>
            <a:xfrm>
              <a:off x="3392440" y="7886911"/>
              <a:ext cx="246803" cy="179796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rc197"/>
            <p:cNvSpPr/>
            <p:nvPr/>
          </p:nvSpPr>
          <p:spPr>
            <a:xfrm>
              <a:off x="7848611" y="7707114"/>
              <a:ext cx="24680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rc198"/>
            <p:cNvSpPr/>
            <p:nvPr/>
          </p:nvSpPr>
          <p:spPr>
            <a:xfrm>
              <a:off x="7848611" y="7617215"/>
              <a:ext cx="246803" cy="89898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" name="rc199"/>
            <p:cNvSpPr/>
            <p:nvPr/>
          </p:nvSpPr>
          <p:spPr>
            <a:xfrm>
              <a:off x="7848611" y="7347520"/>
              <a:ext cx="246803" cy="26969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" name="rc200"/>
            <p:cNvSpPr/>
            <p:nvPr/>
          </p:nvSpPr>
          <p:spPr>
            <a:xfrm>
              <a:off x="7848611" y="7886911"/>
              <a:ext cx="246803" cy="179796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" name="rc201"/>
            <p:cNvSpPr/>
            <p:nvPr/>
          </p:nvSpPr>
          <p:spPr>
            <a:xfrm>
              <a:off x="7848611" y="8156606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" name="rc202"/>
            <p:cNvSpPr/>
            <p:nvPr/>
          </p:nvSpPr>
          <p:spPr>
            <a:xfrm>
              <a:off x="7848611" y="7797012"/>
              <a:ext cx="246803" cy="89898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" name="rc203"/>
            <p:cNvSpPr/>
            <p:nvPr/>
          </p:nvSpPr>
          <p:spPr>
            <a:xfrm>
              <a:off x="7848611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" name="rc204"/>
            <p:cNvSpPr/>
            <p:nvPr/>
          </p:nvSpPr>
          <p:spPr>
            <a:xfrm>
              <a:off x="7848611" y="5549550"/>
              <a:ext cx="246803" cy="1797969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" name="rc205"/>
            <p:cNvSpPr/>
            <p:nvPr/>
          </p:nvSpPr>
          <p:spPr>
            <a:xfrm>
              <a:off x="7848611" y="7707114"/>
              <a:ext cx="246803" cy="89898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" name="rc206"/>
            <p:cNvSpPr/>
            <p:nvPr/>
          </p:nvSpPr>
          <p:spPr>
            <a:xfrm>
              <a:off x="7848611" y="8066708"/>
              <a:ext cx="246803" cy="89898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" name="rc207"/>
            <p:cNvSpPr/>
            <p:nvPr/>
          </p:nvSpPr>
          <p:spPr>
            <a:xfrm>
              <a:off x="7848611" y="8156606"/>
              <a:ext cx="246803" cy="89898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" name="rc208"/>
            <p:cNvSpPr/>
            <p:nvPr/>
          </p:nvSpPr>
          <p:spPr>
            <a:xfrm>
              <a:off x="8534176" y="7797012"/>
              <a:ext cx="24680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" name="rc209"/>
            <p:cNvSpPr/>
            <p:nvPr/>
          </p:nvSpPr>
          <p:spPr>
            <a:xfrm>
              <a:off x="8534176" y="7257621"/>
              <a:ext cx="246803" cy="53939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" name="rc210"/>
            <p:cNvSpPr/>
            <p:nvPr/>
          </p:nvSpPr>
          <p:spPr>
            <a:xfrm>
              <a:off x="8534176" y="6718230"/>
              <a:ext cx="246803" cy="53939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" name="rc211"/>
            <p:cNvSpPr/>
            <p:nvPr/>
          </p:nvSpPr>
          <p:spPr>
            <a:xfrm>
              <a:off x="8534176" y="8066708"/>
              <a:ext cx="246803" cy="89898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" name="rc212"/>
            <p:cNvSpPr/>
            <p:nvPr/>
          </p:nvSpPr>
          <p:spPr>
            <a:xfrm>
              <a:off x="8534176" y="8156606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" name="rc213"/>
            <p:cNvSpPr/>
            <p:nvPr/>
          </p:nvSpPr>
          <p:spPr>
            <a:xfrm>
              <a:off x="8534176" y="7886911"/>
              <a:ext cx="246803" cy="179796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" name="rc214"/>
            <p:cNvSpPr/>
            <p:nvPr/>
          </p:nvSpPr>
          <p:spPr>
            <a:xfrm>
              <a:off x="8534176" y="8156606"/>
              <a:ext cx="246803" cy="89898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" name="rc215"/>
            <p:cNvSpPr/>
            <p:nvPr/>
          </p:nvSpPr>
          <p:spPr>
            <a:xfrm>
              <a:off x="8534176" y="6088941"/>
              <a:ext cx="246803" cy="629289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" name="rc216"/>
            <p:cNvSpPr/>
            <p:nvPr/>
          </p:nvSpPr>
          <p:spPr>
            <a:xfrm>
              <a:off x="8534176" y="7797012"/>
              <a:ext cx="246803" cy="89898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" name="rc217"/>
            <p:cNvSpPr/>
            <p:nvPr/>
          </p:nvSpPr>
          <p:spPr>
            <a:xfrm>
              <a:off x="8534176" y="8156606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" name="rc218"/>
            <p:cNvSpPr/>
            <p:nvPr/>
          </p:nvSpPr>
          <p:spPr>
            <a:xfrm>
              <a:off x="8534176" y="8156606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" name="rc219"/>
            <p:cNvSpPr/>
            <p:nvPr/>
          </p:nvSpPr>
          <p:spPr>
            <a:xfrm>
              <a:off x="6477481" y="7077824"/>
              <a:ext cx="246803" cy="359593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" name="rc220"/>
            <p:cNvSpPr/>
            <p:nvPr/>
          </p:nvSpPr>
          <p:spPr>
            <a:xfrm>
              <a:off x="6477481" y="6808129"/>
              <a:ext cx="246803" cy="26969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" name="rc221"/>
            <p:cNvSpPr/>
            <p:nvPr/>
          </p:nvSpPr>
          <p:spPr>
            <a:xfrm>
              <a:off x="6477481" y="6178839"/>
              <a:ext cx="246803" cy="629289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" name="rc222"/>
            <p:cNvSpPr/>
            <p:nvPr/>
          </p:nvSpPr>
          <p:spPr>
            <a:xfrm>
              <a:off x="6477481" y="7617215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" name="rc223"/>
            <p:cNvSpPr/>
            <p:nvPr/>
          </p:nvSpPr>
          <p:spPr>
            <a:xfrm>
              <a:off x="6477481" y="7617215"/>
              <a:ext cx="246803" cy="89898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" name="rc224"/>
            <p:cNvSpPr/>
            <p:nvPr/>
          </p:nvSpPr>
          <p:spPr>
            <a:xfrm>
              <a:off x="6477481" y="7527317"/>
              <a:ext cx="246803" cy="89898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" name="rc225"/>
            <p:cNvSpPr/>
            <p:nvPr/>
          </p:nvSpPr>
          <p:spPr>
            <a:xfrm>
              <a:off x="6477481" y="7886911"/>
              <a:ext cx="246803" cy="359593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" name="rc226"/>
            <p:cNvSpPr/>
            <p:nvPr/>
          </p:nvSpPr>
          <p:spPr>
            <a:xfrm>
              <a:off x="6477481" y="5279854"/>
              <a:ext cx="246803" cy="898984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" name="rc227"/>
            <p:cNvSpPr/>
            <p:nvPr/>
          </p:nvSpPr>
          <p:spPr>
            <a:xfrm>
              <a:off x="6477481" y="7437418"/>
              <a:ext cx="246803" cy="89898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" name="rc228"/>
            <p:cNvSpPr/>
            <p:nvPr/>
          </p:nvSpPr>
          <p:spPr>
            <a:xfrm>
              <a:off x="6477481" y="7617215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" name="rc229"/>
            <p:cNvSpPr/>
            <p:nvPr/>
          </p:nvSpPr>
          <p:spPr>
            <a:xfrm>
              <a:off x="6477481" y="7707114"/>
              <a:ext cx="246803" cy="179796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" name="rc230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" name="rc231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2" name="rc232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" name="rc233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4" name="rc234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" name="rc235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6" name="rc236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" name="rc237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" name="rc238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9" name="rc239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0" name="rc240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" name="rc241"/>
            <p:cNvSpPr/>
            <p:nvPr/>
          </p:nvSpPr>
          <p:spPr>
            <a:xfrm>
              <a:off x="9219740" y="7617215"/>
              <a:ext cx="246803" cy="269695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" name="rc242"/>
            <p:cNvSpPr/>
            <p:nvPr/>
          </p:nvSpPr>
          <p:spPr>
            <a:xfrm>
              <a:off x="9219740" y="7527317"/>
              <a:ext cx="246803" cy="89898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3" name="rc243"/>
            <p:cNvSpPr/>
            <p:nvPr/>
          </p:nvSpPr>
          <p:spPr>
            <a:xfrm>
              <a:off x="9219740" y="7167723"/>
              <a:ext cx="246803" cy="359593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4" name="rc244"/>
            <p:cNvSpPr/>
            <p:nvPr/>
          </p:nvSpPr>
          <p:spPr>
            <a:xfrm>
              <a:off x="9219740" y="8066708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" name="rc245"/>
            <p:cNvSpPr/>
            <p:nvPr/>
          </p:nvSpPr>
          <p:spPr>
            <a:xfrm>
              <a:off x="9219740" y="8066708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" name="rc246"/>
            <p:cNvSpPr/>
            <p:nvPr/>
          </p:nvSpPr>
          <p:spPr>
            <a:xfrm>
              <a:off x="9219740" y="7886911"/>
              <a:ext cx="246803" cy="179796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" name="rc247"/>
            <p:cNvSpPr/>
            <p:nvPr/>
          </p:nvSpPr>
          <p:spPr>
            <a:xfrm>
              <a:off x="9219740" y="8066708"/>
              <a:ext cx="246803" cy="179796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" name="rc248"/>
            <p:cNvSpPr/>
            <p:nvPr/>
          </p:nvSpPr>
          <p:spPr>
            <a:xfrm>
              <a:off x="9219740" y="6088941"/>
              <a:ext cx="246803" cy="1078781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" name="rc249"/>
            <p:cNvSpPr/>
            <p:nvPr/>
          </p:nvSpPr>
          <p:spPr>
            <a:xfrm>
              <a:off x="9219740" y="7886911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" name="rc250"/>
            <p:cNvSpPr/>
            <p:nvPr/>
          </p:nvSpPr>
          <p:spPr>
            <a:xfrm>
              <a:off x="9219740" y="8066708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" name="rc251"/>
            <p:cNvSpPr/>
            <p:nvPr/>
          </p:nvSpPr>
          <p:spPr>
            <a:xfrm>
              <a:off x="9219740" y="8066708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" name="rc252"/>
            <p:cNvSpPr/>
            <p:nvPr/>
          </p:nvSpPr>
          <p:spPr>
            <a:xfrm>
              <a:off x="7505828" y="7437418"/>
              <a:ext cx="246803" cy="89898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" name="rc253"/>
            <p:cNvSpPr/>
            <p:nvPr/>
          </p:nvSpPr>
          <p:spPr>
            <a:xfrm>
              <a:off x="7505828" y="7437418"/>
              <a:ext cx="246803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" name="rc254"/>
            <p:cNvSpPr/>
            <p:nvPr/>
          </p:nvSpPr>
          <p:spPr>
            <a:xfrm>
              <a:off x="7505828" y="7347520"/>
              <a:ext cx="246803" cy="89898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" name="rc255"/>
            <p:cNvSpPr/>
            <p:nvPr/>
          </p:nvSpPr>
          <p:spPr>
            <a:xfrm>
              <a:off x="7505828" y="7707114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" name="rc256"/>
            <p:cNvSpPr/>
            <p:nvPr/>
          </p:nvSpPr>
          <p:spPr>
            <a:xfrm>
              <a:off x="7505828" y="7707114"/>
              <a:ext cx="246803" cy="179796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" name="rc257"/>
            <p:cNvSpPr/>
            <p:nvPr/>
          </p:nvSpPr>
          <p:spPr>
            <a:xfrm>
              <a:off x="7505828" y="7617215"/>
              <a:ext cx="246803" cy="89898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" name="rc258"/>
            <p:cNvSpPr/>
            <p:nvPr/>
          </p:nvSpPr>
          <p:spPr>
            <a:xfrm>
              <a:off x="7505828" y="7886911"/>
              <a:ext cx="246803" cy="359593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" name="rc259"/>
            <p:cNvSpPr/>
            <p:nvPr/>
          </p:nvSpPr>
          <p:spPr>
            <a:xfrm>
              <a:off x="7505828" y="5459651"/>
              <a:ext cx="246803" cy="1887868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" name="rc260"/>
            <p:cNvSpPr/>
            <p:nvPr/>
          </p:nvSpPr>
          <p:spPr>
            <a:xfrm>
              <a:off x="7505828" y="7527317"/>
              <a:ext cx="246803" cy="89898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" name="rc261"/>
            <p:cNvSpPr/>
            <p:nvPr/>
          </p:nvSpPr>
          <p:spPr>
            <a:xfrm>
              <a:off x="7505828" y="7707114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" name="rc262"/>
            <p:cNvSpPr/>
            <p:nvPr/>
          </p:nvSpPr>
          <p:spPr>
            <a:xfrm>
              <a:off x="7505828" y="7886911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" name="rc263"/>
            <p:cNvSpPr/>
            <p:nvPr/>
          </p:nvSpPr>
          <p:spPr>
            <a:xfrm>
              <a:off x="2706875" y="6628332"/>
              <a:ext cx="246803" cy="449492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" name="rc264"/>
            <p:cNvSpPr/>
            <p:nvPr/>
          </p:nvSpPr>
          <p:spPr>
            <a:xfrm>
              <a:off x="2706875" y="6268738"/>
              <a:ext cx="246803" cy="359593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" name="rc265"/>
            <p:cNvSpPr/>
            <p:nvPr/>
          </p:nvSpPr>
          <p:spPr>
            <a:xfrm>
              <a:off x="2706875" y="5369753"/>
              <a:ext cx="246803" cy="898984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" name="rc266"/>
            <p:cNvSpPr/>
            <p:nvPr/>
          </p:nvSpPr>
          <p:spPr>
            <a:xfrm>
              <a:off x="2706875" y="7347520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" name="rc267"/>
            <p:cNvSpPr/>
            <p:nvPr/>
          </p:nvSpPr>
          <p:spPr>
            <a:xfrm>
              <a:off x="2706875" y="7347520"/>
              <a:ext cx="246803" cy="89898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" name="rc268"/>
            <p:cNvSpPr/>
            <p:nvPr/>
          </p:nvSpPr>
          <p:spPr>
            <a:xfrm>
              <a:off x="2706875" y="7257621"/>
              <a:ext cx="246803" cy="89898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" name="rc269"/>
            <p:cNvSpPr/>
            <p:nvPr/>
          </p:nvSpPr>
          <p:spPr>
            <a:xfrm>
              <a:off x="2706875" y="7527317"/>
              <a:ext cx="246803" cy="719187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" name="rc270"/>
            <p:cNvSpPr/>
            <p:nvPr/>
          </p:nvSpPr>
          <p:spPr>
            <a:xfrm>
              <a:off x="2706875" y="3122290"/>
              <a:ext cx="246803" cy="2247462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" name="rc271"/>
            <p:cNvSpPr/>
            <p:nvPr/>
          </p:nvSpPr>
          <p:spPr>
            <a:xfrm>
              <a:off x="2706875" y="7077824"/>
              <a:ext cx="246803" cy="179796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" name="rc272"/>
            <p:cNvSpPr/>
            <p:nvPr/>
          </p:nvSpPr>
          <p:spPr>
            <a:xfrm>
              <a:off x="2706875" y="7347520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" name="rc273"/>
            <p:cNvSpPr/>
            <p:nvPr/>
          </p:nvSpPr>
          <p:spPr>
            <a:xfrm>
              <a:off x="2706875" y="7437418"/>
              <a:ext cx="246803" cy="89898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" name="rc274"/>
            <p:cNvSpPr/>
            <p:nvPr/>
          </p:nvSpPr>
          <p:spPr>
            <a:xfrm>
              <a:off x="8191393" y="7527317"/>
              <a:ext cx="246803" cy="89898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" name="rc275"/>
            <p:cNvSpPr/>
            <p:nvPr/>
          </p:nvSpPr>
          <p:spPr>
            <a:xfrm>
              <a:off x="8191393" y="7167723"/>
              <a:ext cx="246803" cy="359593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" name="rc276"/>
            <p:cNvSpPr/>
            <p:nvPr/>
          </p:nvSpPr>
          <p:spPr>
            <a:xfrm>
              <a:off x="8191393" y="6808129"/>
              <a:ext cx="246803" cy="359593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" name="rc277"/>
            <p:cNvSpPr/>
            <p:nvPr/>
          </p:nvSpPr>
          <p:spPr>
            <a:xfrm>
              <a:off x="8191393" y="7797012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" name="rc278"/>
            <p:cNvSpPr/>
            <p:nvPr/>
          </p:nvSpPr>
          <p:spPr>
            <a:xfrm>
              <a:off x="8191393" y="7797012"/>
              <a:ext cx="246803" cy="179796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" name="rc279"/>
            <p:cNvSpPr/>
            <p:nvPr/>
          </p:nvSpPr>
          <p:spPr>
            <a:xfrm>
              <a:off x="8191393" y="7707114"/>
              <a:ext cx="246803" cy="89898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" name="rc280"/>
            <p:cNvSpPr/>
            <p:nvPr/>
          </p:nvSpPr>
          <p:spPr>
            <a:xfrm>
              <a:off x="8191393" y="7976809"/>
              <a:ext cx="246803" cy="269695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" name="rc281"/>
            <p:cNvSpPr/>
            <p:nvPr/>
          </p:nvSpPr>
          <p:spPr>
            <a:xfrm>
              <a:off x="8191393" y="5549550"/>
              <a:ext cx="246803" cy="1258578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" name="rc282"/>
            <p:cNvSpPr/>
            <p:nvPr/>
          </p:nvSpPr>
          <p:spPr>
            <a:xfrm>
              <a:off x="8191393" y="7617215"/>
              <a:ext cx="246803" cy="89898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" name="rc283"/>
            <p:cNvSpPr/>
            <p:nvPr/>
          </p:nvSpPr>
          <p:spPr>
            <a:xfrm>
              <a:off x="8191393" y="7797012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" name="rc284"/>
            <p:cNvSpPr/>
            <p:nvPr/>
          </p:nvSpPr>
          <p:spPr>
            <a:xfrm>
              <a:off x="8191393" y="7976809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" name="rc285"/>
            <p:cNvSpPr/>
            <p:nvPr/>
          </p:nvSpPr>
          <p:spPr>
            <a:xfrm>
              <a:off x="8876958" y="7886911"/>
              <a:ext cx="246803" cy="89898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" name="rc286"/>
            <p:cNvSpPr/>
            <p:nvPr/>
          </p:nvSpPr>
          <p:spPr>
            <a:xfrm>
              <a:off x="8876958" y="7707114"/>
              <a:ext cx="246803" cy="179796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" name="rc287"/>
            <p:cNvSpPr/>
            <p:nvPr/>
          </p:nvSpPr>
          <p:spPr>
            <a:xfrm>
              <a:off x="8876958" y="7527317"/>
              <a:ext cx="246803" cy="179796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" name="rc288"/>
            <p:cNvSpPr/>
            <p:nvPr/>
          </p:nvSpPr>
          <p:spPr>
            <a:xfrm>
              <a:off x="8876958" y="7976809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" name="rc289"/>
            <p:cNvSpPr/>
            <p:nvPr/>
          </p:nvSpPr>
          <p:spPr>
            <a:xfrm>
              <a:off x="8876958" y="7976809"/>
              <a:ext cx="246803" cy="89898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" name="rc290"/>
            <p:cNvSpPr/>
            <p:nvPr/>
          </p:nvSpPr>
          <p:spPr>
            <a:xfrm>
              <a:off x="8876958" y="7976809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" name="rc291"/>
            <p:cNvSpPr/>
            <p:nvPr/>
          </p:nvSpPr>
          <p:spPr>
            <a:xfrm>
              <a:off x="8876958" y="8066708"/>
              <a:ext cx="246803" cy="179796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" name="rc292"/>
            <p:cNvSpPr/>
            <p:nvPr/>
          </p:nvSpPr>
          <p:spPr>
            <a:xfrm>
              <a:off x="8876958" y="6088941"/>
              <a:ext cx="246803" cy="1438375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" name="rc293"/>
            <p:cNvSpPr/>
            <p:nvPr/>
          </p:nvSpPr>
          <p:spPr>
            <a:xfrm>
              <a:off x="8876958" y="7976809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" name="rc294"/>
            <p:cNvSpPr/>
            <p:nvPr/>
          </p:nvSpPr>
          <p:spPr>
            <a:xfrm>
              <a:off x="8876958" y="7976809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" name="rc295"/>
            <p:cNvSpPr/>
            <p:nvPr/>
          </p:nvSpPr>
          <p:spPr>
            <a:xfrm>
              <a:off x="8876958" y="8066708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" name="rc296"/>
            <p:cNvSpPr/>
            <p:nvPr/>
          </p:nvSpPr>
          <p:spPr>
            <a:xfrm>
              <a:off x="11961999" y="7707114"/>
              <a:ext cx="246803" cy="89898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" name="rc297"/>
            <p:cNvSpPr/>
            <p:nvPr/>
          </p:nvSpPr>
          <p:spPr>
            <a:xfrm>
              <a:off x="11961999" y="7707114"/>
              <a:ext cx="246803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" name="rc298"/>
            <p:cNvSpPr/>
            <p:nvPr/>
          </p:nvSpPr>
          <p:spPr>
            <a:xfrm>
              <a:off x="11961999" y="7617215"/>
              <a:ext cx="246803" cy="89898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" name="rc299"/>
            <p:cNvSpPr/>
            <p:nvPr/>
          </p:nvSpPr>
          <p:spPr>
            <a:xfrm>
              <a:off x="11961999" y="7976809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" name="rc300"/>
            <p:cNvSpPr/>
            <p:nvPr/>
          </p:nvSpPr>
          <p:spPr>
            <a:xfrm>
              <a:off x="11961999" y="8066708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" name="rc301"/>
            <p:cNvSpPr/>
            <p:nvPr/>
          </p:nvSpPr>
          <p:spPr>
            <a:xfrm>
              <a:off x="11961999" y="7886911"/>
              <a:ext cx="246803" cy="89898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" name="rc302"/>
            <p:cNvSpPr/>
            <p:nvPr/>
          </p:nvSpPr>
          <p:spPr>
            <a:xfrm>
              <a:off x="11961999" y="8066708"/>
              <a:ext cx="246803" cy="179796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" name="rc303"/>
            <p:cNvSpPr/>
            <p:nvPr/>
          </p:nvSpPr>
          <p:spPr>
            <a:xfrm>
              <a:off x="11961999" y="7257621"/>
              <a:ext cx="246803" cy="359593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" name="rc304"/>
            <p:cNvSpPr/>
            <p:nvPr/>
          </p:nvSpPr>
          <p:spPr>
            <a:xfrm>
              <a:off x="11961999" y="7797012"/>
              <a:ext cx="246803" cy="89898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" name="rc305"/>
            <p:cNvSpPr/>
            <p:nvPr/>
          </p:nvSpPr>
          <p:spPr>
            <a:xfrm>
              <a:off x="11961999" y="7976809"/>
              <a:ext cx="246803" cy="89898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" name="rc306"/>
            <p:cNvSpPr/>
            <p:nvPr/>
          </p:nvSpPr>
          <p:spPr>
            <a:xfrm>
              <a:off x="11961999" y="8066708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" name="rc307"/>
            <p:cNvSpPr/>
            <p:nvPr/>
          </p:nvSpPr>
          <p:spPr>
            <a:xfrm>
              <a:off x="5791917" y="7437418"/>
              <a:ext cx="246803" cy="89898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" name="rc308"/>
            <p:cNvSpPr/>
            <p:nvPr/>
          </p:nvSpPr>
          <p:spPr>
            <a:xfrm>
              <a:off x="5791917" y="7257621"/>
              <a:ext cx="246803" cy="179796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" name="rc309"/>
            <p:cNvSpPr/>
            <p:nvPr/>
          </p:nvSpPr>
          <p:spPr>
            <a:xfrm>
              <a:off x="5791917" y="6628332"/>
              <a:ext cx="246803" cy="629289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" name="rc310"/>
            <p:cNvSpPr/>
            <p:nvPr/>
          </p:nvSpPr>
          <p:spPr>
            <a:xfrm>
              <a:off x="5791917" y="7886911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" name="rc311"/>
            <p:cNvSpPr/>
            <p:nvPr/>
          </p:nvSpPr>
          <p:spPr>
            <a:xfrm>
              <a:off x="5791917" y="7886911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" name="rc312"/>
            <p:cNvSpPr/>
            <p:nvPr/>
          </p:nvSpPr>
          <p:spPr>
            <a:xfrm>
              <a:off x="5791917" y="7707114"/>
              <a:ext cx="246803" cy="179796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" name="rc313"/>
            <p:cNvSpPr/>
            <p:nvPr/>
          </p:nvSpPr>
          <p:spPr>
            <a:xfrm>
              <a:off x="5791917" y="7886911"/>
              <a:ext cx="246803" cy="359593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" name="rc314"/>
            <p:cNvSpPr/>
            <p:nvPr/>
          </p:nvSpPr>
          <p:spPr>
            <a:xfrm>
              <a:off x="5791917" y="5189956"/>
              <a:ext cx="246803" cy="1438375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" name="rc315"/>
            <p:cNvSpPr/>
            <p:nvPr/>
          </p:nvSpPr>
          <p:spPr>
            <a:xfrm>
              <a:off x="5791917" y="7527317"/>
              <a:ext cx="246803" cy="179796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" name="rc316"/>
            <p:cNvSpPr/>
            <p:nvPr/>
          </p:nvSpPr>
          <p:spPr>
            <a:xfrm>
              <a:off x="5791917" y="7886911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" name="rc317"/>
            <p:cNvSpPr/>
            <p:nvPr/>
          </p:nvSpPr>
          <p:spPr>
            <a:xfrm>
              <a:off x="5791917" y="7886911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" name="rc318"/>
            <p:cNvSpPr/>
            <p:nvPr/>
          </p:nvSpPr>
          <p:spPr>
            <a:xfrm>
              <a:off x="12647564" y="8156606"/>
              <a:ext cx="24680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" name="rc319"/>
            <p:cNvSpPr/>
            <p:nvPr/>
          </p:nvSpPr>
          <p:spPr>
            <a:xfrm>
              <a:off x="12647564" y="8156606"/>
              <a:ext cx="246803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" name="rc320"/>
            <p:cNvSpPr/>
            <p:nvPr/>
          </p:nvSpPr>
          <p:spPr>
            <a:xfrm>
              <a:off x="12647564" y="8156606"/>
              <a:ext cx="246803" cy="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" name="rc321"/>
            <p:cNvSpPr/>
            <p:nvPr/>
          </p:nvSpPr>
          <p:spPr>
            <a:xfrm>
              <a:off x="12647564" y="8156606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" name="rc322"/>
            <p:cNvSpPr/>
            <p:nvPr/>
          </p:nvSpPr>
          <p:spPr>
            <a:xfrm>
              <a:off x="12647564" y="8156606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" name="rc323"/>
            <p:cNvSpPr/>
            <p:nvPr/>
          </p:nvSpPr>
          <p:spPr>
            <a:xfrm>
              <a:off x="12647564" y="8156606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" name="rc324"/>
            <p:cNvSpPr/>
            <p:nvPr/>
          </p:nvSpPr>
          <p:spPr>
            <a:xfrm>
              <a:off x="12647564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" name="rc325"/>
            <p:cNvSpPr/>
            <p:nvPr/>
          </p:nvSpPr>
          <p:spPr>
            <a:xfrm>
              <a:off x="12647564" y="8156606"/>
              <a:ext cx="246803" cy="0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" name="rc326"/>
            <p:cNvSpPr/>
            <p:nvPr/>
          </p:nvSpPr>
          <p:spPr>
            <a:xfrm>
              <a:off x="12647564" y="8156606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" name="rc327"/>
            <p:cNvSpPr/>
            <p:nvPr/>
          </p:nvSpPr>
          <p:spPr>
            <a:xfrm>
              <a:off x="12647564" y="8156606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" name="rc328"/>
            <p:cNvSpPr/>
            <p:nvPr/>
          </p:nvSpPr>
          <p:spPr>
            <a:xfrm>
              <a:off x="12647564" y="8156606"/>
              <a:ext cx="246803" cy="89898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" name="rc329"/>
            <p:cNvSpPr/>
            <p:nvPr/>
          </p:nvSpPr>
          <p:spPr>
            <a:xfrm>
              <a:off x="9562523" y="7527317"/>
              <a:ext cx="246803" cy="179796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" name="rc330"/>
            <p:cNvSpPr/>
            <p:nvPr/>
          </p:nvSpPr>
          <p:spPr>
            <a:xfrm>
              <a:off x="9562523" y="7437418"/>
              <a:ext cx="246803" cy="89898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" name="rc331"/>
            <p:cNvSpPr/>
            <p:nvPr/>
          </p:nvSpPr>
          <p:spPr>
            <a:xfrm>
              <a:off x="9562523" y="7167723"/>
              <a:ext cx="246803" cy="26969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" name="rc332"/>
            <p:cNvSpPr/>
            <p:nvPr/>
          </p:nvSpPr>
          <p:spPr>
            <a:xfrm>
              <a:off x="9562523" y="8066708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" name="rc333"/>
            <p:cNvSpPr/>
            <p:nvPr/>
          </p:nvSpPr>
          <p:spPr>
            <a:xfrm>
              <a:off x="9562523" y="8066708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" name="rc334"/>
            <p:cNvSpPr/>
            <p:nvPr/>
          </p:nvSpPr>
          <p:spPr>
            <a:xfrm>
              <a:off x="9562523" y="7976809"/>
              <a:ext cx="246803" cy="89898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" name="rc335"/>
            <p:cNvSpPr/>
            <p:nvPr/>
          </p:nvSpPr>
          <p:spPr>
            <a:xfrm>
              <a:off x="9562523" y="8066708"/>
              <a:ext cx="246803" cy="179796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" name="rc336"/>
            <p:cNvSpPr/>
            <p:nvPr/>
          </p:nvSpPr>
          <p:spPr>
            <a:xfrm>
              <a:off x="9562523" y="6178839"/>
              <a:ext cx="246803" cy="988883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" name="rc337"/>
            <p:cNvSpPr/>
            <p:nvPr/>
          </p:nvSpPr>
          <p:spPr>
            <a:xfrm>
              <a:off x="9562523" y="7707114"/>
              <a:ext cx="246803" cy="26969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" name="rc338"/>
            <p:cNvSpPr/>
            <p:nvPr/>
          </p:nvSpPr>
          <p:spPr>
            <a:xfrm>
              <a:off x="9562523" y="8066708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9" name="rc339"/>
            <p:cNvSpPr/>
            <p:nvPr/>
          </p:nvSpPr>
          <p:spPr>
            <a:xfrm>
              <a:off x="9562523" y="8066708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0" name="rc340"/>
            <p:cNvSpPr/>
            <p:nvPr/>
          </p:nvSpPr>
          <p:spPr>
            <a:xfrm>
              <a:off x="6134699" y="7617215"/>
              <a:ext cx="246803" cy="269695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1" name="rc341"/>
            <p:cNvSpPr/>
            <p:nvPr/>
          </p:nvSpPr>
          <p:spPr>
            <a:xfrm>
              <a:off x="6134699" y="7347520"/>
              <a:ext cx="246803" cy="26969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2" name="rc342"/>
            <p:cNvSpPr/>
            <p:nvPr/>
          </p:nvSpPr>
          <p:spPr>
            <a:xfrm>
              <a:off x="6134699" y="6718230"/>
              <a:ext cx="246803" cy="629289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3" name="rc343"/>
            <p:cNvSpPr/>
            <p:nvPr/>
          </p:nvSpPr>
          <p:spPr>
            <a:xfrm>
              <a:off x="6134699" y="8066708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4" name="rc344"/>
            <p:cNvSpPr/>
            <p:nvPr/>
          </p:nvSpPr>
          <p:spPr>
            <a:xfrm>
              <a:off x="6134699" y="8066708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5" name="rc345"/>
            <p:cNvSpPr/>
            <p:nvPr/>
          </p:nvSpPr>
          <p:spPr>
            <a:xfrm>
              <a:off x="6134699" y="8066708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6" name="rc346"/>
            <p:cNvSpPr/>
            <p:nvPr/>
          </p:nvSpPr>
          <p:spPr>
            <a:xfrm>
              <a:off x="6134699" y="8066708"/>
              <a:ext cx="246803" cy="179796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7" name="rc347"/>
            <p:cNvSpPr/>
            <p:nvPr/>
          </p:nvSpPr>
          <p:spPr>
            <a:xfrm>
              <a:off x="6134699" y="5189956"/>
              <a:ext cx="246803" cy="1528274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8" name="rc348"/>
            <p:cNvSpPr/>
            <p:nvPr/>
          </p:nvSpPr>
          <p:spPr>
            <a:xfrm>
              <a:off x="6134699" y="7886911"/>
              <a:ext cx="246803" cy="179796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9" name="rc349"/>
            <p:cNvSpPr/>
            <p:nvPr/>
          </p:nvSpPr>
          <p:spPr>
            <a:xfrm>
              <a:off x="6134699" y="8066708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0" name="rc350"/>
            <p:cNvSpPr/>
            <p:nvPr/>
          </p:nvSpPr>
          <p:spPr>
            <a:xfrm>
              <a:off x="6134699" y="8066708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1" name="rc351"/>
            <p:cNvSpPr/>
            <p:nvPr/>
          </p:nvSpPr>
          <p:spPr>
            <a:xfrm>
              <a:off x="1678528" y="6628332"/>
              <a:ext cx="246803" cy="179796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2" name="rc352"/>
            <p:cNvSpPr/>
            <p:nvPr/>
          </p:nvSpPr>
          <p:spPr>
            <a:xfrm>
              <a:off x="1678528" y="6358636"/>
              <a:ext cx="246803" cy="26969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3" name="rc353"/>
            <p:cNvSpPr/>
            <p:nvPr/>
          </p:nvSpPr>
          <p:spPr>
            <a:xfrm>
              <a:off x="1678528" y="5729347"/>
              <a:ext cx="246803" cy="629289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4" name="rc354"/>
            <p:cNvSpPr/>
            <p:nvPr/>
          </p:nvSpPr>
          <p:spPr>
            <a:xfrm>
              <a:off x="1678528" y="7077824"/>
              <a:ext cx="246803" cy="89898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5" name="rc355"/>
            <p:cNvSpPr/>
            <p:nvPr/>
          </p:nvSpPr>
          <p:spPr>
            <a:xfrm>
              <a:off x="1678528" y="7257621"/>
              <a:ext cx="246803" cy="179796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6" name="rc356"/>
            <p:cNvSpPr/>
            <p:nvPr/>
          </p:nvSpPr>
          <p:spPr>
            <a:xfrm>
              <a:off x="1678528" y="7077824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7" name="rc357"/>
            <p:cNvSpPr/>
            <p:nvPr/>
          </p:nvSpPr>
          <p:spPr>
            <a:xfrm>
              <a:off x="1678528" y="7437418"/>
              <a:ext cx="246803" cy="809086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8" name="rc358"/>
            <p:cNvSpPr/>
            <p:nvPr/>
          </p:nvSpPr>
          <p:spPr>
            <a:xfrm>
              <a:off x="1678528" y="2223305"/>
              <a:ext cx="246803" cy="3506041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9" name="rc359"/>
            <p:cNvSpPr/>
            <p:nvPr/>
          </p:nvSpPr>
          <p:spPr>
            <a:xfrm>
              <a:off x="1678528" y="6808129"/>
              <a:ext cx="246803" cy="26969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0" name="rc360"/>
            <p:cNvSpPr/>
            <p:nvPr/>
          </p:nvSpPr>
          <p:spPr>
            <a:xfrm>
              <a:off x="1678528" y="7167723"/>
              <a:ext cx="246803" cy="89898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1" name="rc361"/>
            <p:cNvSpPr/>
            <p:nvPr/>
          </p:nvSpPr>
          <p:spPr>
            <a:xfrm>
              <a:off x="1678528" y="7437418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2" name="rc362"/>
            <p:cNvSpPr/>
            <p:nvPr/>
          </p:nvSpPr>
          <p:spPr>
            <a:xfrm>
              <a:off x="2021310" y="5999042"/>
              <a:ext cx="246803" cy="179796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3" name="rc363"/>
            <p:cNvSpPr/>
            <p:nvPr/>
          </p:nvSpPr>
          <p:spPr>
            <a:xfrm>
              <a:off x="2021310" y="5549550"/>
              <a:ext cx="246803" cy="449492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4" name="rc364"/>
            <p:cNvSpPr/>
            <p:nvPr/>
          </p:nvSpPr>
          <p:spPr>
            <a:xfrm>
              <a:off x="2021310" y="3931377"/>
              <a:ext cx="246803" cy="1618172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5" name="rc365"/>
            <p:cNvSpPr/>
            <p:nvPr/>
          </p:nvSpPr>
          <p:spPr>
            <a:xfrm>
              <a:off x="2021310" y="6987926"/>
              <a:ext cx="246803" cy="179796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6" name="rc366"/>
            <p:cNvSpPr/>
            <p:nvPr/>
          </p:nvSpPr>
          <p:spPr>
            <a:xfrm>
              <a:off x="2021310" y="7257621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7" name="rc367"/>
            <p:cNvSpPr/>
            <p:nvPr/>
          </p:nvSpPr>
          <p:spPr>
            <a:xfrm>
              <a:off x="2021310" y="6448535"/>
              <a:ext cx="246803" cy="53939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8" name="rc368"/>
            <p:cNvSpPr/>
            <p:nvPr/>
          </p:nvSpPr>
          <p:spPr>
            <a:xfrm>
              <a:off x="2021310" y="7347520"/>
              <a:ext cx="246803" cy="898984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9" name="rc369"/>
            <p:cNvSpPr/>
            <p:nvPr/>
          </p:nvSpPr>
          <p:spPr>
            <a:xfrm>
              <a:off x="2021310" y="2852595"/>
              <a:ext cx="246803" cy="1078781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0" name="rc370"/>
            <p:cNvSpPr/>
            <p:nvPr/>
          </p:nvSpPr>
          <p:spPr>
            <a:xfrm>
              <a:off x="2021310" y="6178839"/>
              <a:ext cx="246803" cy="26969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1" name="rc371"/>
            <p:cNvSpPr/>
            <p:nvPr/>
          </p:nvSpPr>
          <p:spPr>
            <a:xfrm>
              <a:off x="2021310" y="7167723"/>
              <a:ext cx="246803" cy="89898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2" name="rc372"/>
            <p:cNvSpPr/>
            <p:nvPr/>
          </p:nvSpPr>
          <p:spPr>
            <a:xfrm>
              <a:off x="2021310" y="7257621"/>
              <a:ext cx="246803" cy="89898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3" name="rc373"/>
            <p:cNvSpPr/>
            <p:nvPr/>
          </p:nvSpPr>
          <p:spPr>
            <a:xfrm>
              <a:off x="5106352" y="7167723"/>
              <a:ext cx="246803" cy="89898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4" name="rc374"/>
            <p:cNvSpPr/>
            <p:nvPr/>
          </p:nvSpPr>
          <p:spPr>
            <a:xfrm>
              <a:off x="5106352" y="7077824"/>
              <a:ext cx="246803" cy="89898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5" name="rc375"/>
            <p:cNvSpPr/>
            <p:nvPr/>
          </p:nvSpPr>
          <p:spPr>
            <a:xfrm>
              <a:off x="5106352" y="6538433"/>
              <a:ext cx="246803" cy="53939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6" name="rc376"/>
            <p:cNvSpPr/>
            <p:nvPr/>
          </p:nvSpPr>
          <p:spPr>
            <a:xfrm>
              <a:off x="5106352" y="7257621"/>
              <a:ext cx="246803" cy="269695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7" name="rc377"/>
            <p:cNvSpPr/>
            <p:nvPr/>
          </p:nvSpPr>
          <p:spPr>
            <a:xfrm>
              <a:off x="5106352" y="7707114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8" name="rc378"/>
            <p:cNvSpPr/>
            <p:nvPr/>
          </p:nvSpPr>
          <p:spPr>
            <a:xfrm>
              <a:off x="5106352" y="7257621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9" name="rc379"/>
            <p:cNvSpPr/>
            <p:nvPr/>
          </p:nvSpPr>
          <p:spPr>
            <a:xfrm>
              <a:off x="5106352" y="7797012"/>
              <a:ext cx="246803" cy="449492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0" name="rc380"/>
            <p:cNvSpPr/>
            <p:nvPr/>
          </p:nvSpPr>
          <p:spPr>
            <a:xfrm>
              <a:off x="5106352" y="5100057"/>
              <a:ext cx="246803" cy="1438375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1" name="rc381"/>
            <p:cNvSpPr/>
            <p:nvPr/>
          </p:nvSpPr>
          <p:spPr>
            <a:xfrm>
              <a:off x="5106352" y="7257621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2" name="rc382"/>
            <p:cNvSpPr/>
            <p:nvPr/>
          </p:nvSpPr>
          <p:spPr>
            <a:xfrm>
              <a:off x="5106352" y="7527317"/>
              <a:ext cx="246803" cy="179796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3" name="rc383"/>
            <p:cNvSpPr/>
            <p:nvPr/>
          </p:nvSpPr>
          <p:spPr>
            <a:xfrm>
              <a:off x="5106352" y="7707114"/>
              <a:ext cx="246803" cy="89898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1801930" y="2605543"/>
              <a:ext cx="11311818" cy="5640961"/>
            </a:xfrm>
            <a:custGeom>
              <a:avLst/>
              <a:pathLst>
                <a:path w="11311818" h="5640961">
                  <a:moveTo>
                    <a:pt x="0" y="0"/>
                  </a:moveTo>
                  <a:lnTo>
                    <a:pt x="342782" y="589354"/>
                  </a:lnTo>
                  <a:lnTo>
                    <a:pt x="685564" y="673547"/>
                  </a:lnTo>
                  <a:lnTo>
                    <a:pt x="1028347" y="841934"/>
                  </a:lnTo>
                  <a:lnTo>
                    <a:pt x="1371129" y="1431288"/>
                  </a:lnTo>
                  <a:lnTo>
                    <a:pt x="1713911" y="1515482"/>
                  </a:lnTo>
                  <a:lnTo>
                    <a:pt x="2056694" y="2104836"/>
                  </a:lnTo>
                  <a:lnTo>
                    <a:pt x="2399476" y="2441610"/>
                  </a:lnTo>
                  <a:lnTo>
                    <a:pt x="2742258" y="2441610"/>
                  </a:lnTo>
                  <a:lnTo>
                    <a:pt x="3085041" y="2694190"/>
                  </a:lnTo>
                  <a:lnTo>
                    <a:pt x="3427823" y="2694190"/>
                  </a:lnTo>
                  <a:lnTo>
                    <a:pt x="3770606" y="2694190"/>
                  </a:lnTo>
                  <a:lnTo>
                    <a:pt x="4113388" y="2778383"/>
                  </a:lnTo>
                  <a:lnTo>
                    <a:pt x="4456170" y="2778383"/>
                  </a:lnTo>
                  <a:lnTo>
                    <a:pt x="4798953" y="2862577"/>
                  </a:lnTo>
                  <a:lnTo>
                    <a:pt x="5141735" y="2862577"/>
                  </a:lnTo>
                  <a:lnTo>
                    <a:pt x="5484517" y="3030964"/>
                  </a:lnTo>
                  <a:lnTo>
                    <a:pt x="5827300" y="3030964"/>
                  </a:lnTo>
                  <a:lnTo>
                    <a:pt x="6170082" y="3115157"/>
                  </a:lnTo>
                  <a:lnTo>
                    <a:pt x="6512865" y="3115157"/>
                  </a:lnTo>
                  <a:lnTo>
                    <a:pt x="6855647" y="3620318"/>
                  </a:lnTo>
                  <a:lnTo>
                    <a:pt x="7198429" y="3620318"/>
                  </a:lnTo>
                  <a:lnTo>
                    <a:pt x="7541212" y="3620318"/>
                  </a:lnTo>
                  <a:lnTo>
                    <a:pt x="7883994" y="3704511"/>
                  </a:lnTo>
                  <a:lnTo>
                    <a:pt x="8226776" y="3872898"/>
                  </a:lnTo>
                  <a:lnTo>
                    <a:pt x="8569559" y="4125479"/>
                  </a:lnTo>
                  <a:lnTo>
                    <a:pt x="8912341" y="4293865"/>
                  </a:lnTo>
                  <a:lnTo>
                    <a:pt x="9255124" y="4546446"/>
                  </a:lnTo>
                  <a:lnTo>
                    <a:pt x="9597906" y="4546446"/>
                  </a:lnTo>
                  <a:lnTo>
                    <a:pt x="9940688" y="4630639"/>
                  </a:lnTo>
                  <a:lnTo>
                    <a:pt x="10283471" y="4714833"/>
                  </a:lnTo>
                  <a:lnTo>
                    <a:pt x="10626253" y="5556767"/>
                  </a:lnTo>
                  <a:lnTo>
                    <a:pt x="10969035" y="5556767"/>
                  </a:lnTo>
                  <a:lnTo>
                    <a:pt x="11311818" y="5640961"/>
                  </a:lnTo>
                  <a:lnTo>
                    <a:pt x="11311818" y="5640961"/>
                  </a:lnTo>
                </a:path>
              </a:pathLst>
            </a:custGeom>
            <a:ln w="19512" cap="flat">
              <a:solidFill>
                <a:srgbClr val="000000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3823494" y="4675250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10336359" y="6695893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11707489" y="7201054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10679142" y="6864280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3137930" y="4001703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11364707" y="7116860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4509059" y="5012024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6908536" y="5432991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7251318" y="5601378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11021924" y="7116860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9993577" y="6443313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4166277" y="5012024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12393054" y="8127182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5537406" y="5264604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2452365" y="3243962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4851842" y="5264604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3480712" y="4085896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7936883" y="5685572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8622448" y="6190732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6565753" y="5432991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13078618" y="8211375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9308012" y="6190732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7594100" y="5601378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2795147" y="3412348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8279665" y="5685572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8965230" y="6190732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12050271" y="7285247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5880189" y="5348798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12735836" y="8127182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9650795" y="6274926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6222971" y="5348798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1766800" y="2570414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2109583" y="3159768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5194624" y="5264604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l419"/>
            <p:cNvSpPr/>
            <p:nvPr/>
          </p:nvSpPr>
          <p:spPr>
            <a:xfrm>
              <a:off x="1596260" y="2223305"/>
              <a:ext cx="0" cy="6023199"/>
            </a:xfrm>
            <a:custGeom>
              <a:avLst/>
              <a:pathLst>
                <a:path w="0" h="6023199">
                  <a:moveTo>
                    <a:pt x="0" y="6023199"/>
                  </a:moveTo>
                  <a:lnTo>
                    <a:pt x="0" y="0"/>
                  </a:lnTo>
                </a:path>
              </a:pathLst>
            </a:custGeom>
            <a:ln w="1626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tx420"/>
            <p:cNvSpPr/>
            <p:nvPr/>
          </p:nvSpPr>
          <p:spPr>
            <a:xfrm>
              <a:off x="1440310" y="8193526"/>
              <a:ext cx="81932" cy="1058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1358378" y="6395196"/>
              <a:ext cx="163864" cy="1061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22" name="tx422"/>
            <p:cNvSpPr/>
            <p:nvPr/>
          </p:nvSpPr>
          <p:spPr>
            <a:xfrm>
              <a:off x="1358378" y="4597298"/>
              <a:ext cx="163864" cy="1061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1358378" y="2799184"/>
              <a:ext cx="163864" cy="1062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424" name="pl424"/>
            <p:cNvSpPr/>
            <p:nvPr/>
          </p:nvSpPr>
          <p:spPr>
            <a:xfrm>
              <a:off x="1555139" y="8246505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l425"/>
            <p:cNvSpPr/>
            <p:nvPr/>
          </p:nvSpPr>
          <p:spPr>
            <a:xfrm>
              <a:off x="1555139" y="6448535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l426"/>
            <p:cNvSpPr/>
            <p:nvPr/>
          </p:nvSpPr>
          <p:spPr>
            <a:xfrm>
              <a:off x="1555139" y="4650565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7"/>
            <p:cNvSpPr/>
            <p:nvPr/>
          </p:nvSpPr>
          <p:spPr>
            <a:xfrm>
              <a:off x="1555139" y="2852595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l428"/>
            <p:cNvSpPr/>
            <p:nvPr/>
          </p:nvSpPr>
          <p:spPr>
            <a:xfrm>
              <a:off x="13319417" y="2223305"/>
              <a:ext cx="0" cy="6023199"/>
            </a:xfrm>
            <a:custGeom>
              <a:avLst/>
              <a:pathLst>
                <a:path w="0" h="6023199">
                  <a:moveTo>
                    <a:pt x="0" y="6023199"/>
                  </a:moveTo>
                  <a:lnTo>
                    <a:pt x="0" y="0"/>
                  </a:lnTo>
                </a:path>
              </a:pathLst>
            </a:custGeom>
            <a:ln w="1626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13319417" y="8246505"/>
              <a:ext cx="41120" cy="0"/>
            </a:xfrm>
            <a:custGeom>
              <a:avLst/>
              <a:pathLst>
                <a:path w="41120" h="0">
                  <a:moveTo>
                    <a:pt x="4112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30"/>
            <p:cNvSpPr/>
            <p:nvPr/>
          </p:nvSpPr>
          <p:spPr>
            <a:xfrm>
              <a:off x="13319417" y="6525591"/>
              <a:ext cx="41120" cy="0"/>
            </a:xfrm>
            <a:custGeom>
              <a:avLst/>
              <a:pathLst>
                <a:path w="41120" h="0">
                  <a:moveTo>
                    <a:pt x="4112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l431"/>
            <p:cNvSpPr/>
            <p:nvPr/>
          </p:nvSpPr>
          <p:spPr>
            <a:xfrm>
              <a:off x="13319417" y="4804676"/>
              <a:ext cx="41120" cy="0"/>
            </a:xfrm>
            <a:custGeom>
              <a:avLst/>
              <a:pathLst>
                <a:path w="41120" h="0">
                  <a:moveTo>
                    <a:pt x="4112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l432"/>
            <p:cNvSpPr/>
            <p:nvPr/>
          </p:nvSpPr>
          <p:spPr>
            <a:xfrm>
              <a:off x="13319417" y="3083762"/>
              <a:ext cx="41120" cy="0"/>
            </a:xfrm>
            <a:custGeom>
              <a:avLst/>
              <a:pathLst>
                <a:path w="41120" h="0">
                  <a:moveTo>
                    <a:pt x="4112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tx433"/>
            <p:cNvSpPr/>
            <p:nvPr/>
          </p:nvSpPr>
          <p:spPr>
            <a:xfrm>
              <a:off x="13393435" y="8193526"/>
              <a:ext cx="335786" cy="1058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0.0%</a:t>
              </a:r>
            </a:p>
          </p:txBody>
        </p:sp>
        <p:sp>
          <p:nvSpPr>
            <p:cNvPr id="434" name="tx434"/>
            <p:cNvSpPr/>
            <p:nvPr/>
          </p:nvSpPr>
          <p:spPr>
            <a:xfrm>
              <a:off x="13393435" y="6472252"/>
              <a:ext cx="335786" cy="1061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2.0%</a:t>
              </a:r>
            </a:p>
          </p:txBody>
        </p:sp>
        <p:sp>
          <p:nvSpPr>
            <p:cNvPr id="435" name="tx435"/>
            <p:cNvSpPr/>
            <p:nvPr/>
          </p:nvSpPr>
          <p:spPr>
            <a:xfrm>
              <a:off x="13393435" y="4751410"/>
              <a:ext cx="335786" cy="1061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4.0%</a:t>
              </a:r>
            </a:p>
          </p:txBody>
        </p:sp>
        <p:sp>
          <p:nvSpPr>
            <p:cNvPr id="436" name="tx436"/>
            <p:cNvSpPr/>
            <p:nvPr/>
          </p:nvSpPr>
          <p:spPr>
            <a:xfrm>
              <a:off x="13393435" y="3030352"/>
              <a:ext cx="335786" cy="1062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6.0%</a:t>
              </a:r>
            </a:p>
          </p:txBody>
        </p:sp>
        <p:sp>
          <p:nvSpPr>
            <p:cNvPr id="437" name="pl437"/>
            <p:cNvSpPr/>
            <p:nvPr/>
          </p:nvSpPr>
          <p:spPr>
            <a:xfrm>
              <a:off x="1596260" y="8246505"/>
              <a:ext cx="11723157" cy="0"/>
            </a:xfrm>
            <a:custGeom>
              <a:avLst/>
              <a:pathLst>
                <a:path w="11723157" h="0">
                  <a:moveTo>
                    <a:pt x="0" y="0"/>
                  </a:moveTo>
                  <a:lnTo>
                    <a:pt x="11723157" y="0"/>
                  </a:lnTo>
                </a:path>
              </a:pathLst>
            </a:custGeom>
            <a:ln w="1626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l438"/>
            <p:cNvSpPr/>
            <p:nvPr/>
          </p:nvSpPr>
          <p:spPr>
            <a:xfrm>
              <a:off x="1801930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l439"/>
            <p:cNvSpPr/>
            <p:nvPr/>
          </p:nvSpPr>
          <p:spPr>
            <a:xfrm>
              <a:off x="2144712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l440"/>
            <p:cNvSpPr/>
            <p:nvPr/>
          </p:nvSpPr>
          <p:spPr>
            <a:xfrm>
              <a:off x="2487494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l441"/>
            <p:cNvSpPr/>
            <p:nvPr/>
          </p:nvSpPr>
          <p:spPr>
            <a:xfrm>
              <a:off x="2830277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3173059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l443"/>
            <p:cNvSpPr/>
            <p:nvPr/>
          </p:nvSpPr>
          <p:spPr>
            <a:xfrm>
              <a:off x="3515842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l444"/>
            <p:cNvSpPr/>
            <p:nvPr/>
          </p:nvSpPr>
          <p:spPr>
            <a:xfrm>
              <a:off x="3858624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l445"/>
            <p:cNvSpPr/>
            <p:nvPr/>
          </p:nvSpPr>
          <p:spPr>
            <a:xfrm>
              <a:off x="4201406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l446"/>
            <p:cNvSpPr/>
            <p:nvPr/>
          </p:nvSpPr>
          <p:spPr>
            <a:xfrm>
              <a:off x="4544189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l447"/>
            <p:cNvSpPr/>
            <p:nvPr/>
          </p:nvSpPr>
          <p:spPr>
            <a:xfrm>
              <a:off x="4886971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l448"/>
            <p:cNvSpPr/>
            <p:nvPr/>
          </p:nvSpPr>
          <p:spPr>
            <a:xfrm>
              <a:off x="5229753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l449"/>
            <p:cNvSpPr/>
            <p:nvPr/>
          </p:nvSpPr>
          <p:spPr>
            <a:xfrm>
              <a:off x="5572536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l450"/>
            <p:cNvSpPr/>
            <p:nvPr/>
          </p:nvSpPr>
          <p:spPr>
            <a:xfrm>
              <a:off x="5915318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l451"/>
            <p:cNvSpPr/>
            <p:nvPr/>
          </p:nvSpPr>
          <p:spPr>
            <a:xfrm>
              <a:off x="6258101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l452"/>
            <p:cNvSpPr/>
            <p:nvPr/>
          </p:nvSpPr>
          <p:spPr>
            <a:xfrm>
              <a:off x="6600883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l453"/>
            <p:cNvSpPr/>
            <p:nvPr/>
          </p:nvSpPr>
          <p:spPr>
            <a:xfrm>
              <a:off x="6943665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l454"/>
            <p:cNvSpPr/>
            <p:nvPr/>
          </p:nvSpPr>
          <p:spPr>
            <a:xfrm>
              <a:off x="7286448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l455"/>
            <p:cNvSpPr/>
            <p:nvPr/>
          </p:nvSpPr>
          <p:spPr>
            <a:xfrm>
              <a:off x="7629230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l456"/>
            <p:cNvSpPr/>
            <p:nvPr/>
          </p:nvSpPr>
          <p:spPr>
            <a:xfrm>
              <a:off x="7972012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l457"/>
            <p:cNvSpPr/>
            <p:nvPr/>
          </p:nvSpPr>
          <p:spPr>
            <a:xfrm>
              <a:off x="8314795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l458"/>
            <p:cNvSpPr/>
            <p:nvPr/>
          </p:nvSpPr>
          <p:spPr>
            <a:xfrm>
              <a:off x="8657577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l459"/>
            <p:cNvSpPr/>
            <p:nvPr/>
          </p:nvSpPr>
          <p:spPr>
            <a:xfrm>
              <a:off x="9000360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l460"/>
            <p:cNvSpPr/>
            <p:nvPr/>
          </p:nvSpPr>
          <p:spPr>
            <a:xfrm>
              <a:off x="9343142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l461"/>
            <p:cNvSpPr/>
            <p:nvPr/>
          </p:nvSpPr>
          <p:spPr>
            <a:xfrm>
              <a:off x="9685924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l462"/>
            <p:cNvSpPr/>
            <p:nvPr/>
          </p:nvSpPr>
          <p:spPr>
            <a:xfrm>
              <a:off x="10028707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l463"/>
            <p:cNvSpPr/>
            <p:nvPr/>
          </p:nvSpPr>
          <p:spPr>
            <a:xfrm>
              <a:off x="10371489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l464"/>
            <p:cNvSpPr/>
            <p:nvPr/>
          </p:nvSpPr>
          <p:spPr>
            <a:xfrm>
              <a:off x="10714271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l465"/>
            <p:cNvSpPr/>
            <p:nvPr/>
          </p:nvSpPr>
          <p:spPr>
            <a:xfrm>
              <a:off x="11057054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l466"/>
            <p:cNvSpPr/>
            <p:nvPr/>
          </p:nvSpPr>
          <p:spPr>
            <a:xfrm>
              <a:off x="11399836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l467"/>
            <p:cNvSpPr/>
            <p:nvPr/>
          </p:nvSpPr>
          <p:spPr>
            <a:xfrm>
              <a:off x="11742619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l468"/>
            <p:cNvSpPr/>
            <p:nvPr/>
          </p:nvSpPr>
          <p:spPr>
            <a:xfrm>
              <a:off x="12085401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l469"/>
            <p:cNvSpPr/>
            <p:nvPr/>
          </p:nvSpPr>
          <p:spPr>
            <a:xfrm>
              <a:off x="12428183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l470"/>
            <p:cNvSpPr/>
            <p:nvPr/>
          </p:nvSpPr>
          <p:spPr>
            <a:xfrm>
              <a:off x="12770966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l471"/>
            <p:cNvSpPr/>
            <p:nvPr/>
          </p:nvSpPr>
          <p:spPr>
            <a:xfrm>
              <a:off x="13113748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tx472"/>
            <p:cNvSpPr/>
            <p:nvPr/>
          </p:nvSpPr>
          <p:spPr>
            <a:xfrm rot="-5400000">
              <a:off x="1564577" y="8473927"/>
              <a:ext cx="442681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Xizang</a:t>
              </a:r>
            </a:p>
          </p:txBody>
        </p:sp>
        <p:sp>
          <p:nvSpPr>
            <p:cNvPr id="473" name="tx473"/>
            <p:cNvSpPr/>
            <p:nvPr/>
          </p:nvSpPr>
          <p:spPr>
            <a:xfrm rot="-5400000">
              <a:off x="1893857" y="8516908"/>
              <a:ext cx="499165" cy="1063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Yunnan</a:t>
              </a:r>
            </a:p>
          </p:txBody>
        </p:sp>
        <p:sp>
          <p:nvSpPr>
            <p:cNvPr id="474" name="tx474"/>
            <p:cNvSpPr/>
            <p:nvPr/>
          </p:nvSpPr>
          <p:spPr>
            <a:xfrm rot="-5400000">
              <a:off x="2272905" y="8480643"/>
              <a:ext cx="426634" cy="1063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Hunan</a:t>
              </a:r>
            </a:p>
          </p:txBody>
        </p:sp>
        <p:sp>
          <p:nvSpPr>
            <p:cNvPr id="475" name="tx475"/>
            <p:cNvSpPr/>
            <p:nvPr/>
          </p:nvSpPr>
          <p:spPr>
            <a:xfrm rot="-5400000">
              <a:off x="2565742" y="8527265"/>
              <a:ext cx="523201" cy="1097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Shaanxi</a:t>
              </a:r>
            </a:p>
          </p:txBody>
        </p:sp>
        <p:sp>
          <p:nvSpPr>
            <p:cNvPr id="476" name="tx476"/>
            <p:cNvSpPr/>
            <p:nvPr/>
          </p:nvSpPr>
          <p:spPr>
            <a:xfrm rot="-5400000">
              <a:off x="2956914" y="8479017"/>
              <a:ext cx="426563" cy="1095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Gansu</a:t>
              </a:r>
            </a:p>
          </p:txBody>
        </p:sp>
        <p:sp>
          <p:nvSpPr>
            <p:cNvPr id="477" name="tx477"/>
            <p:cNvSpPr/>
            <p:nvPr/>
          </p:nvSpPr>
          <p:spPr>
            <a:xfrm rot="-5400000">
              <a:off x="3250317" y="8502098"/>
              <a:ext cx="499024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Jiangsu</a:t>
              </a:r>
            </a:p>
          </p:txBody>
        </p:sp>
        <p:sp>
          <p:nvSpPr>
            <p:cNvPr id="478" name="tx478"/>
            <p:cNvSpPr/>
            <p:nvPr/>
          </p:nvSpPr>
          <p:spPr>
            <a:xfrm rot="-5400000">
              <a:off x="3672276" y="8452542"/>
              <a:ext cx="370291" cy="1062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Anhui</a:t>
              </a:r>
            </a:p>
          </p:txBody>
        </p:sp>
        <p:sp>
          <p:nvSpPr>
            <p:cNvPr id="479" name="tx479"/>
            <p:cNvSpPr/>
            <p:nvPr/>
          </p:nvSpPr>
          <p:spPr>
            <a:xfrm rot="-5400000">
              <a:off x="3986746" y="8480572"/>
              <a:ext cx="426634" cy="1065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Henan</a:t>
              </a:r>
            </a:p>
          </p:txBody>
        </p:sp>
        <p:sp>
          <p:nvSpPr>
            <p:cNvPr id="480" name="tx480"/>
            <p:cNvSpPr/>
            <p:nvPr/>
          </p:nvSpPr>
          <p:spPr>
            <a:xfrm rot="-5400000">
              <a:off x="4257138" y="8520796"/>
              <a:ext cx="539248" cy="1387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Guangxi</a:t>
              </a:r>
            </a:p>
          </p:txBody>
        </p:sp>
        <p:sp>
          <p:nvSpPr>
            <p:cNvPr id="481" name="tx481"/>
            <p:cNvSpPr/>
            <p:nvPr/>
          </p:nvSpPr>
          <p:spPr>
            <a:xfrm rot="-5400000">
              <a:off x="4500738" y="8622807"/>
              <a:ext cx="740442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Neimenggu</a:t>
              </a:r>
            </a:p>
          </p:txBody>
        </p:sp>
        <p:sp>
          <p:nvSpPr>
            <p:cNvPr id="482" name="tx482"/>
            <p:cNvSpPr/>
            <p:nvPr/>
          </p:nvSpPr>
          <p:spPr>
            <a:xfrm rot="-5400000">
              <a:off x="4935881" y="8530093"/>
              <a:ext cx="555367" cy="1362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Zhejiang</a:t>
              </a:r>
            </a:p>
          </p:txBody>
        </p:sp>
        <p:sp>
          <p:nvSpPr>
            <p:cNvPr id="483" name="tx483"/>
            <p:cNvSpPr/>
            <p:nvPr/>
          </p:nvSpPr>
          <p:spPr>
            <a:xfrm rot="-5400000">
              <a:off x="5381876" y="8456218"/>
              <a:ext cx="378280" cy="1068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Hubei</a:t>
              </a:r>
            </a:p>
          </p:txBody>
        </p:sp>
        <p:sp>
          <p:nvSpPr>
            <p:cNvPr id="484" name="tx484"/>
            <p:cNvSpPr/>
            <p:nvPr/>
          </p:nvSpPr>
          <p:spPr>
            <a:xfrm rot="-5400000">
              <a:off x="5650784" y="8527265"/>
              <a:ext cx="523201" cy="1097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Sichuan</a:t>
              </a:r>
            </a:p>
          </p:txBody>
        </p:sp>
        <p:sp>
          <p:nvSpPr>
            <p:cNvPr id="485" name="tx485"/>
            <p:cNvSpPr/>
            <p:nvPr/>
          </p:nvSpPr>
          <p:spPr>
            <a:xfrm rot="-5400000">
              <a:off x="5984517" y="8510157"/>
              <a:ext cx="515142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Xinjiang</a:t>
              </a:r>
            </a:p>
          </p:txBody>
        </p:sp>
        <p:sp>
          <p:nvSpPr>
            <p:cNvPr id="486" name="tx486"/>
            <p:cNvSpPr/>
            <p:nvPr/>
          </p:nvSpPr>
          <p:spPr>
            <a:xfrm rot="-5400000">
              <a:off x="6311146" y="8526310"/>
              <a:ext cx="547449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Liaoning</a:t>
              </a:r>
            </a:p>
          </p:txBody>
        </p:sp>
        <p:sp>
          <p:nvSpPr>
            <p:cNvPr id="487" name="tx487"/>
            <p:cNvSpPr/>
            <p:nvPr/>
          </p:nvSpPr>
          <p:spPr>
            <a:xfrm rot="-5400000">
              <a:off x="6671248" y="8535430"/>
              <a:ext cx="539248" cy="1094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Guizhou</a:t>
              </a:r>
            </a:p>
          </p:txBody>
        </p:sp>
        <p:sp>
          <p:nvSpPr>
            <p:cNvPr id="488" name="tx488"/>
            <p:cNvSpPr/>
            <p:nvPr/>
          </p:nvSpPr>
          <p:spPr>
            <a:xfrm rot="-5400000">
              <a:off x="7055775" y="8496725"/>
              <a:ext cx="458799" cy="1063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Hainan</a:t>
              </a:r>
            </a:p>
          </p:txBody>
        </p:sp>
        <p:sp>
          <p:nvSpPr>
            <p:cNvPr id="489" name="tx489"/>
            <p:cNvSpPr/>
            <p:nvPr/>
          </p:nvSpPr>
          <p:spPr>
            <a:xfrm rot="-5400000">
              <a:off x="7362292" y="8500684"/>
              <a:ext cx="499024" cy="1387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Qinghai</a:t>
              </a:r>
            </a:p>
          </p:txBody>
        </p:sp>
        <p:sp>
          <p:nvSpPr>
            <p:cNvPr id="490" name="tx490"/>
            <p:cNvSpPr/>
            <p:nvPr/>
          </p:nvSpPr>
          <p:spPr>
            <a:xfrm rot="-5400000">
              <a:off x="7730665" y="8477921"/>
              <a:ext cx="450670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Jiangxi</a:t>
              </a:r>
            </a:p>
          </p:txBody>
        </p:sp>
        <p:sp>
          <p:nvSpPr>
            <p:cNvPr id="491" name="tx491"/>
            <p:cNvSpPr/>
            <p:nvPr/>
          </p:nvSpPr>
          <p:spPr>
            <a:xfrm rot="-5400000">
              <a:off x="7967266" y="8581275"/>
              <a:ext cx="660205" cy="1387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Shandong</a:t>
              </a:r>
            </a:p>
          </p:txBody>
        </p:sp>
        <p:sp>
          <p:nvSpPr>
            <p:cNvPr id="492" name="tx492"/>
            <p:cNvSpPr/>
            <p:nvPr/>
          </p:nvSpPr>
          <p:spPr>
            <a:xfrm rot="-5400000">
              <a:off x="8531496" y="8391922"/>
              <a:ext cx="249406" cy="1066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Jilin</a:t>
              </a:r>
            </a:p>
          </p:txBody>
        </p:sp>
        <p:sp>
          <p:nvSpPr>
            <p:cNvPr id="493" name="tx493"/>
            <p:cNvSpPr/>
            <p:nvPr/>
          </p:nvSpPr>
          <p:spPr>
            <a:xfrm rot="-5400000">
              <a:off x="8677008" y="8557097"/>
              <a:ext cx="611851" cy="1387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Shanghai</a:t>
              </a:r>
            </a:p>
          </p:txBody>
        </p:sp>
        <p:sp>
          <p:nvSpPr>
            <p:cNvPr id="494" name="tx494"/>
            <p:cNvSpPr/>
            <p:nvPr/>
          </p:nvSpPr>
          <p:spPr>
            <a:xfrm rot="-5400000">
              <a:off x="9085712" y="8494004"/>
              <a:ext cx="482835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Ningxia</a:t>
              </a:r>
            </a:p>
          </p:txBody>
        </p:sp>
        <p:sp>
          <p:nvSpPr>
            <p:cNvPr id="495" name="tx495"/>
            <p:cNvSpPr/>
            <p:nvPr/>
          </p:nvSpPr>
          <p:spPr>
            <a:xfrm rot="-5400000">
              <a:off x="9457408" y="8466575"/>
              <a:ext cx="426493" cy="1343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Tianjin</a:t>
              </a:r>
            </a:p>
          </p:txBody>
        </p:sp>
        <p:sp>
          <p:nvSpPr>
            <p:cNvPr id="496" name="tx496"/>
            <p:cNvSpPr/>
            <p:nvPr/>
          </p:nvSpPr>
          <p:spPr>
            <a:xfrm rot="-5400000">
              <a:off x="9614267" y="8651014"/>
              <a:ext cx="796855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Heilongjiang</a:t>
              </a:r>
            </a:p>
          </p:txBody>
        </p:sp>
        <p:sp>
          <p:nvSpPr>
            <p:cNvPr id="497" name="tx497"/>
            <p:cNvSpPr/>
            <p:nvPr/>
          </p:nvSpPr>
          <p:spPr>
            <a:xfrm rot="-5400000">
              <a:off x="10138166" y="8469897"/>
              <a:ext cx="434622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Beijing</a:t>
              </a:r>
            </a:p>
          </p:txBody>
        </p:sp>
        <p:sp>
          <p:nvSpPr>
            <p:cNvPr id="498" name="tx498"/>
            <p:cNvSpPr/>
            <p:nvPr/>
          </p:nvSpPr>
          <p:spPr>
            <a:xfrm rot="-5400000">
              <a:off x="10501838" y="8450492"/>
              <a:ext cx="394327" cy="1343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Fujian</a:t>
              </a:r>
            </a:p>
          </p:txBody>
        </p:sp>
        <p:sp>
          <p:nvSpPr>
            <p:cNvPr id="499" name="tx499"/>
            <p:cNvSpPr/>
            <p:nvPr/>
          </p:nvSpPr>
          <p:spPr>
            <a:xfrm rot="-5400000">
              <a:off x="10866394" y="8456218"/>
              <a:ext cx="378280" cy="1068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Hebei</a:t>
              </a:r>
            </a:p>
          </p:txBody>
        </p:sp>
        <p:sp>
          <p:nvSpPr>
            <p:cNvPr id="500" name="tx500"/>
            <p:cNvSpPr/>
            <p:nvPr/>
          </p:nvSpPr>
          <p:spPr>
            <a:xfrm rot="-5400000">
              <a:off x="11004024" y="8629558"/>
              <a:ext cx="756772" cy="1387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Guangdong</a:t>
              </a:r>
            </a:p>
          </p:txBody>
        </p:sp>
        <p:sp>
          <p:nvSpPr>
            <p:cNvPr id="501" name="tx501"/>
            <p:cNvSpPr/>
            <p:nvPr/>
          </p:nvSpPr>
          <p:spPr>
            <a:xfrm rot="-5400000">
              <a:off x="11375013" y="8601351"/>
              <a:ext cx="700359" cy="1387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Chongqing</a:t>
              </a:r>
            </a:p>
          </p:txBody>
        </p:sp>
        <p:sp>
          <p:nvSpPr>
            <p:cNvPr id="502" name="tx502"/>
            <p:cNvSpPr/>
            <p:nvPr/>
          </p:nvSpPr>
          <p:spPr>
            <a:xfrm rot="-5400000">
              <a:off x="11861126" y="8487005"/>
              <a:ext cx="442681" cy="1097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Shanxi</a:t>
              </a:r>
            </a:p>
          </p:txBody>
        </p:sp>
        <p:sp>
          <p:nvSpPr>
            <p:cNvPr id="503" name="tx503"/>
            <p:cNvSpPr/>
            <p:nvPr/>
          </p:nvSpPr>
          <p:spPr>
            <a:xfrm rot="-5400000">
              <a:off x="12049938" y="8614819"/>
              <a:ext cx="724465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Hong Kong</a:t>
              </a:r>
            </a:p>
          </p:txBody>
        </p:sp>
        <p:sp>
          <p:nvSpPr>
            <p:cNvPr id="504" name="tx504"/>
            <p:cNvSpPr/>
            <p:nvPr/>
          </p:nvSpPr>
          <p:spPr>
            <a:xfrm rot="-5400000">
              <a:off x="12536334" y="8500684"/>
              <a:ext cx="466717" cy="1063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Taiwan</a:t>
              </a:r>
            </a:p>
          </p:txBody>
        </p:sp>
        <p:sp>
          <p:nvSpPr>
            <p:cNvPr id="505" name="tx505"/>
            <p:cNvSpPr/>
            <p:nvPr/>
          </p:nvSpPr>
          <p:spPr>
            <a:xfrm rot="-5400000">
              <a:off x="12895199" y="8484601"/>
              <a:ext cx="434552" cy="1063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Macau</a:t>
              </a:r>
            </a:p>
          </p:txBody>
        </p:sp>
        <p:sp>
          <p:nvSpPr>
            <p:cNvPr id="506" name="tx506"/>
            <p:cNvSpPr/>
            <p:nvPr/>
          </p:nvSpPr>
          <p:spPr>
            <a:xfrm>
              <a:off x="7116903" y="9240566"/>
              <a:ext cx="681870" cy="129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Province</a:t>
              </a:r>
            </a:p>
          </p:txBody>
        </p:sp>
        <p:sp>
          <p:nvSpPr>
            <p:cNvPr id="507" name="tx507"/>
            <p:cNvSpPr/>
            <p:nvPr/>
          </p:nvSpPr>
          <p:spPr>
            <a:xfrm rot="-5400000">
              <a:off x="302238" y="5169396"/>
              <a:ext cx="1821488" cy="1310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Number of new records</a:t>
              </a:r>
            </a:p>
          </p:txBody>
        </p:sp>
        <p:sp>
          <p:nvSpPr>
            <p:cNvPr id="508" name="tx508"/>
            <p:cNvSpPr/>
            <p:nvPr/>
          </p:nvSpPr>
          <p:spPr>
            <a:xfrm rot="5400000">
              <a:off x="13443141" y="5152666"/>
              <a:ext cx="896410" cy="1644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Percentage</a:t>
              </a:r>
            </a:p>
          </p:txBody>
        </p:sp>
        <p:sp>
          <p:nvSpPr>
            <p:cNvPr id="509" name="rc509"/>
            <p:cNvSpPr/>
            <p:nvPr/>
          </p:nvSpPr>
          <p:spPr>
            <a:xfrm>
              <a:off x="3745980" y="1315087"/>
              <a:ext cx="7423718" cy="7437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0" name="rc510"/>
            <p:cNvSpPr/>
            <p:nvPr/>
          </p:nvSpPr>
          <p:spPr>
            <a:xfrm>
              <a:off x="3828221" y="1397328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1" name="rc511"/>
            <p:cNvSpPr/>
            <p:nvPr/>
          </p:nvSpPr>
          <p:spPr>
            <a:xfrm>
              <a:off x="3838858" y="1407964"/>
              <a:ext cx="284727" cy="116983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2" name="rc512"/>
            <p:cNvSpPr/>
            <p:nvPr/>
          </p:nvSpPr>
          <p:spPr>
            <a:xfrm>
              <a:off x="5657602" y="1397328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3" name="rc513"/>
            <p:cNvSpPr/>
            <p:nvPr/>
          </p:nvSpPr>
          <p:spPr>
            <a:xfrm>
              <a:off x="5668238" y="1407964"/>
              <a:ext cx="284727" cy="116983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4" name="rc514"/>
            <p:cNvSpPr/>
            <p:nvPr/>
          </p:nvSpPr>
          <p:spPr>
            <a:xfrm>
              <a:off x="7568627" y="1397328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5" name="rc515"/>
            <p:cNvSpPr/>
            <p:nvPr/>
          </p:nvSpPr>
          <p:spPr>
            <a:xfrm>
              <a:off x="7579264" y="1407964"/>
              <a:ext cx="284727" cy="116983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6" name="rc516"/>
            <p:cNvSpPr/>
            <p:nvPr/>
          </p:nvSpPr>
          <p:spPr>
            <a:xfrm>
              <a:off x="9340533" y="1397328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7" name="rc517"/>
            <p:cNvSpPr/>
            <p:nvPr/>
          </p:nvSpPr>
          <p:spPr>
            <a:xfrm>
              <a:off x="9351169" y="1407964"/>
              <a:ext cx="284727" cy="116983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8" name="rc518"/>
            <p:cNvSpPr/>
            <p:nvPr/>
          </p:nvSpPr>
          <p:spPr>
            <a:xfrm>
              <a:off x="3828221" y="1617826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9" name="rc519"/>
            <p:cNvSpPr/>
            <p:nvPr/>
          </p:nvSpPr>
          <p:spPr>
            <a:xfrm>
              <a:off x="3838858" y="1628462"/>
              <a:ext cx="284727" cy="116983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0" name="rc520"/>
            <p:cNvSpPr/>
            <p:nvPr/>
          </p:nvSpPr>
          <p:spPr>
            <a:xfrm>
              <a:off x="5657602" y="1617826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1" name="rc521"/>
            <p:cNvSpPr/>
            <p:nvPr/>
          </p:nvSpPr>
          <p:spPr>
            <a:xfrm>
              <a:off x="5668238" y="1628462"/>
              <a:ext cx="284727" cy="116983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2" name="rc522"/>
            <p:cNvSpPr/>
            <p:nvPr/>
          </p:nvSpPr>
          <p:spPr>
            <a:xfrm>
              <a:off x="7568627" y="1617826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3" name="rc523"/>
            <p:cNvSpPr/>
            <p:nvPr/>
          </p:nvSpPr>
          <p:spPr>
            <a:xfrm>
              <a:off x="7579264" y="1628462"/>
              <a:ext cx="284727" cy="116983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4" name="rc524"/>
            <p:cNvSpPr/>
            <p:nvPr/>
          </p:nvSpPr>
          <p:spPr>
            <a:xfrm>
              <a:off x="9340533" y="1617826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5" name="rc525"/>
            <p:cNvSpPr/>
            <p:nvPr/>
          </p:nvSpPr>
          <p:spPr>
            <a:xfrm>
              <a:off x="9351169" y="1628462"/>
              <a:ext cx="284727" cy="116983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6" name="rc526"/>
            <p:cNvSpPr/>
            <p:nvPr/>
          </p:nvSpPr>
          <p:spPr>
            <a:xfrm>
              <a:off x="3828221" y="1838324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7" name="rc527"/>
            <p:cNvSpPr/>
            <p:nvPr/>
          </p:nvSpPr>
          <p:spPr>
            <a:xfrm>
              <a:off x="3838858" y="1848960"/>
              <a:ext cx="284727" cy="116983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8" name="rc528"/>
            <p:cNvSpPr/>
            <p:nvPr/>
          </p:nvSpPr>
          <p:spPr>
            <a:xfrm>
              <a:off x="5657602" y="1838324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9" name="rc529"/>
            <p:cNvSpPr/>
            <p:nvPr/>
          </p:nvSpPr>
          <p:spPr>
            <a:xfrm>
              <a:off x="5668238" y="1848960"/>
              <a:ext cx="284727" cy="116983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0" name="rc530"/>
            <p:cNvSpPr/>
            <p:nvPr/>
          </p:nvSpPr>
          <p:spPr>
            <a:xfrm>
              <a:off x="7568627" y="1838324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1" name="rc531"/>
            <p:cNvSpPr/>
            <p:nvPr/>
          </p:nvSpPr>
          <p:spPr>
            <a:xfrm>
              <a:off x="7579264" y="1848960"/>
              <a:ext cx="284727" cy="116983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2" name="tx532"/>
            <p:cNvSpPr/>
            <p:nvPr/>
          </p:nvSpPr>
          <p:spPr>
            <a:xfrm>
              <a:off x="4216463" y="1407651"/>
              <a:ext cx="1268836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PASSERIFORMES</a:t>
              </a:r>
            </a:p>
          </p:txBody>
        </p:sp>
        <p:sp>
          <p:nvSpPr>
            <p:cNvPr id="533" name="tx533"/>
            <p:cNvSpPr/>
            <p:nvPr/>
          </p:nvSpPr>
          <p:spPr>
            <a:xfrm>
              <a:off x="6045844" y="1407651"/>
              <a:ext cx="1440542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CHARADRIIFORMES</a:t>
              </a:r>
            </a:p>
          </p:txBody>
        </p:sp>
        <p:sp>
          <p:nvSpPr>
            <p:cNvPr id="534" name="tx534"/>
            <p:cNvSpPr/>
            <p:nvPr/>
          </p:nvSpPr>
          <p:spPr>
            <a:xfrm>
              <a:off x="7956869" y="1407651"/>
              <a:ext cx="1178703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ANSERIFORMES</a:t>
              </a:r>
            </a:p>
          </p:txBody>
        </p:sp>
        <p:sp>
          <p:nvSpPr>
            <p:cNvPr id="535" name="tx535"/>
            <p:cNvSpPr/>
            <p:nvPr/>
          </p:nvSpPr>
          <p:spPr>
            <a:xfrm>
              <a:off x="9728775" y="1407651"/>
              <a:ext cx="1358681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ACCIPITRIFORMES</a:t>
              </a:r>
            </a:p>
          </p:txBody>
        </p:sp>
        <p:sp>
          <p:nvSpPr>
            <p:cNvPr id="536" name="tx536"/>
            <p:cNvSpPr/>
            <p:nvPr/>
          </p:nvSpPr>
          <p:spPr>
            <a:xfrm>
              <a:off x="4216463" y="1628149"/>
              <a:ext cx="1358897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PELECANIFORMES</a:t>
              </a:r>
            </a:p>
          </p:txBody>
        </p:sp>
        <p:sp>
          <p:nvSpPr>
            <p:cNvPr id="537" name="tx537"/>
            <p:cNvSpPr/>
            <p:nvPr/>
          </p:nvSpPr>
          <p:spPr>
            <a:xfrm>
              <a:off x="6045844" y="1628149"/>
              <a:ext cx="998510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GRUIFORMES</a:t>
              </a:r>
            </a:p>
          </p:txBody>
        </p:sp>
        <p:sp>
          <p:nvSpPr>
            <p:cNvPr id="538" name="tx538"/>
            <p:cNvSpPr/>
            <p:nvPr/>
          </p:nvSpPr>
          <p:spPr>
            <a:xfrm>
              <a:off x="7956869" y="1628149"/>
              <a:ext cx="1301422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COLUMBIFORMES</a:t>
              </a:r>
            </a:p>
          </p:txBody>
        </p:sp>
        <p:sp>
          <p:nvSpPr>
            <p:cNvPr id="539" name="tx539"/>
            <p:cNvSpPr/>
            <p:nvPr/>
          </p:nvSpPr>
          <p:spPr>
            <a:xfrm>
              <a:off x="9728775" y="1628149"/>
              <a:ext cx="1121300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STRIGIFORMES</a:t>
              </a:r>
            </a:p>
          </p:txBody>
        </p:sp>
        <p:sp>
          <p:nvSpPr>
            <p:cNvPr id="540" name="tx540"/>
            <p:cNvSpPr/>
            <p:nvPr/>
          </p:nvSpPr>
          <p:spPr>
            <a:xfrm>
              <a:off x="4216463" y="1848647"/>
              <a:ext cx="1244091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CORACIIFORMES</a:t>
              </a:r>
            </a:p>
          </p:txBody>
        </p:sp>
        <p:sp>
          <p:nvSpPr>
            <p:cNvPr id="541" name="tx541"/>
            <p:cNvSpPr/>
            <p:nvPr/>
          </p:nvSpPr>
          <p:spPr>
            <a:xfrm>
              <a:off x="6045844" y="1848647"/>
              <a:ext cx="957723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SULIFORMES</a:t>
              </a:r>
            </a:p>
          </p:txBody>
        </p:sp>
        <p:sp>
          <p:nvSpPr>
            <p:cNvPr id="542" name="tx542"/>
            <p:cNvSpPr/>
            <p:nvPr/>
          </p:nvSpPr>
          <p:spPr>
            <a:xfrm>
              <a:off x="7956869" y="1848647"/>
              <a:ext cx="613881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OTHERS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dingchenchen</cp:lastModifiedBy>
  <cp:revision>7</cp:revision>
  <dcterms:created xsi:type="dcterms:W3CDTF">2015-07-14T21:05:00Z</dcterms:created>
  <dcterms:modified xsi:type="dcterms:W3CDTF">2026-04-01T18:13:14Z</dcterms:modified>
</cp:coreProperties>
</file>