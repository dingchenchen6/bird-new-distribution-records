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51560" y="1188562"/>
            <a:ext cx="12984480" cy="8321040"/>
            <a:chOff x="1051560" y="1188562"/>
            <a:chExt cx="12984480" cy="8321040"/>
          </a:xfrm>
        </p:grpSpPr>
        <p:sp>
          <p:nvSpPr>
            <p:cNvPr id="3" name="rc3"/>
            <p:cNvSpPr/>
            <p:nvPr/>
          </p:nvSpPr>
          <p:spPr>
            <a:xfrm>
              <a:off x="1051560" y="1188561"/>
              <a:ext cx="12984480" cy="8321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51560" y="1188561"/>
              <a:ext cx="12984480" cy="8321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96260" y="2664301"/>
              <a:ext cx="11723157" cy="55822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596260" y="824650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96260" y="658017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6260" y="4913846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96260" y="3247516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35222" y="7080074"/>
              <a:ext cx="246803" cy="33326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735222" y="6830125"/>
              <a:ext cx="246803" cy="24994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735222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735222" y="6413542"/>
              <a:ext cx="246803" cy="4165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735222" y="807987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735222" y="7829922"/>
              <a:ext cx="246803" cy="8331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735222" y="799655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735222" y="799655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735222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735222" y="7996555"/>
              <a:ext cx="246803" cy="83316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735222" y="8079872"/>
              <a:ext cx="246803" cy="83316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735222" y="7579973"/>
              <a:ext cx="246803" cy="249949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73522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735222" y="4747213"/>
              <a:ext cx="246803" cy="166632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735222" y="7413340"/>
              <a:ext cx="246803" cy="16663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35222" y="8079872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735222" y="807987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735222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735222" y="8163188"/>
              <a:ext cx="246803" cy="83316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735222" y="7913239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735222" y="799655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0248087" y="7579973"/>
              <a:ext cx="246803" cy="16663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0248087" y="7496656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0248087" y="7413340"/>
              <a:ext cx="246803" cy="8331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0248087" y="8163188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0248087" y="78299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0248087" y="7913239"/>
              <a:ext cx="246803" cy="8331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0248087" y="8079872"/>
              <a:ext cx="246803" cy="83316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0248087" y="8163188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0248087" y="7746606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0248087" y="6746808"/>
              <a:ext cx="246803" cy="66653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0248087" y="7746606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0248087" y="8163188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0248087" y="8163188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0248087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0248087" y="7829922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0248087" y="7996555"/>
              <a:ext cx="246803" cy="8331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1619217" y="8079872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1619217" y="7996555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1619217" y="7829922"/>
              <a:ext cx="246803" cy="16663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1619217" y="816318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1619217" y="8163188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1619217" y="7246707"/>
              <a:ext cx="246803" cy="58321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11619217" y="8163188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1619217" y="8163188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11619217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0590870" y="7579973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0590870" y="7496656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0590870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0590870" y="7080074"/>
              <a:ext cx="246803" cy="4165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10590870" y="807987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10590870" y="7746606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0590870" y="7746606"/>
              <a:ext cx="246803" cy="16663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10590870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10590870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10590870" y="807987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10590870" y="8079872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10590870" y="7663289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10590870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10590870" y="6913441"/>
              <a:ext cx="246803" cy="16663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10590870" y="7663289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10590870" y="8079872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10590870" y="807987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10590870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10590870" y="8079872"/>
              <a:ext cx="246803" cy="166632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10590870" y="7746606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10590870" y="7913239"/>
              <a:ext cx="246803" cy="16663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3049658" y="6580175"/>
              <a:ext cx="246803" cy="74984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3049658" y="6330226"/>
              <a:ext cx="246803" cy="24994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3049658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3049658" y="5913643"/>
              <a:ext cx="246803" cy="4165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3049658" y="7913239"/>
              <a:ext cx="246803" cy="83316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3049658" y="7663289"/>
              <a:ext cx="246803" cy="16663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3049658" y="791323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3049658" y="7913239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049658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3049658" y="7913239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3049658" y="8079872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3049658" y="7496656"/>
              <a:ext cx="246803" cy="16663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3049658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3049658" y="4080681"/>
              <a:ext cx="246803" cy="183296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049658" y="7330023"/>
              <a:ext cx="246803" cy="16663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3049658" y="8079872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3049658" y="7996555"/>
              <a:ext cx="246803" cy="83316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3049658" y="8079872"/>
              <a:ext cx="246803" cy="166632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3049658" y="8079872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3049658" y="7829922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3049658" y="791323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1276434" y="7579973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11276434" y="7496656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1276434" y="7496656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1276434" y="8163188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11276434" y="7829922"/>
              <a:ext cx="246803" cy="16663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11276434" y="799655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1276434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11276434" y="8079872"/>
              <a:ext cx="246803" cy="83316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11276434" y="7746606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11276434" y="7163391"/>
              <a:ext cx="246803" cy="33326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11276434" y="7663289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11276434" y="8163188"/>
              <a:ext cx="246803" cy="83316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11276434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11276434" y="799655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11276434" y="7996555"/>
              <a:ext cx="246803" cy="8331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4420787" y="7330023"/>
              <a:ext cx="246803" cy="16663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4420787" y="7246707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420787" y="8163188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420787" y="6913441"/>
              <a:ext cx="246803" cy="33326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420787" y="799655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420787" y="766328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4420787" y="791323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4420787" y="7913239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4420787" y="8163188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420787" y="7913239"/>
              <a:ext cx="246803" cy="83316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4420787" y="8163188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4420787" y="7663289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420787" y="8163188"/>
              <a:ext cx="246803" cy="8331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4420787" y="5080479"/>
              <a:ext cx="246803" cy="183296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4420787" y="7496656"/>
              <a:ext cx="246803" cy="16663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4420787" y="8163188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4420787" y="7996555"/>
              <a:ext cx="246803" cy="166632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4420787" y="8163188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4420787" y="8163188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4420787" y="7663289"/>
              <a:ext cx="246803" cy="249949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4420787" y="791323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6820264" y="7746606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6820264" y="7413340"/>
              <a:ext cx="246803" cy="33326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820264" y="8079872"/>
              <a:ext cx="246803" cy="166632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6820264" y="6996758"/>
              <a:ext cx="246803" cy="4165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6820264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682026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6820264" y="5497061"/>
              <a:ext cx="246803" cy="149969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6820264" y="7829922"/>
              <a:ext cx="246803" cy="24994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6820264" y="807987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7163046" y="7913239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163046" y="7746606"/>
              <a:ext cx="246803" cy="16663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7163046" y="6913441"/>
              <a:ext cx="246803" cy="83316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7163046" y="816318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7163046" y="8163188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7163046" y="5663694"/>
              <a:ext cx="246803" cy="124974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7163046" y="7996555"/>
              <a:ext cx="246803" cy="16663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7163046" y="8163188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7163046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10933652" y="7829922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10933652" y="7663289"/>
              <a:ext cx="246803" cy="16663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10933652" y="7579973"/>
              <a:ext cx="246803" cy="8331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10933652" y="8079872"/>
              <a:ext cx="246803" cy="83316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10933652" y="78299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10933652" y="791323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10933652" y="7996555"/>
              <a:ext cx="246803" cy="83316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10933652" y="807987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10933652" y="8163188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10933652" y="782992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10933652" y="7163391"/>
              <a:ext cx="246803" cy="41658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10933652" y="7829922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10933652" y="8163188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10933652" y="8163188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10933652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10933652" y="8163188"/>
              <a:ext cx="246803" cy="83316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10933652" y="7829922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10933652" y="7913239"/>
              <a:ext cx="246803" cy="8331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9905305" y="7746606"/>
              <a:ext cx="246803" cy="16663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9905305" y="7663289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9905305" y="7579973"/>
              <a:ext cx="246803" cy="8331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9905305" y="8079872"/>
              <a:ext cx="246803" cy="8331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9905305" y="816318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9905305" y="8163188"/>
              <a:ext cx="246803" cy="83316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9905305" y="7996555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9905305" y="6496859"/>
              <a:ext cx="246803" cy="108311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9905305" y="7913239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9905305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9905305" y="816318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9905305" y="816318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4078005" y="7496656"/>
              <a:ext cx="246803" cy="24994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4078005" y="7163391"/>
              <a:ext cx="246803" cy="33326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4078005" y="6913441"/>
              <a:ext cx="246803" cy="24994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4078005" y="7829922"/>
              <a:ext cx="246803" cy="8331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4078005" y="7996555"/>
              <a:ext cx="246803" cy="8331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4078005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4078005" y="8079872"/>
              <a:ext cx="246803" cy="166632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4078005" y="782992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4078005" y="5080479"/>
              <a:ext cx="246803" cy="183296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4078005" y="7746606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4078005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4078005" y="7913239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4078005" y="807987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12304782" y="8163188"/>
              <a:ext cx="246803" cy="8331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12304782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5449134" y="8163188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5449134" y="7996555"/>
              <a:ext cx="246803" cy="16663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5449134" y="7413340"/>
              <a:ext cx="246803" cy="58321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5449134" y="5330428"/>
              <a:ext cx="246803" cy="208291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5449134" y="8163188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5449134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2364093" y="7163391"/>
              <a:ext cx="246803" cy="49989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2364093" y="7080074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2364093" y="8163188"/>
              <a:ext cx="246803" cy="83316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2364093" y="6663492"/>
              <a:ext cx="246803" cy="41658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2364093" y="7996555"/>
              <a:ext cx="246803" cy="83316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2364093" y="7829922"/>
              <a:ext cx="246803" cy="8331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2364093" y="799655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2364093" y="799655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2364093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2364093" y="799655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2364093" y="8163188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2364093" y="7746606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2364093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2364093" y="3330833"/>
              <a:ext cx="246803" cy="333265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2364093" y="7663289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2364093" y="8163188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2364093" y="8079872"/>
              <a:ext cx="246803" cy="83316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2364093" y="8163188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2364093" y="8163188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2364093" y="7913239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2364093" y="799655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4763569" y="7330023"/>
              <a:ext cx="246803" cy="16663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4763569" y="7246707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4763569" y="8163188"/>
              <a:ext cx="246803" cy="83316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4763569" y="6913441"/>
              <a:ext cx="246803" cy="33326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4763569" y="807987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4763569" y="7746606"/>
              <a:ext cx="246803" cy="16663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4763569" y="7996555"/>
              <a:ext cx="246803" cy="8331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4763569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4763569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4763569" y="807987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4763569" y="8163188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4763569" y="7496656"/>
              <a:ext cx="246803" cy="249949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4763569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4763569" y="5330428"/>
              <a:ext cx="246803" cy="158301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4763569" y="7496656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4763569" y="8079872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4763569" y="807987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4763569" y="8163188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4763569" y="8163188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4763569" y="7913239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4763569" y="807987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3392440" y="7246707"/>
              <a:ext cx="246803" cy="24994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3392440" y="7080074"/>
              <a:ext cx="246803" cy="16663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3392440" y="6580175"/>
              <a:ext cx="246803" cy="49989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3392440" y="8163188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3392440" y="7746606"/>
              <a:ext cx="246803" cy="8331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3392440" y="7829922"/>
              <a:ext cx="246803" cy="8331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3392440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3392440" y="8079872"/>
              <a:ext cx="246803" cy="83316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3392440" y="8163188"/>
              <a:ext cx="246803" cy="83316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3392440" y="7746606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392440" y="4163998"/>
              <a:ext cx="246803" cy="241617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3392440" y="7496656"/>
              <a:ext cx="246803" cy="24994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3392440" y="8163188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3392440" y="8163188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3392440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3392440" y="782992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3392440" y="7913239"/>
              <a:ext cx="246803" cy="16663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7848611" y="7746606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7848611" y="7663289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7848611" y="7413340"/>
              <a:ext cx="246803" cy="24994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7848611" y="7913239"/>
              <a:ext cx="246803" cy="16663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7848611" y="816318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7848611" y="7829922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7848611" y="5747011"/>
              <a:ext cx="246803" cy="166632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7848611" y="7746606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7848611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7848611" y="8079872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7848611" y="8163188"/>
              <a:ext cx="246803" cy="8331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8534176" y="7829922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8534176" y="7330023"/>
              <a:ext cx="246803" cy="49989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8534176" y="6830125"/>
              <a:ext cx="246803" cy="49989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8534176" y="8163188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8534176" y="8079872"/>
              <a:ext cx="246803" cy="8331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8534176" y="816318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8534176" y="8163188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8534176" y="8163188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8534176" y="8163188"/>
              <a:ext cx="246803" cy="83316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8534176" y="7913239"/>
              <a:ext cx="246803" cy="16663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8534176" y="6246909"/>
              <a:ext cx="246803" cy="58321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8534176" y="7829922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8534176" y="8163188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8534176" y="8163188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8534176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8534176" y="816318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8534176" y="8163188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6477481" y="7163391"/>
              <a:ext cx="246803" cy="33326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6477481" y="6913441"/>
              <a:ext cx="246803" cy="24994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6477481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6477481" y="6330226"/>
              <a:ext cx="246803" cy="58321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6477481" y="807987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6477481" y="766328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6477481" y="7663289"/>
              <a:ext cx="246803" cy="8331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6477481" y="7913239"/>
              <a:ext cx="246803" cy="166632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6477481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6477481" y="807987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6477481" y="8163188"/>
              <a:ext cx="246803" cy="83316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6477481" y="7579973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6477481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6477481" y="5497061"/>
              <a:ext cx="246803" cy="83316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6477481" y="7496656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6477481" y="8079872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6477481" y="807987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6477481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6477481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6477481" y="7663289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6477481" y="7746606"/>
              <a:ext cx="246803" cy="166632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12990346" y="824650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9219740" y="7663289"/>
              <a:ext cx="246803" cy="24994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9219740" y="7579973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9219740" y="7246707"/>
              <a:ext cx="246803" cy="33326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9219740" y="8079872"/>
              <a:ext cx="246803" cy="83316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9219740" y="807987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9219740" y="807987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9219740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9219740" y="807987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9219740" y="7913239"/>
              <a:ext cx="246803" cy="16663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9219740" y="6246909"/>
              <a:ext cx="246803" cy="99979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9219740" y="7913239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9219740" y="8163188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9219740" y="8163188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9219740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9219740" y="807987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9219740" y="807987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7505828" y="7496656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7505828" y="7496656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7505828" y="7413340"/>
              <a:ext cx="246803" cy="8331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7505828" y="7996555"/>
              <a:ext cx="246803" cy="83316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7505828" y="7746606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7505828" y="7746606"/>
              <a:ext cx="246803" cy="16663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7505828" y="7913239"/>
              <a:ext cx="246803" cy="83316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7505828" y="799655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7505828" y="7663289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7505828" y="5663694"/>
              <a:ext cx="246803" cy="174964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7505828" y="7579973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7505828" y="8163188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7505828" y="8079872"/>
              <a:ext cx="246803" cy="83316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7505828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7505828" y="7746606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7505828" y="791323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2706875" y="6746808"/>
              <a:ext cx="246803" cy="41658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2706875" y="6413542"/>
              <a:ext cx="246803" cy="33326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2706875" y="8163188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2706875" y="5580378"/>
              <a:ext cx="246803" cy="83316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2706875" y="7746606"/>
              <a:ext cx="246803" cy="83316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2706875" y="7413340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2706875" y="7413340"/>
              <a:ext cx="246803" cy="8331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2706875" y="7579973"/>
              <a:ext cx="246803" cy="166632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2706875" y="8163188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2706875" y="7746606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2706875" y="7913239"/>
              <a:ext cx="246803" cy="83316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2706875" y="7330023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2706875" y="8163188"/>
              <a:ext cx="246803" cy="8331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2706875" y="3497466"/>
              <a:ext cx="246803" cy="208291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2706875" y="7163391"/>
              <a:ext cx="246803" cy="16663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2706875" y="7829922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2706875" y="782992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2706875" y="7996555"/>
              <a:ext cx="246803" cy="166632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2706875" y="799655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2706875" y="7413340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2706875" y="7496656"/>
              <a:ext cx="246803" cy="8331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8191393" y="7579973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8191393" y="7246707"/>
              <a:ext cx="246803" cy="33326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8191393" y="6913441"/>
              <a:ext cx="246803" cy="33326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8191393" y="807987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8191393" y="782992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8191393" y="7829922"/>
              <a:ext cx="246803" cy="16663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8191393" y="799655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8191393" y="7996555"/>
              <a:ext cx="246803" cy="83316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8191393" y="7746606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8191393" y="5747011"/>
              <a:ext cx="246803" cy="116643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8191393" y="7663289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8191393" y="8163188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8191393" y="8079872"/>
              <a:ext cx="246803" cy="83316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8191393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8191393" y="782992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8191393" y="7996555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8876958" y="7913239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8876958" y="7746606"/>
              <a:ext cx="246803" cy="16663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8876958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8876958" y="7579973"/>
              <a:ext cx="246803" cy="16663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8876958" y="807987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8876958" y="799655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8876958" y="7996555"/>
              <a:ext cx="246803" cy="83316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8876958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8876958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8876958" y="807987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8876958" y="8163188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8876958" y="7996555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8876958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8876958" y="6246909"/>
              <a:ext cx="246803" cy="133306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8876958" y="7996555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8876958" y="8079872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8876958" y="807987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8876958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8876958" y="8163188"/>
              <a:ext cx="246803" cy="83316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8876958" y="7996555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8876958" y="807987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11961999" y="7746606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11961999" y="7746606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11961999" y="7663289"/>
              <a:ext cx="246803" cy="8331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11961999" y="7996555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11961999" y="807987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11961999" y="8079872"/>
              <a:ext cx="246803" cy="83316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11961999" y="8163188"/>
              <a:ext cx="246803" cy="83316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11961999" y="7913239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11961999" y="7330023"/>
              <a:ext cx="246803" cy="33326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11961999" y="7829922"/>
              <a:ext cx="246803" cy="83316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11961999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11961999" y="7996555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11961999" y="807987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5791917" y="7496656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5791917" y="7330023"/>
              <a:ext cx="246803" cy="16663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5791917" y="6746808"/>
              <a:ext cx="246803" cy="58321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5791917" y="7996555"/>
              <a:ext cx="246803" cy="83316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5791917" y="7913239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5791917" y="7913239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5791917" y="7913239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5791917" y="7913239"/>
              <a:ext cx="246803" cy="83316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5791917" y="8163188"/>
              <a:ext cx="246803" cy="83316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5791917" y="7746606"/>
              <a:ext cx="246803" cy="16663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5791917" y="5413745"/>
              <a:ext cx="246803" cy="133306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5791917" y="7579973"/>
              <a:ext cx="246803" cy="16663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5791917" y="8163188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5791917" y="8079872"/>
              <a:ext cx="246803" cy="83316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5791917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5791917" y="7913239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5791917" y="7913239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12647564" y="8163188"/>
              <a:ext cx="24680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12647564" y="8163188"/>
              <a:ext cx="24680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12647564" y="8163188"/>
              <a:ext cx="24680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12647564" y="8163188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12647564" y="8163188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12647564" y="8163188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12647564" y="8163188"/>
              <a:ext cx="246803" cy="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12647564" y="8163188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12647564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12647564" y="8163188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12647564" y="8163188"/>
              <a:ext cx="246803" cy="8331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9562523" y="7579973"/>
              <a:ext cx="246803" cy="16663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9562523" y="7496656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9562523" y="7246707"/>
              <a:ext cx="246803" cy="249949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9562523" y="8079872"/>
              <a:ext cx="246803" cy="83316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9562523" y="807987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9562523" y="807987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9562523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9562523" y="807987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9562523" y="8163188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9562523" y="7996555"/>
              <a:ext cx="246803" cy="83316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9562523" y="6330226"/>
              <a:ext cx="246803" cy="91648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9562523" y="7746606"/>
              <a:ext cx="246803" cy="24994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9562523" y="8163188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9562523" y="8163188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9562523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9562523" y="8163188"/>
              <a:ext cx="246803" cy="83316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9562523" y="807987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9562523" y="807987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6134699" y="7663289"/>
              <a:ext cx="246803" cy="249949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6134699" y="7413340"/>
              <a:ext cx="246803" cy="24994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6134699" y="6830125"/>
              <a:ext cx="246803" cy="58321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6134699" y="8079872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6134699" y="8079872"/>
              <a:ext cx="24680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6134699" y="8079872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6134699" y="8079872"/>
              <a:ext cx="24680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6134699" y="8079872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6134699" y="8163188"/>
              <a:ext cx="246803" cy="83316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6134699" y="8079872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6134699" y="5413745"/>
              <a:ext cx="246803" cy="141638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6134699" y="7913239"/>
              <a:ext cx="246803" cy="16663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6134699" y="8079872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6134699" y="8079872"/>
              <a:ext cx="24680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6134699" y="824650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6134699" y="8079872"/>
              <a:ext cx="24680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6134699" y="8079872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1678528" y="6746808"/>
              <a:ext cx="246803" cy="16663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1678528" y="6496859"/>
              <a:ext cx="246803" cy="249949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1678528" y="8079872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1678528" y="5913643"/>
              <a:ext cx="246803" cy="58321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1678528" y="7829922"/>
              <a:ext cx="246803" cy="83316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1678528" y="7163391"/>
              <a:ext cx="246803" cy="83316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1678528" y="7330023"/>
              <a:ext cx="246803" cy="166632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1678528" y="7496656"/>
              <a:ext cx="246803" cy="166632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1678528" y="8079872"/>
              <a:ext cx="246803" cy="83316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1678528" y="7663289"/>
              <a:ext cx="246803" cy="166632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1678528" y="7996555"/>
              <a:ext cx="24680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1678528" y="7163391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1678528" y="8163188"/>
              <a:ext cx="246803" cy="83316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1678528" y="2664301"/>
              <a:ext cx="246803" cy="324934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1678528" y="6913441"/>
              <a:ext cx="246803" cy="24994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1678528" y="799655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1678528" y="7913239"/>
              <a:ext cx="246803" cy="83316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1678528" y="7996555"/>
              <a:ext cx="246803" cy="83316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1678528" y="7996555"/>
              <a:ext cx="24680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1678528" y="7246707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1678528" y="7496656"/>
              <a:ext cx="24680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2021310" y="6163593"/>
              <a:ext cx="246803" cy="16663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2021310" y="5747011"/>
              <a:ext cx="246803" cy="41658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2021310" y="8163188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2021310" y="4247314"/>
              <a:ext cx="246803" cy="149969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2021310" y="7663289"/>
              <a:ext cx="246803" cy="166632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2021310" y="7080074"/>
              <a:ext cx="246803" cy="16663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2021310" y="7330023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2021310" y="7413340"/>
              <a:ext cx="246803" cy="83316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2021310" y="8163188"/>
              <a:ext cx="246803" cy="83316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2021310" y="7496656"/>
              <a:ext cx="246803" cy="166632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2021310" y="7996555"/>
              <a:ext cx="246803" cy="83316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2021310" y="6580175"/>
              <a:ext cx="246803" cy="49989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2021310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2021310" y="3247516"/>
              <a:ext cx="246803" cy="99979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2021310" y="6330226"/>
              <a:ext cx="246803" cy="249949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2021310" y="7913239"/>
              <a:ext cx="246803" cy="83316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2021310" y="7829922"/>
              <a:ext cx="246803" cy="83316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2021310" y="8163188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2021310" y="8079872"/>
              <a:ext cx="246803" cy="83316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2021310" y="7246707"/>
              <a:ext cx="246803" cy="83316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2021310" y="7330023"/>
              <a:ext cx="246803" cy="8331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5106352" y="7246707"/>
              <a:ext cx="246803" cy="8331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5106352" y="7163391"/>
              <a:ext cx="246803" cy="83316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5106352" y="8246505"/>
              <a:ext cx="24680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5106352" y="6663492"/>
              <a:ext cx="246803" cy="49989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5106352" y="7913239"/>
              <a:ext cx="24680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5106352" y="7330023"/>
              <a:ext cx="246803" cy="249949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5106352" y="7746606"/>
              <a:ext cx="24680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5106352" y="7829922"/>
              <a:ext cx="246803" cy="83316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5106352" y="8246505"/>
              <a:ext cx="24680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5106352" y="7913239"/>
              <a:ext cx="24680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5106352" y="7996555"/>
              <a:ext cx="246803" cy="83316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5106352" y="7330023"/>
              <a:ext cx="24680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5106352" y="8246505"/>
              <a:ext cx="24680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5106352" y="5330428"/>
              <a:ext cx="246803" cy="133306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5106352" y="7330023"/>
              <a:ext cx="24680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5106352" y="7996555"/>
              <a:ext cx="24680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5106352" y="7913239"/>
              <a:ext cx="246803" cy="83316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5106352" y="8246505"/>
              <a:ext cx="24680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5106352" y="8079872"/>
              <a:ext cx="246803" cy="166632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5106352" y="7579973"/>
              <a:ext cx="246803" cy="166632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5106352" y="7746606"/>
              <a:ext cx="246803" cy="83316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1801930" y="3018553"/>
              <a:ext cx="11311818" cy="5227951"/>
            </a:xfrm>
            <a:custGeom>
              <a:avLst/>
              <a:pathLst>
                <a:path w="11311818" h="5227951">
                  <a:moveTo>
                    <a:pt x="0" y="0"/>
                  </a:moveTo>
                  <a:lnTo>
                    <a:pt x="342782" y="546203"/>
                  </a:lnTo>
                  <a:lnTo>
                    <a:pt x="685564" y="624232"/>
                  </a:lnTo>
                  <a:lnTo>
                    <a:pt x="1028347" y="780291"/>
                  </a:lnTo>
                  <a:lnTo>
                    <a:pt x="1371129" y="1326495"/>
                  </a:lnTo>
                  <a:lnTo>
                    <a:pt x="1713911" y="1404524"/>
                  </a:lnTo>
                  <a:lnTo>
                    <a:pt x="2056694" y="1950728"/>
                  </a:lnTo>
                  <a:lnTo>
                    <a:pt x="2399476" y="2262844"/>
                  </a:lnTo>
                  <a:lnTo>
                    <a:pt x="2742258" y="2262844"/>
                  </a:lnTo>
                  <a:lnTo>
                    <a:pt x="3085041" y="2496931"/>
                  </a:lnTo>
                  <a:lnTo>
                    <a:pt x="3427823" y="2496931"/>
                  </a:lnTo>
                  <a:lnTo>
                    <a:pt x="3770606" y="2496931"/>
                  </a:lnTo>
                  <a:lnTo>
                    <a:pt x="4113388" y="2574961"/>
                  </a:lnTo>
                  <a:lnTo>
                    <a:pt x="4456170" y="2574961"/>
                  </a:lnTo>
                  <a:lnTo>
                    <a:pt x="4798953" y="2652990"/>
                  </a:lnTo>
                  <a:lnTo>
                    <a:pt x="5141735" y="2652990"/>
                  </a:lnTo>
                  <a:lnTo>
                    <a:pt x="5484517" y="2809048"/>
                  </a:lnTo>
                  <a:lnTo>
                    <a:pt x="5827300" y="2809048"/>
                  </a:lnTo>
                  <a:lnTo>
                    <a:pt x="6170082" y="2887077"/>
                  </a:lnTo>
                  <a:lnTo>
                    <a:pt x="6512865" y="2887077"/>
                  </a:lnTo>
                  <a:lnTo>
                    <a:pt x="6855647" y="3355252"/>
                  </a:lnTo>
                  <a:lnTo>
                    <a:pt x="7198429" y="3355252"/>
                  </a:lnTo>
                  <a:lnTo>
                    <a:pt x="7541212" y="3355252"/>
                  </a:lnTo>
                  <a:lnTo>
                    <a:pt x="7883994" y="3433281"/>
                  </a:lnTo>
                  <a:lnTo>
                    <a:pt x="8226776" y="3589339"/>
                  </a:lnTo>
                  <a:lnTo>
                    <a:pt x="8569559" y="3823427"/>
                  </a:lnTo>
                  <a:lnTo>
                    <a:pt x="8912341" y="3979485"/>
                  </a:lnTo>
                  <a:lnTo>
                    <a:pt x="9255124" y="4213572"/>
                  </a:lnTo>
                  <a:lnTo>
                    <a:pt x="9597906" y="4213572"/>
                  </a:lnTo>
                  <a:lnTo>
                    <a:pt x="9940688" y="4291601"/>
                  </a:lnTo>
                  <a:lnTo>
                    <a:pt x="10283471" y="4369630"/>
                  </a:lnTo>
                  <a:lnTo>
                    <a:pt x="10626253" y="5149922"/>
                  </a:lnTo>
                  <a:lnTo>
                    <a:pt x="10969035" y="5149922"/>
                  </a:lnTo>
                  <a:lnTo>
                    <a:pt x="11311818" y="5227951"/>
                  </a:lnTo>
                  <a:lnTo>
                    <a:pt x="11311818" y="5227951"/>
                  </a:lnTo>
                </a:path>
              </a:pathLst>
            </a:custGeom>
            <a:ln w="19512" cap="flat">
              <a:solidFill>
                <a:srgbClr val="000000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3823494" y="493415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10336359" y="680685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11707489" y="727502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10679142" y="696290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137930" y="430991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11364707" y="719699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4509059" y="524626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6908536" y="563641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7251318" y="579247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11021924" y="719699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9993577" y="657276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4166277" y="524626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12393054" y="813334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537406" y="548035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2452365" y="360765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4851842" y="548035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480712" y="438794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7936883" y="587050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8622448" y="633867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6565753" y="563641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13078618" y="821137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9308012" y="633867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7594100" y="579247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2795147" y="376371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8279665" y="587050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8965230" y="633867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12050271" y="735305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5880189" y="55583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12735836" y="813334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9650795" y="641670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222971" y="55583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1766800" y="298342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2109583" y="352962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5194624" y="548035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1596260" y="2664301"/>
              <a:ext cx="0" cy="5582203"/>
            </a:xfrm>
            <a:custGeom>
              <a:avLst/>
              <a:pathLst>
                <a:path w="0" h="5582203">
                  <a:moveTo>
                    <a:pt x="0" y="5582203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1440310" y="8193526"/>
              <a:ext cx="81932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1358378" y="6526836"/>
              <a:ext cx="163864" cy="106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1358378" y="4860579"/>
              <a:ext cx="163864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1358378" y="3194106"/>
              <a:ext cx="163864" cy="106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764" name="pl764"/>
            <p:cNvSpPr/>
            <p:nvPr/>
          </p:nvSpPr>
          <p:spPr>
            <a:xfrm>
              <a:off x="1555139" y="824650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1555139" y="658017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1555139" y="491384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1555139" y="324751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13319417" y="2664301"/>
              <a:ext cx="0" cy="5582203"/>
            </a:xfrm>
            <a:custGeom>
              <a:avLst/>
              <a:pathLst>
                <a:path w="0" h="5582203">
                  <a:moveTo>
                    <a:pt x="0" y="5582203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13319417" y="8246505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13319417" y="6651589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13319417" y="5056674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13319417" y="3461759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tx773"/>
            <p:cNvSpPr/>
            <p:nvPr/>
          </p:nvSpPr>
          <p:spPr>
            <a:xfrm>
              <a:off x="13393435" y="8193526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0.0%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13393435" y="6598251"/>
              <a:ext cx="335786" cy="106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2.0%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13393435" y="5003407"/>
              <a:ext cx="33578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4.0%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13393435" y="3408348"/>
              <a:ext cx="335786" cy="106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6.0%</a:t>
              </a:r>
            </a:p>
          </p:txBody>
        </p:sp>
        <p:sp>
          <p:nvSpPr>
            <p:cNvPr id="777" name="pl777"/>
            <p:cNvSpPr/>
            <p:nvPr/>
          </p:nvSpPr>
          <p:spPr>
            <a:xfrm>
              <a:off x="1596260" y="824650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180193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214471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248749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283027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317305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351584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385862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420140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454418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488697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522975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557253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591531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625810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660088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6943665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728644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762923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797201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8314795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865757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9000360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9343142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968592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10028707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1037148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1071427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11057054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1139983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11742619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12085401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12428183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12770966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13113748" y="8246505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tx812"/>
            <p:cNvSpPr/>
            <p:nvPr/>
          </p:nvSpPr>
          <p:spPr>
            <a:xfrm rot="-5400000">
              <a:off x="1564577" y="8473927"/>
              <a:ext cx="442681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Xizang</a:t>
              </a:r>
            </a:p>
          </p:txBody>
        </p:sp>
        <p:sp>
          <p:nvSpPr>
            <p:cNvPr id="813" name="tx813"/>
            <p:cNvSpPr/>
            <p:nvPr/>
          </p:nvSpPr>
          <p:spPr>
            <a:xfrm rot="-5400000">
              <a:off x="1893857" y="8516908"/>
              <a:ext cx="499165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Yunnan</a:t>
              </a:r>
            </a:p>
          </p:txBody>
        </p:sp>
        <p:sp>
          <p:nvSpPr>
            <p:cNvPr id="814" name="tx814"/>
            <p:cNvSpPr/>
            <p:nvPr/>
          </p:nvSpPr>
          <p:spPr>
            <a:xfrm rot="-5400000">
              <a:off x="2272905" y="8480643"/>
              <a:ext cx="426634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Hunan</a:t>
              </a:r>
            </a:p>
          </p:txBody>
        </p:sp>
        <p:sp>
          <p:nvSpPr>
            <p:cNvPr id="815" name="tx815"/>
            <p:cNvSpPr/>
            <p:nvPr/>
          </p:nvSpPr>
          <p:spPr>
            <a:xfrm rot="-5400000">
              <a:off x="2565742" y="8527265"/>
              <a:ext cx="52320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Shaanxi</a:t>
              </a:r>
            </a:p>
          </p:txBody>
        </p:sp>
        <p:sp>
          <p:nvSpPr>
            <p:cNvPr id="816" name="tx816"/>
            <p:cNvSpPr/>
            <p:nvPr/>
          </p:nvSpPr>
          <p:spPr>
            <a:xfrm rot="-5400000">
              <a:off x="2956914" y="8479017"/>
              <a:ext cx="426563" cy="109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Gansu</a:t>
              </a:r>
            </a:p>
          </p:txBody>
        </p:sp>
        <p:sp>
          <p:nvSpPr>
            <p:cNvPr id="817" name="tx817"/>
            <p:cNvSpPr/>
            <p:nvPr/>
          </p:nvSpPr>
          <p:spPr>
            <a:xfrm rot="-5400000">
              <a:off x="3250317" y="8502098"/>
              <a:ext cx="499024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Jiangsu</a:t>
              </a:r>
            </a:p>
          </p:txBody>
        </p:sp>
        <p:sp>
          <p:nvSpPr>
            <p:cNvPr id="818" name="tx818"/>
            <p:cNvSpPr/>
            <p:nvPr/>
          </p:nvSpPr>
          <p:spPr>
            <a:xfrm rot="-5400000">
              <a:off x="3672276" y="8452542"/>
              <a:ext cx="370291" cy="1062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Anhui</a:t>
              </a:r>
            </a:p>
          </p:txBody>
        </p:sp>
        <p:sp>
          <p:nvSpPr>
            <p:cNvPr id="819" name="tx819"/>
            <p:cNvSpPr/>
            <p:nvPr/>
          </p:nvSpPr>
          <p:spPr>
            <a:xfrm rot="-5400000">
              <a:off x="3986746" y="8480572"/>
              <a:ext cx="426634" cy="1065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Henan</a:t>
              </a:r>
            </a:p>
          </p:txBody>
        </p:sp>
        <p:sp>
          <p:nvSpPr>
            <p:cNvPr id="820" name="tx820"/>
            <p:cNvSpPr/>
            <p:nvPr/>
          </p:nvSpPr>
          <p:spPr>
            <a:xfrm rot="-5400000">
              <a:off x="4257138" y="8520796"/>
              <a:ext cx="539248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Guangxi</a:t>
              </a:r>
            </a:p>
          </p:txBody>
        </p:sp>
        <p:sp>
          <p:nvSpPr>
            <p:cNvPr id="821" name="tx821"/>
            <p:cNvSpPr/>
            <p:nvPr/>
          </p:nvSpPr>
          <p:spPr>
            <a:xfrm rot="-5400000">
              <a:off x="4500738" y="8622807"/>
              <a:ext cx="74044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Neimenggu</a:t>
              </a:r>
            </a:p>
          </p:txBody>
        </p:sp>
        <p:sp>
          <p:nvSpPr>
            <p:cNvPr id="822" name="tx822"/>
            <p:cNvSpPr/>
            <p:nvPr/>
          </p:nvSpPr>
          <p:spPr>
            <a:xfrm rot="-5400000">
              <a:off x="4935881" y="8530093"/>
              <a:ext cx="555367" cy="1362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Zhejiang</a:t>
              </a:r>
            </a:p>
          </p:txBody>
        </p:sp>
        <p:sp>
          <p:nvSpPr>
            <p:cNvPr id="823" name="tx823"/>
            <p:cNvSpPr/>
            <p:nvPr/>
          </p:nvSpPr>
          <p:spPr>
            <a:xfrm rot="-5400000">
              <a:off x="5381876" y="8456218"/>
              <a:ext cx="378280" cy="106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Hubei</a:t>
              </a:r>
            </a:p>
          </p:txBody>
        </p:sp>
        <p:sp>
          <p:nvSpPr>
            <p:cNvPr id="824" name="tx824"/>
            <p:cNvSpPr/>
            <p:nvPr/>
          </p:nvSpPr>
          <p:spPr>
            <a:xfrm rot="-5400000">
              <a:off x="5650784" y="8527265"/>
              <a:ext cx="52320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Sichuan</a:t>
              </a:r>
            </a:p>
          </p:txBody>
        </p:sp>
        <p:sp>
          <p:nvSpPr>
            <p:cNvPr id="825" name="tx825"/>
            <p:cNvSpPr/>
            <p:nvPr/>
          </p:nvSpPr>
          <p:spPr>
            <a:xfrm rot="-5400000">
              <a:off x="5984517" y="8510157"/>
              <a:ext cx="51514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Xinjiang</a:t>
              </a:r>
            </a:p>
          </p:txBody>
        </p:sp>
        <p:sp>
          <p:nvSpPr>
            <p:cNvPr id="826" name="tx826"/>
            <p:cNvSpPr/>
            <p:nvPr/>
          </p:nvSpPr>
          <p:spPr>
            <a:xfrm rot="-5400000">
              <a:off x="6311146" y="8526310"/>
              <a:ext cx="547449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Liaoning</a:t>
              </a:r>
            </a:p>
          </p:txBody>
        </p:sp>
        <p:sp>
          <p:nvSpPr>
            <p:cNvPr id="827" name="tx827"/>
            <p:cNvSpPr/>
            <p:nvPr/>
          </p:nvSpPr>
          <p:spPr>
            <a:xfrm rot="-5400000">
              <a:off x="6671248" y="8535430"/>
              <a:ext cx="539248" cy="1094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Guizhou</a:t>
              </a:r>
            </a:p>
          </p:txBody>
        </p:sp>
        <p:sp>
          <p:nvSpPr>
            <p:cNvPr id="828" name="tx828"/>
            <p:cNvSpPr/>
            <p:nvPr/>
          </p:nvSpPr>
          <p:spPr>
            <a:xfrm rot="-5400000">
              <a:off x="7055775" y="8496725"/>
              <a:ext cx="458799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Hainan</a:t>
              </a:r>
            </a:p>
          </p:txBody>
        </p:sp>
        <p:sp>
          <p:nvSpPr>
            <p:cNvPr id="829" name="tx829"/>
            <p:cNvSpPr/>
            <p:nvPr/>
          </p:nvSpPr>
          <p:spPr>
            <a:xfrm rot="-5400000">
              <a:off x="7362292" y="8500684"/>
              <a:ext cx="499024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Qinghai</a:t>
              </a:r>
            </a:p>
          </p:txBody>
        </p:sp>
        <p:sp>
          <p:nvSpPr>
            <p:cNvPr id="830" name="tx830"/>
            <p:cNvSpPr/>
            <p:nvPr/>
          </p:nvSpPr>
          <p:spPr>
            <a:xfrm rot="-5400000">
              <a:off x="7730665" y="8477921"/>
              <a:ext cx="450670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Jiangxi</a:t>
              </a:r>
            </a:p>
          </p:txBody>
        </p:sp>
        <p:sp>
          <p:nvSpPr>
            <p:cNvPr id="831" name="tx831"/>
            <p:cNvSpPr/>
            <p:nvPr/>
          </p:nvSpPr>
          <p:spPr>
            <a:xfrm rot="-5400000">
              <a:off x="7967266" y="8581275"/>
              <a:ext cx="660205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Shandong</a:t>
              </a:r>
            </a:p>
          </p:txBody>
        </p:sp>
        <p:sp>
          <p:nvSpPr>
            <p:cNvPr id="832" name="tx832"/>
            <p:cNvSpPr/>
            <p:nvPr/>
          </p:nvSpPr>
          <p:spPr>
            <a:xfrm rot="-5400000">
              <a:off x="8531496" y="8391922"/>
              <a:ext cx="249406" cy="1066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Jilin</a:t>
              </a:r>
            </a:p>
          </p:txBody>
        </p:sp>
        <p:sp>
          <p:nvSpPr>
            <p:cNvPr id="833" name="tx833"/>
            <p:cNvSpPr/>
            <p:nvPr/>
          </p:nvSpPr>
          <p:spPr>
            <a:xfrm rot="-5400000">
              <a:off x="8677008" y="8557097"/>
              <a:ext cx="611851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Shanghai</a:t>
              </a:r>
            </a:p>
          </p:txBody>
        </p:sp>
        <p:sp>
          <p:nvSpPr>
            <p:cNvPr id="834" name="tx834"/>
            <p:cNvSpPr/>
            <p:nvPr/>
          </p:nvSpPr>
          <p:spPr>
            <a:xfrm rot="-5400000">
              <a:off x="9085712" y="8494004"/>
              <a:ext cx="48283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Ningxia</a:t>
              </a:r>
            </a:p>
          </p:txBody>
        </p:sp>
        <p:sp>
          <p:nvSpPr>
            <p:cNvPr id="835" name="tx835"/>
            <p:cNvSpPr/>
            <p:nvPr/>
          </p:nvSpPr>
          <p:spPr>
            <a:xfrm rot="-5400000">
              <a:off x="9457408" y="8466575"/>
              <a:ext cx="426493" cy="1343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Tianjin</a:t>
              </a:r>
            </a:p>
          </p:txBody>
        </p:sp>
        <p:sp>
          <p:nvSpPr>
            <p:cNvPr id="836" name="tx836"/>
            <p:cNvSpPr/>
            <p:nvPr/>
          </p:nvSpPr>
          <p:spPr>
            <a:xfrm rot="-5400000">
              <a:off x="9614267" y="8651014"/>
              <a:ext cx="79685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Heilongjiang</a:t>
              </a:r>
            </a:p>
          </p:txBody>
        </p:sp>
        <p:sp>
          <p:nvSpPr>
            <p:cNvPr id="837" name="tx837"/>
            <p:cNvSpPr/>
            <p:nvPr/>
          </p:nvSpPr>
          <p:spPr>
            <a:xfrm rot="-5400000">
              <a:off x="10138166" y="8469897"/>
              <a:ext cx="434622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Beijing</a:t>
              </a:r>
            </a:p>
          </p:txBody>
        </p:sp>
        <p:sp>
          <p:nvSpPr>
            <p:cNvPr id="838" name="tx838"/>
            <p:cNvSpPr/>
            <p:nvPr/>
          </p:nvSpPr>
          <p:spPr>
            <a:xfrm rot="-5400000">
              <a:off x="10501838" y="8450492"/>
              <a:ext cx="394327" cy="1343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Fujian</a:t>
              </a:r>
            </a:p>
          </p:txBody>
        </p:sp>
        <p:sp>
          <p:nvSpPr>
            <p:cNvPr id="839" name="tx839"/>
            <p:cNvSpPr/>
            <p:nvPr/>
          </p:nvSpPr>
          <p:spPr>
            <a:xfrm rot="-5400000">
              <a:off x="10866394" y="8456218"/>
              <a:ext cx="378280" cy="106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Hebei</a:t>
              </a:r>
            </a:p>
          </p:txBody>
        </p:sp>
        <p:sp>
          <p:nvSpPr>
            <p:cNvPr id="840" name="tx840"/>
            <p:cNvSpPr/>
            <p:nvPr/>
          </p:nvSpPr>
          <p:spPr>
            <a:xfrm rot="-5400000">
              <a:off x="11004024" y="8629558"/>
              <a:ext cx="756772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Guangdong</a:t>
              </a:r>
            </a:p>
          </p:txBody>
        </p:sp>
        <p:sp>
          <p:nvSpPr>
            <p:cNvPr id="841" name="tx841"/>
            <p:cNvSpPr/>
            <p:nvPr/>
          </p:nvSpPr>
          <p:spPr>
            <a:xfrm rot="-5400000">
              <a:off x="11375013" y="8601351"/>
              <a:ext cx="700359" cy="138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Chongqing</a:t>
              </a:r>
            </a:p>
          </p:txBody>
        </p:sp>
        <p:sp>
          <p:nvSpPr>
            <p:cNvPr id="842" name="tx842"/>
            <p:cNvSpPr/>
            <p:nvPr/>
          </p:nvSpPr>
          <p:spPr>
            <a:xfrm rot="-5400000">
              <a:off x="11861126" y="8487005"/>
              <a:ext cx="442681" cy="109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Shanxi</a:t>
              </a:r>
            </a:p>
          </p:txBody>
        </p:sp>
        <p:sp>
          <p:nvSpPr>
            <p:cNvPr id="843" name="tx843"/>
            <p:cNvSpPr/>
            <p:nvPr/>
          </p:nvSpPr>
          <p:spPr>
            <a:xfrm rot="-5400000">
              <a:off x="12049938" y="8614819"/>
              <a:ext cx="724465" cy="135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Hong Kong</a:t>
              </a:r>
            </a:p>
          </p:txBody>
        </p:sp>
        <p:sp>
          <p:nvSpPr>
            <p:cNvPr id="844" name="tx844"/>
            <p:cNvSpPr/>
            <p:nvPr/>
          </p:nvSpPr>
          <p:spPr>
            <a:xfrm rot="-5400000">
              <a:off x="12536334" y="8500684"/>
              <a:ext cx="466717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Taiwan</a:t>
              </a:r>
            </a:p>
          </p:txBody>
        </p:sp>
        <p:sp>
          <p:nvSpPr>
            <p:cNvPr id="845" name="tx845"/>
            <p:cNvSpPr/>
            <p:nvPr/>
          </p:nvSpPr>
          <p:spPr>
            <a:xfrm rot="-5400000">
              <a:off x="12895199" y="8484601"/>
              <a:ext cx="434552" cy="1063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Macau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7116903" y="9240566"/>
              <a:ext cx="681870" cy="129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Province</a:t>
              </a:r>
            </a:p>
          </p:txBody>
        </p:sp>
        <p:sp>
          <p:nvSpPr>
            <p:cNvPr id="847" name="tx847"/>
            <p:cNvSpPr/>
            <p:nvPr/>
          </p:nvSpPr>
          <p:spPr>
            <a:xfrm rot="-5400000">
              <a:off x="302238" y="5389894"/>
              <a:ext cx="1821488" cy="131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new records</a:t>
              </a:r>
            </a:p>
          </p:txBody>
        </p:sp>
        <p:sp>
          <p:nvSpPr>
            <p:cNvPr id="848" name="tx848"/>
            <p:cNvSpPr/>
            <p:nvPr/>
          </p:nvSpPr>
          <p:spPr>
            <a:xfrm rot="5400000">
              <a:off x="13443141" y="5373164"/>
              <a:ext cx="896410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Percentage</a:t>
              </a:r>
            </a:p>
          </p:txBody>
        </p:sp>
        <p:sp>
          <p:nvSpPr>
            <p:cNvPr id="849" name="rc849"/>
            <p:cNvSpPr/>
            <p:nvPr/>
          </p:nvSpPr>
          <p:spPr>
            <a:xfrm>
              <a:off x="2364656" y="1315087"/>
              <a:ext cx="10186365" cy="1184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2446898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2457534" y="1407964"/>
              <a:ext cx="284727" cy="11698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4186218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4196854" y="1407964"/>
              <a:ext cx="284727" cy="11698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6261180" y="1397328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6271816" y="1407964"/>
              <a:ext cx="284727" cy="11698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8213207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8223843" y="1407964"/>
              <a:ext cx="284727" cy="11698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10230694" y="139732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10241330" y="1407964"/>
              <a:ext cx="284727" cy="11698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2446898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2457534" y="1628462"/>
              <a:ext cx="284727" cy="11698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4186218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4196854" y="1628462"/>
              <a:ext cx="284727" cy="116983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6261180" y="1617826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6271816" y="1628462"/>
              <a:ext cx="284727" cy="116983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8213207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8223843" y="1628462"/>
              <a:ext cx="284727" cy="116983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10230694" y="161782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10241330" y="1628462"/>
              <a:ext cx="284727" cy="116983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2446898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2457534" y="1848960"/>
              <a:ext cx="284727" cy="116983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4186218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4196854" y="1848960"/>
              <a:ext cx="284727" cy="116983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6261180" y="1838324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6271816" y="1848960"/>
              <a:ext cx="284727" cy="116983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8213207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8223843" y="1848960"/>
              <a:ext cx="284727" cy="116983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10230694" y="183832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10241330" y="1848960"/>
              <a:ext cx="284727" cy="116983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2446898" y="205882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2457534" y="2069458"/>
              <a:ext cx="284727" cy="116983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4186218" y="205882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4196854" y="2069458"/>
              <a:ext cx="284727" cy="116983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6261180" y="2058822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6271816" y="2069458"/>
              <a:ext cx="284727" cy="116983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8213207" y="205882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8223843" y="2069458"/>
              <a:ext cx="284727" cy="116983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10230694" y="205882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10241330" y="2069458"/>
              <a:ext cx="284727" cy="116983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2446898" y="2279320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2457534" y="2289956"/>
              <a:ext cx="284727" cy="11698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tx892"/>
            <p:cNvSpPr/>
            <p:nvPr/>
          </p:nvSpPr>
          <p:spPr>
            <a:xfrm>
              <a:off x="2835139" y="1407651"/>
              <a:ext cx="126883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4574459" y="1407651"/>
              <a:ext cx="144054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6649421" y="1407651"/>
              <a:ext cx="11787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8601449" y="1407651"/>
              <a:ext cx="13586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10618936" y="1407651"/>
              <a:ext cx="1358897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2835139" y="1628149"/>
              <a:ext cx="99851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4574459" y="1628149"/>
              <a:ext cx="130142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649421" y="1628149"/>
              <a:ext cx="112130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8601449" y="1628149"/>
              <a:ext cx="124409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10618936" y="1628149"/>
              <a:ext cx="95772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2835139" y="1848647"/>
              <a:ext cx="117863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4574459" y="1848647"/>
              <a:ext cx="104785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649421" y="1848647"/>
              <a:ext cx="118676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8601449" y="1848647"/>
              <a:ext cx="91672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10618936" y="1848647"/>
              <a:ext cx="1849844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2835139" y="2069144"/>
              <a:ext cx="102318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574459" y="2069144"/>
              <a:ext cx="1604478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6649421" y="2069144"/>
              <a:ext cx="1481544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8601449" y="2069144"/>
              <a:ext cx="15470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10618936" y="2069144"/>
              <a:ext cx="126869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835139" y="2289642"/>
              <a:ext cx="6138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2026-04-01T18:13:12Z</dcterms:modified>
</cp:coreProperties>
</file>