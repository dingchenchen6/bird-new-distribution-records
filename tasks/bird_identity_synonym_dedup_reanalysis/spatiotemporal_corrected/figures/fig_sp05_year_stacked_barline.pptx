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51560" y="1371442"/>
            <a:ext cx="12984480" cy="7955280"/>
            <a:chOff x="1051560" y="1371442"/>
            <a:chExt cx="12984480" cy="7955280"/>
          </a:xfrm>
        </p:grpSpPr>
        <p:sp>
          <p:nvSpPr>
            <p:cNvPr id="3" name="rc3"/>
            <p:cNvSpPr/>
            <p:nvPr/>
          </p:nvSpPr>
          <p:spPr>
            <a:xfrm>
              <a:off x="1051560" y="1371441"/>
              <a:ext cx="12984480" cy="7955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51560" y="1371441"/>
              <a:ext cx="12984480" cy="79552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96260" y="2847181"/>
              <a:ext cx="11723157" cy="571726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596260" y="8564443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596260" y="6976315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96260" y="5388186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596260" y="3800058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  <a:lnTo>
                    <a:pt x="11723157" y="0"/>
                  </a:lnTo>
                </a:path>
              </a:pathLst>
            </a:custGeom>
            <a:ln w="13550" cap="flat">
              <a:solidFill>
                <a:srgbClr val="D6D6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699700" y="8437393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1699700" y="8373868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1699700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1699700" y="8310342"/>
              <a:ext cx="310318" cy="635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699700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699700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99700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699700" y="8183292"/>
              <a:ext cx="310318" cy="12705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699700" y="8437393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1699700" y="8500918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1699700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1699700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699700" y="85009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130698" y="8183292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130698" y="8119767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2130698" y="8056242"/>
              <a:ext cx="310318" cy="635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2130698" y="8500918"/>
              <a:ext cx="310318" cy="63525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2130698" y="8437393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2130698" y="8437393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2130698" y="850091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2130698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130698" y="8373868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2130698" y="7865667"/>
              <a:ext cx="310318" cy="1905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130698" y="8310342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130698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130698" y="8437393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130698" y="8437393"/>
              <a:ext cx="310318" cy="635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2561697" y="8310342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2561697" y="8310342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2561697" y="8310342"/>
              <a:ext cx="310318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2561697" y="850091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2561697" y="8373868"/>
              <a:ext cx="310318" cy="1270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2561697" y="8056242"/>
              <a:ext cx="310318" cy="254100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2561697" y="8310342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2561697" y="8500918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2561697" y="856444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2992695" y="8246817"/>
              <a:ext cx="310318" cy="635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2992695" y="8246817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" name="rc76"/>
            <p:cNvSpPr/>
            <p:nvPr/>
          </p:nvSpPr>
          <p:spPr>
            <a:xfrm>
              <a:off x="2992695" y="8246817"/>
              <a:ext cx="310318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" name="rc77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" name="rc78"/>
            <p:cNvSpPr/>
            <p:nvPr/>
          </p:nvSpPr>
          <p:spPr>
            <a:xfrm>
              <a:off x="2992695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" name="rc79"/>
            <p:cNvSpPr/>
            <p:nvPr/>
          </p:nvSpPr>
          <p:spPr>
            <a:xfrm>
              <a:off x="2992695" y="83738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" name="rc80"/>
            <p:cNvSpPr/>
            <p:nvPr/>
          </p:nvSpPr>
          <p:spPr>
            <a:xfrm>
              <a:off x="2992695" y="8373868"/>
              <a:ext cx="310318" cy="19057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" name="rc81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rc83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" name="rc84"/>
            <p:cNvSpPr/>
            <p:nvPr/>
          </p:nvSpPr>
          <p:spPr>
            <a:xfrm>
              <a:off x="2992695" y="837386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" name="rc85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" name="rc86"/>
            <p:cNvSpPr/>
            <p:nvPr/>
          </p:nvSpPr>
          <p:spPr>
            <a:xfrm>
              <a:off x="2992695" y="7929192"/>
              <a:ext cx="310318" cy="31762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7" name="rc87"/>
            <p:cNvSpPr/>
            <p:nvPr/>
          </p:nvSpPr>
          <p:spPr>
            <a:xfrm>
              <a:off x="2992695" y="8310342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rc88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" name="rc89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rc90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1" name="rc91"/>
            <p:cNvSpPr/>
            <p:nvPr/>
          </p:nvSpPr>
          <p:spPr>
            <a:xfrm>
              <a:off x="2992695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2" name="rc92"/>
            <p:cNvSpPr/>
            <p:nvPr/>
          </p:nvSpPr>
          <p:spPr>
            <a:xfrm>
              <a:off x="2992695" y="83738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3" name="rc93"/>
            <p:cNvSpPr/>
            <p:nvPr/>
          </p:nvSpPr>
          <p:spPr>
            <a:xfrm>
              <a:off x="2992695" y="83738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3423694" y="8373868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3423694" y="8310342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6" name="rc96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97"/>
            <p:cNvSpPr/>
            <p:nvPr/>
          </p:nvSpPr>
          <p:spPr>
            <a:xfrm>
              <a:off x="3423694" y="8310342"/>
              <a:ext cx="310318" cy="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98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" name="rc99"/>
            <p:cNvSpPr/>
            <p:nvPr/>
          </p:nvSpPr>
          <p:spPr>
            <a:xfrm>
              <a:off x="3423694" y="850091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100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101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3423694" y="8437393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3423694" y="8119767"/>
              <a:ext cx="310318" cy="1905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3423694" y="8373868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3423694" y="8500918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3423694" y="856444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3854692" y="8373868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3854692" y="8373868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3854692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3854692" y="8310342"/>
              <a:ext cx="310318" cy="635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3854692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3854692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3854692" y="837386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3854692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3854692" y="8119767"/>
              <a:ext cx="310318" cy="190575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3854692" y="8373868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3854692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3854692" y="8500918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3854692" y="8373868"/>
              <a:ext cx="310318" cy="12705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3854692" y="85009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rc136"/>
            <p:cNvSpPr/>
            <p:nvPr/>
          </p:nvSpPr>
          <p:spPr>
            <a:xfrm>
              <a:off x="4285690" y="7675091"/>
              <a:ext cx="310318" cy="635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rc137"/>
            <p:cNvSpPr/>
            <p:nvPr/>
          </p:nvSpPr>
          <p:spPr>
            <a:xfrm>
              <a:off x="4285690" y="7548041"/>
              <a:ext cx="310318" cy="1270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4285690" y="8500918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4285690" y="6976315"/>
              <a:ext cx="310318" cy="57172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0" name="rc140"/>
            <p:cNvSpPr/>
            <p:nvPr/>
          </p:nvSpPr>
          <p:spPr>
            <a:xfrm>
              <a:off x="4285690" y="8310342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1" name="rc141"/>
            <p:cNvSpPr/>
            <p:nvPr/>
          </p:nvSpPr>
          <p:spPr>
            <a:xfrm>
              <a:off x="4285690" y="7992717"/>
              <a:ext cx="310318" cy="1270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rc142"/>
            <p:cNvSpPr/>
            <p:nvPr/>
          </p:nvSpPr>
          <p:spPr>
            <a:xfrm>
              <a:off x="4285690" y="8119767"/>
              <a:ext cx="310318" cy="12705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3" name="rc143"/>
            <p:cNvSpPr/>
            <p:nvPr/>
          </p:nvSpPr>
          <p:spPr>
            <a:xfrm>
              <a:off x="4285690" y="8310342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4" name="rc144"/>
            <p:cNvSpPr/>
            <p:nvPr/>
          </p:nvSpPr>
          <p:spPr>
            <a:xfrm>
              <a:off x="4285690" y="8500918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5" name="rc145"/>
            <p:cNvSpPr/>
            <p:nvPr/>
          </p:nvSpPr>
          <p:spPr>
            <a:xfrm>
              <a:off x="4285690" y="8310342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6" name="rc146"/>
            <p:cNvSpPr/>
            <p:nvPr/>
          </p:nvSpPr>
          <p:spPr>
            <a:xfrm>
              <a:off x="4285690" y="8373868"/>
              <a:ext cx="310318" cy="63525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rc147"/>
            <p:cNvSpPr/>
            <p:nvPr/>
          </p:nvSpPr>
          <p:spPr>
            <a:xfrm>
              <a:off x="4285690" y="7992717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8" name="rc148"/>
            <p:cNvSpPr/>
            <p:nvPr/>
          </p:nvSpPr>
          <p:spPr>
            <a:xfrm>
              <a:off x="4285690" y="8500918"/>
              <a:ext cx="310318" cy="635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4285690" y="5451712"/>
              <a:ext cx="310318" cy="15246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4285690" y="7738616"/>
              <a:ext cx="310318" cy="25410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4285690" y="837386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4285690" y="8310342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4285690" y="8500918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4285690" y="8437393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4285690" y="811976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4285690" y="8246817"/>
              <a:ext cx="310318" cy="635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4716689" y="8246817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4716689" y="8119767"/>
              <a:ext cx="310318" cy="1270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4716689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4716689" y="7865667"/>
              <a:ext cx="310318" cy="2541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4716689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4716689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4716689" y="8373868"/>
              <a:ext cx="310318" cy="12705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rc167"/>
            <p:cNvSpPr/>
            <p:nvPr/>
          </p:nvSpPr>
          <p:spPr>
            <a:xfrm>
              <a:off x="4716689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8" name="rc168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9" name="rc169"/>
            <p:cNvSpPr/>
            <p:nvPr/>
          </p:nvSpPr>
          <p:spPr>
            <a:xfrm>
              <a:off x="4716689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rc170"/>
            <p:cNvSpPr/>
            <p:nvPr/>
          </p:nvSpPr>
          <p:spPr>
            <a:xfrm>
              <a:off x="4716689" y="6912790"/>
              <a:ext cx="310318" cy="95287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1" name="rc171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2" name="rc172"/>
            <p:cNvSpPr/>
            <p:nvPr/>
          </p:nvSpPr>
          <p:spPr>
            <a:xfrm>
              <a:off x="4716689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3" name="rc173"/>
            <p:cNvSpPr/>
            <p:nvPr/>
          </p:nvSpPr>
          <p:spPr>
            <a:xfrm>
              <a:off x="4716689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4" name="rc174"/>
            <p:cNvSpPr/>
            <p:nvPr/>
          </p:nvSpPr>
          <p:spPr>
            <a:xfrm>
              <a:off x="4716689" y="8500918"/>
              <a:ext cx="310318" cy="63525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5" name="rc175"/>
            <p:cNvSpPr/>
            <p:nvPr/>
          </p:nvSpPr>
          <p:spPr>
            <a:xfrm>
              <a:off x="4716689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6" name="rc176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7" name="rc177"/>
            <p:cNvSpPr/>
            <p:nvPr/>
          </p:nvSpPr>
          <p:spPr>
            <a:xfrm>
              <a:off x="4716689" y="83738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8" name="rc178"/>
            <p:cNvSpPr/>
            <p:nvPr/>
          </p:nvSpPr>
          <p:spPr>
            <a:xfrm>
              <a:off x="5147687" y="8183292"/>
              <a:ext cx="310318" cy="635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9" name="rc179"/>
            <p:cNvSpPr/>
            <p:nvPr/>
          </p:nvSpPr>
          <p:spPr>
            <a:xfrm>
              <a:off x="5147687" y="8056242"/>
              <a:ext cx="310318" cy="1270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0" name="rc180"/>
            <p:cNvSpPr/>
            <p:nvPr/>
          </p:nvSpPr>
          <p:spPr>
            <a:xfrm>
              <a:off x="5147687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1" name="rc181"/>
            <p:cNvSpPr/>
            <p:nvPr/>
          </p:nvSpPr>
          <p:spPr>
            <a:xfrm>
              <a:off x="5147687" y="7929192"/>
              <a:ext cx="310318" cy="1270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5147687" y="8437393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5147687" y="8310342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4" name="rc184"/>
            <p:cNvSpPr/>
            <p:nvPr/>
          </p:nvSpPr>
          <p:spPr>
            <a:xfrm>
              <a:off x="5147687" y="8373868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5" name="rc185"/>
            <p:cNvSpPr/>
            <p:nvPr/>
          </p:nvSpPr>
          <p:spPr>
            <a:xfrm>
              <a:off x="5147687" y="8437393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rc186"/>
            <p:cNvSpPr/>
            <p:nvPr/>
          </p:nvSpPr>
          <p:spPr>
            <a:xfrm>
              <a:off x="5147687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7" name="rc187"/>
            <p:cNvSpPr/>
            <p:nvPr/>
          </p:nvSpPr>
          <p:spPr>
            <a:xfrm>
              <a:off x="5147687" y="8437393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rc188"/>
            <p:cNvSpPr/>
            <p:nvPr/>
          </p:nvSpPr>
          <p:spPr>
            <a:xfrm>
              <a:off x="5147687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5147687" y="8310342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5147687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5147687" y="7357465"/>
              <a:ext cx="310318" cy="57172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5147687" y="8246817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5147687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5147687" y="8437393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5147687" y="8500918"/>
              <a:ext cx="310318" cy="63525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5147687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5147687" y="8310342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5147687" y="843739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rc199"/>
            <p:cNvSpPr/>
            <p:nvPr/>
          </p:nvSpPr>
          <p:spPr>
            <a:xfrm>
              <a:off x="5578686" y="8246817"/>
              <a:ext cx="310318" cy="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0" name="rc200"/>
            <p:cNvSpPr/>
            <p:nvPr/>
          </p:nvSpPr>
          <p:spPr>
            <a:xfrm>
              <a:off x="5578686" y="8183292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1" name="rc201"/>
            <p:cNvSpPr/>
            <p:nvPr/>
          </p:nvSpPr>
          <p:spPr>
            <a:xfrm>
              <a:off x="5578686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2" name="rc202"/>
            <p:cNvSpPr/>
            <p:nvPr/>
          </p:nvSpPr>
          <p:spPr>
            <a:xfrm>
              <a:off x="5578686" y="7992717"/>
              <a:ext cx="310318" cy="1905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3" name="rc203"/>
            <p:cNvSpPr/>
            <p:nvPr/>
          </p:nvSpPr>
          <p:spPr>
            <a:xfrm>
              <a:off x="5578686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5578686" y="8437393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5578686" y="8437393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5578686" y="850091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5578686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5578686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5578686" y="8500918"/>
              <a:ext cx="310318" cy="63525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rc210"/>
            <p:cNvSpPr/>
            <p:nvPr/>
          </p:nvSpPr>
          <p:spPr>
            <a:xfrm>
              <a:off x="5578686" y="8310342"/>
              <a:ext cx="310318" cy="1270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1" name="rc211"/>
            <p:cNvSpPr/>
            <p:nvPr/>
          </p:nvSpPr>
          <p:spPr>
            <a:xfrm>
              <a:off x="5578686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2" name="rc212"/>
            <p:cNvSpPr/>
            <p:nvPr/>
          </p:nvSpPr>
          <p:spPr>
            <a:xfrm>
              <a:off x="5578686" y="7166890"/>
              <a:ext cx="310318" cy="82582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3" name="rc213"/>
            <p:cNvSpPr/>
            <p:nvPr/>
          </p:nvSpPr>
          <p:spPr>
            <a:xfrm>
              <a:off x="5578686" y="8246817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rc214"/>
            <p:cNvSpPr/>
            <p:nvPr/>
          </p:nvSpPr>
          <p:spPr>
            <a:xfrm>
              <a:off x="5578686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5" name="rc215"/>
            <p:cNvSpPr/>
            <p:nvPr/>
          </p:nvSpPr>
          <p:spPr>
            <a:xfrm>
              <a:off x="5578686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6" name="rc216"/>
            <p:cNvSpPr/>
            <p:nvPr/>
          </p:nvSpPr>
          <p:spPr>
            <a:xfrm>
              <a:off x="5578686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7" name="rc217"/>
            <p:cNvSpPr/>
            <p:nvPr/>
          </p:nvSpPr>
          <p:spPr>
            <a:xfrm>
              <a:off x="5578686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8" name="rc218"/>
            <p:cNvSpPr/>
            <p:nvPr/>
          </p:nvSpPr>
          <p:spPr>
            <a:xfrm>
              <a:off x="5578686" y="8437393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9" name="rc219"/>
            <p:cNvSpPr/>
            <p:nvPr/>
          </p:nvSpPr>
          <p:spPr>
            <a:xfrm>
              <a:off x="5578686" y="85009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0" name="rc220"/>
            <p:cNvSpPr/>
            <p:nvPr/>
          </p:nvSpPr>
          <p:spPr>
            <a:xfrm>
              <a:off x="6009684" y="7865667"/>
              <a:ext cx="310318" cy="3176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1" name="rc221"/>
            <p:cNvSpPr/>
            <p:nvPr/>
          </p:nvSpPr>
          <p:spPr>
            <a:xfrm>
              <a:off x="6009684" y="7675091"/>
              <a:ext cx="310318" cy="19057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2" name="rc222"/>
            <p:cNvSpPr/>
            <p:nvPr/>
          </p:nvSpPr>
          <p:spPr>
            <a:xfrm>
              <a:off x="6009684" y="8500918"/>
              <a:ext cx="310318" cy="63525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3" name="rc223"/>
            <p:cNvSpPr/>
            <p:nvPr/>
          </p:nvSpPr>
          <p:spPr>
            <a:xfrm>
              <a:off x="6009684" y="7230415"/>
              <a:ext cx="310318" cy="4446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4" name="rc224"/>
            <p:cNvSpPr/>
            <p:nvPr/>
          </p:nvSpPr>
          <p:spPr>
            <a:xfrm>
              <a:off x="6009684" y="8437393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5" name="rc225"/>
            <p:cNvSpPr/>
            <p:nvPr/>
          </p:nvSpPr>
          <p:spPr>
            <a:xfrm>
              <a:off x="6009684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6009684" y="8373868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6009684" y="8437393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8" name="rc228"/>
            <p:cNvSpPr/>
            <p:nvPr/>
          </p:nvSpPr>
          <p:spPr>
            <a:xfrm>
              <a:off x="6009684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rc229"/>
            <p:cNvSpPr/>
            <p:nvPr/>
          </p:nvSpPr>
          <p:spPr>
            <a:xfrm>
              <a:off x="6009684" y="8437393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rc230"/>
            <p:cNvSpPr/>
            <p:nvPr/>
          </p:nvSpPr>
          <p:spPr>
            <a:xfrm>
              <a:off x="6009684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6009684" y="8310342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6009684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6009684" y="5451712"/>
              <a:ext cx="310318" cy="17787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6009684" y="8183292"/>
              <a:ext cx="310318" cy="1270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6009684" y="8437393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6009684" y="843739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6009684" y="8500918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6009684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6009684" y="83738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0" name="rc240"/>
            <p:cNvSpPr/>
            <p:nvPr/>
          </p:nvSpPr>
          <p:spPr>
            <a:xfrm>
              <a:off x="6009684" y="843739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6440683" y="8056242"/>
              <a:ext cx="310318" cy="635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rc242"/>
            <p:cNvSpPr/>
            <p:nvPr/>
          </p:nvSpPr>
          <p:spPr>
            <a:xfrm>
              <a:off x="6440683" y="7929192"/>
              <a:ext cx="310318" cy="1270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3" name="rc243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4" name="rc244"/>
            <p:cNvSpPr/>
            <p:nvPr/>
          </p:nvSpPr>
          <p:spPr>
            <a:xfrm>
              <a:off x="6440683" y="7484516"/>
              <a:ext cx="310318" cy="4446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5" name="rc245"/>
            <p:cNvSpPr/>
            <p:nvPr/>
          </p:nvSpPr>
          <p:spPr>
            <a:xfrm>
              <a:off x="6440683" y="8500918"/>
              <a:ext cx="310318" cy="63525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6440683" y="8183292"/>
              <a:ext cx="310318" cy="1270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rc247"/>
            <p:cNvSpPr/>
            <p:nvPr/>
          </p:nvSpPr>
          <p:spPr>
            <a:xfrm>
              <a:off x="6440683" y="8373868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8" name="rc248"/>
            <p:cNvSpPr/>
            <p:nvPr/>
          </p:nvSpPr>
          <p:spPr>
            <a:xfrm>
              <a:off x="6440683" y="850091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9" name="rc249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0" name="rc250"/>
            <p:cNvSpPr/>
            <p:nvPr/>
          </p:nvSpPr>
          <p:spPr>
            <a:xfrm>
              <a:off x="6440683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1" name="rc251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2" name="rc252"/>
            <p:cNvSpPr/>
            <p:nvPr/>
          </p:nvSpPr>
          <p:spPr>
            <a:xfrm>
              <a:off x="6440683" y="8119767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3" name="rc253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4" name="rc254"/>
            <p:cNvSpPr/>
            <p:nvPr/>
          </p:nvSpPr>
          <p:spPr>
            <a:xfrm>
              <a:off x="6440683" y="6150488"/>
              <a:ext cx="310318" cy="133402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5" name="rc255"/>
            <p:cNvSpPr/>
            <p:nvPr/>
          </p:nvSpPr>
          <p:spPr>
            <a:xfrm>
              <a:off x="6440683" y="8119767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6" name="rc256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7" name="rc257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8" name="rc258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9" name="rc259"/>
            <p:cNvSpPr/>
            <p:nvPr/>
          </p:nvSpPr>
          <p:spPr>
            <a:xfrm>
              <a:off x="6440683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0" name="rc260"/>
            <p:cNvSpPr/>
            <p:nvPr/>
          </p:nvSpPr>
          <p:spPr>
            <a:xfrm>
              <a:off x="6440683" y="8310342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1" name="rc261"/>
            <p:cNvSpPr/>
            <p:nvPr/>
          </p:nvSpPr>
          <p:spPr>
            <a:xfrm>
              <a:off x="6440683" y="8437393"/>
              <a:ext cx="310318" cy="635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2" name="rc262"/>
            <p:cNvSpPr/>
            <p:nvPr/>
          </p:nvSpPr>
          <p:spPr>
            <a:xfrm>
              <a:off x="6871681" y="8056242"/>
              <a:ext cx="310318" cy="19057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3" name="rc263"/>
            <p:cNvSpPr/>
            <p:nvPr/>
          </p:nvSpPr>
          <p:spPr>
            <a:xfrm>
              <a:off x="6871681" y="7992717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4" name="rc264"/>
            <p:cNvSpPr/>
            <p:nvPr/>
          </p:nvSpPr>
          <p:spPr>
            <a:xfrm>
              <a:off x="6871681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5" name="rc265"/>
            <p:cNvSpPr/>
            <p:nvPr/>
          </p:nvSpPr>
          <p:spPr>
            <a:xfrm>
              <a:off x="6871681" y="7738616"/>
              <a:ext cx="310318" cy="2541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6" name="rc266"/>
            <p:cNvSpPr/>
            <p:nvPr/>
          </p:nvSpPr>
          <p:spPr>
            <a:xfrm>
              <a:off x="6871681" y="8437393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7" name="rc267"/>
            <p:cNvSpPr/>
            <p:nvPr/>
          </p:nvSpPr>
          <p:spPr>
            <a:xfrm>
              <a:off x="6871681" y="8310342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8" name="rc268"/>
            <p:cNvSpPr/>
            <p:nvPr/>
          </p:nvSpPr>
          <p:spPr>
            <a:xfrm>
              <a:off x="6871681" y="83738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9" name="rc269"/>
            <p:cNvSpPr/>
            <p:nvPr/>
          </p:nvSpPr>
          <p:spPr>
            <a:xfrm>
              <a:off x="6871681" y="8437393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6871681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6871681" y="8437393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6871681" y="8437393"/>
              <a:ext cx="310318" cy="63525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6871681" y="8246817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6871681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6871681" y="7103365"/>
              <a:ext cx="310318" cy="635251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6871681" y="8246817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6871681" y="843739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6871681" y="843739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6871681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6871681" y="8500918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1" name="rc281"/>
            <p:cNvSpPr/>
            <p:nvPr/>
          </p:nvSpPr>
          <p:spPr>
            <a:xfrm>
              <a:off x="6871681" y="8310342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2" name="rc282"/>
            <p:cNvSpPr/>
            <p:nvPr/>
          </p:nvSpPr>
          <p:spPr>
            <a:xfrm>
              <a:off x="6871681" y="8373868"/>
              <a:ext cx="310318" cy="635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3" name="rc283"/>
            <p:cNvSpPr/>
            <p:nvPr/>
          </p:nvSpPr>
          <p:spPr>
            <a:xfrm>
              <a:off x="7302679" y="7738616"/>
              <a:ext cx="310318" cy="3176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4" name="rc284"/>
            <p:cNvSpPr/>
            <p:nvPr/>
          </p:nvSpPr>
          <p:spPr>
            <a:xfrm>
              <a:off x="7302679" y="7738616"/>
              <a:ext cx="310318" cy="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5" name="rc285"/>
            <p:cNvSpPr/>
            <p:nvPr/>
          </p:nvSpPr>
          <p:spPr>
            <a:xfrm>
              <a:off x="7302679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6" name="rc286"/>
            <p:cNvSpPr/>
            <p:nvPr/>
          </p:nvSpPr>
          <p:spPr>
            <a:xfrm>
              <a:off x="7302679" y="7293940"/>
              <a:ext cx="310318" cy="4446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7302679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rc288"/>
            <p:cNvSpPr/>
            <p:nvPr/>
          </p:nvSpPr>
          <p:spPr>
            <a:xfrm>
              <a:off x="7302679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9" name="rc289"/>
            <p:cNvSpPr/>
            <p:nvPr/>
          </p:nvSpPr>
          <p:spPr>
            <a:xfrm>
              <a:off x="7302679" y="8373868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0" name="rc290"/>
            <p:cNvSpPr/>
            <p:nvPr/>
          </p:nvSpPr>
          <p:spPr>
            <a:xfrm>
              <a:off x="7302679" y="8373868"/>
              <a:ext cx="310318" cy="6352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1" name="rc291"/>
            <p:cNvSpPr/>
            <p:nvPr/>
          </p:nvSpPr>
          <p:spPr>
            <a:xfrm>
              <a:off x="7302679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2" name="rc292"/>
            <p:cNvSpPr/>
            <p:nvPr/>
          </p:nvSpPr>
          <p:spPr>
            <a:xfrm>
              <a:off x="7302679" y="8437393"/>
              <a:ext cx="310318" cy="63525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3" name="rc293"/>
            <p:cNvSpPr/>
            <p:nvPr/>
          </p:nvSpPr>
          <p:spPr>
            <a:xfrm>
              <a:off x="7302679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4" name="rc294"/>
            <p:cNvSpPr/>
            <p:nvPr/>
          </p:nvSpPr>
          <p:spPr>
            <a:xfrm>
              <a:off x="7302679" y="8183292"/>
              <a:ext cx="310318" cy="19057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5" name="rc295"/>
            <p:cNvSpPr/>
            <p:nvPr/>
          </p:nvSpPr>
          <p:spPr>
            <a:xfrm>
              <a:off x="7302679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6" name="rc296"/>
            <p:cNvSpPr/>
            <p:nvPr/>
          </p:nvSpPr>
          <p:spPr>
            <a:xfrm>
              <a:off x="7302679" y="5959913"/>
              <a:ext cx="310318" cy="1334027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7" name="rc297"/>
            <p:cNvSpPr/>
            <p:nvPr/>
          </p:nvSpPr>
          <p:spPr>
            <a:xfrm>
              <a:off x="7302679" y="8056242"/>
              <a:ext cx="310318" cy="1270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8" name="rc298"/>
            <p:cNvSpPr/>
            <p:nvPr/>
          </p:nvSpPr>
          <p:spPr>
            <a:xfrm>
              <a:off x="7302679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9" name="rc299"/>
            <p:cNvSpPr/>
            <p:nvPr/>
          </p:nvSpPr>
          <p:spPr>
            <a:xfrm>
              <a:off x="7302679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0" name="rc300"/>
            <p:cNvSpPr/>
            <p:nvPr/>
          </p:nvSpPr>
          <p:spPr>
            <a:xfrm>
              <a:off x="7302679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1" name="rc301"/>
            <p:cNvSpPr/>
            <p:nvPr/>
          </p:nvSpPr>
          <p:spPr>
            <a:xfrm>
              <a:off x="7302679" y="8500918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2" name="rc302"/>
            <p:cNvSpPr/>
            <p:nvPr/>
          </p:nvSpPr>
          <p:spPr>
            <a:xfrm>
              <a:off x="7302679" y="83738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3" name="rc303"/>
            <p:cNvSpPr/>
            <p:nvPr/>
          </p:nvSpPr>
          <p:spPr>
            <a:xfrm>
              <a:off x="7302679" y="83738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4" name="rc304"/>
            <p:cNvSpPr/>
            <p:nvPr/>
          </p:nvSpPr>
          <p:spPr>
            <a:xfrm>
              <a:off x="7733678" y="7802141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5" name="rc305"/>
            <p:cNvSpPr/>
            <p:nvPr/>
          </p:nvSpPr>
          <p:spPr>
            <a:xfrm>
              <a:off x="7733678" y="7675091"/>
              <a:ext cx="310318" cy="1270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6" name="rc306"/>
            <p:cNvSpPr/>
            <p:nvPr/>
          </p:nvSpPr>
          <p:spPr>
            <a:xfrm>
              <a:off x="7733678" y="8437393"/>
              <a:ext cx="310318" cy="63525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7" name="rc307"/>
            <p:cNvSpPr/>
            <p:nvPr/>
          </p:nvSpPr>
          <p:spPr>
            <a:xfrm>
              <a:off x="7733678" y="7230415"/>
              <a:ext cx="310318" cy="4446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rc308"/>
            <p:cNvSpPr/>
            <p:nvPr/>
          </p:nvSpPr>
          <p:spPr>
            <a:xfrm>
              <a:off x="7733678" y="8119767"/>
              <a:ext cx="310318" cy="63525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9" name="rc309"/>
            <p:cNvSpPr/>
            <p:nvPr/>
          </p:nvSpPr>
          <p:spPr>
            <a:xfrm>
              <a:off x="7733678" y="7992717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0" name="rc310"/>
            <p:cNvSpPr/>
            <p:nvPr/>
          </p:nvSpPr>
          <p:spPr>
            <a:xfrm>
              <a:off x="7733678" y="8056242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rc311"/>
            <p:cNvSpPr/>
            <p:nvPr/>
          </p:nvSpPr>
          <p:spPr>
            <a:xfrm>
              <a:off x="7733678" y="8119767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2" name="rc312"/>
            <p:cNvSpPr/>
            <p:nvPr/>
          </p:nvSpPr>
          <p:spPr>
            <a:xfrm>
              <a:off x="7733678" y="8500918"/>
              <a:ext cx="310318" cy="63525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7733678" y="8119767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7733678" y="8310342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7733678" y="7992717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7733678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7733678" y="5705812"/>
              <a:ext cx="310318" cy="15246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7733678" y="7929192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7733678" y="8246817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7733678" y="8183292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7733678" y="8373868"/>
              <a:ext cx="310318" cy="63525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2" name="rc322"/>
            <p:cNvSpPr/>
            <p:nvPr/>
          </p:nvSpPr>
          <p:spPr>
            <a:xfrm>
              <a:off x="7733678" y="8310342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3" name="rc323"/>
            <p:cNvSpPr/>
            <p:nvPr/>
          </p:nvSpPr>
          <p:spPr>
            <a:xfrm>
              <a:off x="7733678" y="7992717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4" name="rc324"/>
            <p:cNvSpPr/>
            <p:nvPr/>
          </p:nvSpPr>
          <p:spPr>
            <a:xfrm>
              <a:off x="7733678" y="8119767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5" name="rc325"/>
            <p:cNvSpPr/>
            <p:nvPr/>
          </p:nvSpPr>
          <p:spPr>
            <a:xfrm>
              <a:off x="8164676" y="7992717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6" name="rc326"/>
            <p:cNvSpPr/>
            <p:nvPr/>
          </p:nvSpPr>
          <p:spPr>
            <a:xfrm>
              <a:off x="8164676" y="7929192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7" name="rc327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8164676" y="7675091"/>
              <a:ext cx="310318" cy="25410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rc329"/>
            <p:cNvSpPr/>
            <p:nvPr/>
          </p:nvSpPr>
          <p:spPr>
            <a:xfrm>
              <a:off x="8164676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0" name="rc330"/>
            <p:cNvSpPr/>
            <p:nvPr/>
          </p:nvSpPr>
          <p:spPr>
            <a:xfrm>
              <a:off x="8164676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1" name="rc331"/>
            <p:cNvSpPr/>
            <p:nvPr/>
          </p:nvSpPr>
          <p:spPr>
            <a:xfrm>
              <a:off x="8164676" y="8437393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2" name="rc332"/>
            <p:cNvSpPr/>
            <p:nvPr/>
          </p:nvSpPr>
          <p:spPr>
            <a:xfrm>
              <a:off x="8164676" y="850091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3" name="rc333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4" name="rc334"/>
            <p:cNvSpPr/>
            <p:nvPr/>
          </p:nvSpPr>
          <p:spPr>
            <a:xfrm>
              <a:off x="8164676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5" name="rc335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6" name="rc336"/>
            <p:cNvSpPr/>
            <p:nvPr/>
          </p:nvSpPr>
          <p:spPr>
            <a:xfrm>
              <a:off x="8164676" y="8310342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7" name="rc337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8" name="rc338"/>
            <p:cNvSpPr/>
            <p:nvPr/>
          </p:nvSpPr>
          <p:spPr>
            <a:xfrm>
              <a:off x="8164676" y="6531639"/>
              <a:ext cx="310318" cy="114345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9" name="rc339"/>
            <p:cNvSpPr/>
            <p:nvPr/>
          </p:nvSpPr>
          <p:spPr>
            <a:xfrm>
              <a:off x="8164676" y="8119767"/>
              <a:ext cx="310318" cy="19057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0" name="rc340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1" name="rc341"/>
            <p:cNvSpPr/>
            <p:nvPr/>
          </p:nvSpPr>
          <p:spPr>
            <a:xfrm>
              <a:off x="8164676" y="8500918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2" name="rc342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3" name="rc343"/>
            <p:cNvSpPr/>
            <p:nvPr/>
          </p:nvSpPr>
          <p:spPr>
            <a:xfrm>
              <a:off x="8164676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4" name="rc344"/>
            <p:cNvSpPr/>
            <p:nvPr/>
          </p:nvSpPr>
          <p:spPr>
            <a:xfrm>
              <a:off x="8164676" y="8373868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5" name="rc345"/>
            <p:cNvSpPr/>
            <p:nvPr/>
          </p:nvSpPr>
          <p:spPr>
            <a:xfrm>
              <a:off x="8164676" y="850091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6" name="rc346"/>
            <p:cNvSpPr/>
            <p:nvPr/>
          </p:nvSpPr>
          <p:spPr>
            <a:xfrm>
              <a:off x="8595675" y="7738616"/>
              <a:ext cx="310318" cy="19057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7" name="rc347"/>
            <p:cNvSpPr/>
            <p:nvPr/>
          </p:nvSpPr>
          <p:spPr>
            <a:xfrm>
              <a:off x="8595675" y="7548041"/>
              <a:ext cx="310318" cy="19057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8" name="rc348"/>
            <p:cNvSpPr/>
            <p:nvPr/>
          </p:nvSpPr>
          <p:spPr>
            <a:xfrm>
              <a:off x="8595675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49" name="rc349"/>
            <p:cNvSpPr/>
            <p:nvPr/>
          </p:nvSpPr>
          <p:spPr>
            <a:xfrm>
              <a:off x="8595675" y="7357465"/>
              <a:ext cx="310318" cy="1905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0" name="rc350"/>
            <p:cNvSpPr/>
            <p:nvPr/>
          </p:nvSpPr>
          <p:spPr>
            <a:xfrm>
              <a:off x="8595675" y="8310342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1" name="rc351"/>
            <p:cNvSpPr/>
            <p:nvPr/>
          </p:nvSpPr>
          <p:spPr>
            <a:xfrm>
              <a:off x="8595675" y="8056242"/>
              <a:ext cx="310318" cy="6352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rc352"/>
            <p:cNvSpPr/>
            <p:nvPr/>
          </p:nvSpPr>
          <p:spPr>
            <a:xfrm>
              <a:off x="8595675" y="811976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3" name="rc353"/>
            <p:cNvSpPr/>
            <p:nvPr/>
          </p:nvSpPr>
          <p:spPr>
            <a:xfrm>
              <a:off x="8595675" y="8119767"/>
              <a:ext cx="310318" cy="19057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8595675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8595675" y="8310342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8595675" y="8564443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8595675" y="8056242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8595675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8595675" y="5896387"/>
              <a:ext cx="310318" cy="1461078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8595675" y="7929192"/>
              <a:ext cx="310318" cy="1270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8595675" y="8373868"/>
              <a:ext cx="310318" cy="19057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8595675" y="8310342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3" name="rc363"/>
            <p:cNvSpPr/>
            <p:nvPr/>
          </p:nvSpPr>
          <p:spPr>
            <a:xfrm>
              <a:off x="8595675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4" name="rc364"/>
            <p:cNvSpPr/>
            <p:nvPr/>
          </p:nvSpPr>
          <p:spPr>
            <a:xfrm>
              <a:off x="8595675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5" name="rc365"/>
            <p:cNvSpPr/>
            <p:nvPr/>
          </p:nvSpPr>
          <p:spPr>
            <a:xfrm>
              <a:off x="8595675" y="811976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6" name="rc366"/>
            <p:cNvSpPr/>
            <p:nvPr/>
          </p:nvSpPr>
          <p:spPr>
            <a:xfrm>
              <a:off x="8595675" y="8119767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7" name="rc367"/>
            <p:cNvSpPr/>
            <p:nvPr/>
          </p:nvSpPr>
          <p:spPr>
            <a:xfrm>
              <a:off x="9026673" y="7548041"/>
              <a:ext cx="310318" cy="6352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8" name="rc368"/>
            <p:cNvSpPr/>
            <p:nvPr/>
          </p:nvSpPr>
          <p:spPr>
            <a:xfrm>
              <a:off x="9026673" y="7039840"/>
              <a:ext cx="310318" cy="508201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9026673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rc370"/>
            <p:cNvSpPr/>
            <p:nvPr/>
          </p:nvSpPr>
          <p:spPr>
            <a:xfrm>
              <a:off x="9026673" y="6658689"/>
              <a:ext cx="310318" cy="3811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1" name="rc371"/>
            <p:cNvSpPr/>
            <p:nvPr/>
          </p:nvSpPr>
          <p:spPr>
            <a:xfrm>
              <a:off x="9026673" y="8310342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2" name="rc372"/>
            <p:cNvSpPr/>
            <p:nvPr/>
          </p:nvSpPr>
          <p:spPr>
            <a:xfrm>
              <a:off x="9026673" y="7992717"/>
              <a:ext cx="310318" cy="1270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3" name="rc373"/>
            <p:cNvSpPr/>
            <p:nvPr/>
          </p:nvSpPr>
          <p:spPr>
            <a:xfrm>
              <a:off x="9026673" y="811976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4" name="rc374"/>
            <p:cNvSpPr/>
            <p:nvPr/>
          </p:nvSpPr>
          <p:spPr>
            <a:xfrm>
              <a:off x="9026673" y="8246817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5" name="rc375"/>
            <p:cNvSpPr/>
            <p:nvPr/>
          </p:nvSpPr>
          <p:spPr>
            <a:xfrm>
              <a:off x="9026673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6" name="rc376"/>
            <p:cNvSpPr/>
            <p:nvPr/>
          </p:nvSpPr>
          <p:spPr>
            <a:xfrm>
              <a:off x="9026673" y="8246817"/>
              <a:ext cx="310318" cy="63525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7" name="rc377"/>
            <p:cNvSpPr/>
            <p:nvPr/>
          </p:nvSpPr>
          <p:spPr>
            <a:xfrm>
              <a:off x="9026673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8" name="rc378"/>
            <p:cNvSpPr/>
            <p:nvPr/>
          </p:nvSpPr>
          <p:spPr>
            <a:xfrm>
              <a:off x="9026673" y="7865667"/>
              <a:ext cx="310318" cy="1270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9" name="rc379"/>
            <p:cNvSpPr/>
            <p:nvPr/>
          </p:nvSpPr>
          <p:spPr>
            <a:xfrm>
              <a:off x="9026673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0" name="rc380"/>
            <p:cNvSpPr/>
            <p:nvPr/>
          </p:nvSpPr>
          <p:spPr>
            <a:xfrm>
              <a:off x="9026673" y="4498835"/>
              <a:ext cx="310318" cy="215985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1" name="rc381"/>
            <p:cNvSpPr/>
            <p:nvPr/>
          </p:nvSpPr>
          <p:spPr>
            <a:xfrm>
              <a:off x="9026673" y="7611566"/>
              <a:ext cx="310318" cy="25410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2" name="rc382"/>
            <p:cNvSpPr/>
            <p:nvPr/>
          </p:nvSpPr>
          <p:spPr>
            <a:xfrm>
              <a:off x="9026673" y="8437393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3" name="rc383"/>
            <p:cNvSpPr/>
            <p:nvPr/>
          </p:nvSpPr>
          <p:spPr>
            <a:xfrm>
              <a:off x="9026673" y="8310342"/>
              <a:ext cx="310318" cy="12705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4" name="rc384"/>
            <p:cNvSpPr/>
            <p:nvPr/>
          </p:nvSpPr>
          <p:spPr>
            <a:xfrm>
              <a:off x="9026673" y="8500918"/>
              <a:ext cx="310318" cy="63525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5" name="rc385"/>
            <p:cNvSpPr/>
            <p:nvPr/>
          </p:nvSpPr>
          <p:spPr>
            <a:xfrm>
              <a:off x="9026673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6" name="rc386"/>
            <p:cNvSpPr/>
            <p:nvPr/>
          </p:nvSpPr>
          <p:spPr>
            <a:xfrm>
              <a:off x="9026673" y="811976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7" name="rc387"/>
            <p:cNvSpPr/>
            <p:nvPr/>
          </p:nvSpPr>
          <p:spPr>
            <a:xfrm>
              <a:off x="9026673" y="8119767"/>
              <a:ext cx="310318" cy="12705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8" name="rc388"/>
            <p:cNvSpPr/>
            <p:nvPr/>
          </p:nvSpPr>
          <p:spPr>
            <a:xfrm>
              <a:off x="9457672" y="7675091"/>
              <a:ext cx="310318" cy="190575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9" name="rc389"/>
            <p:cNvSpPr/>
            <p:nvPr/>
          </p:nvSpPr>
          <p:spPr>
            <a:xfrm>
              <a:off x="9457672" y="7420991"/>
              <a:ext cx="310318" cy="2541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0" name="rc390"/>
            <p:cNvSpPr/>
            <p:nvPr/>
          </p:nvSpPr>
          <p:spPr>
            <a:xfrm>
              <a:off x="9457672" y="8437393"/>
              <a:ext cx="310318" cy="63525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1" name="rc391"/>
            <p:cNvSpPr/>
            <p:nvPr/>
          </p:nvSpPr>
          <p:spPr>
            <a:xfrm>
              <a:off x="9457672" y="6976315"/>
              <a:ext cx="310318" cy="44467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2" name="rc392"/>
            <p:cNvSpPr/>
            <p:nvPr/>
          </p:nvSpPr>
          <p:spPr>
            <a:xfrm>
              <a:off x="9457672" y="8119767"/>
              <a:ext cx="310318" cy="12705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rc393"/>
            <p:cNvSpPr/>
            <p:nvPr/>
          </p:nvSpPr>
          <p:spPr>
            <a:xfrm>
              <a:off x="9457672" y="7929192"/>
              <a:ext cx="310318" cy="6352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4" name="rc394"/>
            <p:cNvSpPr/>
            <p:nvPr/>
          </p:nvSpPr>
          <p:spPr>
            <a:xfrm>
              <a:off x="9457672" y="799271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9457672" y="8056242"/>
              <a:ext cx="310318" cy="6352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9457672" y="8500918"/>
              <a:ext cx="310318" cy="63525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9457672" y="8119767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9457672" y="8373868"/>
              <a:ext cx="310318" cy="63525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9457672" y="7929192"/>
              <a:ext cx="310318" cy="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9457672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9457672" y="5197611"/>
              <a:ext cx="310318" cy="17787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9457672" y="7865667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9457672" y="837386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4" name="rc404"/>
            <p:cNvSpPr/>
            <p:nvPr/>
          </p:nvSpPr>
          <p:spPr>
            <a:xfrm>
              <a:off x="9457672" y="8246817"/>
              <a:ext cx="310318" cy="12705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5" name="rc405"/>
            <p:cNvSpPr/>
            <p:nvPr/>
          </p:nvSpPr>
          <p:spPr>
            <a:xfrm>
              <a:off x="9457672" y="843739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rc406"/>
            <p:cNvSpPr/>
            <p:nvPr/>
          </p:nvSpPr>
          <p:spPr>
            <a:xfrm>
              <a:off x="9457672" y="843739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7" name="rc407"/>
            <p:cNvSpPr/>
            <p:nvPr/>
          </p:nvSpPr>
          <p:spPr>
            <a:xfrm>
              <a:off x="9457672" y="7992717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8" name="rc408"/>
            <p:cNvSpPr/>
            <p:nvPr/>
          </p:nvSpPr>
          <p:spPr>
            <a:xfrm>
              <a:off x="9457672" y="7992717"/>
              <a:ext cx="310318" cy="6352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9" name="rc409"/>
            <p:cNvSpPr/>
            <p:nvPr/>
          </p:nvSpPr>
          <p:spPr>
            <a:xfrm>
              <a:off x="9888670" y="7420991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9888670" y="7039840"/>
              <a:ext cx="310318" cy="3811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rc411"/>
            <p:cNvSpPr/>
            <p:nvPr/>
          </p:nvSpPr>
          <p:spPr>
            <a:xfrm>
              <a:off x="9888670" y="8500918"/>
              <a:ext cx="310318" cy="63525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2" name="rc412"/>
            <p:cNvSpPr/>
            <p:nvPr/>
          </p:nvSpPr>
          <p:spPr>
            <a:xfrm>
              <a:off x="9888670" y="5959913"/>
              <a:ext cx="310318" cy="1079927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3" name="rc413"/>
            <p:cNvSpPr/>
            <p:nvPr/>
          </p:nvSpPr>
          <p:spPr>
            <a:xfrm>
              <a:off x="9888670" y="8246817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4" name="rc414"/>
            <p:cNvSpPr/>
            <p:nvPr/>
          </p:nvSpPr>
          <p:spPr>
            <a:xfrm>
              <a:off x="9888670" y="7929192"/>
              <a:ext cx="310318" cy="6352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5" name="rc415"/>
            <p:cNvSpPr/>
            <p:nvPr/>
          </p:nvSpPr>
          <p:spPr>
            <a:xfrm>
              <a:off x="9888670" y="8119767"/>
              <a:ext cx="310318" cy="12705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6" name="rc416"/>
            <p:cNvSpPr/>
            <p:nvPr/>
          </p:nvSpPr>
          <p:spPr>
            <a:xfrm>
              <a:off x="9888670" y="8246817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7" name="rc417"/>
            <p:cNvSpPr/>
            <p:nvPr/>
          </p:nvSpPr>
          <p:spPr>
            <a:xfrm>
              <a:off x="9888670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8" name="rc418"/>
            <p:cNvSpPr/>
            <p:nvPr/>
          </p:nvSpPr>
          <p:spPr>
            <a:xfrm>
              <a:off x="9888670" y="8246817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9" name="rc419"/>
            <p:cNvSpPr/>
            <p:nvPr/>
          </p:nvSpPr>
          <p:spPr>
            <a:xfrm>
              <a:off x="9888670" y="837386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0" name="rc420"/>
            <p:cNvSpPr/>
            <p:nvPr/>
          </p:nvSpPr>
          <p:spPr>
            <a:xfrm>
              <a:off x="9888670" y="7865667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9888670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2" name="rc422"/>
            <p:cNvSpPr/>
            <p:nvPr/>
          </p:nvSpPr>
          <p:spPr>
            <a:xfrm>
              <a:off x="9888670" y="3927108"/>
              <a:ext cx="310318" cy="203280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3" name="rc423"/>
            <p:cNvSpPr/>
            <p:nvPr/>
          </p:nvSpPr>
          <p:spPr>
            <a:xfrm>
              <a:off x="9888670" y="7548041"/>
              <a:ext cx="310318" cy="3176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4" name="rc424"/>
            <p:cNvSpPr/>
            <p:nvPr/>
          </p:nvSpPr>
          <p:spPr>
            <a:xfrm>
              <a:off x="9888670" y="8310342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5" name="rc425"/>
            <p:cNvSpPr/>
            <p:nvPr/>
          </p:nvSpPr>
          <p:spPr>
            <a:xfrm>
              <a:off x="9888670" y="8246817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6" name="rc426"/>
            <p:cNvSpPr/>
            <p:nvPr/>
          </p:nvSpPr>
          <p:spPr>
            <a:xfrm>
              <a:off x="9888670" y="8500918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7" name="rc427"/>
            <p:cNvSpPr/>
            <p:nvPr/>
          </p:nvSpPr>
          <p:spPr>
            <a:xfrm>
              <a:off x="9888670" y="8373868"/>
              <a:ext cx="310318" cy="12705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8" name="rc428"/>
            <p:cNvSpPr/>
            <p:nvPr/>
          </p:nvSpPr>
          <p:spPr>
            <a:xfrm>
              <a:off x="9888670" y="7992717"/>
              <a:ext cx="310318" cy="12705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9" name="rc429"/>
            <p:cNvSpPr/>
            <p:nvPr/>
          </p:nvSpPr>
          <p:spPr>
            <a:xfrm>
              <a:off x="9888670" y="8246817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0" name="rc430"/>
            <p:cNvSpPr/>
            <p:nvPr/>
          </p:nvSpPr>
          <p:spPr>
            <a:xfrm>
              <a:off x="10319668" y="8119767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1" name="rc431"/>
            <p:cNvSpPr/>
            <p:nvPr/>
          </p:nvSpPr>
          <p:spPr>
            <a:xfrm>
              <a:off x="10319668" y="8056242"/>
              <a:ext cx="310318" cy="635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2" name="rc432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3" name="rc433"/>
            <p:cNvSpPr/>
            <p:nvPr/>
          </p:nvSpPr>
          <p:spPr>
            <a:xfrm>
              <a:off x="10319668" y="7675091"/>
              <a:ext cx="310318" cy="3811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rc434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5" name="rc435"/>
            <p:cNvSpPr/>
            <p:nvPr/>
          </p:nvSpPr>
          <p:spPr>
            <a:xfrm>
              <a:off x="10319668" y="8373868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10319668" y="8373868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10319668" y="8437393"/>
              <a:ext cx="310318" cy="6352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10319668" y="8310342"/>
              <a:ext cx="310318" cy="635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10319668" y="8500918"/>
              <a:ext cx="310318" cy="635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10319668" y="5896387"/>
              <a:ext cx="310318" cy="177870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10319668" y="8246817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5" name="rc445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8" name="rc448"/>
            <p:cNvSpPr/>
            <p:nvPr/>
          </p:nvSpPr>
          <p:spPr>
            <a:xfrm>
              <a:off x="10319668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9" name="rc449"/>
            <p:cNvSpPr/>
            <p:nvPr/>
          </p:nvSpPr>
          <p:spPr>
            <a:xfrm>
              <a:off x="10319668" y="8373868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rc450"/>
            <p:cNvSpPr/>
            <p:nvPr/>
          </p:nvSpPr>
          <p:spPr>
            <a:xfrm>
              <a:off x="10319668" y="8437393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10750667" y="7039840"/>
              <a:ext cx="310318" cy="508201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rc452"/>
            <p:cNvSpPr/>
            <p:nvPr/>
          </p:nvSpPr>
          <p:spPr>
            <a:xfrm>
              <a:off x="10750667" y="6785739"/>
              <a:ext cx="310318" cy="2541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3" name="rc453"/>
            <p:cNvSpPr/>
            <p:nvPr/>
          </p:nvSpPr>
          <p:spPr>
            <a:xfrm>
              <a:off x="10750667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4" name="rc454"/>
            <p:cNvSpPr/>
            <p:nvPr/>
          </p:nvSpPr>
          <p:spPr>
            <a:xfrm>
              <a:off x="10750667" y="6023438"/>
              <a:ext cx="310318" cy="76230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5" name="rc455"/>
            <p:cNvSpPr/>
            <p:nvPr/>
          </p:nvSpPr>
          <p:spPr>
            <a:xfrm>
              <a:off x="10750667" y="8246817"/>
              <a:ext cx="310318" cy="12705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6" name="rc456"/>
            <p:cNvSpPr/>
            <p:nvPr/>
          </p:nvSpPr>
          <p:spPr>
            <a:xfrm>
              <a:off x="10750667" y="7675091"/>
              <a:ext cx="310318" cy="1270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7" name="rc457"/>
            <p:cNvSpPr/>
            <p:nvPr/>
          </p:nvSpPr>
          <p:spPr>
            <a:xfrm>
              <a:off x="10750667" y="7865667"/>
              <a:ext cx="310318" cy="0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8" name="rc458"/>
            <p:cNvSpPr/>
            <p:nvPr/>
          </p:nvSpPr>
          <p:spPr>
            <a:xfrm>
              <a:off x="10750667" y="7992717"/>
              <a:ext cx="310318" cy="6352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9" name="rc459"/>
            <p:cNvSpPr/>
            <p:nvPr/>
          </p:nvSpPr>
          <p:spPr>
            <a:xfrm>
              <a:off x="10750667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10750667" y="8056242"/>
              <a:ext cx="310318" cy="190575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10750667" y="8437393"/>
              <a:ext cx="310318" cy="63525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10750667" y="7548041"/>
              <a:ext cx="310318" cy="1270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10750667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10750667" y="5007036"/>
              <a:ext cx="310318" cy="1016402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10750667" y="7548041"/>
              <a:ext cx="310318" cy="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10750667" y="8373868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10750667" y="837386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10750667" y="8500918"/>
              <a:ext cx="310318" cy="63525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10750667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10750667" y="7802141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10750667" y="7865667"/>
              <a:ext cx="310318" cy="12705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11181665" y="7357465"/>
              <a:ext cx="310318" cy="1270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11181665" y="6976315"/>
              <a:ext cx="310318" cy="3811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11181665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11181665" y="6595164"/>
              <a:ext cx="310318" cy="381150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11181665" y="8373868"/>
              <a:ext cx="310318" cy="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11181665" y="7865667"/>
              <a:ext cx="310318" cy="190575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11181665" y="8119767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11181665" y="8183292"/>
              <a:ext cx="310318" cy="63525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11181665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11181665" y="8246817"/>
              <a:ext cx="310318" cy="12705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11181665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11181665" y="7611566"/>
              <a:ext cx="310318" cy="25410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11181665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11181665" y="4625885"/>
              <a:ext cx="310318" cy="196927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11181665" y="7484516"/>
              <a:ext cx="310318" cy="1270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11181665" y="8437393"/>
              <a:ext cx="310318" cy="63525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11181665" y="8373868"/>
              <a:ext cx="310318" cy="63525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11181665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11181665" y="8500918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11181665" y="8056242"/>
              <a:ext cx="310318" cy="6352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11181665" y="8183292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11612664" y="6912790"/>
              <a:ext cx="310318" cy="571726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11612664" y="6595164"/>
              <a:ext cx="310318" cy="317625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11612664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11612664" y="6086963"/>
              <a:ext cx="310318" cy="50820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11612664" y="8373868"/>
              <a:ext cx="310318" cy="63525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11612664" y="7865667"/>
              <a:ext cx="310318" cy="25410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11612664" y="8310342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11612664" y="8373868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11612664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11612664" y="8373868"/>
              <a:ext cx="310318" cy="0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11612664" y="8437393"/>
              <a:ext cx="310318" cy="12705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11612664" y="7548041"/>
              <a:ext cx="310318" cy="317625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11612664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11612664" y="3927108"/>
              <a:ext cx="310318" cy="2159854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11612664" y="7484516"/>
              <a:ext cx="310318" cy="6352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11612664" y="8437393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11612664" y="8437393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11612664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11612664" y="8564443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11612664" y="8119767"/>
              <a:ext cx="310318" cy="190575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11612664" y="8373868"/>
              <a:ext cx="310318" cy="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12043662" y="7039840"/>
              <a:ext cx="310318" cy="25410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12043662" y="6658689"/>
              <a:ext cx="310318" cy="38115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12043662" y="8564443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12043662" y="5896387"/>
              <a:ext cx="310318" cy="762301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8" name="rc518"/>
            <p:cNvSpPr/>
            <p:nvPr/>
          </p:nvSpPr>
          <p:spPr>
            <a:xfrm>
              <a:off x="12043662" y="8373868"/>
              <a:ext cx="310318" cy="127050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9" name="rc519"/>
            <p:cNvSpPr/>
            <p:nvPr/>
          </p:nvSpPr>
          <p:spPr>
            <a:xfrm>
              <a:off x="12043662" y="7548041"/>
              <a:ext cx="310318" cy="12705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0" name="rc520"/>
            <p:cNvSpPr/>
            <p:nvPr/>
          </p:nvSpPr>
          <p:spPr>
            <a:xfrm>
              <a:off x="12043662" y="7802141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1" name="rc521"/>
            <p:cNvSpPr/>
            <p:nvPr/>
          </p:nvSpPr>
          <p:spPr>
            <a:xfrm>
              <a:off x="12043662" y="8056242"/>
              <a:ext cx="310318" cy="12705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2" name="rc522"/>
            <p:cNvSpPr/>
            <p:nvPr/>
          </p:nvSpPr>
          <p:spPr>
            <a:xfrm>
              <a:off x="12043662" y="8564443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3" name="rc523"/>
            <p:cNvSpPr/>
            <p:nvPr/>
          </p:nvSpPr>
          <p:spPr>
            <a:xfrm>
              <a:off x="12043662" y="8183292"/>
              <a:ext cx="310318" cy="190575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4" name="rc524"/>
            <p:cNvSpPr/>
            <p:nvPr/>
          </p:nvSpPr>
          <p:spPr>
            <a:xfrm>
              <a:off x="12043662" y="8500918"/>
              <a:ext cx="310318" cy="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5" name="rc525"/>
            <p:cNvSpPr/>
            <p:nvPr/>
          </p:nvSpPr>
          <p:spPr>
            <a:xfrm>
              <a:off x="12043662" y="7420991"/>
              <a:ext cx="310318" cy="1270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6" name="rc526"/>
            <p:cNvSpPr/>
            <p:nvPr/>
          </p:nvSpPr>
          <p:spPr>
            <a:xfrm>
              <a:off x="12043662" y="8564443"/>
              <a:ext cx="310318" cy="0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7" name="rc527"/>
            <p:cNvSpPr/>
            <p:nvPr/>
          </p:nvSpPr>
          <p:spPr>
            <a:xfrm>
              <a:off x="12043662" y="2847181"/>
              <a:ext cx="310318" cy="3049206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12043662" y="7293940"/>
              <a:ext cx="310318" cy="127050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9" name="rc529"/>
            <p:cNvSpPr/>
            <p:nvPr/>
          </p:nvSpPr>
          <p:spPr>
            <a:xfrm>
              <a:off x="12043662" y="850091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0" name="rc530"/>
            <p:cNvSpPr/>
            <p:nvPr/>
          </p:nvSpPr>
          <p:spPr>
            <a:xfrm>
              <a:off x="12043662" y="850091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1" name="rc531"/>
            <p:cNvSpPr/>
            <p:nvPr/>
          </p:nvSpPr>
          <p:spPr>
            <a:xfrm>
              <a:off x="12043662" y="8564443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2" name="rc532"/>
            <p:cNvSpPr/>
            <p:nvPr/>
          </p:nvSpPr>
          <p:spPr>
            <a:xfrm>
              <a:off x="12043662" y="8500918"/>
              <a:ext cx="310318" cy="63525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3" name="rc533"/>
            <p:cNvSpPr/>
            <p:nvPr/>
          </p:nvSpPr>
          <p:spPr>
            <a:xfrm>
              <a:off x="12043662" y="7675091"/>
              <a:ext cx="310318" cy="12705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12043662" y="7865667"/>
              <a:ext cx="310318" cy="190575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12474661" y="7357465"/>
              <a:ext cx="310318" cy="381150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6" name="rc536"/>
            <p:cNvSpPr/>
            <p:nvPr/>
          </p:nvSpPr>
          <p:spPr>
            <a:xfrm>
              <a:off x="12474661" y="7103365"/>
              <a:ext cx="310318" cy="254100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7" name="rc537"/>
            <p:cNvSpPr/>
            <p:nvPr/>
          </p:nvSpPr>
          <p:spPr>
            <a:xfrm>
              <a:off x="12474661" y="8500918"/>
              <a:ext cx="310318" cy="0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rc538"/>
            <p:cNvSpPr/>
            <p:nvPr/>
          </p:nvSpPr>
          <p:spPr>
            <a:xfrm>
              <a:off x="12474661" y="6150488"/>
              <a:ext cx="310318" cy="952876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9" name="rc539"/>
            <p:cNvSpPr/>
            <p:nvPr/>
          </p:nvSpPr>
          <p:spPr>
            <a:xfrm>
              <a:off x="12474661" y="8310342"/>
              <a:ext cx="310318" cy="63525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0" name="rc540"/>
            <p:cNvSpPr/>
            <p:nvPr/>
          </p:nvSpPr>
          <p:spPr>
            <a:xfrm>
              <a:off x="12474661" y="8056242"/>
              <a:ext cx="310318" cy="0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12474661" y="8056242"/>
              <a:ext cx="310318" cy="63525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rc542"/>
            <p:cNvSpPr/>
            <p:nvPr/>
          </p:nvSpPr>
          <p:spPr>
            <a:xfrm>
              <a:off x="12474661" y="8246817"/>
              <a:ext cx="310318" cy="0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3" name="rc543"/>
            <p:cNvSpPr/>
            <p:nvPr/>
          </p:nvSpPr>
          <p:spPr>
            <a:xfrm>
              <a:off x="12474661" y="8500918"/>
              <a:ext cx="310318" cy="0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4" name="rc544"/>
            <p:cNvSpPr/>
            <p:nvPr/>
          </p:nvSpPr>
          <p:spPr>
            <a:xfrm>
              <a:off x="12474661" y="8246817"/>
              <a:ext cx="310318" cy="63525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5" name="rc545"/>
            <p:cNvSpPr/>
            <p:nvPr/>
          </p:nvSpPr>
          <p:spPr>
            <a:xfrm>
              <a:off x="12474661" y="8373868"/>
              <a:ext cx="310318" cy="127050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6" name="rc546"/>
            <p:cNvSpPr/>
            <p:nvPr/>
          </p:nvSpPr>
          <p:spPr>
            <a:xfrm>
              <a:off x="12474661" y="7929192"/>
              <a:ext cx="310318" cy="127050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7" name="rc547"/>
            <p:cNvSpPr/>
            <p:nvPr/>
          </p:nvSpPr>
          <p:spPr>
            <a:xfrm>
              <a:off x="12474661" y="8500918"/>
              <a:ext cx="310318" cy="63525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8" name="rc548"/>
            <p:cNvSpPr/>
            <p:nvPr/>
          </p:nvSpPr>
          <p:spPr>
            <a:xfrm>
              <a:off x="12474661" y="3927108"/>
              <a:ext cx="310318" cy="2223379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9" name="rc549"/>
            <p:cNvSpPr/>
            <p:nvPr/>
          </p:nvSpPr>
          <p:spPr>
            <a:xfrm>
              <a:off x="12474661" y="7738616"/>
              <a:ext cx="310318" cy="190575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0" name="rc550"/>
            <p:cNvSpPr/>
            <p:nvPr/>
          </p:nvSpPr>
          <p:spPr>
            <a:xfrm>
              <a:off x="12474661" y="8373868"/>
              <a:ext cx="310318" cy="0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1" name="rc551"/>
            <p:cNvSpPr/>
            <p:nvPr/>
          </p:nvSpPr>
          <p:spPr>
            <a:xfrm>
              <a:off x="12474661" y="8373868"/>
              <a:ext cx="310318" cy="0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2" name="rc552"/>
            <p:cNvSpPr/>
            <p:nvPr/>
          </p:nvSpPr>
          <p:spPr>
            <a:xfrm>
              <a:off x="12474661" y="8500918"/>
              <a:ext cx="310318" cy="0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3" name="rc553"/>
            <p:cNvSpPr/>
            <p:nvPr/>
          </p:nvSpPr>
          <p:spPr>
            <a:xfrm>
              <a:off x="12474661" y="8500918"/>
              <a:ext cx="310318" cy="0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4" name="rc554"/>
            <p:cNvSpPr/>
            <p:nvPr/>
          </p:nvSpPr>
          <p:spPr>
            <a:xfrm>
              <a:off x="12474661" y="8056242"/>
              <a:ext cx="310318" cy="0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5" name="rc555"/>
            <p:cNvSpPr/>
            <p:nvPr/>
          </p:nvSpPr>
          <p:spPr>
            <a:xfrm>
              <a:off x="12474661" y="8119767"/>
              <a:ext cx="310318" cy="127050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6" name="rc556"/>
            <p:cNvSpPr/>
            <p:nvPr/>
          </p:nvSpPr>
          <p:spPr>
            <a:xfrm>
              <a:off x="12905659" y="8500918"/>
              <a:ext cx="310318" cy="63525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1854859" y="2970253"/>
              <a:ext cx="11205959" cy="5532032"/>
            </a:xfrm>
            <a:custGeom>
              <a:avLst/>
              <a:pathLst>
                <a:path w="11205959" h="5532032">
                  <a:moveTo>
                    <a:pt x="0" y="5221243"/>
                  </a:moveTo>
                  <a:lnTo>
                    <a:pt x="430998" y="4910455"/>
                  </a:lnTo>
                  <a:lnTo>
                    <a:pt x="861996" y="5096928"/>
                  </a:lnTo>
                  <a:lnTo>
                    <a:pt x="1292995" y="4972613"/>
                  </a:lnTo>
                  <a:lnTo>
                    <a:pt x="1723993" y="5159086"/>
                  </a:lnTo>
                  <a:lnTo>
                    <a:pt x="2154992" y="5159086"/>
                  </a:lnTo>
                  <a:lnTo>
                    <a:pt x="2585990" y="2548464"/>
                  </a:lnTo>
                  <a:lnTo>
                    <a:pt x="3016988" y="3978090"/>
                  </a:lnTo>
                  <a:lnTo>
                    <a:pt x="3447987" y="4413194"/>
                  </a:lnTo>
                  <a:lnTo>
                    <a:pt x="3878985" y="4226721"/>
                  </a:lnTo>
                  <a:lnTo>
                    <a:pt x="4309984" y="2548464"/>
                  </a:lnTo>
                  <a:lnTo>
                    <a:pt x="4740982" y="3232198"/>
                  </a:lnTo>
                  <a:lnTo>
                    <a:pt x="5171981" y="4164563"/>
                  </a:lnTo>
                  <a:lnTo>
                    <a:pt x="5602979" y="3045725"/>
                  </a:lnTo>
                  <a:lnTo>
                    <a:pt x="6033977" y="2797094"/>
                  </a:lnTo>
                  <a:lnTo>
                    <a:pt x="6464976" y="3605144"/>
                  </a:lnTo>
                  <a:lnTo>
                    <a:pt x="6895974" y="2983567"/>
                  </a:lnTo>
                  <a:lnTo>
                    <a:pt x="7326973" y="1616099"/>
                  </a:lnTo>
                  <a:lnTo>
                    <a:pt x="7757971" y="2299833"/>
                  </a:lnTo>
                  <a:lnTo>
                    <a:pt x="8188970" y="1056680"/>
                  </a:lnTo>
                  <a:lnTo>
                    <a:pt x="8619968" y="2983567"/>
                  </a:lnTo>
                  <a:lnTo>
                    <a:pt x="9050966" y="2113360"/>
                  </a:lnTo>
                  <a:lnTo>
                    <a:pt x="9481965" y="1740414"/>
                  </a:lnTo>
                  <a:lnTo>
                    <a:pt x="9912963" y="1056680"/>
                  </a:lnTo>
                  <a:lnTo>
                    <a:pt x="10343962" y="0"/>
                  </a:lnTo>
                  <a:lnTo>
                    <a:pt x="10774960" y="1056680"/>
                  </a:lnTo>
                  <a:lnTo>
                    <a:pt x="11205959" y="5532032"/>
                  </a:lnTo>
                </a:path>
              </a:pathLst>
            </a:custGeom>
            <a:ln w="19512" cap="flat">
              <a:solidFill>
                <a:srgbClr val="000000">
                  <a:alpha val="100000"/>
                </a:srgbClr>
              </a:solidFill>
              <a:custDash>
                <a:ds d="400000" sp="4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819730" y="815636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2250728" y="784557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2681727" y="803205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112725" y="790773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3543723" y="809421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974722" y="8094210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405720" y="548358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836719" y="691321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5267717" y="734831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5698716" y="7161845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6129714" y="548358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6560712" y="616732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6991711" y="709968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7422709" y="598084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7853708" y="5732219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8284706" y="654026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8715705" y="591869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9146703" y="4551223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9577701" y="5234957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10008700" y="39918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10439698" y="5918692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10870697" y="504848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11301695" y="4675538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11732694" y="39918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12163692" y="293512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12594690" y="3991804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13025689" y="8467156"/>
              <a:ext cx="70259" cy="70259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10636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1596260" y="2847181"/>
              <a:ext cx="0" cy="5717261"/>
            </a:xfrm>
            <a:custGeom>
              <a:avLst/>
              <a:pathLst>
                <a:path w="0" h="5717261">
                  <a:moveTo>
                    <a:pt x="0" y="5717261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tx586"/>
            <p:cNvSpPr/>
            <p:nvPr/>
          </p:nvSpPr>
          <p:spPr>
            <a:xfrm>
              <a:off x="1440310" y="8511464"/>
              <a:ext cx="81932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1358378" y="6923192"/>
              <a:ext cx="163864" cy="1059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1358378" y="5335207"/>
              <a:ext cx="163864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1358378" y="3749021"/>
              <a:ext cx="163864" cy="103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590" name="pl590"/>
            <p:cNvSpPr/>
            <p:nvPr/>
          </p:nvSpPr>
          <p:spPr>
            <a:xfrm>
              <a:off x="1555139" y="8564443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1555139" y="6976315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1555139" y="5388186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1555139" y="3800058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13319417" y="2847181"/>
              <a:ext cx="0" cy="5717261"/>
            </a:xfrm>
            <a:custGeom>
              <a:avLst/>
              <a:pathLst>
                <a:path w="0" h="5717261">
                  <a:moveTo>
                    <a:pt x="0" y="5717261"/>
                  </a:moveTo>
                  <a:lnTo>
                    <a:pt x="0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13319417" y="8564443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13319417" y="6976315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13319417" y="5388186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13319417" y="3800058"/>
              <a:ext cx="41120" cy="0"/>
            </a:xfrm>
            <a:custGeom>
              <a:avLst/>
              <a:pathLst>
                <a:path w="41120" h="0">
                  <a:moveTo>
                    <a:pt x="41120" y="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tx599"/>
            <p:cNvSpPr/>
            <p:nvPr/>
          </p:nvSpPr>
          <p:spPr>
            <a:xfrm>
              <a:off x="13393435" y="8511464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0.0%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13393435" y="6923048"/>
              <a:ext cx="335786" cy="1061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2.5%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13393435" y="5335207"/>
              <a:ext cx="335786" cy="1058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5.0%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13393435" y="3747583"/>
              <a:ext cx="335786" cy="1053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7.5%</a:t>
              </a:r>
            </a:p>
          </p:txBody>
        </p:sp>
        <p:sp>
          <p:nvSpPr>
            <p:cNvPr id="603" name="pl603"/>
            <p:cNvSpPr/>
            <p:nvPr/>
          </p:nvSpPr>
          <p:spPr>
            <a:xfrm>
              <a:off x="1596260" y="8564443"/>
              <a:ext cx="11723157" cy="0"/>
            </a:xfrm>
            <a:custGeom>
              <a:avLst/>
              <a:pathLst>
                <a:path w="11723157" h="0">
                  <a:moveTo>
                    <a:pt x="0" y="0"/>
                  </a:moveTo>
                  <a:lnTo>
                    <a:pt x="11723157" y="0"/>
                  </a:lnTo>
                </a:path>
              </a:pathLst>
            </a:custGeom>
            <a:ln w="1626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1854859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228585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2716856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3147855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3578853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4009851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4440850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487184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5302847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5733845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164844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595842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7026840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7457839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7888837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8319836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8750834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9181833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9612831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10043829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1047482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10905826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11336825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11767823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12198822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12629820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13060818" y="8564443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tx631"/>
            <p:cNvSpPr/>
            <p:nvPr/>
          </p:nvSpPr>
          <p:spPr>
            <a:xfrm rot="-2100000">
              <a:off x="1591545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2000</a:t>
              </a:r>
            </a:p>
          </p:txBody>
        </p:sp>
        <p:sp>
          <p:nvSpPr>
            <p:cNvPr id="632" name="tx632"/>
            <p:cNvSpPr/>
            <p:nvPr/>
          </p:nvSpPr>
          <p:spPr>
            <a:xfrm rot="-2100000">
              <a:off x="2022543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2001</a:t>
              </a:r>
            </a:p>
          </p:txBody>
        </p:sp>
        <p:sp>
          <p:nvSpPr>
            <p:cNvPr id="633" name="tx633"/>
            <p:cNvSpPr/>
            <p:nvPr/>
          </p:nvSpPr>
          <p:spPr>
            <a:xfrm rot="-2100000">
              <a:off x="2453542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2002</a:t>
              </a:r>
            </a:p>
          </p:txBody>
        </p:sp>
        <p:sp>
          <p:nvSpPr>
            <p:cNvPr id="634" name="tx634"/>
            <p:cNvSpPr/>
            <p:nvPr/>
          </p:nvSpPr>
          <p:spPr>
            <a:xfrm rot="-2100000">
              <a:off x="2884540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2003</a:t>
              </a:r>
            </a:p>
          </p:txBody>
        </p:sp>
        <p:sp>
          <p:nvSpPr>
            <p:cNvPr id="635" name="tx635"/>
            <p:cNvSpPr/>
            <p:nvPr/>
          </p:nvSpPr>
          <p:spPr>
            <a:xfrm rot="-2100000">
              <a:off x="3315538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2004</a:t>
              </a:r>
            </a:p>
          </p:txBody>
        </p:sp>
        <p:sp>
          <p:nvSpPr>
            <p:cNvPr id="636" name="tx636"/>
            <p:cNvSpPr/>
            <p:nvPr/>
          </p:nvSpPr>
          <p:spPr>
            <a:xfrm rot="-2100000">
              <a:off x="3746537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2005</a:t>
              </a:r>
            </a:p>
          </p:txBody>
        </p:sp>
        <p:sp>
          <p:nvSpPr>
            <p:cNvPr id="637" name="tx637"/>
            <p:cNvSpPr/>
            <p:nvPr/>
          </p:nvSpPr>
          <p:spPr>
            <a:xfrm rot="-2100000">
              <a:off x="4177515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2006</a:t>
              </a:r>
            </a:p>
          </p:txBody>
        </p:sp>
        <p:sp>
          <p:nvSpPr>
            <p:cNvPr id="638" name="tx638"/>
            <p:cNvSpPr/>
            <p:nvPr/>
          </p:nvSpPr>
          <p:spPr>
            <a:xfrm rot="-2100000">
              <a:off x="4608534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2007</a:t>
              </a:r>
            </a:p>
          </p:txBody>
        </p:sp>
        <p:sp>
          <p:nvSpPr>
            <p:cNvPr id="639" name="tx639"/>
            <p:cNvSpPr/>
            <p:nvPr/>
          </p:nvSpPr>
          <p:spPr>
            <a:xfrm rot="-2100000">
              <a:off x="5039492" y="8720860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2008</a:t>
              </a:r>
            </a:p>
          </p:txBody>
        </p:sp>
        <p:sp>
          <p:nvSpPr>
            <p:cNvPr id="640" name="tx640"/>
            <p:cNvSpPr/>
            <p:nvPr/>
          </p:nvSpPr>
          <p:spPr>
            <a:xfrm rot="-2100000">
              <a:off x="5470510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2009</a:t>
              </a:r>
            </a:p>
          </p:txBody>
        </p:sp>
        <p:sp>
          <p:nvSpPr>
            <p:cNvPr id="641" name="tx641"/>
            <p:cNvSpPr/>
            <p:nvPr/>
          </p:nvSpPr>
          <p:spPr>
            <a:xfrm rot="-2100000">
              <a:off x="5901529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2010</a:t>
              </a:r>
            </a:p>
          </p:txBody>
        </p:sp>
        <p:sp>
          <p:nvSpPr>
            <p:cNvPr id="642" name="tx642"/>
            <p:cNvSpPr/>
            <p:nvPr/>
          </p:nvSpPr>
          <p:spPr>
            <a:xfrm rot="-2100000">
              <a:off x="6332527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2011</a:t>
              </a:r>
            </a:p>
          </p:txBody>
        </p:sp>
        <p:sp>
          <p:nvSpPr>
            <p:cNvPr id="643" name="tx643"/>
            <p:cNvSpPr/>
            <p:nvPr/>
          </p:nvSpPr>
          <p:spPr>
            <a:xfrm rot="-2100000">
              <a:off x="6763526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2012</a:t>
              </a:r>
            </a:p>
          </p:txBody>
        </p:sp>
        <p:sp>
          <p:nvSpPr>
            <p:cNvPr id="644" name="tx644"/>
            <p:cNvSpPr/>
            <p:nvPr/>
          </p:nvSpPr>
          <p:spPr>
            <a:xfrm rot="-2100000">
              <a:off x="7194524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2013</a:t>
              </a:r>
            </a:p>
          </p:txBody>
        </p:sp>
        <p:sp>
          <p:nvSpPr>
            <p:cNvPr id="645" name="tx645"/>
            <p:cNvSpPr/>
            <p:nvPr/>
          </p:nvSpPr>
          <p:spPr>
            <a:xfrm rot="-2100000">
              <a:off x="7625523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2014</a:t>
              </a:r>
            </a:p>
          </p:txBody>
        </p:sp>
        <p:sp>
          <p:nvSpPr>
            <p:cNvPr id="646" name="tx646"/>
            <p:cNvSpPr/>
            <p:nvPr/>
          </p:nvSpPr>
          <p:spPr>
            <a:xfrm rot="-2100000">
              <a:off x="8056521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2015</a:t>
              </a:r>
            </a:p>
          </p:txBody>
        </p:sp>
        <p:sp>
          <p:nvSpPr>
            <p:cNvPr id="647" name="tx647"/>
            <p:cNvSpPr/>
            <p:nvPr/>
          </p:nvSpPr>
          <p:spPr>
            <a:xfrm rot="-2100000">
              <a:off x="8487499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2016</a:t>
              </a:r>
            </a:p>
          </p:txBody>
        </p:sp>
        <p:sp>
          <p:nvSpPr>
            <p:cNvPr id="648" name="tx648"/>
            <p:cNvSpPr/>
            <p:nvPr/>
          </p:nvSpPr>
          <p:spPr>
            <a:xfrm rot="-2100000">
              <a:off x="8918518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2017</a:t>
              </a:r>
            </a:p>
          </p:txBody>
        </p:sp>
        <p:sp>
          <p:nvSpPr>
            <p:cNvPr id="649" name="tx649"/>
            <p:cNvSpPr/>
            <p:nvPr/>
          </p:nvSpPr>
          <p:spPr>
            <a:xfrm rot="-2100000">
              <a:off x="9349476" y="8720860"/>
              <a:ext cx="322078" cy="10448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2018</a:t>
              </a:r>
            </a:p>
          </p:txBody>
        </p:sp>
        <p:sp>
          <p:nvSpPr>
            <p:cNvPr id="650" name="tx650"/>
            <p:cNvSpPr/>
            <p:nvPr/>
          </p:nvSpPr>
          <p:spPr>
            <a:xfrm rot="-2100000">
              <a:off x="9780494" y="8720924"/>
              <a:ext cx="322078" cy="1044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2019</a:t>
              </a:r>
            </a:p>
          </p:txBody>
        </p:sp>
        <p:sp>
          <p:nvSpPr>
            <p:cNvPr id="651" name="tx651"/>
            <p:cNvSpPr/>
            <p:nvPr/>
          </p:nvSpPr>
          <p:spPr>
            <a:xfrm rot="-2100000">
              <a:off x="10211513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2020</a:t>
              </a:r>
            </a:p>
          </p:txBody>
        </p:sp>
        <p:sp>
          <p:nvSpPr>
            <p:cNvPr id="652" name="tx652"/>
            <p:cNvSpPr/>
            <p:nvPr/>
          </p:nvSpPr>
          <p:spPr>
            <a:xfrm rot="-2100000">
              <a:off x="10642512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2021</a:t>
              </a:r>
            </a:p>
          </p:txBody>
        </p:sp>
        <p:sp>
          <p:nvSpPr>
            <p:cNvPr id="653" name="tx653"/>
            <p:cNvSpPr/>
            <p:nvPr/>
          </p:nvSpPr>
          <p:spPr>
            <a:xfrm rot="-2100000">
              <a:off x="11073510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2022</a:t>
              </a:r>
            </a:p>
          </p:txBody>
        </p:sp>
        <p:sp>
          <p:nvSpPr>
            <p:cNvPr id="654" name="tx654"/>
            <p:cNvSpPr/>
            <p:nvPr/>
          </p:nvSpPr>
          <p:spPr>
            <a:xfrm rot="-2100000">
              <a:off x="11504508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2023</a:t>
              </a:r>
            </a:p>
          </p:txBody>
        </p:sp>
        <p:sp>
          <p:nvSpPr>
            <p:cNvPr id="655" name="tx655"/>
            <p:cNvSpPr/>
            <p:nvPr/>
          </p:nvSpPr>
          <p:spPr>
            <a:xfrm rot="-2100000">
              <a:off x="11935507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2024</a:t>
              </a:r>
            </a:p>
          </p:txBody>
        </p:sp>
        <p:sp>
          <p:nvSpPr>
            <p:cNvPr id="656" name="tx656"/>
            <p:cNvSpPr/>
            <p:nvPr/>
          </p:nvSpPr>
          <p:spPr>
            <a:xfrm rot="-2100000">
              <a:off x="12366505" y="8720988"/>
              <a:ext cx="322078" cy="104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2025</a:t>
              </a:r>
            </a:p>
          </p:txBody>
        </p:sp>
        <p:sp>
          <p:nvSpPr>
            <p:cNvPr id="657" name="tx657"/>
            <p:cNvSpPr/>
            <p:nvPr/>
          </p:nvSpPr>
          <p:spPr>
            <a:xfrm rot="-2100000">
              <a:off x="12907665" y="8686750"/>
              <a:ext cx="201122" cy="1038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NA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7272738" y="9057771"/>
              <a:ext cx="370202" cy="1289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Year</a:t>
              </a:r>
            </a:p>
          </p:txBody>
        </p:sp>
        <p:sp>
          <p:nvSpPr>
            <p:cNvPr id="659" name="tx659"/>
            <p:cNvSpPr/>
            <p:nvPr/>
          </p:nvSpPr>
          <p:spPr>
            <a:xfrm rot="-5400000">
              <a:off x="302238" y="5640303"/>
              <a:ext cx="1821488" cy="1310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Number of new records</a:t>
              </a:r>
            </a:p>
          </p:txBody>
        </p:sp>
        <p:sp>
          <p:nvSpPr>
            <p:cNvPr id="660" name="tx660"/>
            <p:cNvSpPr/>
            <p:nvPr/>
          </p:nvSpPr>
          <p:spPr>
            <a:xfrm rot="5400000">
              <a:off x="13443141" y="5623573"/>
              <a:ext cx="896410" cy="1644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Percentage</a:t>
              </a:r>
            </a:p>
          </p:txBody>
        </p:sp>
        <p:sp>
          <p:nvSpPr>
            <p:cNvPr id="661" name="rc661"/>
            <p:cNvSpPr/>
            <p:nvPr/>
          </p:nvSpPr>
          <p:spPr>
            <a:xfrm>
              <a:off x="2364656" y="1497967"/>
              <a:ext cx="10186365" cy="118473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2" name="rc662"/>
            <p:cNvSpPr/>
            <p:nvPr/>
          </p:nvSpPr>
          <p:spPr>
            <a:xfrm>
              <a:off x="2446898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3" name="rc663"/>
            <p:cNvSpPr/>
            <p:nvPr/>
          </p:nvSpPr>
          <p:spPr>
            <a:xfrm>
              <a:off x="2457534" y="1590844"/>
              <a:ext cx="284727" cy="116983"/>
            </a:xfrm>
            <a:prstGeom prst="rect">
              <a:avLst/>
            </a:prstGeom>
            <a:solidFill>
              <a:srgbClr val="6D35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4" name="rc664"/>
            <p:cNvSpPr/>
            <p:nvPr/>
          </p:nvSpPr>
          <p:spPr>
            <a:xfrm>
              <a:off x="4186218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5" name="rc665"/>
            <p:cNvSpPr/>
            <p:nvPr/>
          </p:nvSpPr>
          <p:spPr>
            <a:xfrm>
              <a:off x="4196854" y="1590844"/>
              <a:ext cx="284727" cy="116983"/>
            </a:xfrm>
            <a:prstGeom prst="rect">
              <a:avLst/>
            </a:prstGeom>
            <a:solidFill>
              <a:srgbClr val="12B34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6261180" y="1580208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6271816" y="1590844"/>
              <a:ext cx="284727" cy="116983"/>
            </a:xfrm>
            <a:prstGeom prst="rect">
              <a:avLst/>
            </a:prstGeom>
            <a:solidFill>
              <a:srgbClr val="173F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8" name="rc668"/>
            <p:cNvSpPr/>
            <p:nvPr/>
          </p:nvSpPr>
          <p:spPr>
            <a:xfrm>
              <a:off x="8213207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9" name="rc669"/>
            <p:cNvSpPr/>
            <p:nvPr/>
          </p:nvSpPr>
          <p:spPr>
            <a:xfrm>
              <a:off x="8223843" y="1590844"/>
              <a:ext cx="284727" cy="116983"/>
            </a:xfrm>
            <a:prstGeom prst="rect">
              <a:avLst/>
            </a:prstGeom>
            <a:solidFill>
              <a:srgbClr val="FFF2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rc670"/>
            <p:cNvSpPr/>
            <p:nvPr/>
          </p:nvSpPr>
          <p:spPr>
            <a:xfrm>
              <a:off x="10230694" y="1580208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1" name="rc671"/>
            <p:cNvSpPr/>
            <p:nvPr/>
          </p:nvSpPr>
          <p:spPr>
            <a:xfrm>
              <a:off x="10241330" y="1590844"/>
              <a:ext cx="284727" cy="116983"/>
            </a:xfrm>
            <a:prstGeom prst="rect">
              <a:avLst/>
            </a:prstGeom>
            <a:solidFill>
              <a:srgbClr val="FF6B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2" name="rc672"/>
            <p:cNvSpPr/>
            <p:nvPr/>
          </p:nvSpPr>
          <p:spPr>
            <a:xfrm>
              <a:off x="2446898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3" name="rc673"/>
            <p:cNvSpPr/>
            <p:nvPr/>
          </p:nvSpPr>
          <p:spPr>
            <a:xfrm>
              <a:off x="2457534" y="1811342"/>
              <a:ext cx="284727" cy="116983"/>
            </a:xfrm>
            <a:prstGeom prst="rect">
              <a:avLst/>
            </a:prstGeom>
            <a:solidFill>
              <a:srgbClr val="27D7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4" name="rc674"/>
            <p:cNvSpPr/>
            <p:nvPr/>
          </p:nvSpPr>
          <p:spPr>
            <a:xfrm>
              <a:off x="4186218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5" name="rc675"/>
            <p:cNvSpPr/>
            <p:nvPr/>
          </p:nvSpPr>
          <p:spPr>
            <a:xfrm>
              <a:off x="4196854" y="1811342"/>
              <a:ext cx="284727" cy="116983"/>
            </a:xfrm>
            <a:prstGeom prst="rect">
              <a:avLst/>
            </a:prstGeom>
            <a:solidFill>
              <a:srgbClr val="628F4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6" name="rc676"/>
            <p:cNvSpPr/>
            <p:nvPr/>
          </p:nvSpPr>
          <p:spPr>
            <a:xfrm>
              <a:off x="6261180" y="1800706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7" name="rc677"/>
            <p:cNvSpPr/>
            <p:nvPr/>
          </p:nvSpPr>
          <p:spPr>
            <a:xfrm>
              <a:off x="6271816" y="1811342"/>
              <a:ext cx="284727" cy="116983"/>
            </a:xfrm>
            <a:prstGeom prst="rect">
              <a:avLst/>
            </a:prstGeom>
            <a:solidFill>
              <a:srgbClr val="176A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8" name="rc678"/>
            <p:cNvSpPr/>
            <p:nvPr/>
          </p:nvSpPr>
          <p:spPr>
            <a:xfrm>
              <a:off x="8213207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9" name="rc679"/>
            <p:cNvSpPr/>
            <p:nvPr/>
          </p:nvSpPr>
          <p:spPr>
            <a:xfrm>
              <a:off x="8223843" y="1811342"/>
              <a:ext cx="284727" cy="116983"/>
            </a:xfrm>
            <a:prstGeom prst="rect">
              <a:avLst/>
            </a:prstGeom>
            <a:solidFill>
              <a:srgbClr val="F6C3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0" name="rc680"/>
            <p:cNvSpPr/>
            <p:nvPr/>
          </p:nvSpPr>
          <p:spPr>
            <a:xfrm>
              <a:off x="10230694" y="1800706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1" name="rc681"/>
            <p:cNvSpPr/>
            <p:nvPr/>
          </p:nvSpPr>
          <p:spPr>
            <a:xfrm>
              <a:off x="10241330" y="1811342"/>
              <a:ext cx="284727" cy="116983"/>
            </a:xfrm>
            <a:prstGeom prst="rect">
              <a:avLst/>
            </a:prstGeom>
            <a:solidFill>
              <a:srgbClr val="11111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2" name="rc682"/>
            <p:cNvSpPr/>
            <p:nvPr/>
          </p:nvSpPr>
          <p:spPr>
            <a:xfrm>
              <a:off x="2446898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3" name="rc683"/>
            <p:cNvSpPr/>
            <p:nvPr/>
          </p:nvSpPr>
          <p:spPr>
            <a:xfrm>
              <a:off x="2457534" y="2031840"/>
              <a:ext cx="284727" cy="116983"/>
            </a:xfrm>
            <a:prstGeom prst="rect">
              <a:avLst/>
            </a:prstGeom>
            <a:solidFill>
              <a:srgbClr val="66C3F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4" name="rc684"/>
            <p:cNvSpPr/>
            <p:nvPr/>
          </p:nvSpPr>
          <p:spPr>
            <a:xfrm>
              <a:off x="4186218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5" name="rc685"/>
            <p:cNvSpPr/>
            <p:nvPr/>
          </p:nvSpPr>
          <p:spPr>
            <a:xfrm>
              <a:off x="4196854" y="2031840"/>
              <a:ext cx="284727" cy="116983"/>
            </a:xfrm>
            <a:prstGeom prst="rect">
              <a:avLst/>
            </a:prstGeom>
            <a:solidFill>
              <a:srgbClr val="24DD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6" name="rc686"/>
            <p:cNvSpPr/>
            <p:nvPr/>
          </p:nvSpPr>
          <p:spPr>
            <a:xfrm>
              <a:off x="6261180" y="2021204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7" name="rc687"/>
            <p:cNvSpPr/>
            <p:nvPr/>
          </p:nvSpPr>
          <p:spPr>
            <a:xfrm>
              <a:off x="6271816" y="2031840"/>
              <a:ext cx="284727" cy="116983"/>
            </a:xfrm>
            <a:prstGeom prst="rect">
              <a:avLst/>
            </a:prstGeom>
            <a:solidFill>
              <a:srgbClr val="B7C8E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8" name="rc688"/>
            <p:cNvSpPr/>
            <p:nvPr/>
          </p:nvSpPr>
          <p:spPr>
            <a:xfrm>
              <a:off x="8213207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9" name="rc689"/>
            <p:cNvSpPr/>
            <p:nvPr/>
          </p:nvSpPr>
          <p:spPr>
            <a:xfrm>
              <a:off x="8223843" y="2031840"/>
              <a:ext cx="284727" cy="116983"/>
            </a:xfrm>
            <a:prstGeom prst="rect">
              <a:avLst/>
            </a:prstGeom>
            <a:solidFill>
              <a:srgbClr val="EFE8A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0" name="rc690"/>
            <p:cNvSpPr/>
            <p:nvPr/>
          </p:nvSpPr>
          <p:spPr>
            <a:xfrm>
              <a:off x="10230694" y="2021204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1" name="rc691"/>
            <p:cNvSpPr/>
            <p:nvPr/>
          </p:nvSpPr>
          <p:spPr>
            <a:xfrm>
              <a:off x="10241330" y="2031840"/>
              <a:ext cx="284727" cy="116983"/>
            </a:xfrm>
            <a:prstGeom prst="rect">
              <a:avLst/>
            </a:prstGeom>
            <a:solidFill>
              <a:srgbClr val="BDBDB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rc692"/>
            <p:cNvSpPr/>
            <p:nvPr/>
          </p:nvSpPr>
          <p:spPr>
            <a:xfrm>
              <a:off x="2446898" y="224170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3" name="rc693"/>
            <p:cNvSpPr/>
            <p:nvPr/>
          </p:nvSpPr>
          <p:spPr>
            <a:xfrm>
              <a:off x="2457534" y="2252338"/>
              <a:ext cx="284727" cy="116983"/>
            </a:xfrm>
            <a:prstGeom prst="rect">
              <a:avLst/>
            </a:prstGeom>
            <a:solidFill>
              <a:srgbClr val="6F6A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4186218" y="224170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rc695"/>
            <p:cNvSpPr/>
            <p:nvPr/>
          </p:nvSpPr>
          <p:spPr>
            <a:xfrm>
              <a:off x="4196854" y="2252338"/>
              <a:ext cx="284727" cy="116983"/>
            </a:xfrm>
            <a:prstGeom prst="rect">
              <a:avLst/>
            </a:prstGeom>
            <a:solidFill>
              <a:srgbClr val="EADFA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6" name="rc696"/>
            <p:cNvSpPr/>
            <p:nvPr/>
          </p:nvSpPr>
          <p:spPr>
            <a:xfrm>
              <a:off x="6261180" y="2241702"/>
              <a:ext cx="306000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7" name="rc697"/>
            <p:cNvSpPr/>
            <p:nvPr/>
          </p:nvSpPr>
          <p:spPr>
            <a:xfrm>
              <a:off x="6271816" y="2252338"/>
              <a:ext cx="284727" cy="116983"/>
            </a:xfrm>
            <a:prstGeom prst="rect">
              <a:avLst/>
            </a:prstGeom>
            <a:solidFill>
              <a:srgbClr val="4A4A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8" name="rc698"/>
            <p:cNvSpPr/>
            <p:nvPr/>
          </p:nvSpPr>
          <p:spPr>
            <a:xfrm>
              <a:off x="8213207" y="224170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9" name="rc699"/>
            <p:cNvSpPr/>
            <p:nvPr/>
          </p:nvSpPr>
          <p:spPr>
            <a:xfrm>
              <a:off x="8223843" y="2252338"/>
              <a:ext cx="284727" cy="116983"/>
            </a:xfrm>
            <a:prstGeom prst="rect">
              <a:avLst/>
            </a:prstGeom>
            <a:solidFill>
              <a:srgbClr val="8D7BD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0" name="rc700"/>
            <p:cNvSpPr/>
            <p:nvPr/>
          </p:nvSpPr>
          <p:spPr>
            <a:xfrm>
              <a:off x="10230694" y="2241702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1" name="rc701"/>
            <p:cNvSpPr/>
            <p:nvPr/>
          </p:nvSpPr>
          <p:spPr>
            <a:xfrm>
              <a:off x="10241330" y="2252338"/>
              <a:ext cx="284727" cy="116983"/>
            </a:xfrm>
            <a:prstGeom prst="rect">
              <a:avLst/>
            </a:prstGeom>
            <a:solidFill>
              <a:srgbClr val="3C7D7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2" name="rc702"/>
            <p:cNvSpPr/>
            <p:nvPr/>
          </p:nvSpPr>
          <p:spPr>
            <a:xfrm>
              <a:off x="2446898" y="2462200"/>
              <a:ext cx="305999" cy="1382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3" name="rc703"/>
            <p:cNvSpPr/>
            <p:nvPr/>
          </p:nvSpPr>
          <p:spPr>
            <a:xfrm>
              <a:off x="2457534" y="2472836"/>
              <a:ext cx="284727" cy="116983"/>
            </a:xfrm>
            <a:prstGeom prst="rect">
              <a:avLst/>
            </a:prstGeom>
            <a:solidFill>
              <a:srgbClr val="8D8D8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04" name="tx704"/>
            <p:cNvSpPr/>
            <p:nvPr/>
          </p:nvSpPr>
          <p:spPr>
            <a:xfrm>
              <a:off x="2835139" y="1590531"/>
              <a:ext cx="126883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4574459" y="1590531"/>
              <a:ext cx="144054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6649421" y="1590531"/>
              <a:ext cx="11787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8601449" y="1590531"/>
              <a:ext cx="13586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10618936" y="1590531"/>
              <a:ext cx="1358897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2835139" y="1811029"/>
              <a:ext cx="99851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4574459" y="1811029"/>
              <a:ext cx="130142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6649421" y="1811029"/>
              <a:ext cx="112130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8601449" y="1811029"/>
              <a:ext cx="124409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713" name="tx713"/>
            <p:cNvSpPr/>
            <p:nvPr/>
          </p:nvSpPr>
          <p:spPr>
            <a:xfrm>
              <a:off x="10618936" y="1811029"/>
              <a:ext cx="95772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714" name="tx714"/>
            <p:cNvSpPr/>
            <p:nvPr/>
          </p:nvSpPr>
          <p:spPr>
            <a:xfrm>
              <a:off x="2835139" y="2031527"/>
              <a:ext cx="117863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715" name="tx715"/>
            <p:cNvSpPr/>
            <p:nvPr/>
          </p:nvSpPr>
          <p:spPr>
            <a:xfrm>
              <a:off x="4574459" y="2031527"/>
              <a:ext cx="1047856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6649421" y="2031527"/>
              <a:ext cx="1186760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8601449" y="2031527"/>
              <a:ext cx="91672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10618936" y="2031527"/>
              <a:ext cx="18498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2835139" y="2252024"/>
              <a:ext cx="102318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4574459" y="2252024"/>
              <a:ext cx="1604478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6649421" y="2252024"/>
              <a:ext cx="1481544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8601449" y="2252024"/>
              <a:ext cx="1547003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10618936" y="2252024"/>
              <a:ext cx="1268692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2835139" y="2472522"/>
              <a:ext cx="613881" cy="1116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OTHERS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2026-04-01T18:13:13Z</dcterms:modified>
</cp:coreProperties>
</file>