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05e89af3be107e8d6ed5d1bb56a9003eaf541c9.emf"/>
<Relationship Id="rId3" Type="http://schemas.openxmlformats.org/officeDocument/2006/relationships/image" Target="../media/97d15d3067dc2620eaf03a2a03b1d6428c7a95ab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2026-04-01T18:13:04Z</dcterms:modified>
  <cp:category/>
</cp:coreProperties>
</file>