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19E51E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00E8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FF1A1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FF8E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13D7E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FF8C2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9CCAE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B2E84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FFBF5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39D6D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8E6AE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7CC7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A8D8F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71BF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8E7CD7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1EB2D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7E57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F4B5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4A1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F5CB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04E9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06A6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2026-04-20T08:17:37Z</dcterms:modified>
</cp:coreProperties>
</file>