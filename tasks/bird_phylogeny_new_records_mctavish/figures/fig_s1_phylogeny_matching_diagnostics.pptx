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640" y="2514441"/>
            <a:ext cx="11704320" cy="5669280"/>
            <a:chOff x="1691640" y="2514441"/>
            <a:chExt cx="11704320" cy="5669280"/>
          </a:xfrm>
        </p:grpSpPr>
        <p:sp>
          <p:nvSpPr>
            <p:cNvPr id="3" name="rc3"/>
            <p:cNvSpPr/>
            <p:nvPr/>
          </p:nvSpPr>
          <p:spPr>
            <a:xfrm>
              <a:off x="1691639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640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61229" y="2584030"/>
              <a:ext cx="4815480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797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576709" y="2584030"/>
              <a:ext cx="6749661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30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316174" y="3157758"/>
              <a:ext cx="4189680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811318" y="7371021"/>
              <a:ext cx="1294992" cy="44024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811318" y="3364809"/>
              <a:ext cx="1294992" cy="4006212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811318" y="7415046"/>
              <a:ext cx="1294992" cy="9080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715718" y="7450815"/>
              <a:ext cx="1294992" cy="52278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715718" y="6075056"/>
              <a:ext cx="1294992" cy="1375759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715718" y="7503094"/>
              <a:ext cx="1294992" cy="275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3394505" y="7349897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330196" y="5324779"/>
              <a:ext cx="257236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1456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394505" y="7417310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5298905" y="7433762"/>
              <a:ext cx="128618" cy="845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5266751" y="6719800"/>
              <a:ext cx="192927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331060" y="7462745"/>
              <a:ext cx="64309" cy="83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0" name="pl20"/>
            <p:cNvSpPr/>
            <p:nvPr/>
          </p:nvSpPr>
          <p:spPr>
            <a:xfrm>
              <a:off x="2316174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2189120" y="7463396"/>
              <a:ext cx="63285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062548" y="6087636"/>
              <a:ext cx="189857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999263" y="471187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1999263" y="333611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2280747" y="750584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280747" y="613008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280747" y="475432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280747" y="337856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16174" y="7712898"/>
              <a:ext cx="4189680" cy="0"/>
            </a:xfrm>
            <a:custGeom>
              <a:avLst/>
              <a:pathLst>
                <a:path w="4189680" h="0">
                  <a:moveTo>
                    <a:pt x="0" y="0"/>
                  </a:moveTo>
                  <a:lnTo>
                    <a:pt x="418968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588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3632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807288" y="7752664"/>
              <a:ext cx="1303051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Chinese bird species pool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04286" y="7752664"/>
              <a:ext cx="1517856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Corrected new-record species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1231765" y="5369521"/>
              <a:ext cx="1272659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2866164" y="2654884"/>
              <a:ext cx="3089701" cy="3611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3701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944218" y="2732939"/>
              <a:ext cx="205056" cy="205056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924261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931461" y="2732939"/>
              <a:ext cx="205056" cy="205056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01912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5026328" y="2732939"/>
              <a:ext cx="205056" cy="205056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227328" y="2793406"/>
              <a:ext cx="626078" cy="827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Exact match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14571" y="2770792"/>
              <a:ext cx="733702" cy="105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Bridged match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309439" y="2793350"/>
              <a:ext cx="575571" cy="828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Unresolved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7712882" y="3157758"/>
              <a:ext cx="5545164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712882" y="5560987"/>
              <a:ext cx="1694030" cy="141366"/>
            </a:xfrm>
            <a:prstGeom prst="rect">
              <a:avLst/>
            </a:prstGeom>
            <a:solidFill>
              <a:srgbClr val="19E51E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7712882" y="4971960"/>
              <a:ext cx="2130024" cy="141366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712882" y="4579275"/>
              <a:ext cx="2520529" cy="141366"/>
            </a:xfrm>
            <a:prstGeom prst="rect">
              <a:avLst/>
            </a:prstGeom>
            <a:solidFill>
              <a:srgbClr val="00E8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712882" y="4382933"/>
              <a:ext cx="2566357" cy="141366"/>
            </a:xfrm>
            <a:prstGeom prst="rect">
              <a:avLst/>
            </a:prstGeom>
            <a:solidFill>
              <a:srgbClr val="FF1A1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7712882" y="4186591"/>
              <a:ext cx="2592544" cy="141366"/>
            </a:xfrm>
            <a:prstGeom prst="rect">
              <a:avLst/>
            </a:prstGeom>
            <a:solidFill>
              <a:srgbClr val="FF8E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712882" y="3990249"/>
              <a:ext cx="2607444" cy="141366"/>
            </a:xfrm>
            <a:prstGeom prst="rect">
              <a:avLst/>
            </a:prstGeom>
            <a:solidFill>
              <a:srgbClr val="13D7E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712882" y="5364644"/>
              <a:ext cx="1732864" cy="141366"/>
            </a:xfrm>
            <a:prstGeom prst="rect">
              <a:avLst/>
            </a:prstGeom>
            <a:solidFill>
              <a:srgbClr val="FF8C25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712882" y="6346356"/>
              <a:ext cx="1630930" cy="141366"/>
            </a:xfrm>
            <a:prstGeom prst="rect">
              <a:avLst/>
            </a:prstGeom>
            <a:solidFill>
              <a:srgbClr val="9CCAE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12882" y="7328067"/>
              <a:ext cx="708898" cy="141366"/>
            </a:xfrm>
            <a:prstGeom prst="rect">
              <a:avLst/>
            </a:prstGeom>
            <a:solidFill>
              <a:srgbClr val="B2E84D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712882" y="5168302"/>
              <a:ext cx="1753411" cy="141366"/>
            </a:xfrm>
            <a:prstGeom prst="rect">
              <a:avLst/>
            </a:prstGeom>
            <a:solidFill>
              <a:srgbClr val="FFBF5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12882" y="6935382"/>
              <a:ext cx="937871" cy="141366"/>
            </a:xfrm>
            <a:prstGeom prst="rect">
              <a:avLst/>
            </a:prstGeom>
            <a:solidFill>
              <a:srgbClr val="39D6D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712882" y="4775618"/>
              <a:ext cx="2326642" cy="141366"/>
            </a:xfrm>
            <a:prstGeom prst="rect">
              <a:avLst/>
            </a:prstGeom>
            <a:solidFill>
              <a:srgbClr val="8E6AE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712882" y="6542698"/>
              <a:ext cx="1326594" cy="141366"/>
            </a:xfrm>
            <a:prstGeom prst="rect">
              <a:avLst/>
            </a:prstGeom>
            <a:solidFill>
              <a:srgbClr val="7CC7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712882" y="3793906"/>
              <a:ext cx="2880605" cy="141366"/>
            </a:xfrm>
            <a:prstGeom prst="rect">
              <a:avLst/>
            </a:prstGeom>
            <a:solidFill>
              <a:srgbClr val="A8D8F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712882" y="6739040"/>
              <a:ext cx="1008211" cy="141366"/>
            </a:xfrm>
            <a:prstGeom prst="rect">
              <a:avLst/>
            </a:prstGeom>
            <a:solidFill>
              <a:srgbClr val="71BF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712882" y="7131725"/>
              <a:ext cx="916556" cy="141366"/>
            </a:xfrm>
            <a:prstGeom prst="rect">
              <a:avLst/>
            </a:prstGeom>
            <a:solidFill>
              <a:srgbClr val="8E7CD7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712882" y="3401222"/>
              <a:ext cx="3780794" cy="141366"/>
            </a:xfrm>
            <a:prstGeom prst="rect">
              <a:avLst/>
            </a:prstGeom>
            <a:solidFill>
              <a:srgbClr val="1EB2D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712882" y="3597564"/>
              <a:ext cx="3024635" cy="141366"/>
            </a:xfrm>
            <a:prstGeom prst="rect">
              <a:avLst/>
            </a:prstGeom>
            <a:solidFill>
              <a:srgbClr val="7E57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712882" y="3204880"/>
              <a:ext cx="5041059" cy="141366"/>
            </a:xfrm>
            <a:prstGeom prst="rect">
              <a:avLst/>
            </a:prstGeom>
            <a:solidFill>
              <a:srgbClr val="F4B5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712882" y="6150013"/>
              <a:ext cx="1680353" cy="141366"/>
            </a:xfrm>
            <a:prstGeom prst="rect">
              <a:avLst/>
            </a:prstGeom>
            <a:solidFill>
              <a:srgbClr val="F4A1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712882" y="5953671"/>
              <a:ext cx="1680353" cy="141366"/>
            </a:xfrm>
            <a:prstGeom prst="rect">
              <a:avLst/>
            </a:prstGeom>
            <a:solidFill>
              <a:srgbClr val="FF5CB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712882" y="5757329"/>
              <a:ext cx="1680353" cy="141366"/>
            </a:xfrm>
            <a:prstGeom prst="rect">
              <a:avLst/>
            </a:prstGeom>
            <a:solidFill>
              <a:srgbClr val="F04E9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712882" y="7524409"/>
              <a:ext cx="420088" cy="141366"/>
            </a:xfrm>
            <a:prstGeom prst="rect">
              <a:avLst/>
            </a:prstGeom>
            <a:solidFill>
              <a:srgbClr val="F06A6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tx69"/>
            <p:cNvSpPr/>
            <p:nvPr/>
          </p:nvSpPr>
          <p:spPr>
            <a:xfrm>
              <a:off x="9422281" y="558868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33.6%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858276" y="499966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42.3%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0248780" y="460697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0294608" y="441063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50.9%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0320795" y="421429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51.4%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0335695" y="401795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51.7%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9461115" y="539234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34.4%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9359181" y="637405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32.4%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437150" y="735576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14.1%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9481662" y="519600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34.8%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8666122" y="696308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18.6%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0054893" y="480332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46.2%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9054845" y="657040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26.3%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0608856" y="382160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57.1%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8736462" y="676674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20.0%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8644807" y="715942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18.2%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1509045" y="342892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75.0%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0752886" y="362526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60.0%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2772324" y="3232582"/>
              <a:ext cx="36766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100.0%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08604" y="617771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9408604" y="598137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408604" y="578503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145324" y="7552111"/>
              <a:ext cx="247087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8.3%</a:t>
              </a:r>
            </a:p>
          </p:txBody>
        </p:sp>
        <p:sp>
          <p:nvSpPr>
            <p:cNvPr id="92" name="pl92"/>
            <p:cNvSpPr/>
            <p:nvPr/>
          </p:nvSpPr>
          <p:spPr>
            <a:xfrm>
              <a:off x="7712882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6962322" y="7553194"/>
              <a:ext cx="689068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Falconiformes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7096535" y="7356798"/>
              <a:ext cx="554855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Galliformes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791622" y="7138703"/>
              <a:ext cx="859768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Caprimulgiformes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7139237" y="6964168"/>
              <a:ext cx="512153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Piciformes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011132" y="6767772"/>
              <a:ext cx="64025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Cuculiformes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834324" y="6571483"/>
              <a:ext cx="8170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Procellariiformes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913566" y="6375087"/>
              <a:ext cx="73782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Columbiformes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090427" y="6178691"/>
              <a:ext cx="560962" cy="81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Otidiformes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950160" y="5982456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Pterocliformes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943998" y="5764308"/>
              <a:ext cx="70739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Trogoniformes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950160" y="5589772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Passeriformes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066049" y="5371623"/>
              <a:ext cx="58534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Strigiformes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974591" y="5197034"/>
              <a:ext cx="67679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Coraciiformes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870864" y="5000691"/>
              <a:ext cx="78052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Charadriiformes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133076" y="4804349"/>
              <a:ext cx="51831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Suliformes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005024" y="4608061"/>
              <a:ext cx="6463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Anseriformes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931943" y="4391198"/>
              <a:ext cx="71944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Accipitriformes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895135" y="4215376"/>
              <a:ext cx="756255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Pelecaniformes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08751" y="4018980"/>
              <a:ext cx="542639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Gruiformes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86754" y="3822638"/>
              <a:ext cx="66463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Ciconiiformes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809732" y="3605829"/>
              <a:ext cx="841658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Podicipediformes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066049" y="3429953"/>
              <a:ext cx="585341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Gaviiformes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645032" y="3213144"/>
              <a:ext cx="100635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Phoenicopteriformes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7678720" y="759509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7678720" y="739875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7678720" y="720240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7678720" y="700606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7678720" y="680972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678720" y="661338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678720" y="641703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7678720" y="622069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7678720" y="602435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678720" y="582801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678720" y="563167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678720" y="543532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678720" y="523898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678720" y="504264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678720" y="484630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678720" y="464995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678720" y="445361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678720" y="425727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678720" y="406093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678720" y="386459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678720" y="366824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678720" y="347190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678720" y="327556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712882" y="7712898"/>
              <a:ext cx="5545164" cy="0"/>
            </a:xfrm>
            <a:custGeom>
              <a:avLst/>
              <a:pathLst>
                <a:path w="5545164" h="0">
                  <a:moveTo>
                    <a:pt x="0" y="0"/>
                  </a:moveTo>
                  <a:lnTo>
                    <a:pt x="5545164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712882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973147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023341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1493676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275394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633586" y="7770156"/>
              <a:ext cx="158591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86333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0123603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138386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75%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2613620" y="7770156"/>
              <a:ext cx="280642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014477" y="7887499"/>
              <a:ext cx="2941974" cy="1269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Order-level proportion of new-record species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2026-04-19T17:58:50Z</dcterms:modified>
</cp:coreProperties>
</file>