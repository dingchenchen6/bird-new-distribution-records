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640" y="2514441"/>
            <a:ext cx="11704320" cy="5669280"/>
            <a:chOff x="1691640" y="2514441"/>
            <a:chExt cx="11704320" cy="5669280"/>
          </a:xfrm>
        </p:grpSpPr>
        <p:sp>
          <p:nvSpPr>
            <p:cNvPr id="3" name="rc3"/>
            <p:cNvSpPr/>
            <p:nvPr/>
          </p:nvSpPr>
          <p:spPr>
            <a:xfrm>
              <a:off x="1691639" y="2514441"/>
              <a:ext cx="11704319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640" y="2514441"/>
              <a:ext cx="11704319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61229" y="2584030"/>
              <a:ext cx="4815480" cy="55301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79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576709" y="2584030"/>
              <a:ext cx="6749661" cy="55301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30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316174" y="3157758"/>
              <a:ext cx="4189680" cy="45551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811318" y="7371021"/>
              <a:ext cx="1294992" cy="44024"/>
            </a:xfrm>
            <a:prstGeom prst="rect">
              <a:avLst/>
            </a:prstGeom>
            <a:solidFill>
              <a:srgbClr val="F5851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811318" y="3364809"/>
              <a:ext cx="1294992" cy="4006212"/>
            </a:xfrm>
            <a:prstGeom prst="rect">
              <a:avLst/>
            </a:prstGeom>
            <a:solidFill>
              <a:srgbClr val="4C78A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811318" y="7415046"/>
              <a:ext cx="1294992" cy="9080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715718" y="7450815"/>
              <a:ext cx="1294992" cy="52278"/>
            </a:xfrm>
            <a:prstGeom prst="rect">
              <a:avLst/>
            </a:prstGeom>
            <a:solidFill>
              <a:srgbClr val="F5851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715718" y="6075056"/>
              <a:ext cx="1294992" cy="1375759"/>
            </a:xfrm>
            <a:prstGeom prst="rect">
              <a:avLst/>
            </a:prstGeom>
            <a:solidFill>
              <a:srgbClr val="4C78A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715718" y="7503094"/>
              <a:ext cx="1294992" cy="275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3394505" y="7349897"/>
              <a:ext cx="128618" cy="845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330196" y="5324779"/>
              <a:ext cx="257236" cy="845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1456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394505" y="7417310"/>
              <a:ext cx="128618" cy="845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5298905" y="7433762"/>
              <a:ext cx="128618" cy="84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5266751" y="6719800"/>
              <a:ext cx="192927" cy="845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5331060" y="7462745"/>
              <a:ext cx="64309" cy="831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" name="pl20"/>
            <p:cNvSpPr/>
            <p:nvPr/>
          </p:nvSpPr>
          <p:spPr>
            <a:xfrm>
              <a:off x="2316174" y="3157758"/>
              <a:ext cx="0" cy="4555140"/>
            </a:xfrm>
            <a:custGeom>
              <a:avLst/>
              <a:pathLst>
                <a:path w="0" h="4555140">
                  <a:moveTo>
                    <a:pt x="0" y="4555140"/>
                  </a:moveTo>
                  <a:lnTo>
                    <a:pt x="0" y="0"/>
                  </a:lnTo>
                </a:path>
              </a:pathLst>
            </a:custGeom>
            <a:ln w="13797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189120" y="7463396"/>
              <a:ext cx="63285" cy="831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062548" y="6087636"/>
              <a:ext cx="189857" cy="831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999263" y="4711877"/>
              <a:ext cx="253142" cy="831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999263" y="3336117"/>
              <a:ext cx="253142" cy="831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2280747" y="7505846"/>
              <a:ext cx="35427" cy="0"/>
            </a:xfrm>
            <a:custGeom>
              <a:avLst/>
              <a:pathLst>
                <a:path w="35427" h="0">
                  <a:moveTo>
                    <a:pt x="0" y="0"/>
                  </a:moveTo>
                  <a:lnTo>
                    <a:pt x="35427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280747" y="6130086"/>
              <a:ext cx="35427" cy="0"/>
            </a:xfrm>
            <a:custGeom>
              <a:avLst/>
              <a:pathLst>
                <a:path w="35427" h="0">
                  <a:moveTo>
                    <a:pt x="0" y="0"/>
                  </a:moveTo>
                  <a:lnTo>
                    <a:pt x="35427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280747" y="4754327"/>
              <a:ext cx="35427" cy="0"/>
            </a:xfrm>
            <a:custGeom>
              <a:avLst/>
              <a:pathLst>
                <a:path w="35427" h="0">
                  <a:moveTo>
                    <a:pt x="0" y="0"/>
                  </a:moveTo>
                  <a:lnTo>
                    <a:pt x="35427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280747" y="3378567"/>
              <a:ext cx="35427" cy="0"/>
            </a:xfrm>
            <a:custGeom>
              <a:avLst/>
              <a:pathLst>
                <a:path w="35427" h="0">
                  <a:moveTo>
                    <a:pt x="0" y="0"/>
                  </a:moveTo>
                  <a:lnTo>
                    <a:pt x="35427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16174" y="7712898"/>
              <a:ext cx="4189680" cy="0"/>
            </a:xfrm>
            <a:custGeom>
              <a:avLst/>
              <a:pathLst>
                <a:path w="4189680" h="0">
                  <a:moveTo>
                    <a:pt x="0" y="0"/>
                  </a:moveTo>
                  <a:lnTo>
                    <a:pt x="4189680" y="0"/>
                  </a:lnTo>
                </a:path>
              </a:pathLst>
            </a:custGeom>
            <a:ln w="13797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458814" y="7712898"/>
              <a:ext cx="0" cy="35427"/>
            </a:xfrm>
            <a:custGeom>
              <a:avLst/>
              <a:pathLst>
                <a:path w="0" h="35427">
                  <a:moveTo>
                    <a:pt x="0" y="35427"/>
                  </a:moveTo>
                  <a:lnTo>
                    <a:pt x="0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363214" y="7712898"/>
              <a:ext cx="0" cy="35427"/>
            </a:xfrm>
            <a:custGeom>
              <a:avLst/>
              <a:pathLst>
                <a:path w="0" h="35427">
                  <a:moveTo>
                    <a:pt x="0" y="35427"/>
                  </a:moveTo>
                  <a:lnTo>
                    <a:pt x="0" y="0"/>
                  </a:lnTo>
                </a:path>
              </a:pathLst>
            </a:custGeom>
            <a:ln w="1379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2807288" y="7752664"/>
              <a:ext cx="1303051" cy="105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Chinese bird species pool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604286" y="7752664"/>
              <a:ext cx="1517856" cy="105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Corrected new-record species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1231765" y="5369521"/>
              <a:ext cx="1272659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35" name="rc35"/>
            <p:cNvSpPr/>
            <p:nvPr/>
          </p:nvSpPr>
          <p:spPr>
            <a:xfrm>
              <a:off x="2866164" y="2654884"/>
              <a:ext cx="3089701" cy="3611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937018" y="272573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944218" y="2732939"/>
              <a:ext cx="205056" cy="205056"/>
            </a:xfrm>
            <a:prstGeom prst="rect">
              <a:avLst/>
            </a:prstGeom>
            <a:solidFill>
              <a:srgbClr val="4C78A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924261" y="272573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931461" y="2732939"/>
              <a:ext cx="205056" cy="205056"/>
            </a:xfrm>
            <a:prstGeom prst="rect">
              <a:avLst/>
            </a:prstGeom>
            <a:solidFill>
              <a:srgbClr val="F5851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5019128" y="272573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5026328" y="2732939"/>
              <a:ext cx="205056" cy="20505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227328" y="2793406"/>
              <a:ext cx="626078" cy="82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Exact match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14571" y="2770792"/>
              <a:ext cx="733702" cy="105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Bridged match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309439" y="2793350"/>
              <a:ext cx="575571" cy="828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Unresolved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7712882" y="3157758"/>
              <a:ext cx="5545164" cy="45551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712882" y="5560987"/>
              <a:ext cx="1694030" cy="141366"/>
            </a:xfrm>
            <a:prstGeom prst="rect">
              <a:avLst/>
            </a:prstGeom>
            <a:solidFill>
              <a:srgbClr val="19E51E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712882" y="4971960"/>
              <a:ext cx="2130024" cy="141366"/>
            </a:xfrm>
            <a:prstGeom prst="rect">
              <a:avLst/>
            </a:prstGeom>
            <a:solidFill>
              <a:srgbClr val="FFF00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712882" y="4579275"/>
              <a:ext cx="2520529" cy="141366"/>
            </a:xfrm>
            <a:prstGeom prst="rect">
              <a:avLst/>
            </a:prstGeom>
            <a:solidFill>
              <a:srgbClr val="00E8F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712882" y="4382933"/>
              <a:ext cx="2566357" cy="141366"/>
            </a:xfrm>
            <a:prstGeom prst="rect">
              <a:avLst/>
            </a:prstGeom>
            <a:solidFill>
              <a:srgbClr val="FF1A1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712882" y="4186591"/>
              <a:ext cx="2592544" cy="141366"/>
            </a:xfrm>
            <a:prstGeom prst="rect">
              <a:avLst/>
            </a:prstGeom>
            <a:solidFill>
              <a:srgbClr val="FF8ED1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7712882" y="3990249"/>
              <a:ext cx="2607444" cy="141366"/>
            </a:xfrm>
            <a:prstGeom prst="rect">
              <a:avLst/>
            </a:prstGeom>
            <a:solidFill>
              <a:srgbClr val="13D7E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712882" y="5364644"/>
              <a:ext cx="1732864" cy="141366"/>
            </a:xfrm>
            <a:prstGeom prst="rect">
              <a:avLst/>
            </a:prstGeom>
            <a:solidFill>
              <a:srgbClr val="FF8C2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712882" y="6346356"/>
              <a:ext cx="1630930" cy="141366"/>
            </a:xfrm>
            <a:prstGeom prst="rect">
              <a:avLst/>
            </a:prstGeom>
            <a:solidFill>
              <a:srgbClr val="9CCAE1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12882" y="7328067"/>
              <a:ext cx="708898" cy="141366"/>
            </a:xfrm>
            <a:prstGeom prst="rect">
              <a:avLst/>
            </a:prstGeom>
            <a:solidFill>
              <a:srgbClr val="B2E84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712882" y="5168302"/>
              <a:ext cx="1753411" cy="141366"/>
            </a:xfrm>
            <a:prstGeom prst="rect">
              <a:avLst/>
            </a:prstGeom>
            <a:solidFill>
              <a:srgbClr val="FFBF5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712882" y="6935382"/>
              <a:ext cx="937871" cy="141366"/>
            </a:xfrm>
            <a:prstGeom prst="rect">
              <a:avLst/>
            </a:prstGeom>
            <a:solidFill>
              <a:srgbClr val="39D6D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712882" y="4775618"/>
              <a:ext cx="2326642" cy="141366"/>
            </a:xfrm>
            <a:prstGeom prst="rect">
              <a:avLst/>
            </a:prstGeom>
            <a:solidFill>
              <a:srgbClr val="8E6AE8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712882" y="6542698"/>
              <a:ext cx="1326594" cy="141366"/>
            </a:xfrm>
            <a:prstGeom prst="rect">
              <a:avLst/>
            </a:prstGeom>
            <a:solidFill>
              <a:srgbClr val="7CC7F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712882" y="3793906"/>
              <a:ext cx="2880605" cy="141366"/>
            </a:xfrm>
            <a:prstGeom prst="rect">
              <a:avLst/>
            </a:prstGeom>
            <a:solidFill>
              <a:srgbClr val="A8D8F8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712882" y="6739040"/>
              <a:ext cx="1008211" cy="141366"/>
            </a:xfrm>
            <a:prstGeom prst="rect">
              <a:avLst/>
            </a:prstGeom>
            <a:solidFill>
              <a:srgbClr val="71BFF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712882" y="7131725"/>
              <a:ext cx="916556" cy="141366"/>
            </a:xfrm>
            <a:prstGeom prst="rect">
              <a:avLst/>
            </a:prstGeom>
            <a:solidFill>
              <a:srgbClr val="8E7CD7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712882" y="3401222"/>
              <a:ext cx="3780794" cy="141366"/>
            </a:xfrm>
            <a:prstGeom prst="rect">
              <a:avLst/>
            </a:prstGeom>
            <a:solidFill>
              <a:srgbClr val="1EB2D8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712882" y="3597564"/>
              <a:ext cx="3024635" cy="141366"/>
            </a:xfrm>
            <a:prstGeom prst="rect">
              <a:avLst/>
            </a:prstGeom>
            <a:solidFill>
              <a:srgbClr val="7E57F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712882" y="3204880"/>
              <a:ext cx="5041059" cy="141366"/>
            </a:xfrm>
            <a:prstGeom prst="rect">
              <a:avLst/>
            </a:prstGeom>
            <a:solidFill>
              <a:srgbClr val="F4B5F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712882" y="6150013"/>
              <a:ext cx="1680353" cy="141366"/>
            </a:xfrm>
            <a:prstGeom prst="rect">
              <a:avLst/>
            </a:prstGeom>
            <a:solidFill>
              <a:srgbClr val="F4A10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712882" y="5953671"/>
              <a:ext cx="1680353" cy="141366"/>
            </a:xfrm>
            <a:prstGeom prst="rect">
              <a:avLst/>
            </a:prstGeom>
            <a:solidFill>
              <a:srgbClr val="FF5CB8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712882" y="5757329"/>
              <a:ext cx="1680353" cy="141366"/>
            </a:xfrm>
            <a:prstGeom prst="rect">
              <a:avLst/>
            </a:prstGeom>
            <a:solidFill>
              <a:srgbClr val="F04E98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712882" y="7524409"/>
              <a:ext cx="420088" cy="141366"/>
            </a:xfrm>
            <a:prstGeom prst="rect">
              <a:avLst/>
            </a:prstGeom>
            <a:solidFill>
              <a:srgbClr val="F06A6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9422281" y="5588689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33.6%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858276" y="4999662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42.3%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0248780" y="4606978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50.0%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0294608" y="4410635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50.9%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0320795" y="4214293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51.4%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0335695" y="4017951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51.7%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461115" y="5392347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34.4%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359181" y="6374058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32.4%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437150" y="7355769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14.1%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9481662" y="5196004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34.8%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666122" y="6963085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18.6%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0054893" y="4803320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46.2%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054845" y="6570400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26.3%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0608856" y="3821609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57.1%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736462" y="6766742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20.0%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644807" y="7159427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18.2%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1509045" y="3428924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75.0%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0752886" y="3625266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60.0%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2772324" y="3232582"/>
              <a:ext cx="36766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100.0%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08604" y="6177716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9408604" y="5981373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408604" y="5785031"/>
              <a:ext cx="307376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8145324" y="7552111"/>
              <a:ext cx="247087" cy="81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8.3%</a:t>
              </a:r>
            </a:p>
          </p:txBody>
        </p:sp>
        <p:sp>
          <p:nvSpPr>
            <p:cNvPr id="92" name="pl92"/>
            <p:cNvSpPr/>
            <p:nvPr/>
          </p:nvSpPr>
          <p:spPr>
            <a:xfrm>
              <a:off x="7712882" y="3157758"/>
              <a:ext cx="0" cy="4555140"/>
            </a:xfrm>
            <a:custGeom>
              <a:avLst/>
              <a:pathLst>
                <a:path w="0" h="4555140">
                  <a:moveTo>
                    <a:pt x="0" y="4555140"/>
                  </a:moveTo>
                  <a:lnTo>
                    <a:pt x="0" y="0"/>
                  </a:lnTo>
                </a:path>
              </a:pathLst>
            </a:custGeom>
            <a:ln w="1330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6962322" y="7553194"/>
              <a:ext cx="689068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Falconiformes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7096535" y="7356798"/>
              <a:ext cx="554855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791622" y="7138703"/>
              <a:ext cx="859768" cy="1029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139237" y="6964168"/>
              <a:ext cx="512153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011132" y="6767772"/>
              <a:ext cx="640258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834324" y="6571483"/>
              <a:ext cx="817066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Procellariiformes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913566" y="6375087"/>
              <a:ext cx="737824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090427" y="6178691"/>
              <a:ext cx="560962" cy="81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Otidiformes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950160" y="5982456"/>
              <a:ext cx="701230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Pterocliformes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943998" y="5764308"/>
              <a:ext cx="707391" cy="1029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Trogoniformes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950160" y="5589772"/>
              <a:ext cx="701230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066049" y="5371623"/>
              <a:ext cx="585341" cy="1029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974591" y="5197034"/>
              <a:ext cx="676798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870864" y="5000691"/>
              <a:ext cx="780526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133076" y="4804349"/>
              <a:ext cx="518314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Suliformes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005024" y="4608061"/>
              <a:ext cx="646366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931943" y="4391198"/>
              <a:ext cx="719447" cy="10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895135" y="4215376"/>
              <a:ext cx="756255" cy="81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08751" y="4018980"/>
              <a:ext cx="542639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86754" y="3822638"/>
              <a:ext cx="664636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809732" y="3605829"/>
              <a:ext cx="841658" cy="10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066049" y="3429953"/>
              <a:ext cx="585341" cy="812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645032" y="3213144"/>
              <a:ext cx="1006357" cy="10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Phoenicopteriformes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7678720" y="7595092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7678720" y="7398750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678720" y="7202408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678720" y="7006066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678720" y="6809723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678720" y="6613381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678720" y="6417039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7678720" y="6220697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678720" y="6024354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678720" y="5828012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678720" y="5631670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678720" y="5435328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678720" y="5238985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678720" y="5042643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678720" y="4846301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678720" y="4649959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678720" y="4453616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678720" y="4257274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678720" y="4060932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678720" y="3864590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678720" y="3668247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7678720" y="3471905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678720" y="3275563"/>
              <a:ext cx="34161" cy="0"/>
            </a:xfrm>
            <a:custGeom>
              <a:avLst/>
              <a:pathLst>
                <a:path w="34161" h="0">
                  <a:moveTo>
                    <a:pt x="0" y="0"/>
                  </a:moveTo>
                  <a:lnTo>
                    <a:pt x="34161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712882" y="7712898"/>
              <a:ext cx="5545164" cy="0"/>
            </a:xfrm>
            <a:custGeom>
              <a:avLst/>
              <a:pathLst>
                <a:path w="5545164" h="0">
                  <a:moveTo>
                    <a:pt x="0" y="0"/>
                  </a:moveTo>
                  <a:lnTo>
                    <a:pt x="5545164" y="0"/>
                  </a:lnTo>
                </a:path>
              </a:pathLst>
            </a:custGeom>
            <a:ln w="1330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712882" y="7712898"/>
              <a:ext cx="0" cy="34161"/>
            </a:xfrm>
            <a:custGeom>
              <a:avLst/>
              <a:pathLst>
                <a:path w="0" h="34161">
                  <a:moveTo>
                    <a:pt x="0" y="34161"/>
                  </a:moveTo>
                  <a:lnTo>
                    <a:pt x="0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973147" y="7712898"/>
              <a:ext cx="0" cy="34161"/>
            </a:xfrm>
            <a:custGeom>
              <a:avLst/>
              <a:pathLst>
                <a:path w="0" h="34161">
                  <a:moveTo>
                    <a:pt x="0" y="34161"/>
                  </a:moveTo>
                  <a:lnTo>
                    <a:pt x="0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0233411" y="7712898"/>
              <a:ext cx="0" cy="34161"/>
            </a:xfrm>
            <a:custGeom>
              <a:avLst/>
              <a:pathLst>
                <a:path w="0" h="34161">
                  <a:moveTo>
                    <a:pt x="0" y="34161"/>
                  </a:moveTo>
                  <a:lnTo>
                    <a:pt x="0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493676" y="7712898"/>
              <a:ext cx="0" cy="34161"/>
            </a:xfrm>
            <a:custGeom>
              <a:avLst/>
              <a:pathLst>
                <a:path w="0" h="34161">
                  <a:moveTo>
                    <a:pt x="0" y="34161"/>
                  </a:moveTo>
                  <a:lnTo>
                    <a:pt x="0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2753941" y="7712898"/>
              <a:ext cx="0" cy="34161"/>
            </a:xfrm>
            <a:custGeom>
              <a:avLst/>
              <a:pathLst>
                <a:path w="0" h="34161">
                  <a:moveTo>
                    <a:pt x="0" y="34161"/>
                  </a:moveTo>
                  <a:lnTo>
                    <a:pt x="0" y="0"/>
                  </a:lnTo>
                </a:path>
              </a:pathLst>
            </a:custGeom>
            <a:ln w="1330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7633586" y="7770156"/>
              <a:ext cx="158591" cy="82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8863338" y="7770156"/>
              <a:ext cx="219616" cy="82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123603" y="7770156"/>
              <a:ext cx="219616" cy="82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1383868" y="7770156"/>
              <a:ext cx="219616" cy="82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2613620" y="7770156"/>
              <a:ext cx="280642" cy="827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014477" y="7887499"/>
              <a:ext cx="2941974" cy="126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Order-level proportion of new-record species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2026-04-17T21:10:27Z</dcterms:modified>
</cp:coreProperties>
</file>