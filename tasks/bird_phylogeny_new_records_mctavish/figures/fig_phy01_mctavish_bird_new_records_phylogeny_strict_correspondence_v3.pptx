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98fad09963e39d1dcd5544f2ba673199c57f12.png"/>
<Relationship Id="rId3" Type="http://schemas.openxmlformats.org/officeDocument/2006/relationships/image" Target="../media/3e768fcf69b73b463adf832d8a049cf1f5a9ab67.png"/>
<Relationship Id="rId4" Type="http://schemas.openxmlformats.org/officeDocument/2006/relationships/image" Target="../media/1756b11d2c2b08ff2c6455ba91983e50a392fa82.png"/>
<Relationship Id="rId5" Type="http://schemas.openxmlformats.org/officeDocument/2006/relationships/image" Target="../media/f6e8d9cbe909b71d6d7bc31db15659bca1a7afb4.png"/>
<Relationship Id="rId6" Type="http://schemas.openxmlformats.org/officeDocument/2006/relationships/image" Target="../media/de7e174a25296aa7d5f78405092530e6e891a926.png"/>
<Relationship Id="rId7" Type="http://schemas.openxmlformats.org/officeDocument/2006/relationships/image" Target="../media/4b2023e4ae9dd99cbfcd530fd63f70ccc8d736b9.png"/>
<Relationship Id="rId8" Type="http://schemas.openxmlformats.org/officeDocument/2006/relationships/image" Target="../media/f97b21145c8337aef9e253566ef69d8675785409.png"/>
<Relationship Id="rId9" Type="http://schemas.openxmlformats.org/officeDocument/2006/relationships/image" Target="../media/611732a38956872aa25221e9e1157ece57f76bbe.png"/>
<Relationship Id="rId10" Type="http://schemas.openxmlformats.org/officeDocument/2006/relationships/image" Target="../media/b4e19efb8409260df25701b79bb4a9727ca1e25e.png"/>
<Relationship Id="rId11" Type="http://schemas.openxmlformats.org/officeDocument/2006/relationships/image" Target="../media/8e504936a0d060f4ffcc8d8be7209b9008b55cb5.png"/>
<Relationship Id="rId12" Type="http://schemas.openxmlformats.org/officeDocument/2006/relationships/image" Target="../media/704065eeff6371c2ac8b0df42ba692d6314ca5ed.png"/>
<Relationship Id="rId13" Type="http://schemas.openxmlformats.org/officeDocument/2006/relationships/image" Target="../media/4c087c90bdd26394dabddcc29277bb527b86c2b4.png"/>
<Relationship Id="rId14" Type="http://schemas.openxmlformats.org/officeDocument/2006/relationships/image" Target="../media/7809b45954dbd97bcf7c41f646779529f22f5922.png"/>
<Relationship Id="rId15" Type="http://schemas.openxmlformats.org/officeDocument/2006/relationships/image" Target="../media/d7c7aca858ea594e45753bad093e54d70bbdae01.png"/>
<Relationship Id="rId16" Type="http://schemas.openxmlformats.org/officeDocument/2006/relationships/image" Target="../media/a204a0709f1bae26987f71df92e4d0d303f6649d.png"/>
<Relationship Id="rId17" Type="http://schemas.openxmlformats.org/officeDocument/2006/relationships/image" Target="../media/b7b6f547509821f2da8bf7725a950455d6f4e1a8.png"/>
<Relationship Id="rId18" Type="http://schemas.openxmlformats.org/officeDocument/2006/relationships/image" Target="../media/1721034619a34608176a2cf7c85abaf2506bce10.png"/>
<Relationship Id="rId19" Type="http://schemas.openxmlformats.org/officeDocument/2006/relationships/image" Target="../media/8a7b06708b865adb834651406d4914fcc085f95d.png"/>
<Relationship Id="rId20" Type="http://schemas.openxmlformats.org/officeDocument/2006/relationships/image" Target="../media/2477578382be77373260e8c80a82715ed90c7cd0.png"/>
<Relationship Id="rId21" Type="http://schemas.openxmlformats.org/officeDocument/2006/relationships/image" Target="../media/85b455648caec70fd0e5b518522ca72be7d4a3cd.png"/>
<Relationship Id="rId22" Type="http://schemas.openxmlformats.org/officeDocument/2006/relationships/image" Target="../media/4e9e7f15908894fd8f7499c3bfbb0538eb35e5c2.png"/>
<Relationship Id="rId23" Type="http://schemas.openxmlformats.org/officeDocument/2006/relationships/image" Target="../media/164429bb8816f79234d9e69863d9539deb1a8ba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91439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4137133" y="4541360"/>
              <a:ext cx="305934" cy="418072"/>
            </a:xfrm>
            <a:custGeom>
              <a:avLst/>
              <a:pathLst>
                <a:path w="305934" h="418072">
                  <a:moveTo>
                    <a:pt x="0" y="0"/>
                  </a:moveTo>
                  <a:lnTo>
                    <a:pt x="1030" y="1812"/>
                  </a:lnTo>
                  <a:lnTo>
                    <a:pt x="2062" y="3624"/>
                  </a:lnTo>
                  <a:lnTo>
                    <a:pt x="3096" y="5435"/>
                  </a:lnTo>
                  <a:lnTo>
                    <a:pt x="4132" y="7245"/>
                  </a:lnTo>
                  <a:lnTo>
                    <a:pt x="5169" y="9053"/>
                  </a:lnTo>
                  <a:lnTo>
                    <a:pt x="6208" y="10861"/>
                  </a:lnTo>
                  <a:lnTo>
                    <a:pt x="7248" y="12668"/>
                  </a:lnTo>
                  <a:lnTo>
                    <a:pt x="8291" y="14474"/>
                  </a:lnTo>
                  <a:lnTo>
                    <a:pt x="9335" y="16279"/>
                  </a:lnTo>
                  <a:lnTo>
                    <a:pt x="10380" y="18083"/>
                  </a:lnTo>
                  <a:lnTo>
                    <a:pt x="11428" y="19886"/>
                  </a:lnTo>
                  <a:lnTo>
                    <a:pt x="12477" y="21688"/>
                  </a:lnTo>
                  <a:lnTo>
                    <a:pt x="13527" y="23490"/>
                  </a:lnTo>
                  <a:lnTo>
                    <a:pt x="14579" y="25290"/>
                  </a:lnTo>
                  <a:lnTo>
                    <a:pt x="15633" y="27089"/>
                  </a:lnTo>
                  <a:lnTo>
                    <a:pt x="16689" y="28887"/>
                  </a:lnTo>
                  <a:lnTo>
                    <a:pt x="17746" y="30684"/>
                  </a:lnTo>
                  <a:lnTo>
                    <a:pt x="18805" y="32481"/>
                  </a:lnTo>
                  <a:lnTo>
                    <a:pt x="19866" y="34276"/>
                  </a:lnTo>
                  <a:lnTo>
                    <a:pt x="20928" y="36070"/>
                  </a:lnTo>
                  <a:lnTo>
                    <a:pt x="21992" y="37863"/>
                  </a:lnTo>
                  <a:lnTo>
                    <a:pt x="23058" y="39656"/>
                  </a:lnTo>
                  <a:lnTo>
                    <a:pt x="24125" y="41447"/>
                  </a:lnTo>
                  <a:lnTo>
                    <a:pt x="25194" y="43237"/>
                  </a:lnTo>
                  <a:lnTo>
                    <a:pt x="26264" y="45027"/>
                  </a:lnTo>
                  <a:lnTo>
                    <a:pt x="27336" y="46815"/>
                  </a:lnTo>
                  <a:lnTo>
                    <a:pt x="28410" y="48602"/>
                  </a:lnTo>
                  <a:lnTo>
                    <a:pt x="29486" y="50389"/>
                  </a:lnTo>
                  <a:lnTo>
                    <a:pt x="30563" y="52174"/>
                  </a:lnTo>
                  <a:lnTo>
                    <a:pt x="31642" y="53959"/>
                  </a:lnTo>
                  <a:lnTo>
                    <a:pt x="32722" y="55742"/>
                  </a:lnTo>
                  <a:lnTo>
                    <a:pt x="33804" y="57524"/>
                  </a:lnTo>
                  <a:lnTo>
                    <a:pt x="34888" y="59306"/>
                  </a:lnTo>
                  <a:lnTo>
                    <a:pt x="35974" y="61086"/>
                  </a:lnTo>
                  <a:lnTo>
                    <a:pt x="37061" y="62865"/>
                  </a:lnTo>
                  <a:lnTo>
                    <a:pt x="38149" y="64644"/>
                  </a:lnTo>
                  <a:lnTo>
                    <a:pt x="39240" y="66421"/>
                  </a:lnTo>
                  <a:lnTo>
                    <a:pt x="40332" y="68197"/>
                  </a:lnTo>
                  <a:lnTo>
                    <a:pt x="41426" y="69973"/>
                  </a:lnTo>
                  <a:lnTo>
                    <a:pt x="42521" y="71747"/>
                  </a:lnTo>
                  <a:lnTo>
                    <a:pt x="43618" y="73520"/>
                  </a:lnTo>
                  <a:lnTo>
                    <a:pt x="44716" y="75293"/>
                  </a:lnTo>
                  <a:lnTo>
                    <a:pt x="45817" y="77064"/>
                  </a:lnTo>
                  <a:lnTo>
                    <a:pt x="46918" y="78834"/>
                  </a:lnTo>
                  <a:lnTo>
                    <a:pt x="48022" y="80603"/>
                  </a:lnTo>
                  <a:lnTo>
                    <a:pt x="49127" y="82372"/>
                  </a:lnTo>
                  <a:lnTo>
                    <a:pt x="50234" y="84139"/>
                  </a:lnTo>
                  <a:lnTo>
                    <a:pt x="51342" y="85905"/>
                  </a:lnTo>
                  <a:lnTo>
                    <a:pt x="52452" y="87670"/>
                  </a:lnTo>
                  <a:lnTo>
                    <a:pt x="53564" y="89434"/>
                  </a:lnTo>
                  <a:lnTo>
                    <a:pt x="54677" y="91197"/>
                  </a:lnTo>
                  <a:lnTo>
                    <a:pt x="55792" y="92959"/>
                  </a:lnTo>
                  <a:lnTo>
                    <a:pt x="56909" y="94720"/>
                  </a:lnTo>
                  <a:lnTo>
                    <a:pt x="58027" y="96480"/>
                  </a:lnTo>
                  <a:lnTo>
                    <a:pt x="59147" y="98239"/>
                  </a:lnTo>
                  <a:lnTo>
                    <a:pt x="60268" y="99997"/>
                  </a:lnTo>
                  <a:lnTo>
                    <a:pt x="61391" y="101754"/>
                  </a:lnTo>
                  <a:lnTo>
                    <a:pt x="62516" y="103510"/>
                  </a:lnTo>
                  <a:lnTo>
                    <a:pt x="63642" y="105265"/>
                  </a:lnTo>
                  <a:lnTo>
                    <a:pt x="64770" y="107018"/>
                  </a:lnTo>
                  <a:lnTo>
                    <a:pt x="65900" y="108771"/>
                  </a:lnTo>
                  <a:lnTo>
                    <a:pt x="67031" y="110523"/>
                  </a:lnTo>
                  <a:lnTo>
                    <a:pt x="68164" y="112273"/>
                  </a:lnTo>
                  <a:lnTo>
                    <a:pt x="69298" y="114023"/>
                  </a:lnTo>
                  <a:lnTo>
                    <a:pt x="70434" y="115771"/>
                  </a:lnTo>
                  <a:lnTo>
                    <a:pt x="71572" y="117519"/>
                  </a:lnTo>
                  <a:lnTo>
                    <a:pt x="72711" y="119265"/>
                  </a:lnTo>
                  <a:lnTo>
                    <a:pt x="73852" y="121010"/>
                  </a:lnTo>
                  <a:lnTo>
                    <a:pt x="74995" y="122755"/>
                  </a:lnTo>
                  <a:lnTo>
                    <a:pt x="76139" y="124498"/>
                  </a:lnTo>
                  <a:lnTo>
                    <a:pt x="77285" y="126240"/>
                  </a:lnTo>
                  <a:lnTo>
                    <a:pt x="78432" y="127981"/>
                  </a:lnTo>
                  <a:lnTo>
                    <a:pt x="79581" y="129721"/>
                  </a:lnTo>
                  <a:lnTo>
                    <a:pt x="80732" y="131460"/>
                  </a:lnTo>
                  <a:lnTo>
                    <a:pt x="81884" y="133198"/>
                  </a:lnTo>
                  <a:lnTo>
                    <a:pt x="83038" y="134935"/>
                  </a:lnTo>
                  <a:lnTo>
                    <a:pt x="84193" y="136671"/>
                  </a:lnTo>
                  <a:lnTo>
                    <a:pt x="85350" y="138405"/>
                  </a:lnTo>
                  <a:lnTo>
                    <a:pt x="86509" y="140139"/>
                  </a:lnTo>
                  <a:lnTo>
                    <a:pt x="87669" y="141871"/>
                  </a:lnTo>
                  <a:lnTo>
                    <a:pt x="88831" y="143603"/>
                  </a:lnTo>
                  <a:lnTo>
                    <a:pt x="89994" y="145333"/>
                  </a:lnTo>
                  <a:lnTo>
                    <a:pt x="91159" y="147063"/>
                  </a:lnTo>
                  <a:lnTo>
                    <a:pt x="92326" y="148791"/>
                  </a:lnTo>
                  <a:lnTo>
                    <a:pt x="93494" y="150518"/>
                  </a:lnTo>
                  <a:lnTo>
                    <a:pt x="94664" y="152244"/>
                  </a:lnTo>
                  <a:lnTo>
                    <a:pt x="95835" y="153969"/>
                  </a:lnTo>
                  <a:lnTo>
                    <a:pt x="97009" y="155693"/>
                  </a:lnTo>
                  <a:lnTo>
                    <a:pt x="98183" y="157416"/>
                  </a:lnTo>
                  <a:lnTo>
                    <a:pt x="99359" y="159138"/>
                  </a:lnTo>
                  <a:lnTo>
                    <a:pt x="100537" y="160858"/>
                  </a:lnTo>
                  <a:lnTo>
                    <a:pt x="101717" y="162578"/>
                  </a:lnTo>
                  <a:lnTo>
                    <a:pt x="102898" y="164296"/>
                  </a:lnTo>
                  <a:lnTo>
                    <a:pt x="104080" y="166014"/>
                  </a:lnTo>
                  <a:lnTo>
                    <a:pt x="105264" y="167730"/>
                  </a:lnTo>
                  <a:lnTo>
                    <a:pt x="106450" y="169445"/>
                  </a:lnTo>
                  <a:lnTo>
                    <a:pt x="107637" y="171159"/>
                  </a:lnTo>
                  <a:lnTo>
                    <a:pt x="108826" y="172872"/>
                  </a:lnTo>
                  <a:lnTo>
                    <a:pt x="110017" y="174584"/>
                  </a:lnTo>
                  <a:lnTo>
                    <a:pt x="111209" y="176295"/>
                  </a:lnTo>
                  <a:lnTo>
                    <a:pt x="112403" y="178004"/>
                  </a:lnTo>
                  <a:lnTo>
                    <a:pt x="113598" y="179713"/>
                  </a:lnTo>
                  <a:lnTo>
                    <a:pt x="114795" y="181420"/>
                  </a:lnTo>
                  <a:lnTo>
                    <a:pt x="115993" y="183127"/>
                  </a:lnTo>
                  <a:lnTo>
                    <a:pt x="117193" y="184832"/>
                  </a:lnTo>
                  <a:lnTo>
                    <a:pt x="118395" y="186536"/>
                  </a:lnTo>
                  <a:lnTo>
                    <a:pt x="119598" y="188239"/>
                  </a:lnTo>
                  <a:lnTo>
                    <a:pt x="120803" y="189941"/>
                  </a:lnTo>
                  <a:lnTo>
                    <a:pt x="122009" y="191642"/>
                  </a:lnTo>
                  <a:lnTo>
                    <a:pt x="123217" y="193341"/>
                  </a:lnTo>
                  <a:lnTo>
                    <a:pt x="124426" y="195040"/>
                  </a:lnTo>
                  <a:lnTo>
                    <a:pt x="125637" y="196737"/>
                  </a:lnTo>
                  <a:lnTo>
                    <a:pt x="126850" y="198434"/>
                  </a:lnTo>
                  <a:lnTo>
                    <a:pt x="128064" y="200129"/>
                  </a:lnTo>
                  <a:lnTo>
                    <a:pt x="129280" y="201823"/>
                  </a:lnTo>
                  <a:lnTo>
                    <a:pt x="130497" y="203516"/>
                  </a:lnTo>
                  <a:lnTo>
                    <a:pt x="131716" y="205208"/>
                  </a:lnTo>
                  <a:lnTo>
                    <a:pt x="132937" y="206898"/>
                  </a:lnTo>
                  <a:lnTo>
                    <a:pt x="134159" y="208588"/>
                  </a:lnTo>
                  <a:lnTo>
                    <a:pt x="135382" y="210276"/>
                  </a:lnTo>
                  <a:lnTo>
                    <a:pt x="136607" y="211964"/>
                  </a:lnTo>
                  <a:lnTo>
                    <a:pt x="137834" y="213650"/>
                  </a:lnTo>
                  <a:lnTo>
                    <a:pt x="139062" y="215335"/>
                  </a:lnTo>
                  <a:lnTo>
                    <a:pt x="140292" y="217019"/>
                  </a:lnTo>
                  <a:lnTo>
                    <a:pt x="141524" y="218701"/>
                  </a:lnTo>
                  <a:lnTo>
                    <a:pt x="142756" y="220383"/>
                  </a:lnTo>
                  <a:lnTo>
                    <a:pt x="143991" y="222063"/>
                  </a:lnTo>
                  <a:lnTo>
                    <a:pt x="145227" y="223743"/>
                  </a:lnTo>
                  <a:lnTo>
                    <a:pt x="146465" y="225421"/>
                  </a:lnTo>
                  <a:lnTo>
                    <a:pt x="147704" y="227098"/>
                  </a:lnTo>
                  <a:lnTo>
                    <a:pt x="148944" y="228774"/>
                  </a:lnTo>
                  <a:lnTo>
                    <a:pt x="150187" y="230448"/>
                  </a:lnTo>
                  <a:lnTo>
                    <a:pt x="151430" y="232122"/>
                  </a:lnTo>
                  <a:lnTo>
                    <a:pt x="152676" y="233794"/>
                  </a:lnTo>
                  <a:lnTo>
                    <a:pt x="153923" y="235466"/>
                  </a:lnTo>
                  <a:lnTo>
                    <a:pt x="155171" y="237136"/>
                  </a:lnTo>
                  <a:lnTo>
                    <a:pt x="156421" y="238805"/>
                  </a:lnTo>
                  <a:lnTo>
                    <a:pt x="157673" y="240473"/>
                  </a:lnTo>
                  <a:lnTo>
                    <a:pt x="158926" y="242139"/>
                  </a:lnTo>
                  <a:lnTo>
                    <a:pt x="160180" y="243805"/>
                  </a:lnTo>
                  <a:lnTo>
                    <a:pt x="161437" y="245469"/>
                  </a:lnTo>
                  <a:lnTo>
                    <a:pt x="162694" y="247132"/>
                  </a:lnTo>
                  <a:lnTo>
                    <a:pt x="163954" y="248794"/>
                  </a:lnTo>
                  <a:lnTo>
                    <a:pt x="165214" y="250455"/>
                  </a:lnTo>
                  <a:lnTo>
                    <a:pt x="166477" y="252114"/>
                  </a:lnTo>
                  <a:lnTo>
                    <a:pt x="167740" y="253773"/>
                  </a:lnTo>
                  <a:lnTo>
                    <a:pt x="169006" y="255430"/>
                  </a:lnTo>
                  <a:lnTo>
                    <a:pt x="170273" y="257086"/>
                  </a:lnTo>
                  <a:lnTo>
                    <a:pt x="171541" y="258741"/>
                  </a:lnTo>
                  <a:lnTo>
                    <a:pt x="172811" y="260395"/>
                  </a:lnTo>
                  <a:lnTo>
                    <a:pt x="174083" y="262048"/>
                  </a:lnTo>
                  <a:lnTo>
                    <a:pt x="175356" y="263699"/>
                  </a:lnTo>
                  <a:lnTo>
                    <a:pt x="176630" y="265349"/>
                  </a:lnTo>
                  <a:lnTo>
                    <a:pt x="177906" y="266999"/>
                  </a:lnTo>
                  <a:lnTo>
                    <a:pt x="179184" y="268646"/>
                  </a:lnTo>
                  <a:lnTo>
                    <a:pt x="180463" y="270293"/>
                  </a:lnTo>
                  <a:lnTo>
                    <a:pt x="181744" y="271939"/>
                  </a:lnTo>
                  <a:lnTo>
                    <a:pt x="183026" y="273583"/>
                  </a:lnTo>
                  <a:lnTo>
                    <a:pt x="184310" y="275226"/>
                  </a:lnTo>
                  <a:lnTo>
                    <a:pt x="185595" y="276868"/>
                  </a:lnTo>
                  <a:lnTo>
                    <a:pt x="186882" y="278509"/>
                  </a:lnTo>
                  <a:lnTo>
                    <a:pt x="188170" y="280148"/>
                  </a:lnTo>
                  <a:lnTo>
                    <a:pt x="189460" y="281787"/>
                  </a:lnTo>
                  <a:lnTo>
                    <a:pt x="190751" y="283424"/>
                  </a:lnTo>
                  <a:lnTo>
                    <a:pt x="192044" y="285060"/>
                  </a:lnTo>
                  <a:lnTo>
                    <a:pt x="193338" y="286695"/>
                  </a:lnTo>
                  <a:lnTo>
                    <a:pt x="194634" y="288328"/>
                  </a:lnTo>
                  <a:lnTo>
                    <a:pt x="195932" y="289961"/>
                  </a:lnTo>
                  <a:lnTo>
                    <a:pt x="197230" y="291592"/>
                  </a:lnTo>
                  <a:lnTo>
                    <a:pt x="198531" y="293222"/>
                  </a:lnTo>
                  <a:lnTo>
                    <a:pt x="199833" y="294851"/>
                  </a:lnTo>
                  <a:lnTo>
                    <a:pt x="201136" y="296478"/>
                  </a:lnTo>
                  <a:lnTo>
                    <a:pt x="202441" y="298105"/>
                  </a:lnTo>
                  <a:lnTo>
                    <a:pt x="203747" y="299730"/>
                  </a:lnTo>
                  <a:lnTo>
                    <a:pt x="205055" y="301354"/>
                  </a:lnTo>
                  <a:lnTo>
                    <a:pt x="206365" y="302977"/>
                  </a:lnTo>
                  <a:lnTo>
                    <a:pt x="207676" y="304598"/>
                  </a:lnTo>
                  <a:lnTo>
                    <a:pt x="208988" y="306218"/>
                  </a:lnTo>
                  <a:lnTo>
                    <a:pt x="210302" y="307837"/>
                  </a:lnTo>
                  <a:lnTo>
                    <a:pt x="211617" y="309455"/>
                  </a:lnTo>
                  <a:lnTo>
                    <a:pt x="212934" y="311072"/>
                  </a:lnTo>
                  <a:lnTo>
                    <a:pt x="214253" y="312687"/>
                  </a:lnTo>
                  <a:lnTo>
                    <a:pt x="215573" y="314302"/>
                  </a:lnTo>
                  <a:lnTo>
                    <a:pt x="216894" y="315915"/>
                  </a:lnTo>
                  <a:lnTo>
                    <a:pt x="218217" y="317526"/>
                  </a:lnTo>
                  <a:lnTo>
                    <a:pt x="219541" y="319137"/>
                  </a:lnTo>
                  <a:lnTo>
                    <a:pt x="220867" y="320746"/>
                  </a:lnTo>
                  <a:lnTo>
                    <a:pt x="222195" y="322354"/>
                  </a:lnTo>
                  <a:lnTo>
                    <a:pt x="223523" y="323961"/>
                  </a:lnTo>
                  <a:lnTo>
                    <a:pt x="224854" y="325567"/>
                  </a:lnTo>
                  <a:lnTo>
                    <a:pt x="226186" y="327171"/>
                  </a:lnTo>
                  <a:lnTo>
                    <a:pt x="227519" y="328774"/>
                  </a:lnTo>
                  <a:lnTo>
                    <a:pt x="228854" y="330376"/>
                  </a:lnTo>
                  <a:lnTo>
                    <a:pt x="230190" y="331977"/>
                  </a:lnTo>
                  <a:lnTo>
                    <a:pt x="231528" y="333577"/>
                  </a:lnTo>
                  <a:lnTo>
                    <a:pt x="232867" y="335175"/>
                  </a:lnTo>
                  <a:lnTo>
                    <a:pt x="234208" y="336772"/>
                  </a:lnTo>
                  <a:lnTo>
                    <a:pt x="235550" y="338368"/>
                  </a:lnTo>
                  <a:lnTo>
                    <a:pt x="236893" y="339962"/>
                  </a:lnTo>
                  <a:lnTo>
                    <a:pt x="238239" y="341555"/>
                  </a:lnTo>
                  <a:lnTo>
                    <a:pt x="239585" y="343147"/>
                  </a:lnTo>
                  <a:lnTo>
                    <a:pt x="240933" y="344738"/>
                  </a:lnTo>
                  <a:lnTo>
                    <a:pt x="242283" y="346328"/>
                  </a:lnTo>
                  <a:lnTo>
                    <a:pt x="243634" y="347916"/>
                  </a:lnTo>
                  <a:lnTo>
                    <a:pt x="244986" y="349503"/>
                  </a:lnTo>
                  <a:lnTo>
                    <a:pt x="246340" y="351089"/>
                  </a:lnTo>
                  <a:lnTo>
                    <a:pt x="247696" y="352673"/>
                  </a:lnTo>
                  <a:lnTo>
                    <a:pt x="249053" y="354256"/>
                  </a:lnTo>
                  <a:lnTo>
                    <a:pt x="250411" y="355838"/>
                  </a:lnTo>
                  <a:lnTo>
                    <a:pt x="251771" y="357419"/>
                  </a:lnTo>
                  <a:lnTo>
                    <a:pt x="253132" y="358999"/>
                  </a:lnTo>
                  <a:lnTo>
                    <a:pt x="254495" y="360577"/>
                  </a:lnTo>
                  <a:lnTo>
                    <a:pt x="255859" y="362154"/>
                  </a:lnTo>
                  <a:lnTo>
                    <a:pt x="257225" y="363729"/>
                  </a:lnTo>
                  <a:lnTo>
                    <a:pt x="258592" y="365304"/>
                  </a:lnTo>
                  <a:lnTo>
                    <a:pt x="259961" y="366877"/>
                  </a:lnTo>
                  <a:lnTo>
                    <a:pt x="261331" y="368449"/>
                  </a:lnTo>
                  <a:lnTo>
                    <a:pt x="262702" y="370019"/>
                  </a:lnTo>
                  <a:lnTo>
                    <a:pt x="264075" y="371589"/>
                  </a:lnTo>
                  <a:lnTo>
                    <a:pt x="265449" y="373157"/>
                  </a:lnTo>
                  <a:lnTo>
                    <a:pt x="266825" y="374724"/>
                  </a:lnTo>
                  <a:lnTo>
                    <a:pt x="268203" y="376289"/>
                  </a:lnTo>
                  <a:lnTo>
                    <a:pt x="269581" y="377853"/>
                  </a:lnTo>
                  <a:lnTo>
                    <a:pt x="270962" y="379416"/>
                  </a:lnTo>
                  <a:lnTo>
                    <a:pt x="272343" y="380978"/>
                  </a:lnTo>
                  <a:lnTo>
                    <a:pt x="273726" y="382539"/>
                  </a:lnTo>
                  <a:lnTo>
                    <a:pt x="275111" y="384098"/>
                  </a:lnTo>
                  <a:lnTo>
                    <a:pt x="276497" y="385656"/>
                  </a:lnTo>
                  <a:lnTo>
                    <a:pt x="277884" y="387212"/>
                  </a:lnTo>
                  <a:lnTo>
                    <a:pt x="279273" y="388767"/>
                  </a:lnTo>
                  <a:lnTo>
                    <a:pt x="280663" y="390321"/>
                  </a:lnTo>
                  <a:lnTo>
                    <a:pt x="282055" y="391874"/>
                  </a:lnTo>
                  <a:lnTo>
                    <a:pt x="283448" y="393426"/>
                  </a:lnTo>
                  <a:lnTo>
                    <a:pt x="284843" y="394976"/>
                  </a:lnTo>
                  <a:lnTo>
                    <a:pt x="286239" y="396525"/>
                  </a:lnTo>
                  <a:lnTo>
                    <a:pt x="287636" y="398072"/>
                  </a:lnTo>
                  <a:lnTo>
                    <a:pt x="289035" y="399618"/>
                  </a:lnTo>
                  <a:lnTo>
                    <a:pt x="290436" y="401163"/>
                  </a:lnTo>
                  <a:lnTo>
                    <a:pt x="291838" y="402707"/>
                  </a:lnTo>
                  <a:lnTo>
                    <a:pt x="293241" y="404249"/>
                  </a:lnTo>
                  <a:lnTo>
                    <a:pt x="294645" y="405790"/>
                  </a:lnTo>
                  <a:lnTo>
                    <a:pt x="296051" y="407330"/>
                  </a:lnTo>
                  <a:lnTo>
                    <a:pt x="297459" y="408869"/>
                  </a:lnTo>
                  <a:lnTo>
                    <a:pt x="298868" y="410406"/>
                  </a:lnTo>
                  <a:lnTo>
                    <a:pt x="300278" y="411942"/>
                  </a:lnTo>
                  <a:lnTo>
                    <a:pt x="301690" y="413476"/>
                  </a:lnTo>
                  <a:lnTo>
                    <a:pt x="303103" y="415009"/>
                  </a:lnTo>
                  <a:lnTo>
                    <a:pt x="304518" y="416541"/>
                  </a:lnTo>
                  <a:lnTo>
                    <a:pt x="305934" y="418072"/>
                  </a:lnTo>
                </a:path>
              </a:pathLst>
            </a:custGeom>
            <a:ln w="22859" cap="rnd">
              <a:solidFill>
                <a:srgbClr val="FF1A1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91439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8279702" y="3438614"/>
              <a:ext cx="68658" cy="542368"/>
            </a:xfrm>
            <a:custGeom>
              <a:avLst/>
              <a:pathLst>
                <a:path w="68658" h="542368">
                  <a:moveTo>
                    <a:pt x="0" y="542368"/>
                  </a:moveTo>
                  <a:lnTo>
                    <a:pt x="538" y="540234"/>
                  </a:lnTo>
                  <a:lnTo>
                    <a:pt x="1074" y="538099"/>
                  </a:lnTo>
                  <a:lnTo>
                    <a:pt x="1608" y="535964"/>
                  </a:lnTo>
                  <a:lnTo>
                    <a:pt x="2140" y="533828"/>
                  </a:lnTo>
                  <a:lnTo>
                    <a:pt x="2670" y="531692"/>
                  </a:lnTo>
                  <a:lnTo>
                    <a:pt x="3198" y="529555"/>
                  </a:lnTo>
                  <a:lnTo>
                    <a:pt x="3724" y="527418"/>
                  </a:lnTo>
                  <a:lnTo>
                    <a:pt x="4248" y="525280"/>
                  </a:lnTo>
                  <a:lnTo>
                    <a:pt x="4769" y="523142"/>
                  </a:lnTo>
                  <a:lnTo>
                    <a:pt x="5289" y="521003"/>
                  </a:lnTo>
                  <a:lnTo>
                    <a:pt x="5806" y="518864"/>
                  </a:lnTo>
                  <a:lnTo>
                    <a:pt x="6321" y="516724"/>
                  </a:lnTo>
                  <a:lnTo>
                    <a:pt x="6835" y="514584"/>
                  </a:lnTo>
                  <a:lnTo>
                    <a:pt x="7346" y="512443"/>
                  </a:lnTo>
                  <a:lnTo>
                    <a:pt x="7855" y="510301"/>
                  </a:lnTo>
                  <a:lnTo>
                    <a:pt x="8362" y="508160"/>
                  </a:lnTo>
                  <a:lnTo>
                    <a:pt x="8867" y="506017"/>
                  </a:lnTo>
                  <a:lnTo>
                    <a:pt x="9370" y="503874"/>
                  </a:lnTo>
                  <a:lnTo>
                    <a:pt x="9870" y="501731"/>
                  </a:lnTo>
                  <a:lnTo>
                    <a:pt x="10369" y="499587"/>
                  </a:lnTo>
                  <a:lnTo>
                    <a:pt x="10865" y="497443"/>
                  </a:lnTo>
                  <a:lnTo>
                    <a:pt x="11360" y="495298"/>
                  </a:lnTo>
                  <a:lnTo>
                    <a:pt x="11852" y="493153"/>
                  </a:lnTo>
                  <a:lnTo>
                    <a:pt x="12342" y="491007"/>
                  </a:lnTo>
                  <a:lnTo>
                    <a:pt x="12830" y="488861"/>
                  </a:lnTo>
                  <a:lnTo>
                    <a:pt x="13316" y="486715"/>
                  </a:lnTo>
                  <a:lnTo>
                    <a:pt x="13800" y="484567"/>
                  </a:lnTo>
                  <a:lnTo>
                    <a:pt x="14282" y="482420"/>
                  </a:lnTo>
                  <a:lnTo>
                    <a:pt x="14762" y="480272"/>
                  </a:lnTo>
                  <a:lnTo>
                    <a:pt x="15240" y="478123"/>
                  </a:lnTo>
                  <a:lnTo>
                    <a:pt x="15715" y="475974"/>
                  </a:lnTo>
                  <a:lnTo>
                    <a:pt x="16189" y="473825"/>
                  </a:lnTo>
                  <a:lnTo>
                    <a:pt x="16660" y="471675"/>
                  </a:lnTo>
                  <a:lnTo>
                    <a:pt x="17129" y="469524"/>
                  </a:lnTo>
                  <a:lnTo>
                    <a:pt x="17596" y="467374"/>
                  </a:lnTo>
                  <a:lnTo>
                    <a:pt x="18061" y="465222"/>
                  </a:lnTo>
                  <a:lnTo>
                    <a:pt x="18524" y="463071"/>
                  </a:lnTo>
                  <a:lnTo>
                    <a:pt x="18985" y="460918"/>
                  </a:lnTo>
                  <a:lnTo>
                    <a:pt x="19444" y="458766"/>
                  </a:lnTo>
                  <a:lnTo>
                    <a:pt x="19900" y="456613"/>
                  </a:lnTo>
                  <a:lnTo>
                    <a:pt x="20355" y="454459"/>
                  </a:lnTo>
                  <a:lnTo>
                    <a:pt x="20807" y="452305"/>
                  </a:lnTo>
                  <a:lnTo>
                    <a:pt x="21258" y="450151"/>
                  </a:lnTo>
                  <a:lnTo>
                    <a:pt x="21706" y="447996"/>
                  </a:lnTo>
                  <a:lnTo>
                    <a:pt x="22152" y="445840"/>
                  </a:lnTo>
                  <a:lnTo>
                    <a:pt x="22596" y="443685"/>
                  </a:lnTo>
                  <a:lnTo>
                    <a:pt x="23038" y="441528"/>
                  </a:lnTo>
                  <a:lnTo>
                    <a:pt x="23477" y="439372"/>
                  </a:lnTo>
                  <a:lnTo>
                    <a:pt x="23915" y="437215"/>
                  </a:lnTo>
                  <a:lnTo>
                    <a:pt x="24351" y="435057"/>
                  </a:lnTo>
                  <a:lnTo>
                    <a:pt x="24784" y="432899"/>
                  </a:lnTo>
                  <a:lnTo>
                    <a:pt x="25215" y="430741"/>
                  </a:lnTo>
                  <a:lnTo>
                    <a:pt x="25645" y="428582"/>
                  </a:lnTo>
                  <a:lnTo>
                    <a:pt x="26072" y="426423"/>
                  </a:lnTo>
                  <a:lnTo>
                    <a:pt x="26497" y="424264"/>
                  </a:lnTo>
                  <a:lnTo>
                    <a:pt x="26920" y="422104"/>
                  </a:lnTo>
                  <a:lnTo>
                    <a:pt x="27340" y="419943"/>
                  </a:lnTo>
                  <a:lnTo>
                    <a:pt x="27759" y="417782"/>
                  </a:lnTo>
                  <a:lnTo>
                    <a:pt x="28176" y="415621"/>
                  </a:lnTo>
                  <a:lnTo>
                    <a:pt x="28590" y="413460"/>
                  </a:lnTo>
                  <a:lnTo>
                    <a:pt x="29002" y="411298"/>
                  </a:lnTo>
                  <a:lnTo>
                    <a:pt x="29413" y="409135"/>
                  </a:lnTo>
                  <a:lnTo>
                    <a:pt x="29821" y="406972"/>
                  </a:lnTo>
                  <a:lnTo>
                    <a:pt x="30227" y="404809"/>
                  </a:lnTo>
                  <a:lnTo>
                    <a:pt x="30631" y="402645"/>
                  </a:lnTo>
                  <a:lnTo>
                    <a:pt x="31032" y="400481"/>
                  </a:lnTo>
                  <a:lnTo>
                    <a:pt x="31432" y="398317"/>
                  </a:lnTo>
                  <a:lnTo>
                    <a:pt x="31830" y="396152"/>
                  </a:lnTo>
                  <a:lnTo>
                    <a:pt x="32225" y="393987"/>
                  </a:lnTo>
                  <a:lnTo>
                    <a:pt x="32618" y="391822"/>
                  </a:lnTo>
                  <a:lnTo>
                    <a:pt x="33010" y="389656"/>
                  </a:lnTo>
                  <a:lnTo>
                    <a:pt x="33399" y="387489"/>
                  </a:lnTo>
                  <a:lnTo>
                    <a:pt x="33786" y="385323"/>
                  </a:lnTo>
                  <a:lnTo>
                    <a:pt x="34170" y="383155"/>
                  </a:lnTo>
                  <a:lnTo>
                    <a:pt x="34553" y="380988"/>
                  </a:lnTo>
                  <a:lnTo>
                    <a:pt x="34934" y="378820"/>
                  </a:lnTo>
                  <a:lnTo>
                    <a:pt x="35312" y="376652"/>
                  </a:lnTo>
                  <a:lnTo>
                    <a:pt x="35689" y="374483"/>
                  </a:lnTo>
                  <a:lnTo>
                    <a:pt x="36063" y="372314"/>
                  </a:lnTo>
                  <a:lnTo>
                    <a:pt x="36435" y="370145"/>
                  </a:lnTo>
                  <a:lnTo>
                    <a:pt x="36805" y="367975"/>
                  </a:lnTo>
                  <a:lnTo>
                    <a:pt x="37173" y="365805"/>
                  </a:lnTo>
                  <a:lnTo>
                    <a:pt x="37539" y="363635"/>
                  </a:lnTo>
                  <a:lnTo>
                    <a:pt x="37902" y="361464"/>
                  </a:lnTo>
                  <a:lnTo>
                    <a:pt x="38264" y="359293"/>
                  </a:lnTo>
                  <a:lnTo>
                    <a:pt x="38623" y="357122"/>
                  </a:lnTo>
                  <a:lnTo>
                    <a:pt x="38981" y="354950"/>
                  </a:lnTo>
                  <a:lnTo>
                    <a:pt x="39336" y="352778"/>
                  </a:lnTo>
                  <a:lnTo>
                    <a:pt x="39689" y="350605"/>
                  </a:lnTo>
                  <a:lnTo>
                    <a:pt x="40040" y="348432"/>
                  </a:lnTo>
                  <a:lnTo>
                    <a:pt x="40388" y="346259"/>
                  </a:lnTo>
                  <a:lnTo>
                    <a:pt x="40735" y="344086"/>
                  </a:lnTo>
                  <a:lnTo>
                    <a:pt x="41080" y="341912"/>
                  </a:lnTo>
                  <a:lnTo>
                    <a:pt x="41422" y="339738"/>
                  </a:lnTo>
                  <a:lnTo>
                    <a:pt x="41762" y="337563"/>
                  </a:lnTo>
                  <a:lnTo>
                    <a:pt x="42101" y="335388"/>
                  </a:lnTo>
                  <a:lnTo>
                    <a:pt x="42437" y="333213"/>
                  </a:lnTo>
                  <a:lnTo>
                    <a:pt x="42771" y="331038"/>
                  </a:lnTo>
                  <a:lnTo>
                    <a:pt x="43102" y="328862"/>
                  </a:lnTo>
                  <a:lnTo>
                    <a:pt x="43432" y="326686"/>
                  </a:lnTo>
                  <a:lnTo>
                    <a:pt x="43760" y="324509"/>
                  </a:lnTo>
                  <a:lnTo>
                    <a:pt x="44085" y="322332"/>
                  </a:lnTo>
                  <a:lnTo>
                    <a:pt x="44408" y="320155"/>
                  </a:lnTo>
                  <a:lnTo>
                    <a:pt x="44729" y="317978"/>
                  </a:lnTo>
                  <a:lnTo>
                    <a:pt x="45048" y="315800"/>
                  </a:lnTo>
                  <a:lnTo>
                    <a:pt x="45365" y="313622"/>
                  </a:lnTo>
                  <a:lnTo>
                    <a:pt x="45680" y="311444"/>
                  </a:lnTo>
                  <a:lnTo>
                    <a:pt x="45993" y="309265"/>
                  </a:lnTo>
                  <a:lnTo>
                    <a:pt x="46303" y="307086"/>
                  </a:lnTo>
                  <a:lnTo>
                    <a:pt x="46612" y="304907"/>
                  </a:lnTo>
                  <a:lnTo>
                    <a:pt x="46918" y="302727"/>
                  </a:lnTo>
                  <a:lnTo>
                    <a:pt x="47222" y="300547"/>
                  </a:lnTo>
                  <a:lnTo>
                    <a:pt x="47524" y="298367"/>
                  </a:lnTo>
                  <a:lnTo>
                    <a:pt x="47824" y="296187"/>
                  </a:lnTo>
                  <a:lnTo>
                    <a:pt x="48122" y="294006"/>
                  </a:lnTo>
                  <a:lnTo>
                    <a:pt x="48417" y="291825"/>
                  </a:lnTo>
                  <a:lnTo>
                    <a:pt x="48711" y="289643"/>
                  </a:lnTo>
                  <a:lnTo>
                    <a:pt x="49002" y="287462"/>
                  </a:lnTo>
                  <a:lnTo>
                    <a:pt x="49291" y="285280"/>
                  </a:lnTo>
                  <a:lnTo>
                    <a:pt x="49578" y="283098"/>
                  </a:lnTo>
                  <a:lnTo>
                    <a:pt x="49863" y="280915"/>
                  </a:lnTo>
                  <a:lnTo>
                    <a:pt x="50146" y="278732"/>
                  </a:lnTo>
                  <a:lnTo>
                    <a:pt x="50427" y="276549"/>
                  </a:lnTo>
                  <a:lnTo>
                    <a:pt x="50705" y="274366"/>
                  </a:lnTo>
                  <a:lnTo>
                    <a:pt x="50982" y="272183"/>
                  </a:lnTo>
                  <a:lnTo>
                    <a:pt x="51256" y="269999"/>
                  </a:lnTo>
                  <a:lnTo>
                    <a:pt x="51528" y="267815"/>
                  </a:lnTo>
                  <a:lnTo>
                    <a:pt x="51798" y="265630"/>
                  </a:lnTo>
                  <a:lnTo>
                    <a:pt x="52066" y="263446"/>
                  </a:lnTo>
                  <a:lnTo>
                    <a:pt x="52332" y="261261"/>
                  </a:lnTo>
                  <a:lnTo>
                    <a:pt x="52596" y="259076"/>
                  </a:lnTo>
                  <a:lnTo>
                    <a:pt x="52857" y="256890"/>
                  </a:lnTo>
                  <a:lnTo>
                    <a:pt x="53116" y="254704"/>
                  </a:lnTo>
                  <a:lnTo>
                    <a:pt x="53374" y="252519"/>
                  </a:lnTo>
                  <a:lnTo>
                    <a:pt x="53629" y="250332"/>
                  </a:lnTo>
                  <a:lnTo>
                    <a:pt x="53882" y="248146"/>
                  </a:lnTo>
                  <a:lnTo>
                    <a:pt x="54132" y="245959"/>
                  </a:lnTo>
                  <a:lnTo>
                    <a:pt x="54381" y="243772"/>
                  </a:lnTo>
                  <a:lnTo>
                    <a:pt x="54628" y="241585"/>
                  </a:lnTo>
                  <a:lnTo>
                    <a:pt x="54872" y="239398"/>
                  </a:lnTo>
                  <a:lnTo>
                    <a:pt x="55114" y="237210"/>
                  </a:lnTo>
                  <a:lnTo>
                    <a:pt x="55354" y="235022"/>
                  </a:lnTo>
                  <a:lnTo>
                    <a:pt x="55592" y="232834"/>
                  </a:lnTo>
                  <a:lnTo>
                    <a:pt x="55828" y="230646"/>
                  </a:lnTo>
                  <a:lnTo>
                    <a:pt x="56062" y="228457"/>
                  </a:lnTo>
                  <a:lnTo>
                    <a:pt x="56293" y="226269"/>
                  </a:lnTo>
                  <a:lnTo>
                    <a:pt x="56523" y="224080"/>
                  </a:lnTo>
                  <a:lnTo>
                    <a:pt x="56750" y="221890"/>
                  </a:lnTo>
                  <a:lnTo>
                    <a:pt x="56975" y="219701"/>
                  </a:lnTo>
                  <a:lnTo>
                    <a:pt x="57198" y="217511"/>
                  </a:lnTo>
                  <a:lnTo>
                    <a:pt x="57419" y="215321"/>
                  </a:lnTo>
                  <a:lnTo>
                    <a:pt x="57638" y="213131"/>
                  </a:lnTo>
                  <a:lnTo>
                    <a:pt x="57854" y="210941"/>
                  </a:lnTo>
                  <a:lnTo>
                    <a:pt x="58069" y="208750"/>
                  </a:lnTo>
                  <a:lnTo>
                    <a:pt x="58281" y="206560"/>
                  </a:lnTo>
                  <a:lnTo>
                    <a:pt x="58491" y="204369"/>
                  </a:lnTo>
                  <a:lnTo>
                    <a:pt x="58699" y="202178"/>
                  </a:lnTo>
                  <a:lnTo>
                    <a:pt x="58905" y="199986"/>
                  </a:lnTo>
                  <a:lnTo>
                    <a:pt x="59109" y="197795"/>
                  </a:lnTo>
                  <a:lnTo>
                    <a:pt x="59310" y="195603"/>
                  </a:lnTo>
                  <a:lnTo>
                    <a:pt x="59510" y="193411"/>
                  </a:lnTo>
                  <a:lnTo>
                    <a:pt x="59707" y="191219"/>
                  </a:lnTo>
                  <a:lnTo>
                    <a:pt x="59902" y="189027"/>
                  </a:lnTo>
                  <a:lnTo>
                    <a:pt x="60095" y="186834"/>
                  </a:lnTo>
                  <a:lnTo>
                    <a:pt x="60286" y="184641"/>
                  </a:lnTo>
                  <a:lnTo>
                    <a:pt x="60475" y="182449"/>
                  </a:lnTo>
                  <a:lnTo>
                    <a:pt x="60662" y="180255"/>
                  </a:lnTo>
                  <a:lnTo>
                    <a:pt x="60846" y="178062"/>
                  </a:lnTo>
                  <a:lnTo>
                    <a:pt x="61028" y="175869"/>
                  </a:lnTo>
                  <a:lnTo>
                    <a:pt x="61209" y="173675"/>
                  </a:lnTo>
                  <a:lnTo>
                    <a:pt x="61387" y="171481"/>
                  </a:lnTo>
                  <a:lnTo>
                    <a:pt x="61562" y="169287"/>
                  </a:lnTo>
                  <a:lnTo>
                    <a:pt x="61736" y="167093"/>
                  </a:lnTo>
                  <a:lnTo>
                    <a:pt x="61908" y="164899"/>
                  </a:lnTo>
                  <a:lnTo>
                    <a:pt x="62077" y="162705"/>
                  </a:lnTo>
                  <a:lnTo>
                    <a:pt x="62245" y="160510"/>
                  </a:lnTo>
                  <a:lnTo>
                    <a:pt x="62410" y="158315"/>
                  </a:lnTo>
                  <a:lnTo>
                    <a:pt x="62573" y="156120"/>
                  </a:lnTo>
                  <a:lnTo>
                    <a:pt x="62734" y="153925"/>
                  </a:lnTo>
                  <a:lnTo>
                    <a:pt x="62892" y="151730"/>
                  </a:lnTo>
                  <a:lnTo>
                    <a:pt x="63049" y="149534"/>
                  </a:lnTo>
                  <a:lnTo>
                    <a:pt x="63203" y="147339"/>
                  </a:lnTo>
                  <a:lnTo>
                    <a:pt x="63356" y="145143"/>
                  </a:lnTo>
                  <a:lnTo>
                    <a:pt x="63506" y="142947"/>
                  </a:lnTo>
                  <a:lnTo>
                    <a:pt x="63654" y="140751"/>
                  </a:lnTo>
                  <a:lnTo>
                    <a:pt x="63800" y="138555"/>
                  </a:lnTo>
                  <a:lnTo>
                    <a:pt x="63943" y="136359"/>
                  </a:lnTo>
                  <a:lnTo>
                    <a:pt x="64085" y="134162"/>
                  </a:lnTo>
                  <a:lnTo>
                    <a:pt x="64224" y="131966"/>
                  </a:lnTo>
                  <a:lnTo>
                    <a:pt x="64362" y="129769"/>
                  </a:lnTo>
                  <a:lnTo>
                    <a:pt x="64497" y="127572"/>
                  </a:lnTo>
                  <a:lnTo>
                    <a:pt x="64630" y="125375"/>
                  </a:lnTo>
                  <a:lnTo>
                    <a:pt x="64761" y="123178"/>
                  </a:lnTo>
                  <a:lnTo>
                    <a:pt x="64889" y="120981"/>
                  </a:lnTo>
                  <a:lnTo>
                    <a:pt x="65016" y="118784"/>
                  </a:lnTo>
                  <a:lnTo>
                    <a:pt x="65140" y="116586"/>
                  </a:lnTo>
                  <a:lnTo>
                    <a:pt x="65262" y="114389"/>
                  </a:lnTo>
                  <a:lnTo>
                    <a:pt x="65382" y="112191"/>
                  </a:lnTo>
                  <a:lnTo>
                    <a:pt x="65500" y="109993"/>
                  </a:lnTo>
                  <a:lnTo>
                    <a:pt x="65616" y="107795"/>
                  </a:lnTo>
                  <a:lnTo>
                    <a:pt x="65730" y="105597"/>
                  </a:lnTo>
                  <a:lnTo>
                    <a:pt x="65841" y="103399"/>
                  </a:lnTo>
                  <a:lnTo>
                    <a:pt x="65951" y="101201"/>
                  </a:lnTo>
                  <a:lnTo>
                    <a:pt x="66058" y="99002"/>
                  </a:lnTo>
                  <a:lnTo>
                    <a:pt x="66163" y="96804"/>
                  </a:lnTo>
                  <a:lnTo>
                    <a:pt x="66266" y="94605"/>
                  </a:lnTo>
                  <a:lnTo>
                    <a:pt x="66367" y="92406"/>
                  </a:lnTo>
                  <a:lnTo>
                    <a:pt x="66465" y="90208"/>
                  </a:lnTo>
                  <a:lnTo>
                    <a:pt x="66562" y="88009"/>
                  </a:lnTo>
                  <a:lnTo>
                    <a:pt x="66656" y="85810"/>
                  </a:lnTo>
                  <a:lnTo>
                    <a:pt x="66748" y="83611"/>
                  </a:lnTo>
                  <a:lnTo>
                    <a:pt x="66838" y="81412"/>
                  </a:lnTo>
                  <a:lnTo>
                    <a:pt x="66926" y="79212"/>
                  </a:lnTo>
                  <a:lnTo>
                    <a:pt x="67012" y="77013"/>
                  </a:lnTo>
                  <a:lnTo>
                    <a:pt x="67095" y="74814"/>
                  </a:lnTo>
                  <a:lnTo>
                    <a:pt x="67177" y="72614"/>
                  </a:lnTo>
                  <a:lnTo>
                    <a:pt x="67256" y="70414"/>
                  </a:lnTo>
                  <a:lnTo>
                    <a:pt x="67333" y="68215"/>
                  </a:lnTo>
                  <a:lnTo>
                    <a:pt x="67408" y="66015"/>
                  </a:lnTo>
                  <a:lnTo>
                    <a:pt x="67481" y="63815"/>
                  </a:lnTo>
                  <a:lnTo>
                    <a:pt x="67552" y="61615"/>
                  </a:lnTo>
                  <a:lnTo>
                    <a:pt x="67620" y="59416"/>
                  </a:lnTo>
                  <a:lnTo>
                    <a:pt x="67687" y="57216"/>
                  </a:lnTo>
                  <a:lnTo>
                    <a:pt x="67751" y="55016"/>
                  </a:lnTo>
                  <a:lnTo>
                    <a:pt x="67813" y="52815"/>
                  </a:lnTo>
                  <a:lnTo>
                    <a:pt x="67873" y="50615"/>
                  </a:lnTo>
                  <a:lnTo>
                    <a:pt x="67931" y="48415"/>
                  </a:lnTo>
                  <a:lnTo>
                    <a:pt x="67986" y="46215"/>
                  </a:lnTo>
                  <a:lnTo>
                    <a:pt x="68040" y="44014"/>
                  </a:lnTo>
                  <a:lnTo>
                    <a:pt x="68091" y="41814"/>
                  </a:lnTo>
                  <a:lnTo>
                    <a:pt x="68140" y="39614"/>
                  </a:lnTo>
                  <a:lnTo>
                    <a:pt x="68187" y="37413"/>
                  </a:lnTo>
                  <a:lnTo>
                    <a:pt x="68232" y="35212"/>
                  </a:lnTo>
                  <a:lnTo>
                    <a:pt x="68275" y="33012"/>
                  </a:lnTo>
                  <a:lnTo>
                    <a:pt x="68315" y="30811"/>
                  </a:lnTo>
                  <a:lnTo>
                    <a:pt x="68354" y="28611"/>
                  </a:lnTo>
                  <a:lnTo>
                    <a:pt x="68390" y="26410"/>
                  </a:lnTo>
                  <a:lnTo>
                    <a:pt x="68424" y="24209"/>
                  </a:lnTo>
                  <a:lnTo>
                    <a:pt x="68456" y="22008"/>
                  </a:lnTo>
                  <a:lnTo>
                    <a:pt x="68486" y="19808"/>
                  </a:lnTo>
                  <a:lnTo>
                    <a:pt x="68514" y="17607"/>
                  </a:lnTo>
                  <a:lnTo>
                    <a:pt x="68539" y="15406"/>
                  </a:lnTo>
                  <a:lnTo>
                    <a:pt x="68563" y="13205"/>
                  </a:lnTo>
                  <a:lnTo>
                    <a:pt x="68584" y="11004"/>
                  </a:lnTo>
                  <a:lnTo>
                    <a:pt x="68603" y="8803"/>
                  </a:lnTo>
                  <a:lnTo>
                    <a:pt x="68620" y="6602"/>
                  </a:lnTo>
                  <a:lnTo>
                    <a:pt x="68635" y="4401"/>
                  </a:lnTo>
                  <a:lnTo>
                    <a:pt x="68647" y="2200"/>
                  </a:lnTo>
                  <a:lnTo>
                    <a:pt x="68658" y="0"/>
                  </a:lnTo>
                </a:path>
              </a:pathLst>
            </a:custGeom>
            <a:ln w="22859" cap="rnd">
              <a:solidFill>
                <a:srgbClr val="00E8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5163292" y="5479426"/>
              <a:ext cx="43969" cy="19434"/>
            </a:xfrm>
            <a:custGeom>
              <a:avLst/>
              <a:pathLst>
                <a:path w="43969" h="19434">
                  <a:moveTo>
                    <a:pt x="0" y="0"/>
                  </a:moveTo>
                  <a:lnTo>
                    <a:pt x="175" y="79"/>
                  </a:lnTo>
                  <a:lnTo>
                    <a:pt x="351" y="159"/>
                  </a:lnTo>
                  <a:lnTo>
                    <a:pt x="527" y="239"/>
                  </a:lnTo>
                  <a:lnTo>
                    <a:pt x="703" y="319"/>
                  </a:lnTo>
                  <a:lnTo>
                    <a:pt x="878" y="399"/>
                  </a:lnTo>
                  <a:lnTo>
                    <a:pt x="1054" y="479"/>
                  </a:lnTo>
                  <a:lnTo>
                    <a:pt x="1230" y="559"/>
                  </a:lnTo>
                  <a:lnTo>
                    <a:pt x="1406" y="638"/>
                  </a:lnTo>
                  <a:lnTo>
                    <a:pt x="1581" y="718"/>
                  </a:lnTo>
                  <a:lnTo>
                    <a:pt x="1757" y="798"/>
                  </a:lnTo>
                  <a:lnTo>
                    <a:pt x="1933" y="878"/>
                  </a:lnTo>
                  <a:lnTo>
                    <a:pt x="2109" y="958"/>
                  </a:lnTo>
                  <a:lnTo>
                    <a:pt x="2285" y="1037"/>
                  </a:lnTo>
                  <a:lnTo>
                    <a:pt x="2461" y="1117"/>
                  </a:lnTo>
                  <a:lnTo>
                    <a:pt x="2636" y="1197"/>
                  </a:lnTo>
                  <a:lnTo>
                    <a:pt x="2812" y="1276"/>
                  </a:lnTo>
                  <a:lnTo>
                    <a:pt x="2988" y="1356"/>
                  </a:lnTo>
                  <a:lnTo>
                    <a:pt x="3164" y="1436"/>
                  </a:lnTo>
                  <a:lnTo>
                    <a:pt x="3340" y="1515"/>
                  </a:lnTo>
                  <a:lnTo>
                    <a:pt x="3516" y="1595"/>
                  </a:lnTo>
                  <a:lnTo>
                    <a:pt x="3692" y="1675"/>
                  </a:lnTo>
                  <a:lnTo>
                    <a:pt x="3868" y="1754"/>
                  </a:lnTo>
                  <a:lnTo>
                    <a:pt x="4043" y="1834"/>
                  </a:lnTo>
                  <a:lnTo>
                    <a:pt x="4219" y="1914"/>
                  </a:lnTo>
                  <a:lnTo>
                    <a:pt x="4395" y="1993"/>
                  </a:lnTo>
                  <a:lnTo>
                    <a:pt x="4571" y="2073"/>
                  </a:lnTo>
                  <a:lnTo>
                    <a:pt x="4747" y="2152"/>
                  </a:lnTo>
                  <a:lnTo>
                    <a:pt x="4923" y="2232"/>
                  </a:lnTo>
                  <a:lnTo>
                    <a:pt x="5099" y="2311"/>
                  </a:lnTo>
                  <a:lnTo>
                    <a:pt x="5275" y="2391"/>
                  </a:lnTo>
                  <a:lnTo>
                    <a:pt x="5451" y="2470"/>
                  </a:lnTo>
                  <a:lnTo>
                    <a:pt x="5627" y="2550"/>
                  </a:lnTo>
                  <a:lnTo>
                    <a:pt x="5803" y="2629"/>
                  </a:lnTo>
                  <a:lnTo>
                    <a:pt x="5979" y="2708"/>
                  </a:lnTo>
                  <a:lnTo>
                    <a:pt x="6155" y="2788"/>
                  </a:lnTo>
                  <a:lnTo>
                    <a:pt x="6331" y="2867"/>
                  </a:lnTo>
                  <a:lnTo>
                    <a:pt x="6507" y="2947"/>
                  </a:lnTo>
                  <a:lnTo>
                    <a:pt x="6683" y="3026"/>
                  </a:lnTo>
                  <a:lnTo>
                    <a:pt x="6859" y="3105"/>
                  </a:lnTo>
                  <a:lnTo>
                    <a:pt x="7035" y="3185"/>
                  </a:lnTo>
                  <a:lnTo>
                    <a:pt x="7211" y="3264"/>
                  </a:lnTo>
                  <a:lnTo>
                    <a:pt x="7387" y="3343"/>
                  </a:lnTo>
                  <a:lnTo>
                    <a:pt x="7563" y="3423"/>
                  </a:lnTo>
                  <a:lnTo>
                    <a:pt x="7739" y="3502"/>
                  </a:lnTo>
                  <a:lnTo>
                    <a:pt x="7915" y="3581"/>
                  </a:lnTo>
                  <a:lnTo>
                    <a:pt x="8091" y="3660"/>
                  </a:lnTo>
                  <a:lnTo>
                    <a:pt x="8267" y="3740"/>
                  </a:lnTo>
                  <a:lnTo>
                    <a:pt x="8443" y="3819"/>
                  </a:lnTo>
                  <a:lnTo>
                    <a:pt x="8619" y="3898"/>
                  </a:lnTo>
                  <a:lnTo>
                    <a:pt x="8795" y="3977"/>
                  </a:lnTo>
                  <a:lnTo>
                    <a:pt x="8971" y="4056"/>
                  </a:lnTo>
                  <a:lnTo>
                    <a:pt x="9148" y="4136"/>
                  </a:lnTo>
                  <a:lnTo>
                    <a:pt x="9324" y="4215"/>
                  </a:lnTo>
                  <a:lnTo>
                    <a:pt x="9500" y="4294"/>
                  </a:lnTo>
                  <a:lnTo>
                    <a:pt x="9676" y="4373"/>
                  </a:lnTo>
                  <a:lnTo>
                    <a:pt x="9852" y="4452"/>
                  </a:lnTo>
                  <a:lnTo>
                    <a:pt x="10028" y="4531"/>
                  </a:lnTo>
                  <a:lnTo>
                    <a:pt x="10204" y="4610"/>
                  </a:lnTo>
                  <a:lnTo>
                    <a:pt x="10380" y="4689"/>
                  </a:lnTo>
                  <a:lnTo>
                    <a:pt x="10557" y="4768"/>
                  </a:lnTo>
                  <a:lnTo>
                    <a:pt x="10733" y="4847"/>
                  </a:lnTo>
                  <a:lnTo>
                    <a:pt x="10909" y="4926"/>
                  </a:lnTo>
                  <a:lnTo>
                    <a:pt x="11085" y="5005"/>
                  </a:lnTo>
                  <a:lnTo>
                    <a:pt x="11261" y="5084"/>
                  </a:lnTo>
                  <a:lnTo>
                    <a:pt x="11437" y="5163"/>
                  </a:lnTo>
                  <a:lnTo>
                    <a:pt x="11614" y="5242"/>
                  </a:lnTo>
                  <a:lnTo>
                    <a:pt x="11790" y="5321"/>
                  </a:lnTo>
                  <a:lnTo>
                    <a:pt x="11966" y="5400"/>
                  </a:lnTo>
                  <a:lnTo>
                    <a:pt x="12142" y="5479"/>
                  </a:lnTo>
                  <a:lnTo>
                    <a:pt x="12318" y="5558"/>
                  </a:lnTo>
                  <a:lnTo>
                    <a:pt x="12495" y="5637"/>
                  </a:lnTo>
                  <a:lnTo>
                    <a:pt x="12671" y="5715"/>
                  </a:lnTo>
                  <a:lnTo>
                    <a:pt x="12847" y="5794"/>
                  </a:lnTo>
                  <a:lnTo>
                    <a:pt x="13023" y="5873"/>
                  </a:lnTo>
                  <a:lnTo>
                    <a:pt x="13200" y="5952"/>
                  </a:lnTo>
                  <a:lnTo>
                    <a:pt x="13376" y="6031"/>
                  </a:lnTo>
                  <a:lnTo>
                    <a:pt x="13552" y="6110"/>
                  </a:lnTo>
                  <a:lnTo>
                    <a:pt x="13728" y="6188"/>
                  </a:lnTo>
                  <a:lnTo>
                    <a:pt x="13905" y="6267"/>
                  </a:lnTo>
                  <a:lnTo>
                    <a:pt x="14081" y="6346"/>
                  </a:lnTo>
                  <a:lnTo>
                    <a:pt x="14257" y="6424"/>
                  </a:lnTo>
                  <a:lnTo>
                    <a:pt x="14434" y="6503"/>
                  </a:lnTo>
                  <a:lnTo>
                    <a:pt x="14610" y="6582"/>
                  </a:lnTo>
                  <a:lnTo>
                    <a:pt x="14786" y="6661"/>
                  </a:lnTo>
                  <a:lnTo>
                    <a:pt x="14963" y="6739"/>
                  </a:lnTo>
                  <a:lnTo>
                    <a:pt x="15139" y="6818"/>
                  </a:lnTo>
                  <a:lnTo>
                    <a:pt x="15315" y="6896"/>
                  </a:lnTo>
                  <a:lnTo>
                    <a:pt x="15492" y="6975"/>
                  </a:lnTo>
                  <a:lnTo>
                    <a:pt x="15668" y="7054"/>
                  </a:lnTo>
                  <a:lnTo>
                    <a:pt x="15844" y="7132"/>
                  </a:lnTo>
                  <a:lnTo>
                    <a:pt x="16021" y="7211"/>
                  </a:lnTo>
                  <a:lnTo>
                    <a:pt x="16197" y="7289"/>
                  </a:lnTo>
                  <a:lnTo>
                    <a:pt x="16373" y="7368"/>
                  </a:lnTo>
                  <a:lnTo>
                    <a:pt x="16550" y="7446"/>
                  </a:lnTo>
                  <a:lnTo>
                    <a:pt x="16726" y="7525"/>
                  </a:lnTo>
                  <a:lnTo>
                    <a:pt x="16903" y="7603"/>
                  </a:lnTo>
                  <a:lnTo>
                    <a:pt x="17079" y="7682"/>
                  </a:lnTo>
                  <a:lnTo>
                    <a:pt x="17255" y="7760"/>
                  </a:lnTo>
                  <a:lnTo>
                    <a:pt x="17432" y="7839"/>
                  </a:lnTo>
                  <a:lnTo>
                    <a:pt x="17608" y="7917"/>
                  </a:lnTo>
                  <a:lnTo>
                    <a:pt x="17785" y="7996"/>
                  </a:lnTo>
                  <a:lnTo>
                    <a:pt x="17961" y="8074"/>
                  </a:lnTo>
                  <a:lnTo>
                    <a:pt x="18138" y="8152"/>
                  </a:lnTo>
                  <a:lnTo>
                    <a:pt x="18314" y="8231"/>
                  </a:lnTo>
                  <a:lnTo>
                    <a:pt x="18490" y="8309"/>
                  </a:lnTo>
                  <a:lnTo>
                    <a:pt x="18667" y="8387"/>
                  </a:lnTo>
                  <a:lnTo>
                    <a:pt x="18843" y="8466"/>
                  </a:lnTo>
                  <a:lnTo>
                    <a:pt x="19020" y="8544"/>
                  </a:lnTo>
                  <a:lnTo>
                    <a:pt x="19196" y="8622"/>
                  </a:lnTo>
                  <a:lnTo>
                    <a:pt x="19373" y="8701"/>
                  </a:lnTo>
                  <a:lnTo>
                    <a:pt x="19549" y="8779"/>
                  </a:lnTo>
                  <a:lnTo>
                    <a:pt x="19726" y="8857"/>
                  </a:lnTo>
                  <a:lnTo>
                    <a:pt x="19902" y="8935"/>
                  </a:lnTo>
                  <a:lnTo>
                    <a:pt x="20079" y="9014"/>
                  </a:lnTo>
                  <a:lnTo>
                    <a:pt x="20255" y="9092"/>
                  </a:lnTo>
                  <a:lnTo>
                    <a:pt x="20432" y="9170"/>
                  </a:lnTo>
                  <a:lnTo>
                    <a:pt x="20608" y="9248"/>
                  </a:lnTo>
                  <a:lnTo>
                    <a:pt x="20785" y="9326"/>
                  </a:lnTo>
                  <a:lnTo>
                    <a:pt x="20961" y="9405"/>
                  </a:lnTo>
                  <a:lnTo>
                    <a:pt x="21138" y="9483"/>
                  </a:lnTo>
                  <a:lnTo>
                    <a:pt x="21315" y="9561"/>
                  </a:lnTo>
                  <a:lnTo>
                    <a:pt x="21491" y="9639"/>
                  </a:lnTo>
                  <a:lnTo>
                    <a:pt x="21668" y="9717"/>
                  </a:lnTo>
                  <a:lnTo>
                    <a:pt x="21844" y="9795"/>
                  </a:lnTo>
                  <a:lnTo>
                    <a:pt x="22021" y="9873"/>
                  </a:lnTo>
                  <a:lnTo>
                    <a:pt x="22198" y="9951"/>
                  </a:lnTo>
                  <a:lnTo>
                    <a:pt x="22374" y="10029"/>
                  </a:lnTo>
                  <a:lnTo>
                    <a:pt x="22551" y="10107"/>
                  </a:lnTo>
                  <a:lnTo>
                    <a:pt x="22727" y="10185"/>
                  </a:lnTo>
                  <a:lnTo>
                    <a:pt x="22904" y="10263"/>
                  </a:lnTo>
                  <a:lnTo>
                    <a:pt x="23081" y="10341"/>
                  </a:lnTo>
                  <a:lnTo>
                    <a:pt x="23257" y="10419"/>
                  </a:lnTo>
                  <a:lnTo>
                    <a:pt x="23434" y="10497"/>
                  </a:lnTo>
                  <a:lnTo>
                    <a:pt x="23611" y="10575"/>
                  </a:lnTo>
                  <a:lnTo>
                    <a:pt x="23787" y="10653"/>
                  </a:lnTo>
                  <a:lnTo>
                    <a:pt x="23964" y="10731"/>
                  </a:lnTo>
                  <a:lnTo>
                    <a:pt x="24141" y="10808"/>
                  </a:lnTo>
                  <a:lnTo>
                    <a:pt x="24317" y="10886"/>
                  </a:lnTo>
                  <a:lnTo>
                    <a:pt x="24494" y="10964"/>
                  </a:lnTo>
                  <a:lnTo>
                    <a:pt x="24671" y="11042"/>
                  </a:lnTo>
                  <a:lnTo>
                    <a:pt x="24847" y="11120"/>
                  </a:lnTo>
                  <a:lnTo>
                    <a:pt x="25024" y="11198"/>
                  </a:lnTo>
                  <a:lnTo>
                    <a:pt x="25201" y="11275"/>
                  </a:lnTo>
                  <a:lnTo>
                    <a:pt x="25377" y="11353"/>
                  </a:lnTo>
                  <a:lnTo>
                    <a:pt x="25554" y="11431"/>
                  </a:lnTo>
                  <a:lnTo>
                    <a:pt x="25731" y="11509"/>
                  </a:lnTo>
                  <a:lnTo>
                    <a:pt x="25908" y="11586"/>
                  </a:lnTo>
                  <a:lnTo>
                    <a:pt x="26084" y="11664"/>
                  </a:lnTo>
                  <a:lnTo>
                    <a:pt x="26261" y="11742"/>
                  </a:lnTo>
                  <a:lnTo>
                    <a:pt x="26438" y="11819"/>
                  </a:lnTo>
                  <a:lnTo>
                    <a:pt x="26615" y="11897"/>
                  </a:lnTo>
                  <a:lnTo>
                    <a:pt x="26791" y="11975"/>
                  </a:lnTo>
                  <a:lnTo>
                    <a:pt x="26968" y="12052"/>
                  </a:lnTo>
                  <a:lnTo>
                    <a:pt x="27145" y="12130"/>
                  </a:lnTo>
                  <a:lnTo>
                    <a:pt x="27322" y="12208"/>
                  </a:lnTo>
                  <a:lnTo>
                    <a:pt x="27499" y="12285"/>
                  </a:lnTo>
                  <a:lnTo>
                    <a:pt x="27675" y="12363"/>
                  </a:lnTo>
                  <a:lnTo>
                    <a:pt x="27852" y="12440"/>
                  </a:lnTo>
                  <a:lnTo>
                    <a:pt x="28029" y="12518"/>
                  </a:lnTo>
                  <a:lnTo>
                    <a:pt x="28206" y="12595"/>
                  </a:lnTo>
                  <a:lnTo>
                    <a:pt x="28383" y="12673"/>
                  </a:lnTo>
                  <a:lnTo>
                    <a:pt x="28559" y="12750"/>
                  </a:lnTo>
                  <a:lnTo>
                    <a:pt x="28736" y="12828"/>
                  </a:lnTo>
                  <a:lnTo>
                    <a:pt x="28913" y="12905"/>
                  </a:lnTo>
                  <a:lnTo>
                    <a:pt x="29090" y="12983"/>
                  </a:lnTo>
                  <a:lnTo>
                    <a:pt x="29267" y="13060"/>
                  </a:lnTo>
                  <a:lnTo>
                    <a:pt x="29444" y="13138"/>
                  </a:lnTo>
                  <a:lnTo>
                    <a:pt x="29621" y="13215"/>
                  </a:lnTo>
                  <a:lnTo>
                    <a:pt x="29797" y="13292"/>
                  </a:lnTo>
                  <a:lnTo>
                    <a:pt x="29974" y="13370"/>
                  </a:lnTo>
                  <a:lnTo>
                    <a:pt x="30151" y="13447"/>
                  </a:lnTo>
                  <a:lnTo>
                    <a:pt x="30328" y="13524"/>
                  </a:lnTo>
                  <a:lnTo>
                    <a:pt x="30505" y="13602"/>
                  </a:lnTo>
                  <a:lnTo>
                    <a:pt x="30682" y="13679"/>
                  </a:lnTo>
                  <a:lnTo>
                    <a:pt x="30859" y="13756"/>
                  </a:lnTo>
                  <a:lnTo>
                    <a:pt x="31036" y="13834"/>
                  </a:lnTo>
                  <a:lnTo>
                    <a:pt x="31213" y="13911"/>
                  </a:lnTo>
                  <a:lnTo>
                    <a:pt x="31390" y="13988"/>
                  </a:lnTo>
                  <a:lnTo>
                    <a:pt x="31567" y="14065"/>
                  </a:lnTo>
                  <a:lnTo>
                    <a:pt x="31744" y="14143"/>
                  </a:lnTo>
                  <a:lnTo>
                    <a:pt x="31921" y="14220"/>
                  </a:lnTo>
                  <a:lnTo>
                    <a:pt x="32098" y="14297"/>
                  </a:lnTo>
                  <a:lnTo>
                    <a:pt x="32275" y="14374"/>
                  </a:lnTo>
                  <a:lnTo>
                    <a:pt x="32452" y="14451"/>
                  </a:lnTo>
                  <a:lnTo>
                    <a:pt x="32628" y="14528"/>
                  </a:lnTo>
                  <a:lnTo>
                    <a:pt x="32805" y="14606"/>
                  </a:lnTo>
                  <a:lnTo>
                    <a:pt x="32982" y="14683"/>
                  </a:lnTo>
                  <a:lnTo>
                    <a:pt x="33160" y="14760"/>
                  </a:lnTo>
                  <a:lnTo>
                    <a:pt x="33337" y="14837"/>
                  </a:lnTo>
                  <a:lnTo>
                    <a:pt x="33514" y="14914"/>
                  </a:lnTo>
                  <a:lnTo>
                    <a:pt x="33691" y="14991"/>
                  </a:lnTo>
                  <a:lnTo>
                    <a:pt x="33868" y="15068"/>
                  </a:lnTo>
                  <a:lnTo>
                    <a:pt x="34045" y="15145"/>
                  </a:lnTo>
                  <a:lnTo>
                    <a:pt x="34222" y="15222"/>
                  </a:lnTo>
                  <a:lnTo>
                    <a:pt x="34399" y="15299"/>
                  </a:lnTo>
                  <a:lnTo>
                    <a:pt x="34576" y="15376"/>
                  </a:lnTo>
                  <a:lnTo>
                    <a:pt x="34753" y="15453"/>
                  </a:lnTo>
                  <a:lnTo>
                    <a:pt x="34930" y="15530"/>
                  </a:lnTo>
                  <a:lnTo>
                    <a:pt x="35107" y="15607"/>
                  </a:lnTo>
                  <a:lnTo>
                    <a:pt x="35284" y="15684"/>
                  </a:lnTo>
                  <a:lnTo>
                    <a:pt x="35461" y="15761"/>
                  </a:lnTo>
                  <a:lnTo>
                    <a:pt x="35638" y="15838"/>
                  </a:lnTo>
                  <a:lnTo>
                    <a:pt x="35815" y="15914"/>
                  </a:lnTo>
                  <a:lnTo>
                    <a:pt x="35993" y="15991"/>
                  </a:lnTo>
                  <a:lnTo>
                    <a:pt x="36170" y="16068"/>
                  </a:lnTo>
                  <a:lnTo>
                    <a:pt x="36347" y="16145"/>
                  </a:lnTo>
                  <a:lnTo>
                    <a:pt x="36524" y="16222"/>
                  </a:lnTo>
                  <a:lnTo>
                    <a:pt x="36701" y="16298"/>
                  </a:lnTo>
                  <a:lnTo>
                    <a:pt x="36878" y="16375"/>
                  </a:lnTo>
                  <a:lnTo>
                    <a:pt x="37055" y="16452"/>
                  </a:lnTo>
                  <a:lnTo>
                    <a:pt x="37233" y="16529"/>
                  </a:lnTo>
                  <a:lnTo>
                    <a:pt x="37410" y="16606"/>
                  </a:lnTo>
                  <a:lnTo>
                    <a:pt x="37587" y="16682"/>
                  </a:lnTo>
                  <a:lnTo>
                    <a:pt x="37764" y="16759"/>
                  </a:lnTo>
                  <a:lnTo>
                    <a:pt x="37941" y="16836"/>
                  </a:lnTo>
                  <a:lnTo>
                    <a:pt x="38118" y="16912"/>
                  </a:lnTo>
                  <a:lnTo>
                    <a:pt x="38296" y="16989"/>
                  </a:lnTo>
                  <a:lnTo>
                    <a:pt x="38473" y="17066"/>
                  </a:lnTo>
                  <a:lnTo>
                    <a:pt x="38650" y="17142"/>
                  </a:lnTo>
                  <a:lnTo>
                    <a:pt x="38827" y="17219"/>
                  </a:lnTo>
                  <a:lnTo>
                    <a:pt x="39004" y="17295"/>
                  </a:lnTo>
                  <a:lnTo>
                    <a:pt x="39182" y="17372"/>
                  </a:lnTo>
                  <a:lnTo>
                    <a:pt x="39359" y="17449"/>
                  </a:lnTo>
                  <a:lnTo>
                    <a:pt x="39536" y="17525"/>
                  </a:lnTo>
                  <a:lnTo>
                    <a:pt x="39713" y="17602"/>
                  </a:lnTo>
                  <a:lnTo>
                    <a:pt x="39891" y="17678"/>
                  </a:lnTo>
                  <a:lnTo>
                    <a:pt x="40068" y="17755"/>
                  </a:lnTo>
                  <a:lnTo>
                    <a:pt x="40245" y="17831"/>
                  </a:lnTo>
                  <a:lnTo>
                    <a:pt x="40423" y="17908"/>
                  </a:lnTo>
                  <a:lnTo>
                    <a:pt x="40600" y="17984"/>
                  </a:lnTo>
                  <a:lnTo>
                    <a:pt x="40777" y="18061"/>
                  </a:lnTo>
                  <a:lnTo>
                    <a:pt x="40954" y="18137"/>
                  </a:lnTo>
                  <a:lnTo>
                    <a:pt x="41132" y="18213"/>
                  </a:lnTo>
                  <a:lnTo>
                    <a:pt x="41309" y="18290"/>
                  </a:lnTo>
                  <a:lnTo>
                    <a:pt x="41486" y="18366"/>
                  </a:lnTo>
                  <a:lnTo>
                    <a:pt x="41664" y="18443"/>
                  </a:lnTo>
                  <a:lnTo>
                    <a:pt x="41841" y="18519"/>
                  </a:lnTo>
                  <a:lnTo>
                    <a:pt x="42018" y="18595"/>
                  </a:lnTo>
                  <a:lnTo>
                    <a:pt x="42196" y="18672"/>
                  </a:lnTo>
                  <a:lnTo>
                    <a:pt x="42373" y="18748"/>
                  </a:lnTo>
                  <a:lnTo>
                    <a:pt x="42550" y="18824"/>
                  </a:lnTo>
                  <a:lnTo>
                    <a:pt x="42728" y="18900"/>
                  </a:lnTo>
                  <a:lnTo>
                    <a:pt x="42905" y="18977"/>
                  </a:lnTo>
                  <a:lnTo>
                    <a:pt x="43082" y="19053"/>
                  </a:lnTo>
                  <a:lnTo>
                    <a:pt x="43260" y="19129"/>
                  </a:lnTo>
                  <a:lnTo>
                    <a:pt x="43437" y="19205"/>
                  </a:lnTo>
                  <a:lnTo>
                    <a:pt x="43615" y="19282"/>
                  </a:lnTo>
                  <a:lnTo>
                    <a:pt x="43792" y="19358"/>
                  </a:lnTo>
                  <a:lnTo>
                    <a:pt x="43969" y="19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91439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7502426" y="5055410"/>
              <a:ext cx="151849" cy="132977"/>
            </a:xfrm>
            <a:custGeom>
              <a:avLst/>
              <a:pathLst>
                <a:path w="151849" h="132977">
                  <a:moveTo>
                    <a:pt x="0" y="132977"/>
                  </a:moveTo>
                  <a:lnTo>
                    <a:pt x="633" y="132470"/>
                  </a:lnTo>
                  <a:lnTo>
                    <a:pt x="1266" y="131964"/>
                  </a:lnTo>
                  <a:lnTo>
                    <a:pt x="1899" y="131457"/>
                  </a:lnTo>
                  <a:lnTo>
                    <a:pt x="2531" y="130950"/>
                  </a:lnTo>
                  <a:lnTo>
                    <a:pt x="3164" y="130442"/>
                  </a:lnTo>
                  <a:lnTo>
                    <a:pt x="3796" y="129935"/>
                  </a:lnTo>
                  <a:lnTo>
                    <a:pt x="4429" y="129427"/>
                  </a:lnTo>
                  <a:lnTo>
                    <a:pt x="5061" y="128919"/>
                  </a:lnTo>
                  <a:lnTo>
                    <a:pt x="5692" y="128411"/>
                  </a:lnTo>
                  <a:lnTo>
                    <a:pt x="6324" y="127902"/>
                  </a:lnTo>
                  <a:lnTo>
                    <a:pt x="6955" y="127393"/>
                  </a:lnTo>
                  <a:lnTo>
                    <a:pt x="7587" y="126884"/>
                  </a:lnTo>
                  <a:lnTo>
                    <a:pt x="8218" y="126375"/>
                  </a:lnTo>
                  <a:lnTo>
                    <a:pt x="8849" y="125866"/>
                  </a:lnTo>
                  <a:lnTo>
                    <a:pt x="9479" y="125356"/>
                  </a:lnTo>
                  <a:lnTo>
                    <a:pt x="10110" y="124846"/>
                  </a:lnTo>
                  <a:lnTo>
                    <a:pt x="10740" y="124336"/>
                  </a:lnTo>
                  <a:lnTo>
                    <a:pt x="11370" y="123826"/>
                  </a:lnTo>
                  <a:lnTo>
                    <a:pt x="12000" y="123315"/>
                  </a:lnTo>
                  <a:lnTo>
                    <a:pt x="12630" y="122804"/>
                  </a:lnTo>
                  <a:lnTo>
                    <a:pt x="13260" y="122293"/>
                  </a:lnTo>
                  <a:lnTo>
                    <a:pt x="13889" y="121782"/>
                  </a:lnTo>
                  <a:lnTo>
                    <a:pt x="14518" y="121271"/>
                  </a:lnTo>
                  <a:lnTo>
                    <a:pt x="15148" y="120759"/>
                  </a:lnTo>
                  <a:lnTo>
                    <a:pt x="15776" y="120247"/>
                  </a:lnTo>
                  <a:lnTo>
                    <a:pt x="16405" y="119735"/>
                  </a:lnTo>
                  <a:lnTo>
                    <a:pt x="17034" y="119222"/>
                  </a:lnTo>
                  <a:lnTo>
                    <a:pt x="17662" y="118710"/>
                  </a:lnTo>
                  <a:lnTo>
                    <a:pt x="18290" y="118197"/>
                  </a:lnTo>
                  <a:lnTo>
                    <a:pt x="18918" y="117684"/>
                  </a:lnTo>
                  <a:lnTo>
                    <a:pt x="19546" y="117171"/>
                  </a:lnTo>
                  <a:lnTo>
                    <a:pt x="20173" y="116657"/>
                  </a:lnTo>
                  <a:lnTo>
                    <a:pt x="20801" y="116143"/>
                  </a:lnTo>
                  <a:lnTo>
                    <a:pt x="21428" y="115629"/>
                  </a:lnTo>
                  <a:lnTo>
                    <a:pt x="22055" y="115115"/>
                  </a:lnTo>
                  <a:lnTo>
                    <a:pt x="22682" y="114601"/>
                  </a:lnTo>
                  <a:lnTo>
                    <a:pt x="23309" y="114086"/>
                  </a:lnTo>
                  <a:lnTo>
                    <a:pt x="23935" y="113571"/>
                  </a:lnTo>
                  <a:lnTo>
                    <a:pt x="24561" y="113056"/>
                  </a:lnTo>
                  <a:lnTo>
                    <a:pt x="25187" y="112541"/>
                  </a:lnTo>
                  <a:lnTo>
                    <a:pt x="25813" y="112025"/>
                  </a:lnTo>
                  <a:lnTo>
                    <a:pt x="26439" y="111510"/>
                  </a:lnTo>
                  <a:lnTo>
                    <a:pt x="27065" y="110994"/>
                  </a:lnTo>
                  <a:lnTo>
                    <a:pt x="27690" y="110477"/>
                  </a:lnTo>
                  <a:lnTo>
                    <a:pt x="28315" y="109961"/>
                  </a:lnTo>
                  <a:lnTo>
                    <a:pt x="28940" y="109444"/>
                  </a:lnTo>
                  <a:lnTo>
                    <a:pt x="29565" y="108928"/>
                  </a:lnTo>
                  <a:lnTo>
                    <a:pt x="30189" y="108410"/>
                  </a:lnTo>
                  <a:lnTo>
                    <a:pt x="30814" y="107893"/>
                  </a:lnTo>
                  <a:lnTo>
                    <a:pt x="31438" y="107376"/>
                  </a:lnTo>
                  <a:lnTo>
                    <a:pt x="32062" y="106858"/>
                  </a:lnTo>
                  <a:lnTo>
                    <a:pt x="32686" y="106340"/>
                  </a:lnTo>
                  <a:lnTo>
                    <a:pt x="33310" y="105821"/>
                  </a:lnTo>
                  <a:lnTo>
                    <a:pt x="33933" y="105303"/>
                  </a:lnTo>
                  <a:lnTo>
                    <a:pt x="34557" y="104784"/>
                  </a:lnTo>
                  <a:lnTo>
                    <a:pt x="35180" y="104265"/>
                  </a:lnTo>
                  <a:lnTo>
                    <a:pt x="35803" y="103746"/>
                  </a:lnTo>
                  <a:lnTo>
                    <a:pt x="36425" y="103227"/>
                  </a:lnTo>
                  <a:lnTo>
                    <a:pt x="37048" y="102707"/>
                  </a:lnTo>
                  <a:lnTo>
                    <a:pt x="37670" y="102188"/>
                  </a:lnTo>
                  <a:lnTo>
                    <a:pt x="38292" y="101668"/>
                  </a:lnTo>
                  <a:lnTo>
                    <a:pt x="38914" y="101147"/>
                  </a:lnTo>
                  <a:lnTo>
                    <a:pt x="39536" y="100627"/>
                  </a:lnTo>
                  <a:lnTo>
                    <a:pt x="40158" y="100106"/>
                  </a:lnTo>
                  <a:lnTo>
                    <a:pt x="40779" y="99585"/>
                  </a:lnTo>
                  <a:lnTo>
                    <a:pt x="41401" y="99064"/>
                  </a:lnTo>
                  <a:lnTo>
                    <a:pt x="42022" y="98543"/>
                  </a:lnTo>
                  <a:lnTo>
                    <a:pt x="42643" y="98021"/>
                  </a:lnTo>
                  <a:lnTo>
                    <a:pt x="43263" y="97499"/>
                  </a:lnTo>
                  <a:lnTo>
                    <a:pt x="43884" y="96977"/>
                  </a:lnTo>
                  <a:lnTo>
                    <a:pt x="44504" y="96455"/>
                  </a:lnTo>
                  <a:lnTo>
                    <a:pt x="45124" y="95932"/>
                  </a:lnTo>
                  <a:lnTo>
                    <a:pt x="45744" y="95410"/>
                  </a:lnTo>
                  <a:lnTo>
                    <a:pt x="46364" y="94887"/>
                  </a:lnTo>
                  <a:lnTo>
                    <a:pt x="46983" y="94364"/>
                  </a:lnTo>
                  <a:lnTo>
                    <a:pt x="47603" y="93840"/>
                  </a:lnTo>
                  <a:lnTo>
                    <a:pt x="48222" y="93317"/>
                  </a:lnTo>
                  <a:lnTo>
                    <a:pt x="48841" y="92793"/>
                  </a:lnTo>
                  <a:lnTo>
                    <a:pt x="49460" y="92269"/>
                  </a:lnTo>
                  <a:lnTo>
                    <a:pt x="50078" y="91744"/>
                  </a:lnTo>
                  <a:lnTo>
                    <a:pt x="50697" y="91220"/>
                  </a:lnTo>
                  <a:lnTo>
                    <a:pt x="51315" y="90695"/>
                  </a:lnTo>
                  <a:lnTo>
                    <a:pt x="51933" y="90170"/>
                  </a:lnTo>
                  <a:lnTo>
                    <a:pt x="52551" y="89645"/>
                  </a:lnTo>
                  <a:lnTo>
                    <a:pt x="53169" y="89120"/>
                  </a:lnTo>
                  <a:lnTo>
                    <a:pt x="53786" y="88594"/>
                  </a:lnTo>
                  <a:lnTo>
                    <a:pt x="54403" y="88068"/>
                  </a:lnTo>
                  <a:lnTo>
                    <a:pt x="55020" y="87542"/>
                  </a:lnTo>
                  <a:lnTo>
                    <a:pt x="55637" y="87016"/>
                  </a:lnTo>
                  <a:lnTo>
                    <a:pt x="56254" y="86490"/>
                  </a:lnTo>
                  <a:lnTo>
                    <a:pt x="56871" y="85963"/>
                  </a:lnTo>
                  <a:lnTo>
                    <a:pt x="57487" y="85436"/>
                  </a:lnTo>
                  <a:lnTo>
                    <a:pt x="58103" y="84909"/>
                  </a:lnTo>
                  <a:lnTo>
                    <a:pt x="58719" y="84381"/>
                  </a:lnTo>
                  <a:lnTo>
                    <a:pt x="59335" y="83854"/>
                  </a:lnTo>
                  <a:lnTo>
                    <a:pt x="59950" y="83326"/>
                  </a:lnTo>
                  <a:lnTo>
                    <a:pt x="60566" y="82798"/>
                  </a:lnTo>
                  <a:lnTo>
                    <a:pt x="61181" y="82270"/>
                  </a:lnTo>
                  <a:lnTo>
                    <a:pt x="61796" y="81741"/>
                  </a:lnTo>
                  <a:lnTo>
                    <a:pt x="62411" y="81212"/>
                  </a:lnTo>
                  <a:lnTo>
                    <a:pt x="63026" y="80683"/>
                  </a:lnTo>
                  <a:lnTo>
                    <a:pt x="63640" y="80154"/>
                  </a:lnTo>
                  <a:lnTo>
                    <a:pt x="64254" y="79625"/>
                  </a:lnTo>
                  <a:lnTo>
                    <a:pt x="64868" y="79095"/>
                  </a:lnTo>
                  <a:lnTo>
                    <a:pt x="65482" y="78565"/>
                  </a:lnTo>
                  <a:lnTo>
                    <a:pt x="66096" y="78035"/>
                  </a:lnTo>
                  <a:lnTo>
                    <a:pt x="66709" y="77505"/>
                  </a:lnTo>
                  <a:lnTo>
                    <a:pt x="67323" y="76975"/>
                  </a:lnTo>
                  <a:lnTo>
                    <a:pt x="67936" y="76444"/>
                  </a:lnTo>
                  <a:lnTo>
                    <a:pt x="68549" y="75913"/>
                  </a:lnTo>
                  <a:lnTo>
                    <a:pt x="69161" y="75382"/>
                  </a:lnTo>
                  <a:lnTo>
                    <a:pt x="69774" y="74851"/>
                  </a:lnTo>
                  <a:lnTo>
                    <a:pt x="70386" y="74319"/>
                  </a:lnTo>
                  <a:lnTo>
                    <a:pt x="70998" y="73787"/>
                  </a:lnTo>
                  <a:lnTo>
                    <a:pt x="71610" y="73255"/>
                  </a:lnTo>
                  <a:lnTo>
                    <a:pt x="72222" y="72723"/>
                  </a:lnTo>
                  <a:lnTo>
                    <a:pt x="72834" y="72190"/>
                  </a:lnTo>
                  <a:lnTo>
                    <a:pt x="73445" y="71658"/>
                  </a:lnTo>
                  <a:lnTo>
                    <a:pt x="74056" y="71125"/>
                  </a:lnTo>
                  <a:lnTo>
                    <a:pt x="74667" y="70592"/>
                  </a:lnTo>
                  <a:lnTo>
                    <a:pt x="75278" y="70058"/>
                  </a:lnTo>
                  <a:lnTo>
                    <a:pt x="75889" y="69525"/>
                  </a:lnTo>
                  <a:lnTo>
                    <a:pt x="76499" y="68991"/>
                  </a:lnTo>
                  <a:lnTo>
                    <a:pt x="77109" y="68457"/>
                  </a:lnTo>
                  <a:lnTo>
                    <a:pt x="77719" y="67923"/>
                  </a:lnTo>
                  <a:lnTo>
                    <a:pt x="78329" y="67388"/>
                  </a:lnTo>
                  <a:lnTo>
                    <a:pt x="78939" y="66854"/>
                  </a:lnTo>
                  <a:lnTo>
                    <a:pt x="79548" y="66319"/>
                  </a:lnTo>
                  <a:lnTo>
                    <a:pt x="80158" y="65784"/>
                  </a:lnTo>
                  <a:lnTo>
                    <a:pt x="80767" y="65248"/>
                  </a:lnTo>
                  <a:lnTo>
                    <a:pt x="81376" y="64713"/>
                  </a:lnTo>
                  <a:lnTo>
                    <a:pt x="81984" y="64177"/>
                  </a:lnTo>
                  <a:lnTo>
                    <a:pt x="82593" y="63641"/>
                  </a:lnTo>
                  <a:lnTo>
                    <a:pt x="83201" y="63105"/>
                  </a:lnTo>
                  <a:lnTo>
                    <a:pt x="83809" y="62568"/>
                  </a:lnTo>
                  <a:lnTo>
                    <a:pt x="84417" y="62032"/>
                  </a:lnTo>
                  <a:lnTo>
                    <a:pt x="85025" y="61495"/>
                  </a:lnTo>
                  <a:lnTo>
                    <a:pt x="85632" y="60958"/>
                  </a:lnTo>
                  <a:lnTo>
                    <a:pt x="86240" y="60421"/>
                  </a:lnTo>
                  <a:lnTo>
                    <a:pt x="86847" y="59883"/>
                  </a:lnTo>
                  <a:lnTo>
                    <a:pt x="87454" y="59345"/>
                  </a:lnTo>
                  <a:lnTo>
                    <a:pt x="88061" y="58807"/>
                  </a:lnTo>
                  <a:lnTo>
                    <a:pt x="88667" y="58269"/>
                  </a:lnTo>
                  <a:lnTo>
                    <a:pt x="89274" y="57731"/>
                  </a:lnTo>
                  <a:lnTo>
                    <a:pt x="89880" y="57192"/>
                  </a:lnTo>
                  <a:lnTo>
                    <a:pt x="90486" y="56653"/>
                  </a:lnTo>
                  <a:lnTo>
                    <a:pt x="91092" y="56114"/>
                  </a:lnTo>
                  <a:lnTo>
                    <a:pt x="91697" y="55575"/>
                  </a:lnTo>
                  <a:lnTo>
                    <a:pt x="92303" y="55036"/>
                  </a:lnTo>
                  <a:lnTo>
                    <a:pt x="92908" y="54496"/>
                  </a:lnTo>
                  <a:lnTo>
                    <a:pt x="93513" y="53956"/>
                  </a:lnTo>
                  <a:lnTo>
                    <a:pt x="94118" y="53416"/>
                  </a:lnTo>
                  <a:lnTo>
                    <a:pt x="94722" y="52876"/>
                  </a:lnTo>
                  <a:lnTo>
                    <a:pt x="95327" y="52335"/>
                  </a:lnTo>
                  <a:lnTo>
                    <a:pt x="95931" y="51794"/>
                  </a:lnTo>
                  <a:lnTo>
                    <a:pt x="96535" y="51253"/>
                  </a:lnTo>
                  <a:lnTo>
                    <a:pt x="97139" y="50712"/>
                  </a:lnTo>
                  <a:lnTo>
                    <a:pt x="97742" y="50171"/>
                  </a:lnTo>
                  <a:lnTo>
                    <a:pt x="98346" y="49629"/>
                  </a:lnTo>
                  <a:lnTo>
                    <a:pt x="98949" y="49087"/>
                  </a:lnTo>
                  <a:lnTo>
                    <a:pt x="99552" y="48545"/>
                  </a:lnTo>
                  <a:lnTo>
                    <a:pt x="100155" y="48003"/>
                  </a:lnTo>
                  <a:lnTo>
                    <a:pt x="100758" y="47460"/>
                  </a:lnTo>
                  <a:lnTo>
                    <a:pt x="101360" y="46917"/>
                  </a:lnTo>
                  <a:lnTo>
                    <a:pt x="101963" y="46374"/>
                  </a:lnTo>
                  <a:lnTo>
                    <a:pt x="102565" y="45831"/>
                  </a:lnTo>
                  <a:lnTo>
                    <a:pt x="103167" y="45288"/>
                  </a:lnTo>
                  <a:lnTo>
                    <a:pt x="103768" y="44744"/>
                  </a:lnTo>
                  <a:lnTo>
                    <a:pt x="104370" y="44201"/>
                  </a:lnTo>
                  <a:lnTo>
                    <a:pt x="104971" y="43656"/>
                  </a:lnTo>
                  <a:lnTo>
                    <a:pt x="105572" y="43112"/>
                  </a:lnTo>
                  <a:lnTo>
                    <a:pt x="106173" y="42568"/>
                  </a:lnTo>
                  <a:lnTo>
                    <a:pt x="106774" y="42023"/>
                  </a:lnTo>
                  <a:lnTo>
                    <a:pt x="107374" y="41478"/>
                  </a:lnTo>
                  <a:lnTo>
                    <a:pt x="107975" y="40933"/>
                  </a:lnTo>
                  <a:lnTo>
                    <a:pt x="108575" y="40388"/>
                  </a:lnTo>
                  <a:lnTo>
                    <a:pt x="109175" y="39842"/>
                  </a:lnTo>
                  <a:lnTo>
                    <a:pt x="109774" y="39296"/>
                  </a:lnTo>
                  <a:lnTo>
                    <a:pt x="110374" y="38750"/>
                  </a:lnTo>
                  <a:lnTo>
                    <a:pt x="110973" y="38204"/>
                  </a:lnTo>
                  <a:lnTo>
                    <a:pt x="111572" y="37658"/>
                  </a:lnTo>
                  <a:lnTo>
                    <a:pt x="112171" y="37111"/>
                  </a:lnTo>
                  <a:lnTo>
                    <a:pt x="112770" y="36564"/>
                  </a:lnTo>
                  <a:lnTo>
                    <a:pt x="113369" y="36017"/>
                  </a:lnTo>
                  <a:lnTo>
                    <a:pt x="113967" y="35470"/>
                  </a:lnTo>
                  <a:lnTo>
                    <a:pt x="114565" y="34923"/>
                  </a:lnTo>
                  <a:lnTo>
                    <a:pt x="115163" y="34375"/>
                  </a:lnTo>
                  <a:lnTo>
                    <a:pt x="115761" y="33827"/>
                  </a:lnTo>
                  <a:lnTo>
                    <a:pt x="116359" y="33279"/>
                  </a:lnTo>
                  <a:lnTo>
                    <a:pt x="116956" y="32730"/>
                  </a:lnTo>
                  <a:lnTo>
                    <a:pt x="117553" y="32182"/>
                  </a:lnTo>
                  <a:lnTo>
                    <a:pt x="118150" y="31633"/>
                  </a:lnTo>
                  <a:lnTo>
                    <a:pt x="118747" y="31084"/>
                  </a:lnTo>
                  <a:lnTo>
                    <a:pt x="119343" y="30535"/>
                  </a:lnTo>
                  <a:lnTo>
                    <a:pt x="119940" y="29985"/>
                  </a:lnTo>
                  <a:lnTo>
                    <a:pt x="120536" y="29436"/>
                  </a:lnTo>
                  <a:lnTo>
                    <a:pt x="121132" y="28886"/>
                  </a:lnTo>
                  <a:lnTo>
                    <a:pt x="121728" y="28336"/>
                  </a:lnTo>
                  <a:lnTo>
                    <a:pt x="122323" y="27786"/>
                  </a:lnTo>
                  <a:lnTo>
                    <a:pt x="122919" y="27235"/>
                  </a:lnTo>
                  <a:lnTo>
                    <a:pt x="123514" y="26684"/>
                  </a:lnTo>
                  <a:lnTo>
                    <a:pt x="124109" y="26133"/>
                  </a:lnTo>
                  <a:lnTo>
                    <a:pt x="124704" y="25582"/>
                  </a:lnTo>
                  <a:lnTo>
                    <a:pt x="125298" y="25031"/>
                  </a:lnTo>
                  <a:lnTo>
                    <a:pt x="125893" y="24479"/>
                  </a:lnTo>
                  <a:lnTo>
                    <a:pt x="126487" y="23928"/>
                  </a:lnTo>
                  <a:lnTo>
                    <a:pt x="127081" y="23376"/>
                  </a:lnTo>
                  <a:lnTo>
                    <a:pt x="127675" y="22823"/>
                  </a:lnTo>
                  <a:lnTo>
                    <a:pt x="128268" y="22271"/>
                  </a:lnTo>
                  <a:lnTo>
                    <a:pt x="128862" y="21718"/>
                  </a:lnTo>
                  <a:lnTo>
                    <a:pt x="129455" y="21165"/>
                  </a:lnTo>
                  <a:lnTo>
                    <a:pt x="130048" y="20612"/>
                  </a:lnTo>
                  <a:lnTo>
                    <a:pt x="130641" y="20059"/>
                  </a:lnTo>
                  <a:lnTo>
                    <a:pt x="131234" y="19506"/>
                  </a:lnTo>
                  <a:lnTo>
                    <a:pt x="131826" y="18952"/>
                  </a:lnTo>
                  <a:lnTo>
                    <a:pt x="132418" y="18398"/>
                  </a:lnTo>
                  <a:lnTo>
                    <a:pt x="133010" y="17844"/>
                  </a:lnTo>
                  <a:lnTo>
                    <a:pt x="133602" y="17290"/>
                  </a:lnTo>
                  <a:lnTo>
                    <a:pt x="134194" y="16735"/>
                  </a:lnTo>
                  <a:lnTo>
                    <a:pt x="134785" y="16180"/>
                  </a:lnTo>
                  <a:lnTo>
                    <a:pt x="135376" y="15625"/>
                  </a:lnTo>
                  <a:lnTo>
                    <a:pt x="135967" y="15070"/>
                  </a:lnTo>
                  <a:lnTo>
                    <a:pt x="136558" y="14515"/>
                  </a:lnTo>
                  <a:lnTo>
                    <a:pt x="137149" y="13959"/>
                  </a:lnTo>
                  <a:lnTo>
                    <a:pt x="137739" y="13403"/>
                  </a:lnTo>
                  <a:lnTo>
                    <a:pt x="138329" y="12847"/>
                  </a:lnTo>
                  <a:lnTo>
                    <a:pt x="138919" y="12291"/>
                  </a:lnTo>
                  <a:lnTo>
                    <a:pt x="139509" y="11734"/>
                  </a:lnTo>
                  <a:lnTo>
                    <a:pt x="140099" y="11178"/>
                  </a:lnTo>
                  <a:lnTo>
                    <a:pt x="140688" y="10621"/>
                  </a:lnTo>
                  <a:lnTo>
                    <a:pt x="141277" y="10064"/>
                  </a:lnTo>
                  <a:lnTo>
                    <a:pt x="141866" y="9506"/>
                  </a:lnTo>
                  <a:lnTo>
                    <a:pt x="142455" y="8949"/>
                  </a:lnTo>
                  <a:lnTo>
                    <a:pt x="143044" y="8391"/>
                  </a:lnTo>
                  <a:lnTo>
                    <a:pt x="143632" y="7833"/>
                  </a:lnTo>
                  <a:lnTo>
                    <a:pt x="144221" y="7275"/>
                  </a:lnTo>
                  <a:lnTo>
                    <a:pt x="144809" y="6717"/>
                  </a:lnTo>
                  <a:lnTo>
                    <a:pt x="145396" y="6158"/>
                  </a:lnTo>
                  <a:lnTo>
                    <a:pt x="145984" y="5599"/>
                  </a:lnTo>
                  <a:lnTo>
                    <a:pt x="146571" y="5040"/>
                  </a:lnTo>
                  <a:lnTo>
                    <a:pt x="147159" y="4481"/>
                  </a:lnTo>
                  <a:lnTo>
                    <a:pt x="147746" y="3921"/>
                  </a:lnTo>
                  <a:lnTo>
                    <a:pt x="148332" y="3362"/>
                  </a:lnTo>
                  <a:lnTo>
                    <a:pt x="148919" y="2802"/>
                  </a:lnTo>
                  <a:lnTo>
                    <a:pt x="149505" y="2242"/>
                  </a:lnTo>
                  <a:lnTo>
                    <a:pt x="150092" y="1682"/>
                  </a:lnTo>
                  <a:lnTo>
                    <a:pt x="150678" y="1121"/>
                  </a:lnTo>
                  <a:lnTo>
                    <a:pt x="151263" y="560"/>
                  </a:lnTo>
                  <a:lnTo>
                    <a:pt x="151849" y="0"/>
                  </a:lnTo>
                </a:path>
              </a:pathLst>
            </a:custGeom>
            <a:ln w="22859" cap="rnd">
              <a:solidFill>
                <a:srgbClr val="8E7CD7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91439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5242731" y="5513730"/>
              <a:ext cx="1320817" cy="167803"/>
            </a:xfrm>
            <a:custGeom>
              <a:avLst/>
              <a:pathLst>
                <a:path w="1320817" h="167803">
                  <a:moveTo>
                    <a:pt x="0" y="0"/>
                  </a:moveTo>
                  <a:lnTo>
                    <a:pt x="5005" y="2041"/>
                  </a:lnTo>
                  <a:lnTo>
                    <a:pt x="10016" y="4070"/>
                  </a:lnTo>
                  <a:lnTo>
                    <a:pt x="15031" y="6088"/>
                  </a:lnTo>
                  <a:lnTo>
                    <a:pt x="20051" y="8093"/>
                  </a:lnTo>
                  <a:lnTo>
                    <a:pt x="25076" y="10086"/>
                  </a:lnTo>
                  <a:lnTo>
                    <a:pt x="30106" y="12068"/>
                  </a:lnTo>
                  <a:lnTo>
                    <a:pt x="35141" y="14037"/>
                  </a:lnTo>
                  <a:lnTo>
                    <a:pt x="40180" y="15994"/>
                  </a:lnTo>
                  <a:lnTo>
                    <a:pt x="45224" y="17939"/>
                  </a:lnTo>
                  <a:lnTo>
                    <a:pt x="50273" y="19871"/>
                  </a:lnTo>
                  <a:lnTo>
                    <a:pt x="55326" y="21792"/>
                  </a:lnTo>
                  <a:lnTo>
                    <a:pt x="60384" y="23701"/>
                  </a:lnTo>
                  <a:lnTo>
                    <a:pt x="65446" y="25597"/>
                  </a:lnTo>
                  <a:lnTo>
                    <a:pt x="70513" y="27482"/>
                  </a:lnTo>
                  <a:lnTo>
                    <a:pt x="75585" y="29354"/>
                  </a:lnTo>
                  <a:lnTo>
                    <a:pt x="80660" y="31214"/>
                  </a:lnTo>
                  <a:lnTo>
                    <a:pt x="85741" y="33061"/>
                  </a:lnTo>
                  <a:lnTo>
                    <a:pt x="90826" y="34897"/>
                  </a:lnTo>
                  <a:lnTo>
                    <a:pt x="95915" y="36720"/>
                  </a:lnTo>
                  <a:lnTo>
                    <a:pt x="101008" y="38531"/>
                  </a:lnTo>
                  <a:lnTo>
                    <a:pt x="106106" y="40330"/>
                  </a:lnTo>
                  <a:lnTo>
                    <a:pt x="111208" y="42117"/>
                  </a:lnTo>
                  <a:lnTo>
                    <a:pt x="116315" y="43891"/>
                  </a:lnTo>
                  <a:lnTo>
                    <a:pt x="121425" y="45653"/>
                  </a:lnTo>
                  <a:lnTo>
                    <a:pt x="126540" y="47403"/>
                  </a:lnTo>
                  <a:lnTo>
                    <a:pt x="131659" y="49141"/>
                  </a:lnTo>
                  <a:lnTo>
                    <a:pt x="136783" y="50866"/>
                  </a:lnTo>
                  <a:lnTo>
                    <a:pt x="141910" y="52579"/>
                  </a:lnTo>
                  <a:lnTo>
                    <a:pt x="147041" y="54280"/>
                  </a:lnTo>
                  <a:lnTo>
                    <a:pt x="152177" y="55968"/>
                  </a:lnTo>
                  <a:lnTo>
                    <a:pt x="157317" y="57644"/>
                  </a:lnTo>
                  <a:lnTo>
                    <a:pt x="162460" y="59308"/>
                  </a:lnTo>
                  <a:lnTo>
                    <a:pt x="167608" y="60959"/>
                  </a:lnTo>
                  <a:lnTo>
                    <a:pt x="172759" y="62598"/>
                  </a:lnTo>
                  <a:lnTo>
                    <a:pt x="177915" y="64225"/>
                  </a:lnTo>
                  <a:lnTo>
                    <a:pt x="183074" y="65839"/>
                  </a:lnTo>
                  <a:lnTo>
                    <a:pt x="188237" y="67441"/>
                  </a:lnTo>
                  <a:lnTo>
                    <a:pt x="193404" y="69031"/>
                  </a:lnTo>
                  <a:lnTo>
                    <a:pt x="198575" y="70608"/>
                  </a:lnTo>
                  <a:lnTo>
                    <a:pt x="203749" y="72172"/>
                  </a:lnTo>
                  <a:lnTo>
                    <a:pt x="208928" y="73725"/>
                  </a:lnTo>
                  <a:lnTo>
                    <a:pt x="214110" y="75264"/>
                  </a:lnTo>
                  <a:lnTo>
                    <a:pt x="219296" y="76792"/>
                  </a:lnTo>
                  <a:lnTo>
                    <a:pt x="224485" y="78307"/>
                  </a:lnTo>
                  <a:lnTo>
                    <a:pt x="229678" y="79809"/>
                  </a:lnTo>
                  <a:lnTo>
                    <a:pt x="234874" y="81299"/>
                  </a:lnTo>
                  <a:lnTo>
                    <a:pt x="240075" y="82777"/>
                  </a:lnTo>
                  <a:lnTo>
                    <a:pt x="245278" y="84242"/>
                  </a:lnTo>
                  <a:lnTo>
                    <a:pt x="250485" y="85694"/>
                  </a:lnTo>
                  <a:lnTo>
                    <a:pt x="255696" y="87134"/>
                  </a:lnTo>
                  <a:lnTo>
                    <a:pt x="260910" y="88562"/>
                  </a:lnTo>
                  <a:lnTo>
                    <a:pt x="266127" y="89977"/>
                  </a:lnTo>
                  <a:lnTo>
                    <a:pt x="271348" y="91379"/>
                  </a:lnTo>
                  <a:lnTo>
                    <a:pt x="276573" y="92769"/>
                  </a:lnTo>
                  <a:lnTo>
                    <a:pt x="281800" y="94147"/>
                  </a:lnTo>
                  <a:lnTo>
                    <a:pt x="287031" y="95511"/>
                  </a:lnTo>
                  <a:lnTo>
                    <a:pt x="292265" y="96864"/>
                  </a:lnTo>
                  <a:lnTo>
                    <a:pt x="297502" y="98203"/>
                  </a:lnTo>
                  <a:lnTo>
                    <a:pt x="302743" y="99531"/>
                  </a:lnTo>
                  <a:lnTo>
                    <a:pt x="307986" y="100845"/>
                  </a:lnTo>
                  <a:lnTo>
                    <a:pt x="313233" y="102147"/>
                  </a:lnTo>
                  <a:lnTo>
                    <a:pt x="318483" y="103436"/>
                  </a:lnTo>
                  <a:lnTo>
                    <a:pt x="323736" y="104713"/>
                  </a:lnTo>
                  <a:lnTo>
                    <a:pt x="328992" y="105977"/>
                  </a:lnTo>
                  <a:lnTo>
                    <a:pt x="334251" y="107229"/>
                  </a:lnTo>
                  <a:lnTo>
                    <a:pt x="339513" y="108468"/>
                  </a:lnTo>
                  <a:lnTo>
                    <a:pt x="344778" y="109694"/>
                  </a:lnTo>
                  <a:lnTo>
                    <a:pt x="350046" y="110908"/>
                  </a:lnTo>
                  <a:lnTo>
                    <a:pt x="355317" y="112109"/>
                  </a:lnTo>
                  <a:lnTo>
                    <a:pt x="360591" y="113297"/>
                  </a:lnTo>
                  <a:lnTo>
                    <a:pt x="365868" y="114473"/>
                  </a:lnTo>
                  <a:lnTo>
                    <a:pt x="371147" y="115636"/>
                  </a:lnTo>
                  <a:lnTo>
                    <a:pt x="376429" y="116786"/>
                  </a:lnTo>
                  <a:lnTo>
                    <a:pt x="381714" y="117924"/>
                  </a:lnTo>
                  <a:lnTo>
                    <a:pt x="387002" y="119049"/>
                  </a:lnTo>
                  <a:lnTo>
                    <a:pt x="392292" y="120161"/>
                  </a:lnTo>
                  <a:lnTo>
                    <a:pt x="397585" y="121261"/>
                  </a:lnTo>
                  <a:lnTo>
                    <a:pt x="402880" y="122348"/>
                  </a:lnTo>
                  <a:lnTo>
                    <a:pt x="408178" y="123422"/>
                  </a:lnTo>
                  <a:lnTo>
                    <a:pt x="413479" y="124483"/>
                  </a:lnTo>
                  <a:lnTo>
                    <a:pt x="418782" y="125532"/>
                  </a:lnTo>
                  <a:lnTo>
                    <a:pt x="424088" y="126568"/>
                  </a:lnTo>
                  <a:lnTo>
                    <a:pt x="429396" y="127591"/>
                  </a:lnTo>
                  <a:lnTo>
                    <a:pt x="434707" y="128602"/>
                  </a:lnTo>
                  <a:lnTo>
                    <a:pt x="440020" y="129600"/>
                  </a:lnTo>
                  <a:lnTo>
                    <a:pt x="445336" y="130585"/>
                  </a:lnTo>
                  <a:lnTo>
                    <a:pt x="450653" y="131557"/>
                  </a:lnTo>
                  <a:lnTo>
                    <a:pt x="455973" y="132517"/>
                  </a:lnTo>
                  <a:lnTo>
                    <a:pt x="461296" y="133463"/>
                  </a:lnTo>
                  <a:lnTo>
                    <a:pt x="466621" y="134397"/>
                  </a:lnTo>
                  <a:lnTo>
                    <a:pt x="471947" y="135318"/>
                  </a:lnTo>
                  <a:lnTo>
                    <a:pt x="477276" y="136227"/>
                  </a:lnTo>
                  <a:lnTo>
                    <a:pt x="482608" y="137122"/>
                  </a:lnTo>
                  <a:lnTo>
                    <a:pt x="487941" y="138005"/>
                  </a:lnTo>
                  <a:lnTo>
                    <a:pt x="493277" y="138875"/>
                  </a:lnTo>
                  <a:lnTo>
                    <a:pt x="498614" y="139732"/>
                  </a:lnTo>
                  <a:lnTo>
                    <a:pt x="503954" y="140577"/>
                  </a:lnTo>
                  <a:lnTo>
                    <a:pt x="509295" y="141408"/>
                  </a:lnTo>
                  <a:lnTo>
                    <a:pt x="514639" y="142227"/>
                  </a:lnTo>
                  <a:lnTo>
                    <a:pt x="519985" y="143033"/>
                  </a:lnTo>
                  <a:lnTo>
                    <a:pt x="525332" y="143826"/>
                  </a:lnTo>
                  <a:lnTo>
                    <a:pt x="530681" y="144606"/>
                  </a:lnTo>
                  <a:lnTo>
                    <a:pt x="536033" y="145374"/>
                  </a:lnTo>
                  <a:lnTo>
                    <a:pt x="541386" y="146128"/>
                  </a:lnTo>
                  <a:lnTo>
                    <a:pt x="546740" y="146870"/>
                  </a:lnTo>
                  <a:lnTo>
                    <a:pt x="552097" y="147599"/>
                  </a:lnTo>
                  <a:lnTo>
                    <a:pt x="557455" y="148315"/>
                  </a:lnTo>
                  <a:lnTo>
                    <a:pt x="562815" y="149018"/>
                  </a:lnTo>
                  <a:lnTo>
                    <a:pt x="568177" y="149708"/>
                  </a:lnTo>
                  <a:lnTo>
                    <a:pt x="573540" y="150386"/>
                  </a:lnTo>
                  <a:lnTo>
                    <a:pt x="578905" y="151050"/>
                  </a:lnTo>
                  <a:lnTo>
                    <a:pt x="584272" y="151702"/>
                  </a:lnTo>
                  <a:lnTo>
                    <a:pt x="589640" y="152341"/>
                  </a:lnTo>
                  <a:lnTo>
                    <a:pt x="595009" y="152967"/>
                  </a:lnTo>
                  <a:lnTo>
                    <a:pt x="600381" y="153580"/>
                  </a:lnTo>
                  <a:lnTo>
                    <a:pt x="605753" y="154180"/>
                  </a:lnTo>
                  <a:lnTo>
                    <a:pt x="611127" y="154767"/>
                  </a:lnTo>
                  <a:lnTo>
                    <a:pt x="616502" y="155341"/>
                  </a:lnTo>
                  <a:lnTo>
                    <a:pt x="621879" y="155903"/>
                  </a:lnTo>
                  <a:lnTo>
                    <a:pt x="627257" y="156451"/>
                  </a:lnTo>
                  <a:lnTo>
                    <a:pt x="632637" y="156987"/>
                  </a:lnTo>
                  <a:lnTo>
                    <a:pt x="638017" y="157509"/>
                  </a:lnTo>
                  <a:lnTo>
                    <a:pt x="643399" y="158019"/>
                  </a:lnTo>
                  <a:lnTo>
                    <a:pt x="648782" y="158516"/>
                  </a:lnTo>
                  <a:lnTo>
                    <a:pt x="654166" y="159000"/>
                  </a:lnTo>
                  <a:lnTo>
                    <a:pt x="659552" y="159471"/>
                  </a:lnTo>
                  <a:lnTo>
                    <a:pt x="664938" y="159929"/>
                  </a:lnTo>
                  <a:lnTo>
                    <a:pt x="670326" y="160374"/>
                  </a:lnTo>
                  <a:lnTo>
                    <a:pt x="675714" y="160806"/>
                  </a:lnTo>
                  <a:lnTo>
                    <a:pt x="681104" y="161226"/>
                  </a:lnTo>
                  <a:lnTo>
                    <a:pt x="686495" y="161632"/>
                  </a:lnTo>
                  <a:lnTo>
                    <a:pt x="691886" y="162025"/>
                  </a:lnTo>
                  <a:lnTo>
                    <a:pt x="697279" y="162406"/>
                  </a:lnTo>
                  <a:lnTo>
                    <a:pt x="702672" y="162773"/>
                  </a:lnTo>
                  <a:lnTo>
                    <a:pt x="708067" y="163128"/>
                  </a:lnTo>
                  <a:lnTo>
                    <a:pt x="713462" y="163470"/>
                  </a:lnTo>
                  <a:lnTo>
                    <a:pt x="718858" y="163798"/>
                  </a:lnTo>
                  <a:lnTo>
                    <a:pt x="724255" y="164114"/>
                  </a:lnTo>
                  <a:lnTo>
                    <a:pt x="729652" y="164417"/>
                  </a:lnTo>
                  <a:lnTo>
                    <a:pt x="735050" y="164707"/>
                  </a:lnTo>
                  <a:lnTo>
                    <a:pt x="740449" y="164983"/>
                  </a:lnTo>
                  <a:lnTo>
                    <a:pt x="745849" y="165247"/>
                  </a:lnTo>
                  <a:lnTo>
                    <a:pt x="751249" y="165498"/>
                  </a:lnTo>
                  <a:lnTo>
                    <a:pt x="756649" y="165736"/>
                  </a:lnTo>
                  <a:lnTo>
                    <a:pt x="762051" y="165961"/>
                  </a:lnTo>
                  <a:lnTo>
                    <a:pt x="767452" y="166173"/>
                  </a:lnTo>
                  <a:lnTo>
                    <a:pt x="772855" y="166373"/>
                  </a:lnTo>
                  <a:lnTo>
                    <a:pt x="778257" y="166559"/>
                  </a:lnTo>
                  <a:lnTo>
                    <a:pt x="783661" y="166732"/>
                  </a:lnTo>
                  <a:lnTo>
                    <a:pt x="789064" y="166892"/>
                  </a:lnTo>
                  <a:lnTo>
                    <a:pt x="794468" y="167039"/>
                  </a:lnTo>
                  <a:lnTo>
                    <a:pt x="799872" y="167174"/>
                  </a:lnTo>
                  <a:lnTo>
                    <a:pt x="805277" y="167295"/>
                  </a:lnTo>
                  <a:lnTo>
                    <a:pt x="810682" y="167403"/>
                  </a:lnTo>
                  <a:lnTo>
                    <a:pt x="816087" y="167499"/>
                  </a:lnTo>
                  <a:lnTo>
                    <a:pt x="821492" y="167581"/>
                  </a:lnTo>
                  <a:lnTo>
                    <a:pt x="826898" y="167650"/>
                  </a:lnTo>
                  <a:lnTo>
                    <a:pt x="832303" y="167707"/>
                  </a:lnTo>
                  <a:lnTo>
                    <a:pt x="837709" y="167750"/>
                  </a:lnTo>
                  <a:lnTo>
                    <a:pt x="843115" y="167781"/>
                  </a:lnTo>
                  <a:lnTo>
                    <a:pt x="848521" y="167798"/>
                  </a:lnTo>
                  <a:lnTo>
                    <a:pt x="853927" y="167803"/>
                  </a:lnTo>
                  <a:lnTo>
                    <a:pt x="859333" y="167794"/>
                  </a:lnTo>
                  <a:lnTo>
                    <a:pt x="864739" y="167773"/>
                  </a:lnTo>
                  <a:lnTo>
                    <a:pt x="870145" y="167739"/>
                  </a:lnTo>
                  <a:lnTo>
                    <a:pt x="875550" y="167691"/>
                  </a:lnTo>
                  <a:lnTo>
                    <a:pt x="880956" y="167631"/>
                  </a:lnTo>
                  <a:lnTo>
                    <a:pt x="886361" y="167558"/>
                  </a:lnTo>
                  <a:lnTo>
                    <a:pt x="891767" y="167471"/>
                  </a:lnTo>
                  <a:lnTo>
                    <a:pt x="897172" y="167372"/>
                  </a:lnTo>
                  <a:lnTo>
                    <a:pt x="902577" y="167260"/>
                  </a:lnTo>
                  <a:lnTo>
                    <a:pt x="907981" y="167135"/>
                  </a:lnTo>
                  <a:lnTo>
                    <a:pt x="913385" y="166997"/>
                  </a:lnTo>
                  <a:lnTo>
                    <a:pt x="918789" y="166845"/>
                  </a:lnTo>
                  <a:lnTo>
                    <a:pt x="924193" y="166681"/>
                  </a:lnTo>
                  <a:lnTo>
                    <a:pt x="929596" y="166504"/>
                  </a:lnTo>
                  <a:lnTo>
                    <a:pt x="934998" y="166314"/>
                  </a:lnTo>
                  <a:lnTo>
                    <a:pt x="940400" y="166111"/>
                  </a:lnTo>
                  <a:lnTo>
                    <a:pt x="945802" y="165895"/>
                  </a:lnTo>
                  <a:lnTo>
                    <a:pt x="951203" y="165666"/>
                  </a:lnTo>
                  <a:lnTo>
                    <a:pt x="956604" y="165424"/>
                  </a:lnTo>
                  <a:lnTo>
                    <a:pt x="962004" y="165170"/>
                  </a:lnTo>
                  <a:lnTo>
                    <a:pt x="967403" y="164902"/>
                  </a:lnTo>
                  <a:lnTo>
                    <a:pt x="972801" y="164621"/>
                  </a:lnTo>
                  <a:lnTo>
                    <a:pt x="978199" y="164327"/>
                  </a:lnTo>
                  <a:lnTo>
                    <a:pt x="983597" y="164021"/>
                  </a:lnTo>
                  <a:lnTo>
                    <a:pt x="988993" y="163701"/>
                  </a:lnTo>
                  <a:lnTo>
                    <a:pt x="994389" y="163368"/>
                  </a:lnTo>
                  <a:lnTo>
                    <a:pt x="999784" y="163023"/>
                  </a:lnTo>
                  <a:lnTo>
                    <a:pt x="1005178" y="162664"/>
                  </a:lnTo>
                  <a:lnTo>
                    <a:pt x="1010571" y="162293"/>
                  </a:lnTo>
                  <a:lnTo>
                    <a:pt x="1015963" y="161909"/>
                  </a:lnTo>
                  <a:lnTo>
                    <a:pt x="1021355" y="161511"/>
                  </a:lnTo>
                  <a:lnTo>
                    <a:pt x="1026745" y="161101"/>
                  </a:lnTo>
                  <a:lnTo>
                    <a:pt x="1032134" y="160678"/>
                  </a:lnTo>
                  <a:lnTo>
                    <a:pt x="1037523" y="160242"/>
                  </a:lnTo>
                  <a:lnTo>
                    <a:pt x="1042910" y="159793"/>
                  </a:lnTo>
                  <a:lnTo>
                    <a:pt x="1048296" y="159331"/>
                  </a:lnTo>
                  <a:lnTo>
                    <a:pt x="1053681" y="158856"/>
                  </a:lnTo>
                  <a:lnTo>
                    <a:pt x="1059065" y="158368"/>
                  </a:lnTo>
                  <a:lnTo>
                    <a:pt x="1064448" y="157868"/>
                  </a:lnTo>
                  <a:lnTo>
                    <a:pt x="1069829" y="157354"/>
                  </a:lnTo>
                  <a:lnTo>
                    <a:pt x="1075209" y="156827"/>
                  </a:lnTo>
                  <a:lnTo>
                    <a:pt x="1080588" y="156288"/>
                  </a:lnTo>
                  <a:lnTo>
                    <a:pt x="1085966" y="155735"/>
                  </a:lnTo>
                  <a:lnTo>
                    <a:pt x="1091342" y="155170"/>
                  </a:lnTo>
                  <a:lnTo>
                    <a:pt x="1096717" y="154592"/>
                  </a:lnTo>
                  <a:lnTo>
                    <a:pt x="1102091" y="154001"/>
                  </a:lnTo>
                  <a:lnTo>
                    <a:pt x="1107463" y="153397"/>
                  </a:lnTo>
                  <a:lnTo>
                    <a:pt x="1112834" y="152780"/>
                  </a:lnTo>
                  <a:lnTo>
                    <a:pt x="1118203" y="152150"/>
                  </a:lnTo>
                  <a:lnTo>
                    <a:pt x="1123570" y="151508"/>
                  </a:lnTo>
                  <a:lnTo>
                    <a:pt x="1128936" y="150852"/>
                  </a:lnTo>
                  <a:lnTo>
                    <a:pt x="1134301" y="150184"/>
                  </a:lnTo>
                  <a:lnTo>
                    <a:pt x="1139664" y="149503"/>
                  </a:lnTo>
                  <a:lnTo>
                    <a:pt x="1145025" y="148808"/>
                  </a:lnTo>
                  <a:lnTo>
                    <a:pt x="1150385" y="148101"/>
                  </a:lnTo>
                  <a:lnTo>
                    <a:pt x="1155742" y="147382"/>
                  </a:lnTo>
                  <a:lnTo>
                    <a:pt x="1161098" y="146649"/>
                  </a:lnTo>
                  <a:lnTo>
                    <a:pt x="1166453" y="145903"/>
                  </a:lnTo>
                  <a:lnTo>
                    <a:pt x="1171805" y="145145"/>
                  </a:lnTo>
                  <a:lnTo>
                    <a:pt x="1177156" y="144374"/>
                  </a:lnTo>
                  <a:lnTo>
                    <a:pt x="1182505" y="143590"/>
                  </a:lnTo>
                  <a:lnTo>
                    <a:pt x="1187851" y="142793"/>
                  </a:lnTo>
                  <a:lnTo>
                    <a:pt x="1193196" y="141983"/>
                  </a:lnTo>
                  <a:lnTo>
                    <a:pt x="1198539" y="141160"/>
                  </a:lnTo>
                  <a:lnTo>
                    <a:pt x="1203880" y="140325"/>
                  </a:lnTo>
                  <a:lnTo>
                    <a:pt x="1209219" y="139477"/>
                  </a:lnTo>
                  <a:lnTo>
                    <a:pt x="1214556" y="138616"/>
                  </a:lnTo>
                  <a:lnTo>
                    <a:pt x="1219891" y="137742"/>
                  </a:lnTo>
                  <a:lnTo>
                    <a:pt x="1225224" y="136855"/>
                  </a:lnTo>
                  <a:lnTo>
                    <a:pt x="1230555" y="135956"/>
                  </a:lnTo>
                  <a:lnTo>
                    <a:pt x="1235883" y="135043"/>
                  </a:lnTo>
                  <a:lnTo>
                    <a:pt x="1241209" y="134118"/>
                  </a:lnTo>
                  <a:lnTo>
                    <a:pt x="1246533" y="133181"/>
                  </a:lnTo>
                  <a:lnTo>
                    <a:pt x="1251855" y="132230"/>
                  </a:lnTo>
                  <a:lnTo>
                    <a:pt x="1257174" y="131267"/>
                  </a:lnTo>
                  <a:lnTo>
                    <a:pt x="1262491" y="130291"/>
                  </a:lnTo>
                  <a:lnTo>
                    <a:pt x="1267806" y="129302"/>
                  </a:lnTo>
                  <a:lnTo>
                    <a:pt x="1273119" y="128300"/>
                  </a:lnTo>
                  <a:lnTo>
                    <a:pt x="1278428" y="127286"/>
                  </a:lnTo>
                  <a:lnTo>
                    <a:pt x="1283736" y="126259"/>
                  </a:lnTo>
                  <a:lnTo>
                    <a:pt x="1289041" y="125219"/>
                  </a:lnTo>
                  <a:lnTo>
                    <a:pt x="1294343" y="124166"/>
                  </a:lnTo>
                  <a:lnTo>
                    <a:pt x="1299643" y="123101"/>
                  </a:lnTo>
                  <a:lnTo>
                    <a:pt x="1304941" y="122023"/>
                  </a:lnTo>
                  <a:lnTo>
                    <a:pt x="1310236" y="120932"/>
                  </a:lnTo>
                  <a:lnTo>
                    <a:pt x="1315528" y="119829"/>
                  </a:lnTo>
                  <a:lnTo>
                    <a:pt x="1320817" y="118713"/>
                  </a:lnTo>
                </a:path>
              </a:pathLst>
            </a:custGeom>
            <a:ln w="22859" cap="rnd">
              <a:solidFill>
                <a:srgbClr val="FFF0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9143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7241487" y="5338463"/>
              <a:ext cx="49289" cy="29973"/>
            </a:xfrm>
            <a:custGeom>
              <a:avLst/>
              <a:pathLst>
                <a:path w="49289" h="29973">
                  <a:moveTo>
                    <a:pt x="0" y="29973"/>
                  </a:moveTo>
                  <a:lnTo>
                    <a:pt x="199" y="29855"/>
                  </a:lnTo>
                  <a:lnTo>
                    <a:pt x="398" y="29737"/>
                  </a:lnTo>
                  <a:lnTo>
                    <a:pt x="598" y="29619"/>
                  </a:lnTo>
                  <a:lnTo>
                    <a:pt x="797" y="29502"/>
                  </a:lnTo>
                  <a:lnTo>
                    <a:pt x="997" y="29384"/>
                  </a:lnTo>
                  <a:lnTo>
                    <a:pt x="1196" y="29266"/>
                  </a:lnTo>
                  <a:lnTo>
                    <a:pt x="1396" y="29148"/>
                  </a:lnTo>
                  <a:lnTo>
                    <a:pt x="1595" y="29030"/>
                  </a:lnTo>
                  <a:lnTo>
                    <a:pt x="1794" y="28912"/>
                  </a:lnTo>
                  <a:lnTo>
                    <a:pt x="1994" y="28794"/>
                  </a:lnTo>
                  <a:lnTo>
                    <a:pt x="2193" y="28676"/>
                  </a:lnTo>
                  <a:lnTo>
                    <a:pt x="2392" y="28558"/>
                  </a:lnTo>
                  <a:lnTo>
                    <a:pt x="2592" y="28439"/>
                  </a:lnTo>
                  <a:lnTo>
                    <a:pt x="2791" y="28321"/>
                  </a:lnTo>
                  <a:lnTo>
                    <a:pt x="2990" y="28203"/>
                  </a:lnTo>
                  <a:lnTo>
                    <a:pt x="3190" y="28085"/>
                  </a:lnTo>
                  <a:lnTo>
                    <a:pt x="3389" y="27967"/>
                  </a:lnTo>
                  <a:lnTo>
                    <a:pt x="3588" y="27849"/>
                  </a:lnTo>
                  <a:lnTo>
                    <a:pt x="3787" y="27731"/>
                  </a:lnTo>
                  <a:lnTo>
                    <a:pt x="3987" y="27612"/>
                  </a:lnTo>
                  <a:lnTo>
                    <a:pt x="4186" y="27494"/>
                  </a:lnTo>
                  <a:lnTo>
                    <a:pt x="4385" y="27376"/>
                  </a:lnTo>
                  <a:lnTo>
                    <a:pt x="4584" y="27257"/>
                  </a:lnTo>
                  <a:lnTo>
                    <a:pt x="4784" y="27139"/>
                  </a:lnTo>
                  <a:lnTo>
                    <a:pt x="4983" y="27021"/>
                  </a:lnTo>
                  <a:lnTo>
                    <a:pt x="5182" y="26902"/>
                  </a:lnTo>
                  <a:lnTo>
                    <a:pt x="5381" y="26784"/>
                  </a:lnTo>
                  <a:lnTo>
                    <a:pt x="5580" y="26666"/>
                  </a:lnTo>
                  <a:lnTo>
                    <a:pt x="5779" y="26547"/>
                  </a:lnTo>
                  <a:lnTo>
                    <a:pt x="5978" y="26429"/>
                  </a:lnTo>
                  <a:lnTo>
                    <a:pt x="6178" y="26310"/>
                  </a:lnTo>
                  <a:lnTo>
                    <a:pt x="6377" y="26192"/>
                  </a:lnTo>
                  <a:lnTo>
                    <a:pt x="6576" y="26073"/>
                  </a:lnTo>
                  <a:lnTo>
                    <a:pt x="6775" y="25955"/>
                  </a:lnTo>
                  <a:lnTo>
                    <a:pt x="6974" y="25836"/>
                  </a:lnTo>
                  <a:lnTo>
                    <a:pt x="7173" y="25718"/>
                  </a:lnTo>
                  <a:lnTo>
                    <a:pt x="7372" y="25599"/>
                  </a:lnTo>
                  <a:lnTo>
                    <a:pt x="7571" y="25481"/>
                  </a:lnTo>
                  <a:lnTo>
                    <a:pt x="7770" y="25362"/>
                  </a:lnTo>
                  <a:lnTo>
                    <a:pt x="7969" y="25243"/>
                  </a:lnTo>
                  <a:lnTo>
                    <a:pt x="8168" y="25125"/>
                  </a:lnTo>
                  <a:lnTo>
                    <a:pt x="8367" y="25006"/>
                  </a:lnTo>
                  <a:lnTo>
                    <a:pt x="8566" y="24887"/>
                  </a:lnTo>
                  <a:lnTo>
                    <a:pt x="8765" y="24769"/>
                  </a:lnTo>
                  <a:lnTo>
                    <a:pt x="8964" y="24650"/>
                  </a:lnTo>
                  <a:lnTo>
                    <a:pt x="9163" y="24531"/>
                  </a:lnTo>
                  <a:lnTo>
                    <a:pt x="9362" y="24412"/>
                  </a:lnTo>
                  <a:lnTo>
                    <a:pt x="9561" y="24293"/>
                  </a:lnTo>
                  <a:lnTo>
                    <a:pt x="9759" y="24175"/>
                  </a:lnTo>
                  <a:lnTo>
                    <a:pt x="9958" y="24056"/>
                  </a:lnTo>
                  <a:lnTo>
                    <a:pt x="10157" y="23937"/>
                  </a:lnTo>
                  <a:lnTo>
                    <a:pt x="10356" y="23818"/>
                  </a:lnTo>
                  <a:lnTo>
                    <a:pt x="10555" y="23699"/>
                  </a:lnTo>
                  <a:lnTo>
                    <a:pt x="10754" y="23580"/>
                  </a:lnTo>
                  <a:lnTo>
                    <a:pt x="10953" y="23461"/>
                  </a:lnTo>
                  <a:lnTo>
                    <a:pt x="11151" y="23342"/>
                  </a:lnTo>
                  <a:lnTo>
                    <a:pt x="11350" y="23223"/>
                  </a:lnTo>
                  <a:lnTo>
                    <a:pt x="11549" y="23104"/>
                  </a:lnTo>
                  <a:lnTo>
                    <a:pt x="11748" y="22985"/>
                  </a:lnTo>
                  <a:lnTo>
                    <a:pt x="11946" y="22866"/>
                  </a:lnTo>
                  <a:lnTo>
                    <a:pt x="12145" y="22747"/>
                  </a:lnTo>
                  <a:lnTo>
                    <a:pt x="12344" y="22628"/>
                  </a:lnTo>
                  <a:lnTo>
                    <a:pt x="12543" y="22509"/>
                  </a:lnTo>
                  <a:lnTo>
                    <a:pt x="12741" y="22390"/>
                  </a:lnTo>
                  <a:lnTo>
                    <a:pt x="12940" y="22271"/>
                  </a:lnTo>
                  <a:lnTo>
                    <a:pt x="13139" y="22151"/>
                  </a:lnTo>
                  <a:lnTo>
                    <a:pt x="13337" y="22032"/>
                  </a:lnTo>
                  <a:lnTo>
                    <a:pt x="13536" y="21913"/>
                  </a:lnTo>
                  <a:lnTo>
                    <a:pt x="13735" y="21794"/>
                  </a:lnTo>
                  <a:lnTo>
                    <a:pt x="13933" y="21674"/>
                  </a:lnTo>
                  <a:lnTo>
                    <a:pt x="14132" y="21555"/>
                  </a:lnTo>
                  <a:lnTo>
                    <a:pt x="14331" y="21436"/>
                  </a:lnTo>
                  <a:lnTo>
                    <a:pt x="14529" y="21317"/>
                  </a:lnTo>
                  <a:lnTo>
                    <a:pt x="14728" y="21197"/>
                  </a:lnTo>
                  <a:lnTo>
                    <a:pt x="14926" y="21078"/>
                  </a:lnTo>
                  <a:lnTo>
                    <a:pt x="15125" y="20958"/>
                  </a:lnTo>
                  <a:lnTo>
                    <a:pt x="15323" y="20839"/>
                  </a:lnTo>
                  <a:lnTo>
                    <a:pt x="15522" y="20720"/>
                  </a:lnTo>
                  <a:lnTo>
                    <a:pt x="15720" y="20600"/>
                  </a:lnTo>
                  <a:lnTo>
                    <a:pt x="15919" y="20481"/>
                  </a:lnTo>
                  <a:lnTo>
                    <a:pt x="16117" y="20361"/>
                  </a:lnTo>
                  <a:lnTo>
                    <a:pt x="16316" y="20242"/>
                  </a:lnTo>
                  <a:lnTo>
                    <a:pt x="16514" y="20122"/>
                  </a:lnTo>
                  <a:lnTo>
                    <a:pt x="16713" y="20003"/>
                  </a:lnTo>
                  <a:lnTo>
                    <a:pt x="16911" y="19883"/>
                  </a:lnTo>
                  <a:lnTo>
                    <a:pt x="17110" y="19764"/>
                  </a:lnTo>
                  <a:lnTo>
                    <a:pt x="17308" y="19644"/>
                  </a:lnTo>
                  <a:lnTo>
                    <a:pt x="17507" y="19524"/>
                  </a:lnTo>
                  <a:lnTo>
                    <a:pt x="17705" y="19405"/>
                  </a:lnTo>
                  <a:lnTo>
                    <a:pt x="17903" y="19285"/>
                  </a:lnTo>
                  <a:lnTo>
                    <a:pt x="18102" y="19165"/>
                  </a:lnTo>
                  <a:lnTo>
                    <a:pt x="18300" y="19046"/>
                  </a:lnTo>
                  <a:lnTo>
                    <a:pt x="18498" y="18926"/>
                  </a:lnTo>
                  <a:lnTo>
                    <a:pt x="18697" y="18806"/>
                  </a:lnTo>
                  <a:lnTo>
                    <a:pt x="18895" y="18686"/>
                  </a:lnTo>
                  <a:lnTo>
                    <a:pt x="19093" y="18567"/>
                  </a:lnTo>
                  <a:lnTo>
                    <a:pt x="19292" y="18447"/>
                  </a:lnTo>
                  <a:lnTo>
                    <a:pt x="19490" y="18327"/>
                  </a:lnTo>
                  <a:lnTo>
                    <a:pt x="19688" y="18207"/>
                  </a:lnTo>
                  <a:lnTo>
                    <a:pt x="19887" y="18087"/>
                  </a:lnTo>
                  <a:lnTo>
                    <a:pt x="20085" y="17967"/>
                  </a:lnTo>
                  <a:lnTo>
                    <a:pt x="20283" y="17847"/>
                  </a:lnTo>
                  <a:lnTo>
                    <a:pt x="20481" y="17728"/>
                  </a:lnTo>
                  <a:lnTo>
                    <a:pt x="20680" y="17608"/>
                  </a:lnTo>
                  <a:lnTo>
                    <a:pt x="20878" y="17488"/>
                  </a:lnTo>
                  <a:lnTo>
                    <a:pt x="21076" y="17368"/>
                  </a:lnTo>
                  <a:lnTo>
                    <a:pt x="21274" y="17248"/>
                  </a:lnTo>
                  <a:lnTo>
                    <a:pt x="21472" y="17128"/>
                  </a:lnTo>
                  <a:lnTo>
                    <a:pt x="21670" y="17008"/>
                  </a:lnTo>
                  <a:lnTo>
                    <a:pt x="21869" y="16887"/>
                  </a:lnTo>
                  <a:lnTo>
                    <a:pt x="22067" y="16767"/>
                  </a:lnTo>
                  <a:lnTo>
                    <a:pt x="22265" y="16647"/>
                  </a:lnTo>
                  <a:lnTo>
                    <a:pt x="22463" y="16527"/>
                  </a:lnTo>
                  <a:lnTo>
                    <a:pt x="22661" y="16407"/>
                  </a:lnTo>
                  <a:lnTo>
                    <a:pt x="22859" y="16287"/>
                  </a:lnTo>
                  <a:lnTo>
                    <a:pt x="23057" y="16167"/>
                  </a:lnTo>
                  <a:lnTo>
                    <a:pt x="23255" y="16046"/>
                  </a:lnTo>
                  <a:lnTo>
                    <a:pt x="23453" y="15926"/>
                  </a:lnTo>
                  <a:lnTo>
                    <a:pt x="23651" y="15806"/>
                  </a:lnTo>
                  <a:lnTo>
                    <a:pt x="23849" y="15686"/>
                  </a:lnTo>
                  <a:lnTo>
                    <a:pt x="24047" y="15565"/>
                  </a:lnTo>
                  <a:lnTo>
                    <a:pt x="24245" y="15445"/>
                  </a:lnTo>
                  <a:lnTo>
                    <a:pt x="24443" y="15325"/>
                  </a:lnTo>
                  <a:lnTo>
                    <a:pt x="24641" y="15204"/>
                  </a:lnTo>
                  <a:lnTo>
                    <a:pt x="24839" y="15084"/>
                  </a:lnTo>
                  <a:lnTo>
                    <a:pt x="25037" y="14963"/>
                  </a:lnTo>
                  <a:lnTo>
                    <a:pt x="25235" y="14843"/>
                  </a:lnTo>
                  <a:lnTo>
                    <a:pt x="25433" y="14723"/>
                  </a:lnTo>
                  <a:lnTo>
                    <a:pt x="25631" y="14602"/>
                  </a:lnTo>
                  <a:lnTo>
                    <a:pt x="25829" y="14482"/>
                  </a:lnTo>
                  <a:lnTo>
                    <a:pt x="26027" y="14361"/>
                  </a:lnTo>
                  <a:lnTo>
                    <a:pt x="26224" y="14241"/>
                  </a:lnTo>
                  <a:lnTo>
                    <a:pt x="26422" y="14120"/>
                  </a:lnTo>
                  <a:lnTo>
                    <a:pt x="26620" y="14000"/>
                  </a:lnTo>
                  <a:lnTo>
                    <a:pt x="26818" y="13879"/>
                  </a:lnTo>
                  <a:lnTo>
                    <a:pt x="27016" y="13758"/>
                  </a:lnTo>
                  <a:lnTo>
                    <a:pt x="27214" y="13638"/>
                  </a:lnTo>
                  <a:lnTo>
                    <a:pt x="27411" y="13517"/>
                  </a:lnTo>
                  <a:lnTo>
                    <a:pt x="27609" y="13396"/>
                  </a:lnTo>
                  <a:lnTo>
                    <a:pt x="27807" y="13276"/>
                  </a:lnTo>
                  <a:lnTo>
                    <a:pt x="28005" y="13155"/>
                  </a:lnTo>
                  <a:lnTo>
                    <a:pt x="28202" y="13034"/>
                  </a:lnTo>
                  <a:lnTo>
                    <a:pt x="28400" y="12914"/>
                  </a:lnTo>
                  <a:lnTo>
                    <a:pt x="28598" y="12793"/>
                  </a:lnTo>
                  <a:lnTo>
                    <a:pt x="28796" y="12672"/>
                  </a:lnTo>
                  <a:lnTo>
                    <a:pt x="28993" y="12551"/>
                  </a:lnTo>
                  <a:lnTo>
                    <a:pt x="29191" y="12430"/>
                  </a:lnTo>
                  <a:lnTo>
                    <a:pt x="29389" y="12310"/>
                  </a:lnTo>
                  <a:lnTo>
                    <a:pt x="29586" y="12189"/>
                  </a:lnTo>
                  <a:lnTo>
                    <a:pt x="29784" y="12068"/>
                  </a:lnTo>
                  <a:lnTo>
                    <a:pt x="29982" y="11947"/>
                  </a:lnTo>
                  <a:lnTo>
                    <a:pt x="30179" y="11826"/>
                  </a:lnTo>
                  <a:lnTo>
                    <a:pt x="30377" y="11705"/>
                  </a:lnTo>
                  <a:lnTo>
                    <a:pt x="30574" y="11584"/>
                  </a:lnTo>
                  <a:lnTo>
                    <a:pt x="30772" y="11463"/>
                  </a:lnTo>
                  <a:lnTo>
                    <a:pt x="30970" y="11342"/>
                  </a:lnTo>
                  <a:lnTo>
                    <a:pt x="31167" y="11221"/>
                  </a:lnTo>
                  <a:lnTo>
                    <a:pt x="31365" y="11100"/>
                  </a:lnTo>
                  <a:lnTo>
                    <a:pt x="31562" y="10979"/>
                  </a:lnTo>
                  <a:lnTo>
                    <a:pt x="31760" y="10858"/>
                  </a:lnTo>
                  <a:lnTo>
                    <a:pt x="31957" y="10737"/>
                  </a:lnTo>
                  <a:lnTo>
                    <a:pt x="32155" y="10616"/>
                  </a:lnTo>
                  <a:lnTo>
                    <a:pt x="32352" y="10494"/>
                  </a:lnTo>
                  <a:lnTo>
                    <a:pt x="32550" y="10373"/>
                  </a:lnTo>
                  <a:lnTo>
                    <a:pt x="32747" y="10252"/>
                  </a:lnTo>
                  <a:lnTo>
                    <a:pt x="32945" y="10131"/>
                  </a:lnTo>
                  <a:lnTo>
                    <a:pt x="33142" y="10010"/>
                  </a:lnTo>
                  <a:lnTo>
                    <a:pt x="33339" y="9888"/>
                  </a:lnTo>
                  <a:lnTo>
                    <a:pt x="33537" y="9767"/>
                  </a:lnTo>
                  <a:lnTo>
                    <a:pt x="33734" y="9646"/>
                  </a:lnTo>
                  <a:lnTo>
                    <a:pt x="33932" y="9524"/>
                  </a:lnTo>
                  <a:lnTo>
                    <a:pt x="34129" y="9403"/>
                  </a:lnTo>
                  <a:lnTo>
                    <a:pt x="34326" y="9282"/>
                  </a:lnTo>
                  <a:lnTo>
                    <a:pt x="34524" y="9160"/>
                  </a:lnTo>
                  <a:lnTo>
                    <a:pt x="34721" y="9039"/>
                  </a:lnTo>
                  <a:lnTo>
                    <a:pt x="34918" y="8918"/>
                  </a:lnTo>
                  <a:lnTo>
                    <a:pt x="35116" y="8796"/>
                  </a:lnTo>
                  <a:lnTo>
                    <a:pt x="35313" y="8675"/>
                  </a:lnTo>
                  <a:lnTo>
                    <a:pt x="35510" y="8553"/>
                  </a:lnTo>
                  <a:lnTo>
                    <a:pt x="35708" y="8432"/>
                  </a:lnTo>
                  <a:lnTo>
                    <a:pt x="35905" y="8310"/>
                  </a:lnTo>
                  <a:lnTo>
                    <a:pt x="36102" y="8189"/>
                  </a:lnTo>
                  <a:lnTo>
                    <a:pt x="36299" y="8067"/>
                  </a:lnTo>
                  <a:lnTo>
                    <a:pt x="36497" y="7946"/>
                  </a:lnTo>
                  <a:lnTo>
                    <a:pt x="36694" y="7824"/>
                  </a:lnTo>
                  <a:lnTo>
                    <a:pt x="36891" y="7702"/>
                  </a:lnTo>
                  <a:lnTo>
                    <a:pt x="37088" y="7581"/>
                  </a:lnTo>
                  <a:lnTo>
                    <a:pt x="37285" y="7459"/>
                  </a:lnTo>
                  <a:lnTo>
                    <a:pt x="37482" y="7337"/>
                  </a:lnTo>
                  <a:lnTo>
                    <a:pt x="37680" y="7216"/>
                  </a:lnTo>
                  <a:lnTo>
                    <a:pt x="37877" y="7094"/>
                  </a:lnTo>
                  <a:lnTo>
                    <a:pt x="38074" y="6972"/>
                  </a:lnTo>
                  <a:lnTo>
                    <a:pt x="38271" y="6850"/>
                  </a:lnTo>
                  <a:lnTo>
                    <a:pt x="38468" y="6729"/>
                  </a:lnTo>
                  <a:lnTo>
                    <a:pt x="38665" y="6607"/>
                  </a:lnTo>
                  <a:lnTo>
                    <a:pt x="38862" y="6485"/>
                  </a:lnTo>
                  <a:lnTo>
                    <a:pt x="39059" y="6363"/>
                  </a:lnTo>
                  <a:lnTo>
                    <a:pt x="39256" y="6241"/>
                  </a:lnTo>
                  <a:lnTo>
                    <a:pt x="39453" y="6119"/>
                  </a:lnTo>
                  <a:lnTo>
                    <a:pt x="39650" y="5998"/>
                  </a:lnTo>
                  <a:lnTo>
                    <a:pt x="39847" y="5876"/>
                  </a:lnTo>
                  <a:lnTo>
                    <a:pt x="40044" y="5754"/>
                  </a:lnTo>
                  <a:lnTo>
                    <a:pt x="40241" y="5632"/>
                  </a:lnTo>
                  <a:lnTo>
                    <a:pt x="40438" y="5510"/>
                  </a:lnTo>
                  <a:lnTo>
                    <a:pt x="40635" y="5388"/>
                  </a:lnTo>
                  <a:lnTo>
                    <a:pt x="40832" y="5266"/>
                  </a:lnTo>
                  <a:lnTo>
                    <a:pt x="41029" y="5144"/>
                  </a:lnTo>
                  <a:lnTo>
                    <a:pt x="41226" y="5022"/>
                  </a:lnTo>
                  <a:lnTo>
                    <a:pt x="41423" y="4899"/>
                  </a:lnTo>
                  <a:lnTo>
                    <a:pt x="41620" y="4777"/>
                  </a:lnTo>
                  <a:lnTo>
                    <a:pt x="41817" y="4655"/>
                  </a:lnTo>
                  <a:lnTo>
                    <a:pt x="42014" y="4533"/>
                  </a:lnTo>
                  <a:lnTo>
                    <a:pt x="42210" y="4411"/>
                  </a:lnTo>
                  <a:lnTo>
                    <a:pt x="42407" y="4289"/>
                  </a:lnTo>
                  <a:lnTo>
                    <a:pt x="42604" y="4167"/>
                  </a:lnTo>
                  <a:lnTo>
                    <a:pt x="42801" y="4044"/>
                  </a:lnTo>
                  <a:lnTo>
                    <a:pt x="42998" y="3922"/>
                  </a:lnTo>
                  <a:lnTo>
                    <a:pt x="43195" y="3800"/>
                  </a:lnTo>
                  <a:lnTo>
                    <a:pt x="43391" y="3678"/>
                  </a:lnTo>
                  <a:lnTo>
                    <a:pt x="43588" y="3555"/>
                  </a:lnTo>
                  <a:lnTo>
                    <a:pt x="43785" y="3433"/>
                  </a:lnTo>
                  <a:lnTo>
                    <a:pt x="43982" y="3311"/>
                  </a:lnTo>
                  <a:lnTo>
                    <a:pt x="44178" y="3188"/>
                  </a:lnTo>
                  <a:lnTo>
                    <a:pt x="44375" y="3066"/>
                  </a:lnTo>
                  <a:lnTo>
                    <a:pt x="44572" y="2943"/>
                  </a:lnTo>
                  <a:lnTo>
                    <a:pt x="44768" y="2821"/>
                  </a:lnTo>
                  <a:lnTo>
                    <a:pt x="44965" y="2698"/>
                  </a:lnTo>
                  <a:lnTo>
                    <a:pt x="45162" y="2576"/>
                  </a:lnTo>
                  <a:lnTo>
                    <a:pt x="45358" y="2454"/>
                  </a:lnTo>
                  <a:lnTo>
                    <a:pt x="45555" y="2331"/>
                  </a:lnTo>
                  <a:lnTo>
                    <a:pt x="45752" y="2208"/>
                  </a:lnTo>
                  <a:lnTo>
                    <a:pt x="45948" y="2086"/>
                  </a:lnTo>
                  <a:lnTo>
                    <a:pt x="46145" y="1963"/>
                  </a:lnTo>
                  <a:lnTo>
                    <a:pt x="46342" y="1841"/>
                  </a:lnTo>
                  <a:lnTo>
                    <a:pt x="46538" y="1718"/>
                  </a:lnTo>
                  <a:lnTo>
                    <a:pt x="46735" y="1596"/>
                  </a:lnTo>
                  <a:lnTo>
                    <a:pt x="46931" y="1473"/>
                  </a:lnTo>
                  <a:lnTo>
                    <a:pt x="47128" y="1350"/>
                  </a:lnTo>
                  <a:lnTo>
                    <a:pt x="47324" y="1228"/>
                  </a:lnTo>
                  <a:lnTo>
                    <a:pt x="47521" y="1105"/>
                  </a:lnTo>
                  <a:lnTo>
                    <a:pt x="47717" y="982"/>
                  </a:lnTo>
                  <a:lnTo>
                    <a:pt x="47914" y="859"/>
                  </a:lnTo>
                  <a:lnTo>
                    <a:pt x="48110" y="737"/>
                  </a:lnTo>
                  <a:lnTo>
                    <a:pt x="48307" y="614"/>
                  </a:lnTo>
                  <a:lnTo>
                    <a:pt x="48503" y="491"/>
                  </a:lnTo>
                  <a:lnTo>
                    <a:pt x="48700" y="368"/>
                  </a:lnTo>
                  <a:lnTo>
                    <a:pt x="48896" y="245"/>
                  </a:lnTo>
                  <a:lnTo>
                    <a:pt x="49093" y="122"/>
                  </a:lnTo>
                  <a:lnTo>
                    <a:pt x="49289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91439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7661203" y="4812934"/>
              <a:ext cx="211898" cy="235809"/>
            </a:xfrm>
            <a:custGeom>
              <a:avLst/>
              <a:pathLst>
                <a:path w="211898" h="235809">
                  <a:moveTo>
                    <a:pt x="0" y="235809"/>
                  </a:moveTo>
                  <a:lnTo>
                    <a:pt x="916" y="234923"/>
                  </a:lnTo>
                  <a:lnTo>
                    <a:pt x="1831" y="234037"/>
                  </a:lnTo>
                  <a:lnTo>
                    <a:pt x="2746" y="233150"/>
                  </a:lnTo>
                  <a:lnTo>
                    <a:pt x="3661" y="232262"/>
                  </a:lnTo>
                  <a:lnTo>
                    <a:pt x="4575" y="231375"/>
                  </a:lnTo>
                  <a:lnTo>
                    <a:pt x="5488" y="230486"/>
                  </a:lnTo>
                  <a:lnTo>
                    <a:pt x="6401" y="229597"/>
                  </a:lnTo>
                  <a:lnTo>
                    <a:pt x="7314" y="228708"/>
                  </a:lnTo>
                  <a:lnTo>
                    <a:pt x="8226" y="227818"/>
                  </a:lnTo>
                  <a:lnTo>
                    <a:pt x="9137" y="226928"/>
                  </a:lnTo>
                  <a:lnTo>
                    <a:pt x="10048" y="226037"/>
                  </a:lnTo>
                  <a:lnTo>
                    <a:pt x="10959" y="225145"/>
                  </a:lnTo>
                  <a:lnTo>
                    <a:pt x="11869" y="224253"/>
                  </a:lnTo>
                  <a:lnTo>
                    <a:pt x="12778" y="223361"/>
                  </a:lnTo>
                  <a:lnTo>
                    <a:pt x="13687" y="222468"/>
                  </a:lnTo>
                  <a:lnTo>
                    <a:pt x="14596" y="221574"/>
                  </a:lnTo>
                  <a:lnTo>
                    <a:pt x="15504" y="220680"/>
                  </a:lnTo>
                  <a:lnTo>
                    <a:pt x="16411" y="219786"/>
                  </a:lnTo>
                  <a:lnTo>
                    <a:pt x="17318" y="218891"/>
                  </a:lnTo>
                  <a:lnTo>
                    <a:pt x="18225" y="217995"/>
                  </a:lnTo>
                  <a:lnTo>
                    <a:pt x="19131" y="217099"/>
                  </a:lnTo>
                  <a:lnTo>
                    <a:pt x="20036" y="216202"/>
                  </a:lnTo>
                  <a:lnTo>
                    <a:pt x="20941" y="215305"/>
                  </a:lnTo>
                  <a:lnTo>
                    <a:pt x="21846" y="214408"/>
                  </a:lnTo>
                  <a:lnTo>
                    <a:pt x="22749" y="213509"/>
                  </a:lnTo>
                  <a:lnTo>
                    <a:pt x="23653" y="212611"/>
                  </a:lnTo>
                  <a:lnTo>
                    <a:pt x="24556" y="211712"/>
                  </a:lnTo>
                  <a:lnTo>
                    <a:pt x="25458" y="210812"/>
                  </a:lnTo>
                  <a:lnTo>
                    <a:pt x="26360" y="209912"/>
                  </a:lnTo>
                  <a:lnTo>
                    <a:pt x="27261" y="209011"/>
                  </a:lnTo>
                  <a:lnTo>
                    <a:pt x="28162" y="208110"/>
                  </a:lnTo>
                  <a:lnTo>
                    <a:pt x="29063" y="207208"/>
                  </a:lnTo>
                  <a:lnTo>
                    <a:pt x="29963" y="206306"/>
                  </a:lnTo>
                  <a:lnTo>
                    <a:pt x="30862" y="205403"/>
                  </a:lnTo>
                  <a:lnTo>
                    <a:pt x="31761" y="204500"/>
                  </a:lnTo>
                  <a:lnTo>
                    <a:pt x="32659" y="203596"/>
                  </a:lnTo>
                  <a:lnTo>
                    <a:pt x="33557" y="202692"/>
                  </a:lnTo>
                  <a:lnTo>
                    <a:pt x="34454" y="201787"/>
                  </a:lnTo>
                  <a:lnTo>
                    <a:pt x="35351" y="200882"/>
                  </a:lnTo>
                  <a:lnTo>
                    <a:pt x="36247" y="199976"/>
                  </a:lnTo>
                  <a:lnTo>
                    <a:pt x="37143" y="199070"/>
                  </a:lnTo>
                  <a:lnTo>
                    <a:pt x="38038" y="198163"/>
                  </a:lnTo>
                  <a:lnTo>
                    <a:pt x="38933" y="197256"/>
                  </a:lnTo>
                  <a:lnTo>
                    <a:pt x="39827" y="196348"/>
                  </a:lnTo>
                  <a:lnTo>
                    <a:pt x="40721" y="195440"/>
                  </a:lnTo>
                  <a:lnTo>
                    <a:pt x="41614" y="194531"/>
                  </a:lnTo>
                  <a:lnTo>
                    <a:pt x="42507" y="193622"/>
                  </a:lnTo>
                  <a:lnTo>
                    <a:pt x="43399" y="192712"/>
                  </a:lnTo>
                  <a:lnTo>
                    <a:pt x="44291" y="191801"/>
                  </a:lnTo>
                  <a:lnTo>
                    <a:pt x="45182" y="190891"/>
                  </a:lnTo>
                  <a:lnTo>
                    <a:pt x="46072" y="189979"/>
                  </a:lnTo>
                  <a:lnTo>
                    <a:pt x="46962" y="189067"/>
                  </a:lnTo>
                  <a:lnTo>
                    <a:pt x="47852" y="188155"/>
                  </a:lnTo>
                  <a:lnTo>
                    <a:pt x="48741" y="187242"/>
                  </a:lnTo>
                  <a:lnTo>
                    <a:pt x="49630" y="186329"/>
                  </a:lnTo>
                  <a:lnTo>
                    <a:pt x="50518" y="185415"/>
                  </a:lnTo>
                  <a:lnTo>
                    <a:pt x="51405" y="184501"/>
                  </a:lnTo>
                  <a:lnTo>
                    <a:pt x="52292" y="183586"/>
                  </a:lnTo>
                  <a:lnTo>
                    <a:pt x="53179" y="182670"/>
                  </a:lnTo>
                  <a:lnTo>
                    <a:pt x="54065" y="181755"/>
                  </a:lnTo>
                  <a:lnTo>
                    <a:pt x="54950" y="180838"/>
                  </a:lnTo>
                  <a:lnTo>
                    <a:pt x="55835" y="179921"/>
                  </a:lnTo>
                  <a:lnTo>
                    <a:pt x="56720" y="179004"/>
                  </a:lnTo>
                  <a:lnTo>
                    <a:pt x="57603" y="178086"/>
                  </a:lnTo>
                  <a:lnTo>
                    <a:pt x="58487" y="177168"/>
                  </a:lnTo>
                  <a:lnTo>
                    <a:pt x="59370" y="176249"/>
                  </a:lnTo>
                  <a:lnTo>
                    <a:pt x="60252" y="175330"/>
                  </a:lnTo>
                  <a:lnTo>
                    <a:pt x="61134" y="174410"/>
                  </a:lnTo>
                  <a:lnTo>
                    <a:pt x="62015" y="173489"/>
                  </a:lnTo>
                  <a:lnTo>
                    <a:pt x="62896" y="172569"/>
                  </a:lnTo>
                  <a:lnTo>
                    <a:pt x="63776" y="171647"/>
                  </a:lnTo>
                  <a:lnTo>
                    <a:pt x="64656" y="170725"/>
                  </a:lnTo>
                  <a:lnTo>
                    <a:pt x="65535" y="169803"/>
                  </a:lnTo>
                  <a:lnTo>
                    <a:pt x="66414" y="168880"/>
                  </a:lnTo>
                  <a:lnTo>
                    <a:pt x="67292" y="167957"/>
                  </a:lnTo>
                  <a:lnTo>
                    <a:pt x="68170" y="167033"/>
                  </a:lnTo>
                  <a:lnTo>
                    <a:pt x="69047" y="166109"/>
                  </a:lnTo>
                  <a:lnTo>
                    <a:pt x="69923" y="165184"/>
                  </a:lnTo>
                  <a:lnTo>
                    <a:pt x="70799" y="164258"/>
                  </a:lnTo>
                  <a:lnTo>
                    <a:pt x="71675" y="163333"/>
                  </a:lnTo>
                  <a:lnTo>
                    <a:pt x="72550" y="162406"/>
                  </a:lnTo>
                  <a:lnTo>
                    <a:pt x="73424" y="161479"/>
                  </a:lnTo>
                  <a:lnTo>
                    <a:pt x="74298" y="160552"/>
                  </a:lnTo>
                  <a:lnTo>
                    <a:pt x="75172" y="159624"/>
                  </a:lnTo>
                  <a:lnTo>
                    <a:pt x="76045" y="158696"/>
                  </a:lnTo>
                  <a:lnTo>
                    <a:pt x="76917" y="157767"/>
                  </a:lnTo>
                  <a:lnTo>
                    <a:pt x="77789" y="156838"/>
                  </a:lnTo>
                  <a:lnTo>
                    <a:pt x="78660" y="155908"/>
                  </a:lnTo>
                  <a:lnTo>
                    <a:pt x="79531" y="154978"/>
                  </a:lnTo>
                  <a:lnTo>
                    <a:pt x="80402" y="154047"/>
                  </a:lnTo>
                  <a:lnTo>
                    <a:pt x="81271" y="153116"/>
                  </a:lnTo>
                  <a:lnTo>
                    <a:pt x="82141" y="152184"/>
                  </a:lnTo>
                  <a:lnTo>
                    <a:pt x="83009" y="151252"/>
                  </a:lnTo>
                  <a:lnTo>
                    <a:pt x="83878" y="150319"/>
                  </a:lnTo>
                  <a:lnTo>
                    <a:pt x="84745" y="149386"/>
                  </a:lnTo>
                  <a:lnTo>
                    <a:pt x="85612" y="148452"/>
                  </a:lnTo>
                  <a:lnTo>
                    <a:pt x="86479" y="147518"/>
                  </a:lnTo>
                  <a:lnTo>
                    <a:pt x="87345" y="146583"/>
                  </a:lnTo>
                  <a:lnTo>
                    <a:pt x="88211" y="145648"/>
                  </a:lnTo>
                  <a:lnTo>
                    <a:pt x="89076" y="144713"/>
                  </a:lnTo>
                  <a:lnTo>
                    <a:pt x="89940" y="143776"/>
                  </a:lnTo>
                  <a:lnTo>
                    <a:pt x="90804" y="142840"/>
                  </a:lnTo>
                  <a:lnTo>
                    <a:pt x="91667" y="141903"/>
                  </a:lnTo>
                  <a:lnTo>
                    <a:pt x="92530" y="140965"/>
                  </a:lnTo>
                  <a:lnTo>
                    <a:pt x="93393" y="140027"/>
                  </a:lnTo>
                  <a:lnTo>
                    <a:pt x="94255" y="139088"/>
                  </a:lnTo>
                  <a:lnTo>
                    <a:pt x="95116" y="138149"/>
                  </a:lnTo>
                  <a:lnTo>
                    <a:pt x="95977" y="137210"/>
                  </a:lnTo>
                  <a:lnTo>
                    <a:pt x="96837" y="136270"/>
                  </a:lnTo>
                  <a:lnTo>
                    <a:pt x="97697" y="135329"/>
                  </a:lnTo>
                  <a:lnTo>
                    <a:pt x="98556" y="134388"/>
                  </a:lnTo>
                  <a:lnTo>
                    <a:pt x="99414" y="133446"/>
                  </a:lnTo>
                  <a:lnTo>
                    <a:pt x="100273" y="132504"/>
                  </a:lnTo>
                  <a:lnTo>
                    <a:pt x="101130" y="131562"/>
                  </a:lnTo>
                  <a:lnTo>
                    <a:pt x="101987" y="130619"/>
                  </a:lnTo>
                  <a:lnTo>
                    <a:pt x="102844" y="129676"/>
                  </a:lnTo>
                  <a:lnTo>
                    <a:pt x="103700" y="128732"/>
                  </a:lnTo>
                  <a:lnTo>
                    <a:pt x="104555" y="127787"/>
                  </a:lnTo>
                  <a:lnTo>
                    <a:pt x="105410" y="126842"/>
                  </a:lnTo>
                  <a:lnTo>
                    <a:pt x="106264" y="125897"/>
                  </a:lnTo>
                  <a:lnTo>
                    <a:pt x="107118" y="124951"/>
                  </a:lnTo>
                  <a:lnTo>
                    <a:pt x="107972" y="124005"/>
                  </a:lnTo>
                  <a:lnTo>
                    <a:pt x="108824" y="123058"/>
                  </a:lnTo>
                  <a:lnTo>
                    <a:pt x="109677" y="122110"/>
                  </a:lnTo>
                  <a:lnTo>
                    <a:pt x="110528" y="121163"/>
                  </a:lnTo>
                  <a:lnTo>
                    <a:pt x="111379" y="120214"/>
                  </a:lnTo>
                  <a:lnTo>
                    <a:pt x="112230" y="119266"/>
                  </a:lnTo>
                  <a:lnTo>
                    <a:pt x="113080" y="118316"/>
                  </a:lnTo>
                  <a:lnTo>
                    <a:pt x="113930" y="117367"/>
                  </a:lnTo>
                  <a:lnTo>
                    <a:pt x="114779" y="116416"/>
                  </a:lnTo>
                  <a:lnTo>
                    <a:pt x="115627" y="115466"/>
                  </a:lnTo>
                  <a:lnTo>
                    <a:pt x="116475" y="114515"/>
                  </a:lnTo>
                  <a:lnTo>
                    <a:pt x="117323" y="113563"/>
                  </a:lnTo>
                  <a:lnTo>
                    <a:pt x="118169" y="112611"/>
                  </a:lnTo>
                  <a:lnTo>
                    <a:pt x="119016" y="111658"/>
                  </a:lnTo>
                  <a:lnTo>
                    <a:pt x="119862" y="110705"/>
                  </a:lnTo>
                  <a:lnTo>
                    <a:pt x="120707" y="109751"/>
                  </a:lnTo>
                  <a:lnTo>
                    <a:pt x="121552" y="108797"/>
                  </a:lnTo>
                  <a:lnTo>
                    <a:pt x="122396" y="107843"/>
                  </a:lnTo>
                  <a:lnTo>
                    <a:pt x="123239" y="106888"/>
                  </a:lnTo>
                  <a:lnTo>
                    <a:pt x="124082" y="105932"/>
                  </a:lnTo>
                  <a:lnTo>
                    <a:pt x="124925" y="104976"/>
                  </a:lnTo>
                  <a:lnTo>
                    <a:pt x="125767" y="104020"/>
                  </a:lnTo>
                  <a:lnTo>
                    <a:pt x="126608" y="103063"/>
                  </a:lnTo>
                  <a:lnTo>
                    <a:pt x="127449" y="102106"/>
                  </a:lnTo>
                  <a:lnTo>
                    <a:pt x="128290" y="101148"/>
                  </a:lnTo>
                  <a:lnTo>
                    <a:pt x="129130" y="100190"/>
                  </a:lnTo>
                  <a:lnTo>
                    <a:pt x="129969" y="99231"/>
                  </a:lnTo>
                  <a:lnTo>
                    <a:pt x="130808" y="98271"/>
                  </a:lnTo>
                  <a:lnTo>
                    <a:pt x="131646" y="97312"/>
                  </a:lnTo>
                  <a:lnTo>
                    <a:pt x="132484" y="96351"/>
                  </a:lnTo>
                  <a:lnTo>
                    <a:pt x="133321" y="95391"/>
                  </a:lnTo>
                  <a:lnTo>
                    <a:pt x="134157" y="94430"/>
                  </a:lnTo>
                  <a:lnTo>
                    <a:pt x="134993" y="93468"/>
                  </a:lnTo>
                  <a:lnTo>
                    <a:pt x="135829" y="92506"/>
                  </a:lnTo>
                  <a:lnTo>
                    <a:pt x="136664" y="91543"/>
                  </a:lnTo>
                  <a:lnTo>
                    <a:pt x="137498" y="90580"/>
                  </a:lnTo>
                  <a:lnTo>
                    <a:pt x="138332" y="89617"/>
                  </a:lnTo>
                  <a:lnTo>
                    <a:pt x="139165" y="88653"/>
                  </a:lnTo>
                  <a:lnTo>
                    <a:pt x="139998" y="87688"/>
                  </a:lnTo>
                  <a:lnTo>
                    <a:pt x="140830" y="86723"/>
                  </a:lnTo>
                  <a:lnTo>
                    <a:pt x="141662" y="85758"/>
                  </a:lnTo>
                  <a:lnTo>
                    <a:pt x="142493" y="84792"/>
                  </a:lnTo>
                  <a:lnTo>
                    <a:pt x="143324" y="83825"/>
                  </a:lnTo>
                  <a:lnTo>
                    <a:pt x="144154" y="82859"/>
                  </a:lnTo>
                  <a:lnTo>
                    <a:pt x="144983" y="81891"/>
                  </a:lnTo>
                  <a:lnTo>
                    <a:pt x="145812" y="80924"/>
                  </a:lnTo>
                  <a:lnTo>
                    <a:pt x="146641" y="79955"/>
                  </a:lnTo>
                  <a:lnTo>
                    <a:pt x="147468" y="78987"/>
                  </a:lnTo>
                  <a:lnTo>
                    <a:pt x="148296" y="78017"/>
                  </a:lnTo>
                  <a:lnTo>
                    <a:pt x="149123" y="77048"/>
                  </a:lnTo>
                  <a:lnTo>
                    <a:pt x="149949" y="76078"/>
                  </a:lnTo>
                  <a:lnTo>
                    <a:pt x="150774" y="75107"/>
                  </a:lnTo>
                  <a:lnTo>
                    <a:pt x="151599" y="74136"/>
                  </a:lnTo>
                  <a:lnTo>
                    <a:pt x="152424" y="73165"/>
                  </a:lnTo>
                  <a:lnTo>
                    <a:pt x="153248" y="72193"/>
                  </a:lnTo>
                  <a:lnTo>
                    <a:pt x="154071" y="71220"/>
                  </a:lnTo>
                  <a:lnTo>
                    <a:pt x="154894" y="70247"/>
                  </a:lnTo>
                  <a:lnTo>
                    <a:pt x="155717" y="69274"/>
                  </a:lnTo>
                  <a:lnTo>
                    <a:pt x="156539" y="68300"/>
                  </a:lnTo>
                  <a:lnTo>
                    <a:pt x="157360" y="67326"/>
                  </a:lnTo>
                  <a:lnTo>
                    <a:pt x="158181" y="66351"/>
                  </a:lnTo>
                  <a:lnTo>
                    <a:pt x="159001" y="65376"/>
                  </a:lnTo>
                  <a:lnTo>
                    <a:pt x="159820" y="64400"/>
                  </a:lnTo>
                  <a:lnTo>
                    <a:pt x="160639" y="63424"/>
                  </a:lnTo>
                  <a:lnTo>
                    <a:pt x="161458" y="62447"/>
                  </a:lnTo>
                  <a:lnTo>
                    <a:pt x="162276" y="61470"/>
                  </a:lnTo>
                  <a:lnTo>
                    <a:pt x="163093" y="60492"/>
                  </a:lnTo>
                  <a:lnTo>
                    <a:pt x="163910" y="59514"/>
                  </a:lnTo>
                  <a:lnTo>
                    <a:pt x="164726" y="58536"/>
                  </a:lnTo>
                  <a:lnTo>
                    <a:pt x="165542" y="57557"/>
                  </a:lnTo>
                  <a:lnTo>
                    <a:pt x="166357" y="56578"/>
                  </a:lnTo>
                  <a:lnTo>
                    <a:pt x="167172" y="55598"/>
                  </a:lnTo>
                  <a:lnTo>
                    <a:pt x="167986" y="54617"/>
                  </a:lnTo>
                  <a:lnTo>
                    <a:pt x="168799" y="53637"/>
                  </a:lnTo>
                  <a:lnTo>
                    <a:pt x="169612" y="52655"/>
                  </a:lnTo>
                  <a:lnTo>
                    <a:pt x="170425" y="51674"/>
                  </a:lnTo>
                  <a:lnTo>
                    <a:pt x="171237" y="50692"/>
                  </a:lnTo>
                  <a:lnTo>
                    <a:pt x="172048" y="49709"/>
                  </a:lnTo>
                  <a:lnTo>
                    <a:pt x="172859" y="48726"/>
                  </a:lnTo>
                  <a:lnTo>
                    <a:pt x="173669" y="47742"/>
                  </a:lnTo>
                  <a:lnTo>
                    <a:pt x="174478" y="46758"/>
                  </a:lnTo>
                  <a:lnTo>
                    <a:pt x="175287" y="45774"/>
                  </a:lnTo>
                  <a:lnTo>
                    <a:pt x="176096" y="44789"/>
                  </a:lnTo>
                  <a:lnTo>
                    <a:pt x="176904" y="43804"/>
                  </a:lnTo>
                  <a:lnTo>
                    <a:pt x="177711" y="42818"/>
                  </a:lnTo>
                  <a:lnTo>
                    <a:pt x="178518" y="41831"/>
                  </a:lnTo>
                  <a:lnTo>
                    <a:pt x="179324" y="40845"/>
                  </a:lnTo>
                  <a:lnTo>
                    <a:pt x="180130" y="39858"/>
                  </a:lnTo>
                  <a:lnTo>
                    <a:pt x="180935" y="38870"/>
                  </a:lnTo>
                  <a:lnTo>
                    <a:pt x="181740" y="37882"/>
                  </a:lnTo>
                  <a:lnTo>
                    <a:pt x="182544" y="36893"/>
                  </a:lnTo>
                  <a:lnTo>
                    <a:pt x="183347" y="35904"/>
                  </a:lnTo>
                  <a:lnTo>
                    <a:pt x="184150" y="34915"/>
                  </a:lnTo>
                  <a:lnTo>
                    <a:pt x="184953" y="33925"/>
                  </a:lnTo>
                  <a:lnTo>
                    <a:pt x="185755" y="32934"/>
                  </a:lnTo>
                  <a:lnTo>
                    <a:pt x="186556" y="31944"/>
                  </a:lnTo>
                  <a:lnTo>
                    <a:pt x="187356" y="30952"/>
                  </a:lnTo>
                  <a:lnTo>
                    <a:pt x="188157" y="29961"/>
                  </a:lnTo>
                  <a:lnTo>
                    <a:pt x="188956" y="28968"/>
                  </a:lnTo>
                  <a:lnTo>
                    <a:pt x="189755" y="27976"/>
                  </a:lnTo>
                  <a:lnTo>
                    <a:pt x="190554" y="26983"/>
                  </a:lnTo>
                  <a:lnTo>
                    <a:pt x="191351" y="25989"/>
                  </a:lnTo>
                  <a:lnTo>
                    <a:pt x="192149" y="24995"/>
                  </a:lnTo>
                  <a:lnTo>
                    <a:pt x="192946" y="24001"/>
                  </a:lnTo>
                  <a:lnTo>
                    <a:pt x="193742" y="23006"/>
                  </a:lnTo>
                  <a:lnTo>
                    <a:pt x="194537" y="22010"/>
                  </a:lnTo>
                  <a:lnTo>
                    <a:pt x="195332" y="21015"/>
                  </a:lnTo>
                  <a:lnTo>
                    <a:pt x="196127" y="20018"/>
                  </a:lnTo>
                  <a:lnTo>
                    <a:pt x="196921" y="19022"/>
                  </a:lnTo>
                  <a:lnTo>
                    <a:pt x="197714" y="18025"/>
                  </a:lnTo>
                  <a:lnTo>
                    <a:pt x="198507" y="17027"/>
                  </a:lnTo>
                  <a:lnTo>
                    <a:pt x="199299" y="16029"/>
                  </a:lnTo>
                  <a:lnTo>
                    <a:pt x="200091" y="15030"/>
                  </a:lnTo>
                  <a:lnTo>
                    <a:pt x="200882" y="14031"/>
                  </a:lnTo>
                  <a:lnTo>
                    <a:pt x="201673" y="13032"/>
                  </a:lnTo>
                  <a:lnTo>
                    <a:pt x="202463" y="12032"/>
                  </a:lnTo>
                  <a:lnTo>
                    <a:pt x="203252" y="11032"/>
                  </a:lnTo>
                  <a:lnTo>
                    <a:pt x="204041" y="10031"/>
                  </a:lnTo>
                  <a:lnTo>
                    <a:pt x="204829" y="9030"/>
                  </a:lnTo>
                  <a:lnTo>
                    <a:pt x="205617" y="8028"/>
                  </a:lnTo>
                  <a:lnTo>
                    <a:pt x="206404" y="7026"/>
                  </a:lnTo>
                  <a:lnTo>
                    <a:pt x="207191" y="6024"/>
                  </a:lnTo>
                  <a:lnTo>
                    <a:pt x="207977" y="5021"/>
                  </a:lnTo>
                  <a:lnTo>
                    <a:pt x="208762" y="4018"/>
                  </a:lnTo>
                  <a:lnTo>
                    <a:pt x="209547" y="3014"/>
                  </a:lnTo>
                  <a:lnTo>
                    <a:pt x="210331" y="2009"/>
                  </a:lnTo>
                  <a:lnTo>
                    <a:pt x="211115" y="1005"/>
                  </a:lnTo>
                  <a:lnTo>
                    <a:pt x="211898" y="0"/>
                  </a:lnTo>
                </a:path>
              </a:pathLst>
            </a:custGeom>
            <a:ln w="22859" cap="rnd">
              <a:solidFill>
                <a:srgbClr val="9CCAE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91439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4966806" y="5378147"/>
              <a:ext cx="187742" cy="97280"/>
            </a:xfrm>
            <a:custGeom>
              <a:avLst/>
              <a:pathLst>
                <a:path w="187742" h="97280">
                  <a:moveTo>
                    <a:pt x="0" y="0"/>
                  </a:moveTo>
                  <a:lnTo>
                    <a:pt x="735" y="425"/>
                  </a:lnTo>
                  <a:lnTo>
                    <a:pt x="1470" y="851"/>
                  </a:lnTo>
                  <a:lnTo>
                    <a:pt x="2205" y="1276"/>
                  </a:lnTo>
                  <a:lnTo>
                    <a:pt x="2941" y="1700"/>
                  </a:lnTo>
                  <a:lnTo>
                    <a:pt x="3677" y="2125"/>
                  </a:lnTo>
                  <a:lnTo>
                    <a:pt x="4413" y="2549"/>
                  </a:lnTo>
                  <a:lnTo>
                    <a:pt x="5149" y="2973"/>
                  </a:lnTo>
                  <a:lnTo>
                    <a:pt x="5885" y="3397"/>
                  </a:lnTo>
                  <a:lnTo>
                    <a:pt x="6622" y="3820"/>
                  </a:lnTo>
                  <a:lnTo>
                    <a:pt x="7358" y="4244"/>
                  </a:lnTo>
                  <a:lnTo>
                    <a:pt x="8095" y="4667"/>
                  </a:lnTo>
                  <a:lnTo>
                    <a:pt x="8832" y="5089"/>
                  </a:lnTo>
                  <a:lnTo>
                    <a:pt x="9569" y="5511"/>
                  </a:lnTo>
                  <a:lnTo>
                    <a:pt x="10306" y="5933"/>
                  </a:lnTo>
                  <a:lnTo>
                    <a:pt x="11044" y="6355"/>
                  </a:lnTo>
                  <a:lnTo>
                    <a:pt x="11781" y="6777"/>
                  </a:lnTo>
                  <a:lnTo>
                    <a:pt x="12519" y="7198"/>
                  </a:lnTo>
                  <a:lnTo>
                    <a:pt x="13257" y="7619"/>
                  </a:lnTo>
                  <a:lnTo>
                    <a:pt x="13995" y="8040"/>
                  </a:lnTo>
                  <a:lnTo>
                    <a:pt x="14733" y="8460"/>
                  </a:lnTo>
                  <a:lnTo>
                    <a:pt x="15472" y="8880"/>
                  </a:lnTo>
                  <a:lnTo>
                    <a:pt x="16210" y="9300"/>
                  </a:lnTo>
                  <a:lnTo>
                    <a:pt x="16949" y="9719"/>
                  </a:lnTo>
                  <a:lnTo>
                    <a:pt x="17688" y="10139"/>
                  </a:lnTo>
                  <a:lnTo>
                    <a:pt x="18427" y="10558"/>
                  </a:lnTo>
                  <a:lnTo>
                    <a:pt x="19166" y="10976"/>
                  </a:lnTo>
                  <a:lnTo>
                    <a:pt x="19905" y="11395"/>
                  </a:lnTo>
                  <a:lnTo>
                    <a:pt x="20645" y="11813"/>
                  </a:lnTo>
                  <a:lnTo>
                    <a:pt x="21384" y="12231"/>
                  </a:lnTo>
                  <a:lnTo>
                    <a:pt x="22124" y="12648"/>
                  </a:lnTo>
                  <a:lnTo>
                    <a:pt x="22864" y="13066"/>
                  </a:lnTo>
                  <a:lnTo>
                    <a:pt x="23604" y="13483"/>
                  </a:lnTo>
                  <a:lnTo>
                    <a:pt x="24344" y="13900"/>
                  </a:lnTo>
                  <a:lnTo>
                    <a:pt x="25085" y="14316"/>
                  </a:lnTo>
                  <a:lnTo>
                    <a:pt x="25825" y="14732"/>
                  </a:lnTo>
                  <a:lnTo>
                    <a:pt x="26566" y="15148"/>
                  </a:lnTo>
                  <a:lnTo>
                    <a:pt x="27307" y="15564"/>
                  </a:lnTo>
                  <a:lnTo>
                    <a:pt x="28048" y="15979"/>
                  </a:lnTo>
                  <a:lnTo>
                    <a:pt x="28789" y="16394"/>
                  </a:lnTo>
                  <a:lnTo>
                    <a:pt x="29530" y="16809"/>
                  </a:lnTo>
                  <a:lnTo>
                    <a:pt x="30272" y="17224"/>
                  </a:lnTo>
                  <a:lnTo>
                    <a:pt x="31014" y="17638"/>
                  </a:lnTo>
                  <a:lnTo>
                    <a:pt x="31755" y="18052"/>
                  </a:lnTo>
                  <a:lnTo>
                    <a:pt x="32497" y="18465"/>
                  </a:lnTo>
                  <a:lnTo>
                    <a:pt x="33240" y="18879"/>
                  </a:lnTo>
                  <a:lnTo>
                    <a:pt x="33982" y="19292"/>
                  </a:lnTo>
                  <a:lnTo>
                    <a:pt x="34724" y="19705"/>
                  </a:lnTo>
                  <a:lnTo>
                    <a:pt x="35467" y="20117"/>
                  </a:lnTo>
                  <a:lnTo>
                    <a:pt x="36210" y="20530"/>
                  </a:lnTo>
                  <a:lnTo>
                    <a:pt x="36953" y="20942"/>
                  </a:lnTo>
                  <a:lnTo>
                    <a:pt x="37696" y="21353"/>
                  </a:lnTo>
                  <a:lnTo>
                    <a:pt x="38439" y="21765"/>
                  </a:lnTo>
                  <a:lnTo>
                    <a:pt x="39182" y="22176"/>
                  </a:lnTo>
                  <a:lnTo>
                    <a:pt x="39926" y="22587"/>
                  </a:lnTo>
                  <a:lnTo>
                    <a:pt x="40669" y="22998"/>
                  </a:lnTo>
                  <a:lnTo>
                    <a:pt x="41413" y="23408"/>
                  </a:lnTo>
                  <a:lnTo>
                    <a:pt x="42157" y="23818"/>
                  </a:lnTo>
                  <a:lnTo>
                    <a:pt x="42901" y="24228"/>
                  </a:lnTo>
                  <a:lnTo>
                    <a:pt x="43646" y="24637"/>
                  </a:lnTo>
                  <a:lnTo>
                    <a:pt x="44390" y="25046"/>
                  </a:lnTo>
                  <a:lnTo>
                    <a:pt x="45135" y="25455"/>
                  </a:lnTo>
                  <a:lnTo>
                    <a:pt x="45879" y="25864"/>
                  </a:lnTo>
                  <a:lnTo>
                    <a:pt x="46624" y="26272"/>
                  </a:lnTo>
                  <a:lnTo>
                    <a:pt x="47369" y="26680"/>
                  </a:lnTo>
                  <a:lnTo>
                    <a:pt x="48115" y="27088"/>
                  </a:lnTo>
                  <a:lnTo>
                    <a:pt x="48860" y="27496"/>
                  </a:lnTo>
                  <a:lnTo>
                    <a:pt x="49606" y="27903"/>
                  </a:lnTo>
                  <a:lnTo>
                    <a:pt x="50351" y="28310"/>
                  </a:lnTo>
                  <a:lnTo>
                    <a:pt x="51097" y="28716"/>
                  </a:lnTo>
                  <a:lnTo>
                    <a:pt x="51843" y="29123"/>
                  </a:lnTo>
                  <a:lnTo>
                    <a:pt x="52589" y="29529"/>
                  </a:lnTo>
                  <a:lnTo>
                    <a:pt x="53336" y="29935"/>
                  </a:lnTo>
                  <a:lnTo>
                    <a:pt x="54082" y="30340"/>
                  </a:lnTo>
                  <a:lnTo>
                    <a:pt x="54829" y="30746"/>
                  </a:lnTo>
                  <a:lnTo>
                    <a:pt x="55575" y="31151"/>
                  </a:lnTo>
                  <a:lnTo>
                    <a:pt x="56322" y="31555"/>
                  </a:lnTo>
                  <a:lnTo>
                    <a:pt x="57069" y="31960"/>
                  </a:lnTo>
                  <a:lnTo>
                    <a:pt x="57817" y="32364"/>
                  </a:lnTo>
                  <a:lnTo>
                    <a:pt x="58564" y="32768"/>
                  </a:lnTo>
                  <a:lnTo>
                    <a:pt x="59312" y="33171"/>
                  </a:lnTo>
                  <a:lnTo>
                    <a:pt x="60059" y="33575"/>
                  </a:lnTo>
                  <a:lnTo>
                    <a:pt x="60807" y="33978"/>
                  </a:lnTo>
                  <a:lnTo>
                    <a:pt x="61555" y="34380"/>
                  </a:lnTo>
                  <a:lnTo>
                    <a:pt x="62303" y="34783"/>
                  </a:lnTo>
                  <a:lnTo>
                    <a:pt x="63051" y="35185"/>
                  </a:lnTo>
                  <a:lnTo>
                    <a:pt x="63800" y="35587"/>
                  </a:lnTo>
                  <a:lnTo>
                    <a:pt x="64548" y="35988"/>
                  </a:lnTo>
                  <a:lnTo>
                    <a:pt x="65297" y="36390"/>
                  </a:lnTo>
                  <a:lnTo>
                    <a:pt x="66046" y="36791"/>
                  </a:lnTo>
                  <a:lnTo>
                    <a:pt x="66795" y="37191"/>
                  </a:lnTo>
                  <a:lnTo>
                    <a:pt x="67544" y="37592"/>
                  </a:lnTo>
                  <a:lnTo>
                    <a:pt x="68294" y="37992"/>
                  </a:lnTo>
                  <a:lnTo>
                    <a:pt x="69043" y="38392"/>
                  </a:lnTo>
                  <a:lnTo>
                    <a:pt x="69793" y="38792"/>
                  </a:lnTo>
                  <a:lnTo>
                    <a:pt x="70543" y="39191"/>
                  </a:lnTo>
                  <a:lnTo>
                    <a:pt x="71293" y="39590"/>
                  </a:lnTo>
                  <a:lnTo>
                    <a:pt x="72043" y="39989"/>
                  </a:lnTo>
                  <a:lnTo>
                    <a:pt x="72793" y="40387"/>
                  </a:lnTo>
                  <a:lnTo>
                    <a:pt x="73543" y="40785"/>
                  </a:lnTo>
                  <a:lnTo>
                    <a:pt x="74294" y="41183"/>
                  </a:lnTo>
                  <a:lnTo>
                    <a:pt x="75045" y="41581"/>
                  </a:lnTo>
                  <a:lnTo>
                    <a:pt x="75795" y="41978"/>
                  </a:lnTo>
                  <a:lnTo>
                    <a:pt x="76546" y="42375"/>
                  </a:lnTo>
                  <a:lnTo>
                    <a:pt x="77297" y="42772"/>
                  </a:lnTo>
                  <a:lnTo>
                    <a:pt x="78049" y="43169"/>
                  </a:lnTo>
                  <a:lnTo>
                    <a:pt x="78800" y="43565"/>
                  </a:lnTo>
                  <a:lnTo>
                    <a:pt x="79552" y="43961"/>
                  </a:lnTo>
                  <a:lnTo>
                    <a:pt x="80304" y="44357"/>
                  </a:lnTo>
                  <a:lnTo>
                    <a:pt x="81055" y="44752"/>
                  </a:lnTo>
                  <a:lnTo>
                    <a:pt x="81808" y="45147"/>
                  </a:lnTo>
                  <a:lnTo>
                    <a:pt x="82560" y="45542"/>
                  </a:lnTo>
                  <a:lnTo>
                    <a:pt x="83312" y="45936"/>
                  </a:lnTo>
                  <a:lnTo>
                    <a:pt x="84065" y="46331"/>
                  </a:lnTo>
                  <a:lnTo>
                    <a:pt x="84817" y="46725"/>
                  </a:lnTo>
                  <a:lnTo>
                    <a:pt x="85570" y="47118"/>
                  </a:lnTo>
                  <a:lnTo>
                    <a:pt x="86323" y="47512"/>
                  </a:lnTo>
                  <a:lnTo>
                    <a:pt x="87076" y="47905"/>
                  </a:lnTo>
                  <a:lnTo>
                    <a:pt x="87829" y="48298"/>
                  </a:lnTo>
                  <a:lnTo>
                    <a:pt x="88583" y="48690"/>
                  </a:lnTo>
                  <a:lnTo>
                    <a:pt x="89336" y="49082"/>
                  </a:lnTo>
                  <a:lnTo>
                    <a:pt x="90090" y="49474"/>
                  </a:lnTo>
                  <a:lnTo>
                    <a:pt x="90844" y="49866"/>
                  </a:lnTo>
                  <a:lnTo>
                    <a:pt x="91598" y="50257"/>
                  </a:lnTo>
                  <a:lnTo>
                    <a:pt x="92352" y="50648"/>
                  </a:lnTo>
                  <a:lnTo>
                    <a:pt x="93106" y="51039"/>
                  </a:lnTo>
                  <a:lnTo>
                    <a:pt x="93860" y="51430"/>
                  </a:lnTo>
                  <a:lnTo>
                    <a:pt x="94615" y="51820"/>
                  </a:lnTo>
                  <a:lnTo>
                    <a:pt x="95370" y="52210"/>
                  </a:lnTo>
                  <a:lnTo>
                    <a:pt x="96124" y="52600"/>
                  </a:lnTo>
                  <a:lnTo>
                    <a:pt x="96879" y="52989"/>
                  </a:lnTo>
                  <a:lnTo>
                    <a:pt x="97635" y="53378"/>
                  </a:lnTo>
                  <a:lnTo>
                    <a:pt x="98390" y="53767"/>
                  </a:lnTo>
                  <a:lnTo>
                    <a:pt x="99145" y="54156"/>
                  </a:lnTo>
                  <a:lnTo>
                    <a:pt x="99901" y="54544"/>
                  </a:lnTo>
                  <a:lnTo>
                    <a:pt x="100657" y="54932"/>
                  </a:lnTo>
                  <a:lnTo>
                    <a:pt x="101413" y="55320"/>
                  </a:lnTo>
                  <a:lnTo>
                    <a:pt x="102169" y="55707"/>
                  </a:lnTo>
                  <a:lnTo>
                    <a:pt x="102925" y="56094"/>
                  </a:lnTo>
                  <a:lnTo>
                    <a:pt x="103681" y="56481"/>
                  </a:lnTo>
                  <a:lnTo>
                    <a:pt x="104438" y="56868"/>
                  </a:lnTo>
                  <a:lnTo>
                    <a:pt x="105194" y="57254"/>
                  </a:lnTo>
                  <a:lnTo>
                    <a:pt x="105951" y="57640"/>
                  </a:lnTo>
                  <a:lnTo>
                    <a:pt x="106708" y="58026"/>
                  </a:lnTo>
                  <a:lnTo>
                    <a:pt x="107465" y="58411"/>
                  </a:lnTo>
                  <a:lnTo>
                    <a:pt x="108222" y="58796"/>
                  </a:lnTo>
                  <a:lnTo>
                    <a:pt x="108979" y="59181"/>
                  </a:lnTo>
                  <a:lnTo>
                    <a:pt x="109737" y="59565"/>
                  </a:lnTo>
                  <a:lnTo>
                    <a:pt x="110494" y="59950"/>
                  </a:lnTo>
                  <a:lnTo>
                    <a:pt x="111252" y="60334"/>
                  </a:lnTo>
                  <a:lnTo>
                    <a:pt x="112010" y="60717"/>
                  </a:lnTo>
                  <a:lnTo>
                    <a:pt x="112768" y="61101"/>
                  </a:lnTo>
                  <a:lnTo>
                    <a:pt x="113526" y="61484"/>
                  </a:lnTo>
                  <a:lnTo>
                    <a:pt x="114285" y="61867"/>
                  </a:lnTo>
                  <a:lnTo>
                    <a:pt x="115043" y="62249"/>
                  </a:lnTo>
                  <a:lnTo>
                    <a:pt x="115802" y="62632"/>
                  </a:lnTo>
                  <a:lnTo>
                    <a:pt x="116561" y="63014"/>
                  </a:lnTo>
                  <a:lnTo>
                    <a:pt x="117320" y="63395"/>
                  </a:lnTo>
                  <a:lnTo>
                    <a:pt x="118079" y="63777"/>
                  </a:lnTo>
                  <a:lnTo>
                    <a:pt x="118838" y="64158"/>
                  </a:lnTo>
                  <a:lnTo>
                    <a:pt x="119597" y="64539"/>
                  </a:lnTo>
                  <a:lnTo>
                    <a:pt x="120357" y="64919"/>
                  </a:lnTo>
                  <a:lnTo>
                    <a:pt x="121116" y="65299"/>
                  </a:lnTo>
                  <a:lnTo>
                    <a:pt x="121876" y="65679"/>
                  </a:lnTo>
                  <a:lnTo>
                    <a:pt x="122636" y="66059"/>
                  </a:lnTo>
                  <a:lnTo>
                    <a:pt x="123396" y="66439"/>
                  </a:lnTo>
                  <a:lnTo>
                    <a:pt x="124156" y="66818"/>
                  </a:lnTo>
                  <a:lnTo>
                    <a:pt x="124917" y="67197"/>
                  </a:lnTo>
                  <a:lnTo>
                    <a:pt x="125677" y="67575"/>
                  </a:lnTo>
                  <a:lnTo>
                    <a:pt x="126438" y="67953"/>
                  </a:lnTo>
                  <a:lnTo>
                    <a:pt x="127199" y="68331"/>
                  </a:lnTo>
                  <a:lnTo>
                    <a:pt x="127960" y="68709"/>
                  </a:lnTo>
                  <a:lnTo>
                    <a:pt x="128721" y="69086"/>
                  </a:lnTo>
                  <a:lnTo>
                    <a:pt x="129482" y="69463"/>
                  </a:lnTo>
                  <a:lnTo>
                    <a:pt x="130243" y="69840"/>
                  </a:lnTo>
                  <a:lnTo>
                    <a:pt x="131005" y="70217"/>
                  </a:lnTo>
                  <a:lnTo>
                    <a:pt x="131766" y="70593"/>
                  </a:lnTo>
                  <a:lnTo>
                    <a:pt x="132528" y="70969"/>
                  </a:lnTo>
                  <a:lnTo>
                    <a:pt x="133290" y="71345"/>
                  </a:lnTo>
                  <a:lnTo>
                    <a:pt x="134052" y="71720"/>
                  </a:lnTo>
                  <a:lnTo>
                    <a:pt x="134814" y="72095"/>
                  </a:lnTo>
                  <a:lnTo>
                    <a:pt x="135577" y="72470"/>
                  </a:lnTo>
                  <a:lnTo>
                    <a:pt x="136339" y="72845"/>
                  </a:lnTo>
                  <a:lnTo>
                    <a:pt x="137102" y="73219"/>
                  </a:lnTo>
                  <a:lnTo>
                    <a:pt x="137865" y="73593"/>
                  </a:lnTo>
                  <a:lnTo>
                    <a:pt x="138628" y="73966"/>
                  </a:lnTo>
                  <a:lnTo>
                    <a:pt x="139391" y="74340"/>
                  </a:lnTo>
                  <a:lnTo>
                    <a:pt x="140154" y="74713"/>
                  </a:lnTo>
                  <a:lnTo>
                    <a:pt x="140917" y="75086"/>
                  </a:lnTo>
                  <a:lnTo>
                    <a:pt x="141681" y="75458"/>
                  </a:lnTo>
                  <a:lnTo>
                    <a:pt x="142444" y="75830"/>
                  </a:lnTo>
                  <a:lnTo>
                    <a:pt x="143208" y="76202"/>
                  </a:lnTo>
                  <a:lnTo>
                    <a:pt x="143972" y="76574"/>
                  </a:lnTo>
                  <a:lnTo>
                    <a:pt x="144736" y="76945"/>
                  </a:lnTo>
                  <a:lnTo>
                    <a:pt x="145500" y="77316"/>
                  </a:lnTo>
                  <a:lnTo>
                    <a:pt x="146264" y="77687"/>
                  </a:lnTo>
                  <a:lnTo>
                    <a:pt x="147029" y="78058"/>
                  </a:lnTo>
                  <a:lnTo>
                    <a:pt x="147793" y="78428"/>
                  </a:lnTo>
                  <a:lnTo>
                    <a:pt x="148558" y="78798"/>
                  </a:lnTo>
                  <a:lnTo>
                    <a:pt x="149323" y="79167"/>
                  </a:lnTo>
                  <a:lnTo>
                    <a:pt x="150088" y="79537"/>
                  </a:lnTo>
                  <a:lnTo>
                    <a:pt x="150853" y="79906"/>
                  </a:lnTo>
                  <a:lnTo>
                    <a:pt x="151619" y="80275"/>
                  </a:lnTo>
                  <a:lnTo>
                    <a:pt x="152384" y="80643"/>
                  </a:lnTo>
                  <a:lnTo>
                    <a:pt x="153150" y="81011"/>
                  </a:lnTo>
                  <a:lnTo>
                    <a:pt x="153915" y="81379"/>
                  </a:lnTo>
                  <a:lnTo>
                    <a:pt x="154681" y="81747"/>
                  </a:lnTo>
                  <a:lnTo>
                    <a:pt x="155447" y="82114"/>
                  </a:lnTo>
                  <a:lnTo>
                    <a:pt x="156213" y="82481"/>
                  </a:lnTo>
                  <a:lnTo>
                    <a:pt x="156979" y="82848"/>
                  </a:lnTo>
                  <a:lnTo>
                    <a:pt x="157746" y="83214"/>
                  </a:lnTo>
                  <a:lnTo>
                    <a:pt x="158512" y="83580"/>
                  </a:lnTo>
                  <a:lnTo>
                    <a:pt x="159279" y="83946"/>
                  </a:lnTo>
                  <a:lnTo>
                    <a:pt x="160046" y="84312"/>
                  </a:lnTo>
                  <a:lnTo>
                    <a:pt x="160813" y="84677"/>
                  </a:lnTo>
                  <a:lnTo>
                    <a:pt x="161580" y="85042"/>
                  </a:lnTo>
                  <a:lnTo>
                    <a:pt x="162347" y="85407"/>
                  </a:lnTo>
                  <a:lnTo>
                    <a:pt x="163115" y="85771"/>
                  </a:lnTo>
                  <a:lnTo>
                    <a:pt x="163882" y="86136"/>
                  </a:lnTo>
                  <a:lnTo>
                    <a:pt x="164650" y="86499"/>
                  </a:lnTo>
                  <a:lnTo>
                    <a:pt x="165418" y="86863"/>
                  </a:lnTo>
                  <a:lnTo>
                    <a:pt x="166185" y="87226"/>
                  </a:lnTo>
                  <a:lnTo>
                    <a:pt x="166953" y="87589"/>
                  </a:lnTo>
                  <a:lnTo>
                    <a:pt x="167722" y="87952"/>
                  </a:lnTo>
                  <a:lnTo>
                    <a:pt x="168490" y="88314"/>
                  </a:lnTo>
                  <a:lnTo>
                    <a:pt x="169258" y="88676"/>
                  </a:lnTo>
                  <a:lnTo>
                    <a:pt x="170027" y="89038"/>
                  </a:lnTo>
                  <a:lnTo>
                    <a:pt x="170796" y="89400"/>
                  </a:lnTo>
                  <a:lnTo>
                    <a:pt x="171565" y="89761"/>
                  </a:lnTo>
                  <a:lnTo>
                    <a:pt x="172334" y="90122"/>
                  </a:lnTo>
                  <a:lnTo>
                    <a:pt x="173103" y="90483"/>
                  </a:lnTo>
                  <a:lnTo>
                    <a:pt x="173872" y="90843"/>
                  </a:lnTo>
                  <a:lnTo>
                    <a:pt x="174642" y="91203"/>
                  </a:lnTo>
                  <a:lnTo>
                    <a:pt x="175411" y="91563"/>
                  </a:lnTo>
                  <a:lnTo>
                    <a:pt x="176181" y="91922"/>
                  </a:lnTo>
                  <a:lnTo>
                    <a:pt x="176951" y="92282"/>
                  </a:lnTo>
                  <a:lnTo>
                    <a:pt x="177721" y="92640"/>
                  </a:lnTo>
                  <a:lnTo>
                    <a:pt x="178491" y="92999"/>
                  </a:lnTo>
                  <a:lnTo>
                    <a:pt x="179261" y="93357"/>
                  </a:lnTo>
                  <a:lnTo>
                    <a:pt x="180031" y="93715"/>
                  </a:lnTo>
                  <a:lnTo>
                    <a:pt x="180802" y="94073"/>
                  </a:lnTo>
                  <a:lnTo>
                    <a:pt x="181572" y="94431"/>
                  </a:lnTo>
                  <a:lnTo>
                    <a:pt x="182343" y="94788"/>
                  </a:lnTo>
                  <a:lnTo>
                    <a:pt x="183114" y="95145"/>
                  </a:lnTo>
                  <a:lnTo>
                    <a:pt x="183885" y="95501"/>
                  </a:lnTo>
                  <a:lnTo>
                    <a:pt x="184656" y="95858"/>
                  </a:lnTo>
                  <a:lnTo>
                    <a:pt x="185428" y="96214"/>
                  </a:lnTo>
                  <a:lnTo>
                    <a:pt x="186199" y="96569"/>
                  </a:lnTo>
                  <a:lnTo>
                    <a:pt x="186971" y="96925"/>
                  </a:lnTo>
                  <a:lnTo>
                    <a:pt x="187742" y="97280"/>
                  </a:lnTo>
                </a:path>
              </a:pathLst>
            </a:custGeom>
            <a:ln w="22859" cap="rnd">
              <a:solidFill>
                <a:srgbClr val="FFBF5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91439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7896471" y="4632068"/>
              <a:ext cx="103722" cy="150320"/>
            </a:xfrm>
            <a:custGeom>
              <a:avLst/>
              <a:pathLst>
                <a:path w="103722" h="150320">
                  <a:moveTo>
                    <a:pt x="0" y="150320"/>
                  </a:moveTo>
                  <a:lnTo>
                    <a:pt x="440" y="149734"/>
                  </a:lnTo>
                  <a:lnTo>
                    <a:pt x="881" y="149147"/>
                  </a:lnTo>
                  <a:lnTo>
                    <a:pt x="1321" y="148560"/>
                  </a:lnTo>
                  <a:lnTo>
                    <a:pt x="1761" y="147973"/>
                  </a:lnTo>
                  <a:lnTo>
                    <a:pt x="2201" y="147386"/>
                  </a:lnTo>
                  <a:lnTo>
                    <a:pt x="2641" y="146799"/>
                  </a:lnTo>
                  <a:lnTo>
                    <a:pt x="3080" y="146211"/>
                  </a:lnTo>
                  <a:lnTo>
                    <a:pt x="3520" y="145624"/>
                  </a:lnTo>
                  <a:lnTo>
                    <a:pt x="3959" y="145036"/>
                  </a:lnTo>
                  <a:lnTo>
                    <a:pt x="4398" y="144448"/>
                  </a:lnTo>
                  <a:lnTo>
                    <a:pt x="4837" y="143860"/>
                  </a:lnTo>
                  <a:lnTo>
                    <a:pt x="5275" y="143272"/>
                  </a:lnTo>
                  <a:lnTo>
                    <a:pt x="5714" y="142684"/>
                  </a:lnTo>
                  <a:lnTo>
                    <a:pt x="6152" y="142095"/>
                  </a:lnTo>
                  <a:lnTo>
                    <a:pt x="6590" y="141507"/>
                  </a:lnTo>
                  <a:lnTo>
                    <a:pt x="7028" y="140918"/>
                  </a:lnTo>
                  <a:lnTo>
                    <a:pt x="7466" y="140329"/>
                  </a:lnTo>
                  <a:lnTo>
                    <a:pt x="7903" y="139740"/>
                  </a:lnTo>
                  <a:lnTo>
                    <a:pt x="8340" y="139151"/>
                  </a:lnTo>
                  <a:lnTo>
                    <a:pt x="8777" y="138562"/>
                  </a:lnTo>
                  <a:lnTo>
                    <a:pt x="9214" y="137973"/>
                  </a:lnTo>
                  <a:lnTo>
                    <a:pt x="9651" y="137383"/>
                  </a:lnTo>
                  <a:lnTo>
                    <a:pt x="10087" y="136793"/>
                  </a:lnTo>
                  <a:lnTo>
                    <a:pt x="10524" y="136203"/>
                  </a:lnTo>
                  <a:lnTo>
                    <a:pt x="10960" y="135614"/>
                  </a:lnTo>
                  <a:lnTo>
                    <a:pt x="11396" y="135023"/>
                  </a:lnTo>
                  <a:lnTo>
                    <a:pt x="11832" y="134433"/>
                  </a:lnTo>
                  <a:lnTo>
                    <a:pt x="12267" y="133843"/>
                  </a:lnTo>
                  <a:lnTo>
                    <a:pt x="12702" y="133252"/>
                  </a:lnTo>
                  <a:lnTo>
                    <a:pt x="13138" y="132662"/>
                  </a:lnTo>
                  <a:lnTo>
                    <a:pt x="13573" y="132071"/>
                  </a:lnTo>
                  <a:lnTo>
                    <a:pt x="14007" y="131480"/>
                  </a:lnTo>
                  <a:lnTo>
                    <a:pt x="14442" y="130889"/>
                  </a:lnTo>
                  <a:lnTo>
                    <a:pt x="14876" y="130297"/>
                  </a:lnTo>
                  <a:lnTo>
                    <a:pt x="15310" y="129706"/>
                  </a:lnTo>
                  <a:lnTo>
                    <a:pt x="15744" y="129114"/>
                  </a:lnTo>
                  <a:lnTo>
                    <a:pt x="16178" y="128523"/>
                  </a:lnTo>
                  <a:lnTo>
                    <a:pt x="16612" y="127931"/>
                  </a:lnTo>
                  <a:lnTo>
                    <a:pt x="17045" y="127339"/>
                  </a:lnTo>
                  <a:lnTo>
                    <a:pt x="17478" y="126747"/>
                  </a:lnTo>
                  <a:lnTo>
                    <a:pt x="17912" y="126155"/>
                  </a:lnTo>
                  <a:lnTo>
                    <a:pt x="18344" y="125562"/>
                  </a:lnTo>
                  <a:lnTo>
                    <a:pt x="18777" y="124970"/>
                  </a:lnTo>
                  <a:lnTo>
                    <a:pt x="19209" y="124377"/>
                  </a:lnTo>
                  <a:lnTo>
                    <a:pt x="19642" y="123784"/>
                  </a:lnTo>
                  <a:lnTo>
                    <a:pt x="20074" y="123191"/>
                  </a:lnTo>
                  <a:lnTo>
                    <a:pt x="20506" y="122598"/>
                  </a:lnTo>
                  <a:lnTo>
                    <a:pt x="20937" y="122005"/>
                  </a:lnTo>
                  <a:lnTo>
                    <a:pt x="21369" y="121412"/>
                  </a:lnTo>
                  <a:lnTo>
                    <a:pt x="21800" y="120818"/>
                  </a:lnTo>
                  <a:lnTo>
                    <a:pt x="22231" y="120225"/>
                  </a:lnTo>
                  <a:lnTo>
                    <a:pt x="22662" y="119631"/>
                  </a:lnTo>
                  <a:lnTo>
                    <a:pt x="23093" y="119037"/>
                  </a:lnTo>
                  <a:lnTo>
                    <a:pt x="23523" y="118443"/>
                  </a:lnTo>
                  <a:lnTo>
                    <a:pt x="23954" y="117849"/>
                  </a:lnTo>
                  <a:lnTo>
                    <a:pt x="24384" y="117254"/>
                  </a:lnTo>
                  <a:lnTo>
                    <a:pt x="24814" y="116660"/>
                  </a:lnTo>
                  <a:lnTo>
                    <a:pt x="25244" y="116065"/>
                  </a:lnTo>
                  <a:lnTo>
                    <a:pt x="25673" y="115470"/>
                  </a:lnTo>
                  <a:lnTo>
                    <a:pt x="26102" y="114875"/>
                  </a:lnTo>
                  <a:lnTo>
                    <a:pt x="26532" y="114280"/>
                  </a:lnTo>
                  <a:lnTo>
                    <a:pt x="26961" y="113685"/>
                  </a:lnTo>
                  <a:lnTo>
                    <a:pt x="27389" y="113090"/>
                  </a:lnTo>
                  <a:lnTo>
                    <a:pt x="27818" y="112494"/>
                  </a:lnTo>
                  <a:lnTo>
                    <a:pt x="28246" y="111899"/>
                  </a:lnTo>
                  <a:lnTo>
                    <a:pt x="28675" y="111303"/>
                  </a:lnTo>
                  <a:lnTo>
                    <a:pt x="29103" y="110707"/>
                  </a:lnTo>
                  <a:lnTo>
                    <a:pt x="29530" y="110111"/>
                  </a:lnTo>
                  <a:lnTo>
                    <a:pt x="29958" y="109515"/>
                  </a:lnTo>
                  <a:lnTo>
                    <a:pt x="30385" y="108919"/>
                  </a:lnTo>
                  <a:lnTo>
                    <a:pt x="30813" y="108322"/>
                  </a:lnTo>
                  <a:lnTo>
                    <a:pt x="31240" y="107726"/>
                  </a:lnTo>
                  <a:lnTo>
                    <a:pt x="31666" y="107129"/>
                  </a:lnTo>
                  <a:lnTo>
                    <a:pt x="32093" y="106532"/>
                  </a:lnTo>
                  <a:lnTo>
                    <a:pt x="32520" y="105935"/>
                  </a:lnTo>
                  <a:lnTo>
                    <a:pt x="32946" y="105338"/>
                  </a:lnTo>
                  <a:lnTo>
                    <a:pt x="33372" y="104741"/>
                  </a:lnTo>
                  <a:lnTo>
                    <a:pt x="33798" y="104143"/>
                  </a:lnTo>
                  <a:lnTo>
                    <a:pt x="34223" y="103546"/>
                  </a:lnTo>
                  <a:lnTo>
                    <a:pt x="34649" y="102948"/>
                  </a:lnTo>
                  <a:lnTo>
                    <a:pt x="35074" y="102350"/>
                  </a:lnTo>
                  <a:lnTo>
                    <a:pt x="35499" y="101752"/>
                  </a:lnTo>
                  <a:lnTo>
                    <a:pt x="35924" y="101154"/>
                  </a:lnTo>
                  <a:lnTo>
                    <a:pt x="36349" y="100556"/>
                  </a:lnTo>
                  <a:lnTo>
                    <a:pt x="36773" y="99957"/>
                  </a:lnTo>
                  <a:lnTo>
                    <a:pt x="37198" y="99359"/>
                  </a:lnTo>
                  <a:lnTo>
                    <a:pt x="37622" y="98760"/>
                  </a:lnTo>
                  <a:lnTo>
                    <a:pt x="38046" y="98162"/>
                  </a:lnTo>
                  <a:lnTo>
                    <a:pt x="38469" y="97563"/>
                  </a:lnTo>
                  <a:lnTo>
                    <a:pt x="38893" y="96963"/>
                  </a:lnTo>
                  <a:lnTo>
                    <a:pt x="39316" y="96364"/>
                  </a:lnTo>
                  <a:lnTo>
                    <a:pt x="39739" y="95765"/>
                  </a:lnTo>
                  <a:lnTo>
                    <a:pt x="40162" y="95165"/>
                  </a:lnTo>
                  <a:lnTo>
                    <a:pt x="40585" y="94566"/>
                  </a:lnTo>
                  <a:lnTo>
                    <a:pt x="41008" y="93966"/>
                  </a:lnTo>
                  <a:lnTo>
                    <a:pt x="41430" y="93366"/>
                  </a:lnTo>
                  <a:lnTo>
                    <a:pt x="41852" y="92766"/>
                  </a:lnTo>
                  <a:lnTo>
                    <a:pt x="42274" y="92166"/>
                  </a:lnTo>
                  <a:lnTo>
                    <a:pt x="42696" y="91566"/>
                  </a:lnTo>
                  <a:lnTo>
                    <a:pt x="43117" y="90965"/>
                  </a:lnTo>
                  <a:lnTo>
                    <a:pt x="43539" y="90365"/>
                  </a:lnTo>
                  <a:lnTo>
                    <a:pt x="43960" y="89764"/>
                  </a:lnTo>
                  <a:lnTo>
                    <a:pt x="44381" y="89163"/>
                  </a:lnTo>
                  <a:lnTo>
                    <a:pt x="44802" y="88562"/>
                  </a:lnTo>
                  <a:lnTo>
                    <a:pt x="45222" y="87961"/>
                  </a:lnTo>
                  <a:lnTo>
                    <a:pt x="45643" y="87360"/>
                  </a:lnTo>
                  <a:lnTo>
                    <a:pt x="46063" y="86758"/>
                  </a:lnTo>
                  <a:lnTo>
                    <a:pt x="46483" y="86157"/>
                  </a:lnTo>
                  <a:lnTo>
                    <a:pt x="46903" y="85555"/>
                  </a:lnTo>
                  <a:lnTo>
                    <a:pt x="47322" y="84953"/>
                  </a:lnTo>
                  <a:lnTo>
                    <a:pt x="47742" y="84351"/>
                  </a:lnTo>
                  <a:lnTo>
                    <a:pt x="48161" y="83749"/>
                  </a:lnTo>
                  <a:lnTo>
                    <a:pt x="48580" y="83147"/>
                  </a:lnTo>
                  <a:lnTo>
                    <a:pt x="48999" y="82545"/>
                  </a:lnTo>
                  <a:lnTo>
                    <a:pt x="49418" y="81942"/>
                  </a:lnTo>
                  <a:lnTo>
                    <a:pt x="49836" y="81339"/>
                  </a:lnTo>
                  <a:lnTo>
                    <a:pt x="50254" y="80737"/>
                  </a:lnTo>
                  <a:lnTo>
                    <a:pt x="50672" y="80134"/>
                  </a:lnTo>
                  <a:lnTo>
                    <a:pt x="51090" y="79531"/>
                  </a:lnTo>
                  <a:lnTo>
                    <a:pt x="51508" y="78927"/>
                  </a:lnTo>
                  <a:lnTo>
                    <a:pt x="51925" y="78324"/>
                  </a:lnTo>
                  <a:lnTo>
                    <a:pt x="52343" y="77721"/>
                  </a:lnTo>
                  <a:lnTo>
                    <a:pt x="52760" y="77117"/>
                  </a:lnTo>
                  <a:lnTo>
                    <a:pt x="53176" y="76513"/>
                  </a:lnTo>
                  <a:lnTo>
                    <a:pt x="53593" y="75909"/>
                  </a:lnTo>
                  <a:lnTo>
                    <a:pt x="54010" y="75305"/>
                  </a:lnTo>
                  <a:lnTo>
                    <a:pt x="54426" y="74701"/>
                  </a:lnTo>
                  <a:lnTo>
                    <a:pt x="54842" y="74097"/>
                  </a:lnTo>
                  <a:lnTo>
                    <a:pt x="55258" y="73493"/>
                  </a:lnTo>
                  <a:lnTo>
                    <a:pt x="55673" y="72888"/>
                  </a:lnTo>
                  <a:lnTo>
                    <a:pt x="56089" y="72283"/>
                  </a:lnTo>
                  <a:lnTo>
                    <a:pt x="56504" y="71679"/>
                  </a:lnTo>
                  <a:lnTo>
                    <a:pt x="56919" y="71074"/>
                  </a:lnTo>
                  <a:lnTo>
                    <a:pt x="57334" y="70469"/>
                  </a:lnTo>
                  <a:lnTo>
                    <a:pt x="57749" y="69863"/>
                  </a:lnTo>
                  <a:lnTo>
                    <a:pt x="58163" y="69258"/>
                  </a:lnTo>
                  <a:lnTo>
                    <a:pt x="58578" y="68653"/>
                  </a:lnTo>
                  <a:lnTo>
                    <a:pt x="58992" y="68047"/>
                  </a:lnTo>
                  <a:lnTo>
                    <a:pt x="59406" y="67441"/>
                  </a:lnTo>
                  <a:lnTo>
                    <a:pt x="59820" y="66835"/>
                  </a:lnTo>
                  <a:lnTo>
                    <a:pt x="60233" y="66229"/>
                  </a:lnTo>
                  <a:lnTo>
                    <a:pt x="60646" y="65623"/>
                  </a:lnTo>
                  <a:lnTo>
                    <a:pt x="61059" y="65017"/>
                  </a:lnTo>
                  <a:lnTo>
                    <a:pt x="61472" y="64410"/>
                  </a:lnTo>
                  <a:lnTo>
                    <a:pt x="61885" y="63804"/>
                  </a:lnTo>
                  <a:lnTo>
                    <a:pt x="62298" y="63197"/>
                  </a:lnTo>
                  <a:lnTo>
                    <a:pt x="62710" y="62590"/>
                  </a:lnTo>
                  <a:lnTo>
                    <a:pt x="63122" y="61983"/>
                  </a:lnTo>
                  <a:lnTo>
                    <a:pt x="63534" y="61376"/>
                  </a:lnTo>
                  <a:lnTo>
                    <a:pt x="63946" y="60769"/>
                  </a:lnTo>
                  <a:lnTo>
                    <a:pt x="64357" y="60162"/>
                  </a:lnTo>
                  <a:lnTo>
                    <a:pt x="64769" y="59554"/>
                  </a:lnTo>
                  <a:lnTo>
                    <a:pt x="65180" y="58946"/>
                  </a:lnTo>
                  <a:lnTo>
                    <a:pt x="65591" y="58339"/>
                  </a:lnTo>
                  <a:lnTo>
                    <a:pt x="66002" y="57731"/>
                  </a:lnTo>
                  <a:lnTo>
                    <a:pt x="66412" y="57123"/>
                  </a:lnTo>
                  <a:lnTo>
                    <a:pt x="66822" y="56515"/>
                  </a:lnTo>
                  <a:lnTo>
                    <a:pt x="67233" y="55906"/>
                  </a:lnTo>
                  <a:lnTo>
                    <a:pt x="67643" y="55298"/>
                  </a:lnTo>
                  <a:lnTo>
                    <a:pt x="68052" y="54689"/>
                  </a:lnTo>
                  <a:lnTo>
                    <a:pt x="68462" y="54081"/>
                  </a:lnTo>
                  <a:lnTo>
                    <a:pt x="68871" y="53472"/>
                  </a:lnTo>
                  <a:lnTo>
                    <a:pt x="69280" y="52863"/>
                  </a:lnTo>
                  <a:lnTo>
                    <a:pt x="69689" y="52254"/>
                  </a:lnTo>
                  <a:lnTo>
                    <a:pt x="70098" y="51644"/>
                  </a:lnTo>
                  <a:lnTo>
                    <a:pt x="70507" y="51035"/>
                  </a:lnTo>
                  <a:lnTo>
                    <a:pt x="70915" y="50426"/>
                  </a:lnTo>
                  <a:lnTo>
                    <a:pt x="71323" y="49816"/>
                  </a:lnTo>
                  <a:lnTo>
                    <a:pt x="71731" y="49206"/>
                  </a:lnTo>
                  <a:lnTo>
                    <a:pt x="72139" y="48596"/>
                  </a:lnTo>
                  <a:lnTo>
                    <a:pt x="72547" y="47986"/>
                  </a:lnTo>
                  <a:lnTo>
                    <a:pt x="72954" y="47376"/>
                  </a:lnTo>
                  <a:lnTo>
                    <a:pt x="73361" y="46766"/>
                  </a:lnTo>
                  <a:lnTo>
                    <a:pt x="73768" y="46155"/>
                  </a:lnTo>
                  <a:lnTo>
                    <a:pt x="74175" y="45545"/>
                  </a:lnTo>
                  <a:lnTo>
                    <a:pt x="74581" y="44934"/>
                  </a:lnTo>
                  <a:lnTo>
                    <a:pt x="74988" y="44323"/>
                  </a:lnTo>
                  <a:lnTo>
                    <a:pt x="75394" y="43712"/>
                  </a:lnTo>
                  <a:lnTo>
                    <a:pt x="75800" y="43101"/>
                  </a:lnTo>
                  <a:lnTo>
                    <a:pt x="76206" y="42490"/>
                  </a:lnTo>
                  <a:lnTo>
                    <a:pt x="76611" y="41879"/>
                  </a:lnTo>
                  <a:lnTo>
                    <a:pt x="77017" y="41267"/>
                  </a:lnTo>
                  <a:lnTo>
                    <a:pt x="77422" y="40655"/>
                  </a:lnTo>
                  <a:lnTo>
                    <a:pt x="77827" y="40044"/>
                  </a:lnTo>
                  <a:lnTo>
                    <a:pt x="78232" y="39432"/>
                  </a:lnTo>
                  <a:lnTo>
                    <a:pt x="78636" y="38820"/>
                  </a:lnTo>
                  <a:lnTo>
                    <a:pt x="79041" y="38208"/>
                  </a:lnTo>
                  <a:lnTo>
                    <a:pt x="79445" y="37595"/>
                  </a:lnTo>
                  <a:lnTo>
                    <a:pt x="79849" y="36983"/>
                  </a:lnTo>
                  <a:lnTo>
                    <a:pt x="80253" y="36370"/>
                  </a:lnTo>
                  <a:lnTo>
                    <a:pt x="80656" y="35758"/>
                  </a:lnTo>
                  <a:lnTo>
                    <a:pt x="81060" y="35145"/>
                  </a:lnTo>
                  <a:lnTo>
                    <a:pt x="81463" y="34532"/>
                  </a:lnTo>
                  <a:lnTo>
                    <a:pt x="81866" y="33919"/>
                  </a:lnTo>
                  <a:lnTo>
                    <a:pt x="82269" y="33306"/>
                  </a:lnTo>
                  <a:lnTo>
                    <a:pt x="82671" y="32692"/>
                  </a:lnTo>
                  <a:lnTo>
                    <a:pt x="83074" y="32079"/>
                  </a:lnTo>
                  <a:lnTo>
                    <a:pt x="83476" y="31465"/>
                  </a:lnTo>
                  <a:lnTo>
                    <a:pt x="83878" y="30851"/>
                  </a:lnTo>
                  <a:lnTo>
                    <a:pt x="84280" y="30238"/>
                  </a:lnTo>
                  <a:lnTo>
                    <a:pt x="84681" y="29624"/>
                  </a:lnTo>
                  <a:lnTo>
                    <a:pt x="85083" y="29010"/>
                  </a:lnTo>
                  <a:lnTo>
                    <a:pt x="85484" y="28395"/>
                  </a:lnTo>
                  <a:lnTo>
                    <a:pt x="85885" y="27781"/>
                  </a:lnTo>
                  <a:lnTo>
                    <a:pt x="86286" y="27166"/>
                  </a:lnTo>
                  <a:lnTo>
                    <a:pt x="86686" y="26552"/>
                  </a:lnTo>
                  <a:lnTo>
                    <a:pt x="87087" y="25937"/>
                  </a:lnTo>
                  <a:lnTo>
                    <a:pt x="87487" y="25322"/>
                  </a:lnTo>
                  <a:lnTo>
                    <a:pt x="87887" y="24707"/>
                  </a:lnTo>
                  <a:lnTo>
                    <a:pt x="88287" y="24092"/>
                  </a:lnTo>
                  <a:lnTo>
                    <a:pt x="88686" y="23477"/>
                  </a:lnTo>
                  <a:lnTo>
                    <a:pt x="89086" y="22861"/>
                  </a:lnTo>
                  <a:lnTo>
                    <a:pt x="89485" y="22246"/>
                  </a:lnTo>
                  <a:lnTo>
                    <a:pt x="89884" y="21630"/>
                  </a:lnTo>
                  <a:lnTo>
                    <a:pt x="90283" y="21014"/>
                  </a:lnTo>
                  <a:lnTo>
                    <a:pt x="90681" y="20398"/>
                  </a:lnTo>
                  <a:lnTo>
                    <a:pt x="91080" y="19782"/>
                  </a:lnTo>
                  <a:lnTo>
                    <a:pt x="91478" y="19166"/>
                  </a:lnTo>
                  <a:lnTo>
                    <a:pt x="91876" y="18550"/>
                  </a:lnTo>
                  <a:lnTo>
                    <a:pt x="92274" y="17933"/>
                  </a:lnTo>
                  <a:lnTo>
                    <a:pt x="92671" y="17316"/>
                  </a:lnTo>
                  <a:lnTo>
                    <a:pt x="93069" y="16700"/>
                  </a:lnTo>
                  <a:lnTo>
                    <a:pt x="93466" y="16083"/>
                  </a:lnTo>
                  <a:lnTo>
                    <a:pt x="93863" y="15466"/>
                  </a:lnTo>
                  <a:lnTo>
                    <a:pt x="94259" y="14849"/>
                  </a:lnTo>
                  <a:lnTo>
                    <a:pt x="94656" y="14232"/>
                  </a:lnTo>
                  <a:lnTo>
                    <a:pt x="95052" y="13614"/>
                  </a:lnTo>
                  <a:lnTo>
                    <a:pt x="95449" y="12997"/>
                  </a:lnTo>
                  <a:lnTo>
                    <a:pt x="95845" y="12379"/>
                  </a:lnTo>
                  <a:lnTo>
                    <a:pt x="96240" y="11761"/>
                  </a:lnTo>
                  <a:lnTo>
                    <a:pt x="96636" y="11143"/>
                  </a:lnTo>
                  <a:lnTo>
                    <a:pt x="97031" y="10525"/>
                  </a:lnTo>
                  <a:lnTo>
                    <a:pt x="97426" y="9907"/>
                  </a:lnTo>
                  <a:lnTo>
                    <a:pt x="97821" y="9289"/>
                  </a:lnTo>
                  <a:lnTo>
                    <a:pt x="98216" y="8671"/>
                  </a:lnTo>
                  <a:lnTo>
                    <a:pt x="98611" y="8052"/>
                  </a:lnTo>
                  <a:lnTo>
                    <a:pt x="99005" y="7433"/>
                  </a:lnTo>
                  <a:lnTo>
                    <a:pt x="99399" y="6815"/>
                  </a:lnTo>
                  <a:lnTo>
                    <a:pt x="99793" y="6196"/>
                  </a:lnTo>
                  <a:lnTo>
                    <a:pt x="100187" y="5577"/>
                  </a:lnTo>
                  <a:lnTo>
                    <a:pt x="100581" y="4957"/>
                  </a:lnTo>
                  <a:lnTo>
                    <a:pt x="100974" y="4338"/>
                  </a:lnTo>
                  <a:lnTo>
                    <a:pt x="101367" y="3719"/>
                  </a:lnTo>
                  <a:lnTo>
                    <a:pt x="101760" y="3099"/>
                  </a:lnTo>
                  <a:lnTo>
                    <a:pt x="102153" y="2480"/>
                  </a:lnTo>
                  <a:lnTo>
                    <a:pt x="102545" y="1860"/>
                  </a:lnTo>
                  <a:lnTo>
                    <a:pt x="102938" y="1240"/>
                  </a:lnTo>
                  <a:lnTo>
                    <a:pt x="103330" y="620"/>
                  </a:lnTo>
                  <a:lnTo>
                    <a:pt x="103722" y="0"/>
                  </a:lnTo>
                </a:path>
              </a:pathLst>
            </a:custGeom>
            <a:ln w="22859" cap="rnd">
              <a:solidFill>
                <a:srgbClr val="71BF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91439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4082750" y="4439617"/>
              <a:ext cx="49652" cy="93372"/>
            </a:xfrm>
            <a:custGeom>
              <a:avLst/>
              <a:pathLst>
                <a:path w="49652" h="93372">
                  <a:moveTo>
                    <a:pt x="0" y="0"/>
                  </a:moveTo>
                  <a:lnTo>
                    <a:pt x="190" y="379"/>
                  </a:lnTo>
                  <a:lnTo>
                    <a:pt x="381" y="759"/>
                  </a:lnTo>
                  <a:lnTo>
                    <a:pt x="572" y="1138"/>
                  </a:lnTo>
                  <a:lnTo>
                    <a:pt x="762" y="1518"/>
                  </a:lnTo>
                  <a:lnTo>
                    <a:pt x="953" y="1897"/>
                  </a:lnTo>
                  <a:lnTo>
                    <a:pt x="1144" y="2276"/>
                  </a:lnTo>
                  <a:lnTo>
                    <a:pt x="1335" y="2656"/>
                  </a:lnTo>
                  <a:lnTo>
                    <a:pt x="1526" y="3035"/>
                  </a:lnTo>
                  <a:lnTo>
                    <a:pt x="1718" y="3414"/>
                  </a:lnTo>
                  <a:lnTo>
                    <a:pt x="1909" y="3794"/>
                  </a:lnTo>
                  <a:lnTo>
                    <a:pt x="2100" y="4173"/>
                  </a:lnTo>
                  <a:lnTo>
                    <a:pt x="2291" y="4552"/>
                  </a:lnTo>
                  <a:lnTo>
                    <a:pt x="2483" y="4931"/>
                  </a:lnTo>
                  <a:lnTo>
                    <a:pt x="2674" y="5310"/>
                  </a:lnTo>
                  <a:lnTo>
                    <a:pt x="2866" y="5690"/>
                  </a:lnTo>
                  <a:lnTo>
                    <a:pt x="3058" y="6069"/>
                  </a:lnTo>
                  <a:lnTo>
                    <a:pt x="3250" y="6448"/>
                  </a:lnTo>
                  <a:lnTo>
                    <a:pt x="3441" y="6827"/>
                  </a:lnTo>
                  <a:lnTo>
                    <a:pt x="3633" y="7205"/>
                  </a:lnTo>
                  <a:lnTo>
                    <a:pt x="3825" y="7584"/>
                  </a:lnTo>
                  <a:lnTo>
                    <a:pt x="4017" y="7963"/>
                  </a:lnTo>
                  <a:lnTo>
                    <a:pt x="4209" y="8342"/>
                  </a:lnTo>
                  <a:lnTo>
                    <a:pt x="4402" y="8721"/>
                  </a:lnTo>
                  <a:lnTo>
                    <a:pt x="4594" y="9100"/>
                  </a:lnTo>
                  <a:lnTo>
                    <a:pt x="4786" y="9478"/>
                  </a:lnTo>
                  <a:lnTo>
                    <a:pt x="4978" y="9857"/>
                  </a:lnTo>
                  <a:lnTo>
                    <a:pt x="5171" y="10236"/>
                  </a:lnTo>
                  <a:lnTo>
                    <a:pt x="5363" y="10614"/>
                  </a:lnTo>
                  <a:lnTo>
                    <a:pt x="5556" y="10993"/>
                  </a:lnTo>
                  <a:lnTo>
                    <a:pt x="5749" y="11371"/>
                  </a:lnTo>
                  <a:lnTo>
                    <a:pt x="5941" y="11750"/>
                  </a:lnTo>
                  <a:lnTo>
                    <a:pt x="6134" y="12128"/>
                  </a:lnTo>
                  <a:lnTo>
                    <a:pt x="6327" y="12507"/>
                  </a:lnTo>
                  <a:lnTo>
                    <a:pt x="6520" y="12885"/>
                  </a:lnTo>
                  <a:lnTo>
                    <a:pt x="6713" y="13264"/>
                  </a:lnTo>
                  <a:lnTo>
                    <a:pt x="6906" y="13642"/>
                  </a:lnTo>
                  <a:lnTo>
                    <a:pt x="7099" y="14020"/>
                  </a:lnTo>
                  <a:lnTo>
                    <a:pt x="7293" y="14398"/>
                  </a:lnTo>
                  <a:lnTo>
                    <a:pt x="7486" y="14777"/>
                  </a:lnTo>
                  <a:lnTo>
                    <a:pt x="7679" y="15155"/>
                  </a:lnTo>
                  <a:lnTo>
                    <a:pt x="7873" y="15533"/>
                  </a:lnTo>
                  <a:lnTo>
                    <a:pt x="8066" y="15911"/>
                  </a:lnTo>
                  <a:lnTo>
                    <a:pt x="8260" y="16289"/>
                  </a:lnTo>
                  <a:lnTo>
                    <a:pt x="8454" y="16667"/>
                  </a:lnTo>
                  <a:lnTo>
                    <a:pt x="8647" y="17045"/>
                  </a:lnTo>
                  <a:lnTo>
                    <a:pt x="8841" y="17423"/>
                  </a:lnTo>
                  <a:lnTo>
                    <a:pt x="9035" y="17801"/>
                  </a:lnTo>
                  <a:lnTo>
                    <a:pt x="9229" y="18179"/>
                  </a:lnTo>
                  <a:lnTo>
                    <a:pt x="9423" y="18557"/>
                  </a:lnTo>
                  <a:lnTo>
                    <a:pt x="9617" y="18934"/>
                  </a:lnTo>
                  <a:lnTo>
                    <a:pt x="9811" y="19312"/>
                  </a:lnTo>
                  <a:lnTo>
                    <a:pt x="10006" y="19690"/>
                  </a:lnTo>
                  <a:lnTo>
                    <a:pt x="10200" y="20068"/>
                  </a:lnTo>
                  <a:lnTo>
                    <a:pt x="10394" y="20445"/>
                  </a:lnTo>
                  <a:lnTo>
                    <a:pt x="10589" y="20823"/>
                  </a:lnTo>
                  <a:lnTo>
                    <a:pt x="10783" y="21201"/>
                  </a:lnTo>
                  <a:lnTo>
                    <a:pt x="10978" y="21578"/>
                  </a:lnTo>
                  <a:lnTo>
                    <a:pt x="11173" y="21956"/>
                  </a:lnTo>
                  <a:lnTo>
                    <a:pt x="11367" y="22333"/>
                  </a:lnTo>
                  <a:lnTo>
                    <a:pt x="11562" y="22711"/>
                  </a:lnTo>
                  <a:lnTo>
                    <a:pt x="11757" y="23088"/>
                  </a:lnTo>
                  <a:lnTo>
                    <a:pt x="11952" y="23465"/>
                  </a:lnTo>
                  <a:lnTo>
                    <a:pt x="12147" y="23843"/>
                  </a:lnTo>
                  <a:lnTo>
                    <a:pt x="12342" y="24220"/>
                  </a:lnTo>
                  <a:lnTo>
                    <a:pt x="12537" y="24597"/>
                  </a:lnTo>
                  <a:lnTo>
                    <a:pt x="12733" y="24974"/>
                  </a:lnTo>
                  <a:lnTo>
                    <a:pt x="12928" y="25352"/>
                  </a:lnTo>
                  <a:lnTo>
                    <a:pt x="13123" y="25729"/>
                  </a:lnTo>
                  <a:lnTo>
                    <a:pt x="13319" y="26106"/>
                  </a:lnTo>
                  <a:lnTo>
                    <a:pt x="13514" y="26483"/>
                  </a:lnTo>
                  <a:lnTo>
                    <a:pt x="13710" y="26860"/>
                  </a:lnTo>
                  <a:lnTo>
                    <a:pt x="13906" y="27237"/>
                  </a:lnTo>
                  <a:lnTo>
                    <a:pt x="14101" y="27614"/>
                  </a:lnTo>
                  <a:lnTo>
                    <a:pt x="14297" y="27991"/>
                  </a:lnTo>
                  <a:lnTo>
                    <a:pt x="14493" y="28368"/>
                  </a:lnTo>
                  <a:lnTo>
                    <a:pt x="14689" y="28745"/>
                  </a:lnTo>
                  <a:lnTo>
                    <a:pt x="14885" y="29121"/>
                  </a:lnTo>
                  <a:lnTo>
                    <a:pt x="15081" y="29498"/>
                  </a:lnTo>
                  <a:lnTo>
                    <a:pt x="15277" y="29875"/>
                  </a:lnTo>
                  <a:lnTo>
                    <a:pt x="15473" y="30252"/>
                  </a:lnTo>
                  <a:lnTo>
                    <a:pt x="15670" y="30628"/>
                  </a:lnTo>
                  <a:lnTo>
                    <a:pt x="15866" y="31005"/>
                  </a:lnTo>
                  <a:lnTo>
                    <a:pt x="16063" y="31382"/>
                  </a:lnTo>
                  <a:lnTo>
                    <a:pt x="16259" y="31758"/>
                  </a:lnTo>
                  <a:lnTo>
                    <a:pt x="16456" y="32135"/>
                  </a:lnTo>
                  <a:lnTo>
                    <a:pt x="16652" y="32511"/>
                  </a:lnTo>
                  <a:lnTo>
                    <a:pt x="16849" y="32888"/>
                  </a:lnTo>
                  <a:lnTo>
                    <a:pt x="17046" y="33264"/>
                  </a:lnTo>
                  <a:lnTo>
                    <a:pt x="17243" y="33640"/>
                  </a:lnTo>
                  <a:lnTo>
                    <a:pt x="17440" y="34017"/>
                  </a:lnTo>
                  <a:lnTo>
                    <a:pt x="17637" y="34393"/>
                  </a:lnTo>
                  <a:lnTo>
                    <a:pt x="17834" y="34769"/>
                  </a:lnTo>
                  <a:lnTo>
                    <a:pt x="18031" y="35145"/>
                  </a:lnTo>
                  <a:lnTo>
                    <a:pt x="18228" y="35522"/>
                  </a:lnTo>
                  <a:lnTo>
                    <a:pt x="18426" y="35898"/>
                  </a:lnTo>
                  <a:lnTo>
                    <a:pt x="18623" y="36274"/>
                  </a:lnTo>
                  <a:lnTo>
                    <a:pt x="18820" y="36650"/>
                  </a:lnTo>
                  <a:lnTo>
                    <a:pt x="19018" y="37026"/>
                  </a:lnTo>
                  <a:lnTo>
                    <a:pt x="19215" y="37402"/>
                  </a:lnTo>
                  <a:lnTo>
                    <a:pt x="19413" y="37778"/>
                  </a:lnTo>
                  <a:lnTo>
                    <a:pt x="19611" y="38154"/>
                  </a:lnTo>
                  <a:lnTo>
                    <a:pt x="19809" y="38530"/>
                  </a:lnTo>
                  <a:lnTo>
                    <a:pt x="20007" y="38906"/>
                  </a:lnTo>
                  <a:lnTo>
                    <a:pt x="20204" y="39281"/>
                  </a:lnTo>
                  <a:lnTo>
                    <a:pt x="20403" y="39657"/>
                  </a:lnTo>
                  <a:lnTo>
                    <a:pt x="20601" y="40033"/>
                  </a:lnTo>
                  <a:lnTo>
                    <a:pt x="20799" y="40409"/>
                  </a:lnTo>
                  <a:lnTo>
                    <a:pt x="20997" y="40784"/>
                  </a:lnTo>
                  <a:lnTo>
                    <a:pt x="21195" y="41160"/>
                  </a:lnTo>
                  <a:lnTo>
                    <a:pt x="21394" y="41535"/>
                  </a:lnTo>
                  <a:lnTo>
                    <a:pt x="21592" y="41911"/>
                  </a:lnTo>
                  <a:lnTo>
                    <a:pt x="21791" y="42287"/>
                  </a:lnTo>
                  <a:lnTo>
                    <a:pt x="21989" y="42662"/>
                  </a:lnTo>
                  <a:lnTo>
                    <a:pt x="22188" y="43037"/>
                  </a:lnTo>
                  <a:lnTo>
                    <a:pt x="22387" y="43413"/>
                  </a:lnTo>
                  <a:lnTo>
                    <a:pt x="22585" y="43788"/>
                  </a:lnTo>
                  <a:lnTo>
                    <a:pt x="22784" y="44164"/>
                  </a:lnTo>
                  <a:lnTo>
                    <a:pt x="22983" y="44539"/>
                  </a:lnTo>
                  <a:lnTo>
                    <a:pt x="23182" y="44914"/>
                  </a:lnTo>
                  <a:lnTo>
                    <a:pt x="23381" y="45289"/>
                  </a:lnTo>
                  <a:lnTo>
                    <a:pt x="23580" y="45664"/>
                  </a:lnTo>
                  <a:lnTo>
                    <a:pt x="23780" y="46040"/>
                  </a:lnTo>
                  <a:lnTo>
                    <a:pt x="23979" y="46415"/>
                  </a:lnTo>
                  <a:lnTo>
                    <a:pt x="24178" y="46790"/>
                  </a:lnTo>
                  <a:lnTo>
                    <a:pt x="24378" y="47165"/>
                  </a:lnTo>
                  <a:lnTo>
                    <a:pt x="24577" y="47540"/>
                  </a:lnTo>
                  <a:lnTo>
                    <a:pt x="24777" y="47915"/>
                  </a:lnTo>
                  <a:lnTo>
                    <a:pt x="24976" y="48290"/>
                  </a:lnTo>
                  <a:lnTo>
                    <a:pt x="25176" y="48665"/>
                  </a:lnTo>
                  <a:lnTo>
                    <a:pt x="25376" y="49039"/>
                  </a:lnTo>
                  <a:lnTo>
                    <a:pt x="25576" y="49414"/>
                  </a:lnTo>
                  <a:lnTo>
                    <a:pt x="25776" y="49789"/>
                  </a:lnTo>
                  <a:lnTo>
                    <a:pt x="25976" y="50164"/>
                  </a:lnTo>
                  <a:lnTo>
                    <a:pt x="26176" y="50538"/>
                  </a:lnTo>
                  <a:lnTo>
                    <a:pt x="26376" y="50913"/>
                  </a:lnTo>
                  <a:lnTo>
                    <a:pt x="26576" y="51288"/>
                  </a:lnTo>
                  <a:lnTo>
                    <a:pt x="26776" y="51662"/>
                  </a:lnTo>
                  <a:lnTo>
                    <a:pt x="26977" y="52037"/>
                  </a:lnTo>
                  <a:lnTo>
                    <a:pt x="27177" y="52411"/>
                  </a:lnTo>
                  <a:lnTo>
                    <a:pt x="27377" y="52786"/>
                  </a:lnTo>
                  <a:lnTo>
                    <a:pt x="27578" y="53160"/>
                  </a:lnTo>
                  <a:lnTo>
                    <a:pt x="27779" y="53534"/>
                  </a:lnTo>
                  <a:lnTo>
                    <a:pt x="27979" y="53909"/>
                  </a:lnTo>
                  <a:lnTo>
                    <a:pt x="28180" y="54283"/>
                  </a:lnTo>
                  <a:lnTo>
                    <a:pt x="28381" y="54657"/>
                  </a:lnTo>
                  <a:lnTo>
                    <a:pt x="28582" y="55032"/>
                  </a:lnTo>
                  <a:lnTo>
                    <a:pt x="28783" y="55406"/>
                  </a:lnTo>
                  <a:lnTo>
                    <a:pt x="28984" y="55780"/>
                  </a:lnTo>
                  <a:lnTo>
                    <a:pt x="29185" y="56154"/>
                  </a:lnTo>
                  <a:lnTo>
                    <a:pt x="29386" y="56528"/>
                  </a:lnTo>
                  <a:lnTo>
                    <a:pt x="29588" y="56902"/>
                  </a:lnTo>
                  <a:lnTo>
                    <a:pt x="29789" y="57276"/>
                  </a:lnTo>
                  <a:lnTo>
                    <a:pt x="29990" y="57650"/>
                  </a:lnTo>
                  <a:lnTo>
                    <a:pt x="30192" y="58024"/>
                  </a:lnTo>
                  <a:lnTo>
                    <a:pt x="30393" y="58398"/>
                  </a:lnTo>
                  <a:lnTo>
                    <a:pt x="30595" y="58772"/>
                  </a:lnTo>
                  <a:lnTo>
                    <a:pt x="30797" y="59146"/>
                  </a:lnTo>
                  <a:lnTo>
                    <a:pt x="30998" y="59519"/>
                  </a:lnTo>
                  <a:lnTo>
                    <a:pt x="31200" y="59893"/>
                  </a:lnTo>
                  <a:lnTo>
                    <a:pt x="31402" y="60267"/>
                  </a:lnTo>
                  <a:lnTo>
                    <a:pt x="31604" y="60641"/>
                  </a:lnTo>
                  <a:lnTo>
                    <a:pt x="31806" y="61014"/>
                  </a:lnTo>
                  <a:lnTo>
                    <a:pt x="32008" y="61388"/>
                  </a:lnTo>
                  <a:lnTo>
                    <a:pt x="32210" y="61761"/>
                  </a:lnTo>
                  <a:lnTo>
                    <a:pt x="32413" y="62135"/>
                  </a:lnTo>
                  <a:lnTo>
                    <a:pt x="32615" y="62508"/>
                  </a:lnTo>
                  <a:lnTo>
                    <a:pt x="32817" y="62882"/>
                  </a:lnTo>
                  <a:lnTo>
                    <a:pt x="33020" y="63255"/>
                  </a:lnTo>
                  <a:lnTo>
                    <a:pt x="33222" y="63629"/>
                  </a:lnTo>
                  <a:lnTo>
                    <a:pt x="33425" y="64002"/>
                  </a:lnTo>
                  <a:lnTo>
                    <a:pt x="33628" y="64375"/>
                  </a:lnTo>
                  <a:lnTo>
                    <a:pt x="33830" y="64748"/>
                  </a:lnTo>
                  <a:lnTo>
                    <a:pt x="34033" y="65122"/>
                  </a:lnTo>
                  <a:lnTo>
                    <a:pt x="34236" y="65495"/>
                  </a:lnTo>
                  <a:lnTo>
                    <a:pt x="34439" y="65868"/>
                  </a:lnTo>
                  <a:lnTo>
                    <a:pt x="34642" y="66241"/>
                  </a:lnTo>
                  <a:lnTo>
                    <a:pt x="34845" y="66614"/>
                  </a:lnTo>
                  <a:lnTo>
                    <a:pt x="35048" y="66987"/>
                  </a:lnTo>
                  <a:lnTo>
                    <a:pt x="35252" y="67360"/>
                  </a:lnTo>
                  <a:lnTo>
                    <a:pt x="35455" y="67733"/>
                  </a:lnTo>
                  <a:lnTo>
                    <a:pt x="35658" y="68106"/>
                  </a:lnTo>
                  <a:lnTo>
                    <a:pt x="35862" y="68479"/>
                  </a:lnTo>
                  <a:lnTo>
                    <a:pt x="36065" y="68852"/>
                  </a:lnTo>
                  <a:lnTo>
                    <a:pt x="36269" y="69224"/>
                  </a:lnTo>
                  <a:lnTo>
                    <a:pt x="36472" y="69597"/>
                  </a:lnTo>
                  <a:lnTo>
                    <a:pt x="36676" y="69970"/>
                  </a:lnTo>
                  <a:lnTo>
                    <a:pt x="36880" y="70342"/>
                  </a:lnTo>
                  <a:lnTo>
                    <a:pt x="37084" y="70715"/>
                  </a:lnTo>
                  <a:lnTo>
                    <a:pt x="37288" y="71088"/>
                  </a:lnTo>
                  <a:lnTo>
                    <a:pt x="37492" y="71460"/>
                  </a:lnTo>
                  <a:lnTo>
                    <a:pt x="37696" y="71833"/>
                  </a:lnTo>
                  <a:lnTo>
                    <a:pt x="37900" y="72205"/>
                  </a:lnTo>
                  <a:lnTo>
                    <a:pt x="38104" y="72578"/>
                  </a:lnTo>
                  <a:lnTo>
                    <a:pt x="38308" y="72950"/>
                  </a:lnTo>
                  <a:lnTo>
                    <a:pt x="38513" y="73322"/>
                  </a:lnTo>
                  <a:lnTo>
                    <a:pt x="38717" y="73695"/>
                  </a:lnTo>
                  <a:lnTo>
                    <a:pt x="38922" y="74067"/>
                  </a:lnTo>
                  <a:lnTo>
                    <a:pt x="39126" y="74439"/>
                  </a:lnTo>
                  <a:lnTo>
                    <a:pt x="39331" y="74811"/>
                  </a:lnTo>
                  <a:lnTo>
                    <a:pt x="39536" y="75184"/>
                  </a:lnTo>
                  <a:lnTo>
                    <a:pt x="39740" y="75556"/>
                  </a:lnTo>
                  <a:lnTo>
                    <a:pt x="39945" y="75928"/>
                  </a:lnTo>
                  <a:lnTo>
                    <a:pt x="40150" y="76300"/>
                  </a:lnTo>
                  <a:lnTo>
                    <a:pt x="40355" y="76672"/>
                  </a:lnTo>
                  <a:lnTo>
                    <a:pt x="40560" y="77044"/>
                  </a:lnTo>
                  <a:lnTo>
                    <a:pt x="40765" y="77416"/>
                  </a:lnTo>
                  <a:lnTo>
                    <a:pt x="40971" y="77788"/>
                  </a:lnTo>
                  <a:lnTo>
                    <a:pt x="41176" y="78160"/>
                  </a:lnTo>
                  <a:lnTo>
                    <a:pt x="41381" y="78531"/>
                  </a:lnTo>
                  <a:lnTo>
                    <a:pt x="41587" y="78903"/>
                  </a:lnTo>
                  <a:lnTo>
                    <a:pt x="41792" y="79275"/>
                  </a:lnTo>
                  <a:lnTo>
                    <a:pt x="41998" y="79647"/>
                  </a:lnTo>
                  <a:lnTo>
                    <a:pt x="42203" y="80018"/>
                  </a:lnTo>
                  <a:lnTo>
                    <a:pt x="42409" y="80390"/>
                  </a:lnTo>
                  <a:lnTo>
                    <a:pt x="42615" y="80761"/>
                  </a:lnTo>
                  <a:lnTo>
                    <a:pt x="42821" y="81133"/>
                  </a:lnTo>
                  <a:lnTo>
                    <a:pt x="43027" y="81505"/>
                  </a:lnTo>
                  <a:lnTo>
                    <a:pt x="43232" y="81876"/>
                  </a:lnTo>
                  <a:lnTo>
                    <a:pt x="43439" y="82247"/>
                  </a:lnTo>
                  <a:lnTo>
                    <a:pt x="43645" y="82619"/>
                  </a:lnTo>
                  <a:lnTo>
                    <a:pt x="43851" y="82990"/>
                  </a:lnTo>
                  <a:lnTo>
                    <a:pt x="44057" y="83361"/>
                  </a:lnTo>
                  <a:lnTo>
                    <a:pt x="44263" y="83733"/>
                  </a:lnTo>
                  <a:lnTo>
                    <a:pt x="44470" y="84104"/>
                  </a:lnTo>
                  <a:lnTo>
                    <a:pt x="44676" y="84475"/>
                  </a:lnTo>
                  <a:lnTo>
                    <a:pt x="44883" y="84846"/>
                  </a:lnTo>
                  <a:lnTo>
                    <a:pt x="45089" y="85217"/>
                  </a:lnTo>
                  <a:lnTo>
                    <a:pt x="45296" y="85589"/>
                  </a:lnTo>
                  <a:lnTo>
                    <a:pt x="45503" y="85960"/>
                  </a:lnTo>
                  <a:lnTo>
                    <a:pt x="45710" y="86331"/>
                  </a:lnTo>
                  <a:lnTo>
                    <a:pt x="45917" y="86702"/>
                  </a:lnTo>
                  <a:lnTo>
                    <a:pt x="46123" y="87072"/>
                  </a:lnTo>
                  <a:lnTo>
                    <a:pt x="46330" y="87443"/>
                  </a:lnTo>
                  <a:lnTo>
                    <a:pt x="46538" y="87814"/>
                  </a:lnTo>
                  <a:lnTo>
                    <a:pt x="46745" y="88185"/>
                  </a:lnTo>
                  <a:lnTo>
                    <a:pt x="46952" y="88556"/>
                  </a:lnTo>
                  <a:lnTo>
                    <a:pt x="47159" y="88927"/>
                  </a:lnTo>
                  <a:lnTo>
                    <a:pt x="47367" y="89297"/>
                  </a:lnTo>
                  <a:lnTo>
                    <a:pt x="47574" y="89668"/>
                  </a:lnTo>
                  <a:lnTo>
                    <a:pt x="47782" y="90038"/>
                  </a:lnTo>
                  <a:lnTo>
                    <a:pt x="47989" y="90409"/>
                  </a:lnTo>
                  <a:lnTo>
                    <a:pt x="48197" y="90780"/>
                  </a:lnTo>
                  <a:lnTo>
                    <a:pt x="48405" y="91150"/>
                  </a:lnTo>
                  <a:lnTo>
                    <a:pt x="48612" y="91521"/>
                  </a:lnTo>
                  <a:lnTo>
                    <a:pt x="48820" y="91891"/>
                  </a:lnTo>
                  <a:lnTo>
                    <a:pt x="49028" y="92261"/>
                  </a:lnTo>
                  <a:lnTo>
                    <a:pt x="49236" y="92632"/>
                  </a:lnTo>
                  <a:lnTo>
                    <a:pt x="49444" y="93002"/>
                  </a:lnTo>
                  <a:lnTo>
                    <a:pt x="49652" y="93372"/>
                  </a:lnTo>
                </a:path>
              </a:pathLst>
            </a:custGeom>
            <a:ln w="22859" cap="rnd">
              <a:solidFill>
                <a:srgbClr val="F06A6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7441095" y="3980677"/>
              <a:ext cx="798834" cy="1206658"/>
            </a:xfrm>
            <a:custGeom>
              <a:avLst/>
              <a:pathLst>
                <a:path w="798834" h="1206658">
                  <a:moveTo>
                    <a:pt x="0" y="1206658"/>
                  </a:moveTo>
                  <a:lnTo>
                    <a:pt x="4697" y="1203054"/>
                  </a:lnTo>
                  <a:lnTo>
                    <a:pt x="9385" y="1199438"/>
                  </a:lnTo>
                  <a:lnTo>
                    <a:pt x="14063" y="1195809"/>
                  </a:lnTo>
                  <a:lnTo>
                    <a:pt x="18731" y="1192167"/>
                  </a:lnTo>
                  <a:lnTo>
                    <a:pt x="23389" y="1188514"/>
                  </a:lnTo>
                  <a:lnTo>
                    <a:pt x="28038" y="1184847"/>
                  </a:lnTo>
                  <a:lnTo>
                    <a:pt x="32677" y="1181169"/>
                  </a:lnTo>
                  <a:lnTo>
                    <a:pt x="37306" y="1177478"/>
                  </a:lnTo>
                  <a:lnTo>
                    <a:pt x="41925" y="1173774"/>
                  </a:lnTo>
                  <a:lnTo>
                    <a:pt x="46535" y="1170058"/>
                  </a:lnTo>
                  <a:lnTo>
                    <a:pt x="51134" y="1166330"/>
                  </a:lnTo>
                  <a:lnTo>
                    <a:pt x="55723" y="1162590"/>
                  </a:lnTo>
                  <a:lnTo>
                    <a:pt x="60303" y="1158837"/>
                  </a:lnTo>
                  <a:lnTo>
                    <a:pt x="64872" y="1155072"/>
                  </a:lnTo>
                  <a:lnTo>
                    <a:pt x="69431" y="1151295"/>
                  </a:lnTo>
                  <a:lnTo>
                    <a:pt x="73980" y="1147506"/>
                  </a:lnTo>
                  <a:lnTo>
                    <a:pt x="78519" y="1143705"/>
                  </a:lnTo>
                  <a:lnTo>
                    <a:pt x="83048" y="1139891"/>
                  </a:lnTo>
                  <a:lnTo>
                    <a:pt x="87566" y="1136066"/>
                  </a:lnTo>
                  <a:lnTo>
                    <a:pt x="92075" y="1132228"/>
                  </a:lnTo>
                  <a:lnTo>
                    <a:pt x="96573" y="1128378"/>
                  </a:lnTo>
                  <a:lnTo>
                    <a:pt x="101060" y="1124516"/>
                  </a:lnTo>
                  <a:lnTo>
                    <a:pt x="105538" y="1120643"/>
                  </a:lnTo>
                  <a:lnTo>
                    <a:pt x="110005" y="1116757"/>
                  </a:lnTo>
                  <a:lnTo>
                    <a:pt x="114461" y="1112859"/>
                  </a:lnTo>
                  <a:lnTo>
                    <a:pt x="118907" y="1108950"/>
                  </a:lnTo>
                  <a:lnTo>
                    <a:pt x="123343" y="1105028"/>
                  </a:lnTo>
                  <a:lnTo>
                    <a:pt x="127768" y="1101095"/>
                  </a:lnTo>
                  <a:lnTo>
                    <a:pt x="132183" y="1097150"/>
                  </a:lnTo>
                  <a:lnTo>
                    <a:pt x="136587" y="1093193"/>
                  </a:lnTo>
                  <a:lnTo>
                    <a:pt x="140980" y="1089225"/>
                  </a:lnTo>
                  <a:lnTo>
                    <a:pt x="145363" y="1085244"/>
                  </a:lnTo>
                  <a:lnTo>
                    <a:pt x="149735" y="1081252"/>
                  </a:lnTo>
                  <a:lnTo>
                    <a:pt x="154097" y="1077248"/>
                  </a:lnTo>
                  <a:lnTo>
                    <a:pt x="158447" y="1073233"/>
                  </a:lnTo>
                  <a:lnTo>
                    <a:pt x="162787" y="1069206"/>
                  </a:lnTo>
                  <a:lnTo>
                    <a:pt x="167117" y="1065167"/>
                  </a:lnTo>
                  <a:lnTo>
                    <a:pt x="171435" y="1061117"/>
                  </a:lnTo>
                  <a:lnTo>
                    <a:pt x="175742" y="1057055"/>
                  </a:lnTo>
                  <a:lnTo>
                    <a:pt x="180039" y="1052982"/>
                  </a:lnTo>
                  <a:lnTo>
                    <a:pt x="184325" y="1048898"/>
                  </a:lnTo>
                  <a:lnTo>
                    <a:pt x="188600" y="1044801"/>
                  </a:lnTo>
                  <a:lnTo>
                    <a:pt x="192864" y="1040694"/>
                  </a:lnTo>
                  <a:lnTo>
                    <a:pt x="197116" y="1036575"/>
                  </a:lnTo>
                  <a:lnTo>
                    <a:pt x="201358" y="1032445"/>
                  </a:lnTo>
                  <a:lnTo>
                    <a:pt x="205589" y="1028303"/>
                  </a:lnTo>
                  <a:lnTo>
                    <a:pt x="209809" y="1024150"/>
                  </a:lnTo>
                  <a:lnTo>
                    <a:pt x="214017" y="1019986"/>
                  </a:lnTo>
                  <a:lnTo>
                    <a:pt x="218215" y="1015810"/>
                  </a:lnTo>
                  <a:lnTo>
                    <a:pt x="222401" y="1011624"/>
                  </a:lnTo>
                  <a:lnTo>
                    <a:pt x="226576" y="1007426"/>
                  </a:lnTo>
                  <a:lnTo>
                    <a:pt x="230740" y="1003217"/>
                  </a:lnTo>
                  <a:lnTo>
                    <a:pt x="234892" y="998997"/>
                  </a:lnTo>
                  <a:lnTo>
                    <a:pt x="239033" y="994766"/>
                  </a:lnTo>
                  <a:lnTo>
                    <a:pt x="243163" y="990523"/>
                  </a:lnTo>
                  <a:lnTo>
                    <a:pt x="247282" y="986270"/>
                  </a:lnTo>
                  <a:lnTo>
                    <a:pt x="251389" y="982006"/>
                  </a:lnTo>
                  <a:lnTo>
                    <a:pt x="255484" y="977731"/>
                  </a:lnTo>
                  <a:lnTo>
                    <a:pt x="259569" y="973445"/>
                  </a:lnTo>
                  <a:lnTo>
                    <a:pt x="263641" y="969147"/>
                  </a:lnTo>
                  <a:lnTo>
                    <a:pt x="267703" y="964839"/>
                  </a:lnTo>
                  <a:lnTo>
                    <a:pt x="271752" y="960521"/>
                  </a:lnTo>
                  <a:lnTo>
                    <a:pt x="275791" y="956191"/>
                  </a:lnTo>
                  <a:lnTo>
                    <a:pt x="279817" y="951851"/>
                  </a:lnTo>
                  <a:lnTo>
                    <a:pt x="283832" y="947499"/>
                  </a:lnTo>
                  <a:lnTo>
                    <a:pt x="287835" y="943138"/>
                  </a:lnTo>
                  <a:lnTo>
                    <a:pt x="291827" y="938765"/>
                  </a:lnTo>
                  <a:lnTo>
                    <a:pt x="295807" y="934382"/>
                  </a:lnTo>
                  <a:lnTo>
                    <a:pt x="299775" y="929988"/>
                  </a:lnTo>
                  <a:lnTo>
                    <a:pt x="303732" y="925584"/>
                  </a:lnTo>
                  <a:lnTo>
                    <a:pt x="307676" y="921168"/>
                  </a:lnTo>
                  <a:lnTo>
                    <a:pt x="311609" y="916743"/>
                  </a:lnTo>
                  <a:lnTo>
                    <a:pt x="315530" y="912307"/>
                  </a:lnTo>
                  <a:lnTo>
                    <a:pt x="319439" y="907860"/>
                  </a:lnTo>
                  <a:lnTo>
                    <a:pt x="323336" y="903403"/>
                  </a:lnTo>
                  <a:lnTo>
                    <a:pt x="327221" y="898936"/>
                  </a:lnTo>
                  <a:lnTo>
                    <a:pt x="331095" y="894458"/>
                  </a:lnTo>
                  <a:lnTo>
                    <a:pt x="334956" y="889970"/>
                  </a:lnTo>
                  <a:lnTo>
                    <a:pt x="338805" y="885472"/>
                  </a:lnTo>
                  <a:lnTo>
                    <a:pt x="342643" y="880963"/>
                  </a:lnTo>
                  <a:lnTo>
                    <a:pt x="346468" y="876444"/>
                  </a:lnTo>
                  <a:lnTo>
                    <a:pt x="350281" y="871915"/>
                  </a:lnTo>
                  <a:lnTo>
                    <a:pt x="354082" y="867376"/>
                  </a:lnTo>
                  <a:lnTo>
                    <a:pt x="357870" y="862826"/>
                  </a:lnTo>
                  <a:lnTo>
                    <a:pt x="361647" y="858267"/>
                  </a:lnTo>
                  <a:lnTo>
                    <a:pt x="365411" y="853697"/>
                  </a:lnTo>
                  <a:lnTo>
                    <a:pt x="369164" y="849117"/>
                  </a:lnTo>
                  <a:lnTo>
                    <a:pt x="372904" y="844528"/>
                  </a:lnTo>
                  <a:lnTo>
                    <a:pt x="376631" y="839928"/>
                  </a:lnTo>
                  <a:lnTo>
                    <a:pt x="380346" y="835318"/>
                  </a:lnTo>
                  <a:lnTo>
                    <a:pt x="384049" y="830699"/>
                  </a:lnTo>
                  <a:lnTo>
                    <a:pt x="387740" y="826069"/>
                  </a:lnTo>
                  <a:lnTo>
                    <a:pt x="391418" y="821430"/>
                  </a:lnTo>
                  <a:lnTo>
                    <a:pt x="395084" y="816781"/>
                  </a:lnTo>
                  <a:lnTo>
                    <a:pt x="398737" y="812122"/>
                  </a:lnTo>
                  <a:lnTo>
                    <a:pt x="402378" y="807453"/>
                  </a:lnTo>
                  <a:lnTo>
                    <a:pt x="406007" y="802775"/>
                  </a:lnTo>
                  <a:lnTo>
                    <a:pt x="409622" y="798087"/>
                  </a:lnTo>
                  <a:lnTo>
                    <a:pt x="413226" y="793389"/>
                  </a:lnTo>
                  <a:lnTo>
                    <a:pt x="416816" y="788682"/>
                  </a:lnTo>
                  <a:lnTo>
                    <a:pt x="420394" y="783965"/>
                  </a:lnTo>
                  <a:lnTo>
                    <a:pt x="423960" y="779238"/>
                  </a:lnTo>
                  <a:lnTo>
                    <a:pt x="427513" y="774502"/>
                  </a:lnTo>
                  <a:lnTo>
                    <a:pt x="431053" y="769757"/>
                  </a:lnTo>
                  <a:lnTo>
                    <a:pt x="434580" y="765002"/>
                  </a:lnTo>
                  <a:lnTo>
                    <a:pt x="438095" y="760238"/>
                  </a:lnTo>
                  <a:lnTo>
                    <a:pt x="441597" y="755464"/>
                  </a:lnTo>
                  <a:lnTo>
                    <a:pt x="445086" y="750681"/>
                  </a:lnTo>
                  <a:lnTo>
                    <a:pt x="448563" y="745888"/>
                  </a:lnTo>
                  <a:lnTo>
                    <a:pt x="452026" y="741087"/>
                  </a:lnTo>
                  <a:lnTo>
                    <a:pt x="455477" y="736276"/>
                  </a:lnTo>
                  <a:lnTo>
                    <a:pt x="458915" y="731456"/>
                  </a:lnTo>
                  <a:lnTo>
                    <a:pt x="462340" y="726626"/>
                  </a:lnTo>
                  <a:lnTo>
                    <a:pt x="465752" y="721788"/>
                  </a:lnTo>
                  <a:lnTo>
                    <a:pt x="469151" y="716940"/>
                  </a:lnTo>
                  <a:lnTo>
                    <a:pt x="472537" y="712084"/>
                  </a:lnTo>
                  <a:lnTo>
                    <a:pt x="475910" y="707218"/>
                  </a:lnTo>
                  <a:lnTo>
                    <a:pt x="479270" y="702343"/>
                  </a:lnTo>
                  <a:lnTo>
                    <a:pt x="482617" y="697460"/>
                  </a:lnTo>
                  <a:lnTo>
                    <a:pt x="485951" y="692567"/>
                  </a:lnTo>
                  <a:lnTo>
                    <a:pt x="489272" y="687666"/>
                  </a:lnTo>
                  <a:lnTo>
                    <a:pt x="492579" y="682755"/>
                  </a:lnTo>
                  <a:lnTo>
                    <a:pt x="495874" y="677836"/>
                  </a:lnTo>
                  <a:lnTo>
                    <a:pt x="499155" y="672908"/>
                  </a:lnTo>
                  <a:lnTo>
                    <a:pt x="502424" y="667971"/>
                  </a:lnTo>
                  <a:lnTo>
                    <a:pt x="505679" y="663026"/>
                  </a:lnTo>
                  <a:lnTo>
                    <a:pt x="508920" y="658072"/>
                  </a:lnTo>
                  <a:lnTo>
                    <a:pt x="512149" y="653109"/>
                  </a:lnTo>
                  <a:lnTo>
                    <a:pt x="515364" y="648138"/>
                  </a:lnTo>
                  <a:lnTo>
                    <a:pt x="518566" y="643158"/>
                  </a:lnTo>
                  <a:lnTo>
                    <a:pt x="521755" y="638169"/>
                  </a:lnTo>
                  <a:lnTo>
                    <a:pt x="524930" y="633172"/>
                  </a:lnTo>
                  <a:lnTo>
                    <a:pt x="528092" y="628167"/>
                  </a:lnTo>
                  <a:lnTo>
                    <a:pt x="531240" y="623153"/>
                  </a:lnTo>
                  <a:lnTo>
                    <a:pt x="534375" y="618130"/>
                  </a:lnTo>
                  <a:lnTo>
                    <a:pt x="537497" y="613100"/>
                  </a:lnTo>
                  <a:lnTo>
                    <a:pt x="540605" y="608061"/>
                  </a:lnTo>
                  <a:lnTo>
                    <a:pt x="543700" y="603013"/>
                  </a:lnTo>
                  <a:lnTo>
                    <a:pt x="546781" y="597958"/>
                  </a:lnTo>
                  <a:lnTo>
                    <a:pt x="549848" y="592894"/>
                  </a:lnTo>
                  <a:lnTo>
                    <a:pt x="552902" y="587822"/>
                  </a:lnTo>
                  <a:lnTo>
                    <a:pt x="555943" y="582742"/>
                  </a:lnTo>
                  <a:lnTo>
                    <a:pt x="558970" y="577653"/>
                  </a:lnTo>
                  <a:lnTo>
                    <a:pt x="561983" y="572557"/>
                  </a:lnTo>
                  <a:lnTo>
                    <a:pt x="564983" y="567453"/>
                  </a:lnTo>
                  <a:lnTo>
                    <a:pt x="567969" y="562340"/>
                  </a:lnTo>
                  <a:lnTo>
                    <a:pt x="570941" y="557220"/>
                  </a:lnTo>
                  <a:lnTo>
                    <a:pt x="573900" y="552092"/>
                  </a:lnTo>
                  <a:lnTo>
                    <a:pt x="576844" y="546956"/>
                  </a:lnTo>
                  <a:lnTo>
                    <a:pt x="579776" y="541812"/>
                  </a:lnTo>
                  <a:lnTo>
                    <a:pt x="582693" y="536660"/>
                  </a:lnTo>
                  <a:lnTo>
                    <a:pt x="585596" y="531500"/>
                  </a:lnTo>
                  <a:lnTo>
                    <a:pt x="588486" y="526333"/>
                  </a:lnTo>
                  <a:lnTo>
                    <a:pt x="591362" y="521158"/>
                  </a:lnTo>
                  <a:lnTo>
                    <a:pt x="594224" y="515975"/>
                  </a:lnTo>
                  <a:lnTo>
                    <a:pt x="597072" y="510784"/>
                  </a:lnTo>
                  <a:lnTo>
                    <a:pt x="599907" y="505586"/>
                  </a:lnTo>
                  <a:lnTo>
                    <a:pt x="602727" y="500381"/>
                  </a:lnTo>
                  <a:lnTo>
                    <a:pt x="605534" y="495168"/>
                  </a:lnTo>
                  <a:lnTo>
                    <a:pt x="608326" y="489947"/>
                  </a:lnTo>
                  <a:lnTo>
                    <a:pt x="611105" y="484719"/>
                  </a:lnTo>
                  <a:lnTo>
                    <a:pt x="613869" y="479484"/>
                  </a:lnTo>
                  <a:lnTo>
                    <a:pt x="616620" y="474241"/>
                  </a:lnTo>
                  <a:lnTo>
                    <a:pt x="619356" y="468991"/>
                  </a:lnTo>
                  <a:lnTo>
                    <a:pt x="622079" y="463734"/>
                  </a:lnTo>
                  <a:lnTo>
                    <a:pt x="624787" y="458469"/>
                  </a:lnTo>
                  <a:lnTo>
                    <a:pt x="627481" y="453197"/>
                  </a:lnTo>
                  <a:lnTo>
                    <a:pt x="630162" y="447918"/>
                  </a:lnTo>
                  <a:lnTo>
                    <a:pt x="632828" y="442632"/>
                  </a:lnTo>
                  <a:lnTo>
                    <a:pt x="635480" y="437338"/>
                  </a:lnTo>
                  <a:lnTo>
                    <a:pt x="638117" y="432038"/>
                  </a:lnTo>
                  <a:lnTo>
                    <a:pt x="640741" y="426730"/>
                  </a:lnTo>
                  <a:lnTo>
                    <a:pt x="643350" y="421416"/>
                  </a:lnTo>
                  <a:lnTo>
                    <a:pt x="645945" y="416094"/>
                  </a:lnTo>
                  <a:lnTo>
                    <a:pt x="648526" y="410766"/>
                  </a:lnTo>
                  <a:lnTo>
                    <a:pt x="651093" y="405431"/>
                  </a:lnTo>
                  <a:lnTo>
                    <a:pt x="653645" y="400089"/>
                  </a:lnTo>
                  <a:lnTo>
                    <a:pt x="656184" y="394740"/>
                  </a:lnTo>
                  <a:lnTo>
                    <a:pt x="658707" y="389384"/>
                  </a:lnTo>
                  <a:lnTo>
                    <a:pt x="661217" y="384022"/>
                  </a:lnTo>
                  <a:lnTo>
                    <a:pt x="663712" y="378653"/>
                  </a:lnTo>
                  <a:lnTo>
                    <a:pt x="666193" y="373277"/>
                  </a:lnTo>
                  <a:lnTo>
                    <a:pt x="668659" y="367895"/>
                  </a:lnTo>
                  <a:lnTo>
                    <a:pt x="671111" y="362506"/>
                  </a:lnTo>
                  <a:lnTo>
                    <a:pt x="673548" y="357110"/>
                  </a:lnTo>
                  <a:lnTo>
                    <a:pt x="675971" y="351708"/>
                  </a:lnTo>
                  <a:lnTo>
                    <a:pt x="678380" y="346300"/>
                  </a:lnTo>
                  <a:lnTo>
                    <a:pt x="680774" y="340885"/>
                  </a:lnTo>
                  <a:lnTo>
                    <a:pt x="683154" y="335464"/>
                  </a:lnTo>
                  <a:lnTo>
                    <a:pt x="685519" y="330036"/>
                  </a:lnTo>
                  <a:lnTo>
                    <a:pt x="687870" y="324602"/>
                  </a:lnTo>
                  <a:lnTo>
                    <a:pt x="690206" y="319162"/>
                  </a:lnTo>
                  <a:lnTo>
                    <a:pt x="692527" y="313716"/>
                  </a:lnTo>
                  <a:lnTo>
                    <a:pt x="694834" y="308263"/>
                  </a:lnTo>
                  <a:lnTo>
                    <a:pt x="697127" y="302805"/>
                  </a:lnTo>
                  <a:lnTo>
                    <a:pt x="699404" y="297340"/>
                  </a:lnTo>
                  <a:lnTo>
                    <a:pt x="701668" y="291869"/>
                  </a:lnTo>
                  <a:lnTo>
                    <a:pt x="703916" y="286392"/>
                  </a:lnTo>
                  <a:lnTo>
                    <a:pt x="706150" y="280909"/>
                  </a:lnTo>
                  <a:lnTo>
                    <a:pt x="708369" y="275420"/>
                  </a:lnTo>
                  <a:lnTo>
                    <a:pt x="710574" y="269926"/>
                  </a:lnTo>
                  <a:lnTo>
                    <a:pt x="712763" y="264425"/>
                  </a:lnTo>
                  <a:lnTo>
                    <a:pt x="714938" y="258918"/>
                  </a:lnTo>
                  <a:lnTo>
                    <a:pt x="717099" y="253406"/>
                  </a:lnTo>
                  <a:lnTo>
                    <a:pt x="719244" y="247888"/>
                  </a:lnTo>
                  <a:lnTo>
                    <a:pt x="721375" y="242364"/>
                  </a:lnTo>
                  <a:lnTo>
                    <a:pt x="723491" y="236835"/>
                  </a:lnTo>
                  <a:lnTo>
                    <a:pt x="725593" y="231300"/>
                  </a:lnTo>
                  <a:lnTo>
                    <a:pt x="727679" y="225759"/>
                  </a:lnTo>
                  <a:lnTo>
                    <a:pt x="729751" y="220213"/>
                  </a:lnTo>
                  <a:lnTo>
                    <a:pt x="731807" y="214661"/>
                  </a:lnTo>
                  <a:lnTo>
                    <a:pt x="733849" y="209104"/>
                  </a:lnTo>
                  <a:lnTo>
                    <a:pt x="735876" y="203541"/>
                  </a:lnTo>
                  <a:lnTo>
                    <a:pt x="737889" y="197973"/>
                  </a:lnTo>
                  <a:lnTo>
                    <a:pt x="739886" y="192400"/>
                  </a:lnTo>
                  <a:lnTo>
                    <a:pt x="741868" y="186821"/>
                  </a:lnTo>
                  <a:lnTo>
                    <a:pt x="743836" y="181237"/>
                  </a:lnTo>
                  <a:lnTo>
                    <a:pt x="745788" y="175648"/>
                  </a:lnTo>
                  <a:lnTo>
                    <a:pt x="747726" y="170053"/>
                  </a:lnTo>
                  <a:lnTo>
                    <a:pt x="749648" y="164453"/>
                  </a:lnTo>
                  <a:lnTo>
                    <a:pt x="751556" y="158849"/>
                  </a:lnTo>
                  <a:lnTo>
                    <a:pt x="753449" y="153239"/>
                  </a:lnTo>
                  <a:lnTo>
                    <a:pt x="755326" y="147624"/>
                  </a:lnTo>
                  <a:lnTo>
                    <a:pt x="757189" y="142004"/>
                  </a:lnTo>
                  <a:lnTo>
                    <a:pt x="759036" y="136379"/>
                  </a:lnTo>
                  <a:lnTo>
                    <a:pt x="760869" y="130749"/>
                  </a:lnTo>
                  <a:lnTo>
                    <a:pt x="762686" y="125115"/>
                  </a:lnTo>
                  <a:lnTo>
                    <a:pt x="764488" y="119475"/>
                  </a:lnTo>
                  <a:lnTo>
                    <a:pt x="766276" y="113831"/>
                  </a:lnTo>
                  <a:lnTo>
                    <a:pt x="768048" y="108182"/>
                  </a:lnTo>
                  <a:lnTo>
                    <a:pt x="769805" y="102528"/>
                  </a:lnTo>
                  <a:lnTo>
                    <a:pt x="771547" y="96870"/>
                  </a:lnTo>
                  <a:lnTo>
                    <a:pt x="773274" y="91207"/>
                  </a:lnTo>
                  <a:lnTo>
                    <a:pt x="774985" y="85539"/>
                  </a:lnTo>
                  <a:lnTo>
                    <a:pt x="776682" y="79867"/>
                  </a:lnTo>
                  <a:lnTo>
                    <a:pt x="778363" y="74190"/>
                  </a:lnTo>
                  <a:lnTo>
                    <a:pt x="780029" y="68509"/>
                  </a:lnTo>
                  <a:lnTo>
                    <a:pt x="781680" y="62823"/>
                  </a:lnTo>
                  <a:lnTo>
                    <a:pt x="783316" y="57133"/>
                  </a:lnTo>
                  <a:lnTo>
                    <a:pt x="784936" y="51438"/>
                  </a:lnTo>
                  <a:lnTo>
                    <a:pt x="786542" y="45740"/>
                  </a:lnTo>
                  <a:lnTo>
                    <a:pt x="788132" y="40037"/>
                  </a:lnTo>
                  <a:lnTo>
                    <a:pt x="789706" y="34330"/>
                  </a:lnTo>
                  <a:lnTo>
                    <a:pt x="791266" y="28618"/>
                  </a:lnTo>
                  <a:lnTo>
                    <a:pt x="792810" y="22903"/>
                  </a:lnTo>
                  <a:lnTo>
                    <a:pt x="794339" y="17183"/>
                  </a:lnTo>
                  <a:lnTo>
                    <a:pt x="795853" y="11459"/>
                  </a:lnTo>
                  <a:lnTo>
                    <a:pt x="797351" y="5731"/>
                  </a:lnTo>
                  <a:lnTo>
                    <a:pt x="798834" y="0"/>
                  </a:lnTo>
                </a:path>
              </a:pathLst>
            </a:custGeom>
            <a:ln w="9143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7464559" y="3990299"/>
              <a:ext cx="812767" cy="1227704"/>
            </a:xfrm>
            <a:custGeom>
              <a:avLst/>
              <a:pathLst>
                <a:path w="812767" h="1227704">
                  <a:moveTo>
                    <a:pt x="0" y="1227704"/>
                  </a:moveTo>
                  <a:lnTo>
                    <a:pt x="4779" y="1224037"/>
                  </a:lnTo>
                  <a:lnTo>
                    <a:pt x="9548" y="1220358"/>
                  </a:lnTo>
                  <a:lnTo>
                    <a:pt x="14308" y="1216666"/>
                  </a:lnTo>
                  <a:lnTo>
                    <a:pt x="19058" y="1212961"/>
                  </a:lnTo>
                  <a:lnTo>
                    <a:pt x="23797" y="1209244"/>
                  </a:lnTo>
                  <a:lnTo>
                    <a:pt x="28527" y="1205513"/>
                  </a:lnTo>
                  <a:lnTo>
                    <a:pt x="33247" y="1201771"/>
                  </a:lnTo>
                  <a:lnTo>
                    <a:pt x="37957" y="1198015"/>
                  </a:lnTo>
                  <a:lnTo>
                    <a:pt x="42657" y="1194247"/>
                  </a:lnTo>
                  <a:lnTo>
                    <a:pt x="47346" y="1190466"/>
                  </a:lnTo>
                  <a:lnTo>
                    <a:pt x="52026" y="1186673"/>
                  </a:lnTo>
                  <a:lnTo>
                    <a:pt x="56695" y="1182868"/>
                  </a:lnTo>
                  <a:lnTo>
                    <a:pt x="61354" y="1179050"/>
                  </a:lnTo>
                  <a:lnTo>
                    <a:pt x="66003" y="1175219"/>
                  </a:lnTo>
                  <a:lnTo>
                    <a:pt x="70642" y="1171376"/>
                  </a:lnTo>
                  <a:lnTo>
                    <a:pt x="75271" y="1167521"/>
                  </a:lnTo>
                  <a:lnTo>
                    <a:pt x="79889" y="1163653"/>
                  </a:lnTo>
                  <a:lnTo>
                    <a:pt x="84496" y="1159773"/>
                  </a:lnTo>
                  <a:lnTo>
                    <a:pt x="89094" y="1155881"/>
                  </a:lnTo>
                  <a:lnTo>
                    <a:pt x="93681" y="1151976"/>
                  </a:lnTo>
                  <a:lnTo>
                    <a:pt x="98257" y="1148059"/>
                  </a:lnTo>
                  <a:lnTo>
                    <a:pt x="102823" y="1144130"/>
                  </a:lnTo>
                  <a:lnTo>
                    <a:pt x="107378" y="1140189"/>
                  </a:lnTo>
                  <a:lnTo>
                    <a:pt x="111923" y="1136235"/>
                  </a:lnTo>
                  <a:lnTo>
                    <a:pt x="116458" y="1132270"/>
                  </a:lnTo>
                  <a:lnTo>
                    <a:pt x="120981" y="1128292"/>
                  </a:lnTo>
                  <a:lnTo>
                    <a:pt x="125494" y="1124302"/>
                  </a:lnTo>
                  <a:lnTo>
                    <a:pt x="129997" y="1120300"/>
                  </a:lnTo>
                  <a:lnTo>
                    <a:pt x="134488" y="1116286"/>
                  </a:lnTo>
                  <a:lnTo>
                    <a:pt x="138969" y="1112261"/>
                  </a:lnTo>
                  <a:lnTo>
                    <a:pt x="143439" y="1108223"/>
                  </a:lnTo>
                  <a:lnTo>
                    <a:pt x="147898" y="1104173"/>
                  </a:lnTo>
                  <a:lnTo>
                    <a:pt x="152347" y="1100111"/>
                  </a:lnTo>
                  <a:lnTo>
                    <a:pt x="156784" y="1096038"/>
                  </a:lnTo>
                  <a:lnTo>
                    <a:pt x="161211" y="1091952"/>
                  </a:lnTo>
                  <a:lnTo>
                    <a:pt x="165627" y="1087855"/>
                  </a:lnTo>
                  <a:lnTo>
                    <a:pt x="170031" y="1083746"/>
                  </a:lnTo>
                  <a:lnTo>
                    <a:pt x="174425" y="1079625"/>
                  </a:lnTo>
                  <a:lnTo>
                    <a:pt x="178808" y="1075492"/>
                  </a:lnTo>
                  <a:lnTo>
                    <a:pt x="183179" y="1071348"/>
                  </a:lnTo>
                  <a:lnTo>
                    <a:pt x="187540" y="1067192"/>
                  </a:lnTo>
                  <a:lnTo>
                    <a:pt x="191889" y="1063025"/>
                  </a:lnTo>
                  <a:lnTo>
                    <a:pt x="196227" y="1058846"/>
                  </a:lnTo>
                  <a:lnTo>
                    <a:pt x="200554" y="1054655"/>
                  </a:lnTo>
                  <a:lnTo>
                    <a:pt x="204870" y="1050452"/>
                  </a:lnTo>
                  <a:lnTo>
                    <a:pt x="209175" y="1046239"/>
                  </a:lnTo>
                  <a:lnTo>
                    <a:pt x="213468" y="1042013"/>
                  </a:lnTo>
                  <a:lnTo>
                    <a:pt x="217750" y="1037776"/>
                  </a:lnTo>
                  <a:lnTo>
                    <a:pt x="222021" y="1033528"/>
                  </a:lnTo>
                  <a:lnTo>
                    <a:pt x="226280" y="1029268"/>
                  </a:lnTo>
                  <a:lnTo>
                    <a:pt x="230528" y="1024997"/>
                  </a:lnTo>
                  <a:lnTo>
                    <a:pt x="234764" y="1020715"/>
                  </a:lnTo>
                  <a:lnTo>
                    <a:pt x="238989" y="1016421"/>
                  </a:lnTo>
                  <a:lnTo>
                    <a:pt x="243202" y="1012116"/>
                  </a:lnTo>
                  <a:lnTo>
                    <a:pt x="247404" y="1007800"/>
                  </a:lnTo>
                  <a:lnTo>
                    <a:pt x="251595" y="1003473"/>
                  </a:lnTo>
                  <a:lnTo>
                    <a:pt x="255773" y="999134"/>
                  </a:lnTo>
                  <a:lnTo>
                    <a:pt x="259941" y="994784"/>
                  </a:lnTo>
                  <a:lnTo>
                    <a:pt x="264096" y="990423"/>
                  </a:lnTo>
                  <a:lnTo>
                    <a:pt x="268240" y="986051"/>
                  </a:lnTo>
                  <a:lnTo>
                    <a:pt x="272372" y="981668"/>
                  </a:lnTo>
                  <a:lnTo>
                    <a:pt x="276492" y="977274"/>
                  </a:lnTo>
                  <a:lnTo>
                    <a:pt x="280601" y="972869"/>
                  </a:lnTo>
                  <a:lnTo>
                    <a:pt x="284698" y="968453"/>
                  </a:lnTo>
                  <a:lnTo>
                    <a:pt x="288783" y="964026"/>
                  </a:lnTo>
                  <a:lnTo>
                    <a:pt x="292856" y="959588"/>
                  </a:lnTo>
                  <a:lnTo>
                    <a:pt x="296917" y="955139"/>
                  </a:lnTo>
                  <a:lnTo>
                    <a:pt x="300966" y="950679"/>
                  </a:lnTo>
                  <a:lnTo>
                    <a:pt x="305004" y="946209"/>
                  </a:lnTo>
                  <a:lnTo>
                    <a:pt x="309029" y="941727"/>
                  </a:lnTo>
                  <a:lnTo>
                    <a:pt x="313043" y="937235"/>
                  </a:lnTo>
                  <a:lnTo>
                    <a:pt x="317044" y="932733"/>
                  </a:lnTo>
                  <a:lnTo>
                    <a:pt x="321033" y="928219"/>
                  </a:lnTo>
                  <a:lnTo>
                    <a:pt x="325011" y="923695"/>
                  </a:lnTo>
                  <a:lnTo>
                    <a:pt x="328976" y="919160"/>
                  </a:lnTo>
                  <a:lnTo>
                    <a:pt x="332929" y="914615"/>
                  </a:lnTo>
                  <a:lnTo>
                    <a:pt x="336870" y="910059"/>
                  </a:lnTo>
                  <a:lnTo>
                    <a:pt x="340798" y="905493"/>
                  </a:lnTo>
                  <a:lnTo>
                    <a:pt x="344715" y="900916"/>
                  </a:lnTo>
                  <a:lnTo>
                    <a:pt x="348619" y="896329"/>
                  </a:lnTo>
                  <a:lnTo>
                    <a:pt x="352511" y="891731"/>
                  </a:lnTo>
                  <a:lnTo>
                    <a:pt x="356390" y="887123"/>
                  </a:lnTo>
                  <a:lnTo>
                    <a:pt x="360258" y="882505"/>
                  </a:lnTo>
                  <a:lnTo>
                    <a:pt x="364112" y="877876"/>
                  </a:lnTo>
                  <a:lnTo>
                    <a:pt x="367955" y="873237"/>
                  </a:lnTo>
                  <a:lnTo>
                    <a:pt x="371785" y="868587"/>
                  </a:lnTo>
                  <a:lnTo>
                    <a:pt x="375603" y="863928"/>
                  </a:lnTo>
                  <a:lnTo>
                    <a:pt x="379408" y="859258"/>
                  </a:lnTo>
                  <a:lnTo>
                    <a:pt x="383200" y="854578"/>
                  </a:lnTo>
                  <a:lnTo>
                    <a:pt x="386980" y="849888"/>
                  </a:lnTo>
                  <a:lnTo>
                    <a:pt x="390748" y="845188"/>
                  </a:lnTo>
                  <a:lnTo>
                    <a:pt x="394503" y="840478"/>
                  </a:lnTo>
                  <a:lnTo>
                    <a:pt x="398245" y="835757"/>
                  </a:lnTo>
                  <a:lnTo>
                    <a:pt x="401975" y="831027"/>
                  </a:lnTo>
                  <a:lnTo>
                    <a:pt x="405692" y="826287"/>
                  </a:lnTo>
                  <a:lnTo>
                    <a:pt x="409396" y="821537"/>
                  </a:lnTo>
                  <a:lnTo>
                    <a:pt x="413088" y="816777"/>
                  </a:lnTo>
                  <a:lnTo>
                    <a:pt x="416767" y="812007"/>
                  </a:lnTo>
                  <a:lnTo>
                    <a:pt x="420433" y="807227"/>
                  </a:lnTo>
                  <a:lnTo>
                    <a:pt x="424086" y="802438"/>
                  </a:lnTo>
                  <a:lnTo>
                    <a:pt x="427727" y="797639"/>
                  </a:lnTo>
                  <a:lnTo>
                    <a:pt x="431355" y="792830"/>
                  </a:lnTo>
                  <a:lnTo>
                    <a:pt x="434969" y="788011"/>
                  </a:lnTo>
                  <a:lnTo>
                    <a:pt x="438571" y="783183"/>
                  </a:lnTo>
                  <a:lnTo>
                    <a:pt x="442160" y="778345"/>
                  </a:lnTo>
                  <a:lnTo>
                    <a:pt x="445736" y="773497"/>
                  </a:lnTo>
                  <a:lnTo>
                    <a:pt x="449299" y="768640"/>
                  </a:lnTo>
                  <a:lnTo>
                    <a:pt x="452849" y="763774"/>
                  </a:lnTo>
                  <a:lnTo>
                    <a:pt x="456386" y="758898"/>
                  </a:lnTo>
                  <a:lnTo>
                    <a:pt x="459910" y="754013"/>
                  </a:lnTo>
                  <a:lnTo>
                    <a:pt x="463421" y="749118"/>
                  </a:lnTo>
                  <a:lnTo>
                    <a:pt x="466919" y="744213"/>
                  </a:lnTo>
                  <a:lnTo>
                    <a:pt x="470404" y="739300"/>
                  </a:lnTo>
                  <a:lnTo>
                    <a:pt x="473875" y="734377"/>
                  </a:lnTo>
                  <a:lnTo>
                    <a:pt x="477334" y="729445"/>
                  </a:lnTo>
                  <a:lnTo>
                    <a:pt x="480779" y="724504"/>
                  </a:lnTo>
                  <a:lnTo>
                    <a:pt x="484211" y="719553"/>
                  </a:lnTo>
                  <a:lnTo>
                    <a:pt x="487629" y="714593"/>
                  </a:lnTo>
                  <a:lnTo>
                    <a:pt x="491035" y="709625"/>
                  </a:lnTo>
                  <a:lnTo>
                    <a:pt x="494427" y="704647"/>
                  </a:lnTo>
                  <a:lnTo>
                    <a:pt x="497806" y="699660"/>
                  </a:lnTo>
                  <a:lnTo>
                    <a:pt x="501171" y="694664"/>
                  </a:lnTo>
                  <a:lnTo>
                    <a:pt x="504523" y="689659"/>
                  </a:lnTo>
                  <a:lnTo>
                    <a:pt x="507862" y="684645"/>
                  </a:lnTo>
                  <a:lnTo>
                    <a:pt x="511187" y="679622"/>
                  </a:lnTo>
                  <a:lnTo>
                    <a:pt x="514499" y="674590"/>
                  </a:lnTo>
                  <a:lnTo>
                    <a:pt x="517797" y="669550"/>
                  </a:lnTo>
                  <a:lnTo>
                    <a:pt x="521082" y="664500"/>
                  </a:lnTo>
                  <a:lnTo>
                    <a:pt x="524353" y="659442"/>
                  </a:lnTo>
                  <a:lnTo>
                    <a:pt x="527611" y="654376"/>
                  </a:lnTo>
                  <a:lnTo>
                    <a:pt x="530855" y="649300"/>
                  </a:lnTo>
                  <a:lnTo>
                    <a:pt x="534086" y="644216"/>
                  </a:lnTo>
                  <a:lnTo>
                    <a:pt x="537303" y="639123"/>
                  </a:lnTo>
                  <a:lnTo>
                    <a:pt x="540506" y="634022"/>
                  </a:lnTo>
                  <a:lnTo>
                    <a:pt x="543696" y="628912"/>
                  </a:lnTo>
                  <a:lnTo>
                    <a:pt x="546872" y="623793"/>
                  </a:lnTo>
                  <a:lnTo>
                    <a:pt x="550034" y="618666"/>
                  </a:lnTo>
                  <a:lnTo>
                    <a:pt x="553183" y="613531"/>
                  </a:lnTo>
                  <a:lnTo>
                    <a:pt x="556318" y="608387"/>
                  </a:lnTo>
                  <a:lnTo>
                    <a:pt x="559439" y="603235"/>
                  </a:lnTo>
                  <a:lnTo>
                    <a:pt x="562546" y="598075"/>
                  </a:lnTo>
                  <a:lnTo>
                    <a:pt x="565640" y="592906"/>
                  </a:lnTo>
                  <a:lnTo>
                    <a:pt x="568719" y="587729"/>
                  </a:lnTo>
                  <a:lnTo>
                    <a:pt x="571785" y="582544"/>
                  </a:lnTo>
                  <a:lnTo>
                    <a:pt x="574837" y="577350"/>
                  </a:lnTo>
                  <a:lnTo>
                    <a:pt x="577875" y="572149"/>
                  </a:lnTo>
                  <a:lnTo>
                    <a:pt x="580899" y="566939"/>
                  </a:lnTo>
                  <a:lnTo>
                    <a:pt x="583909" y="561721"/>
                  </a:lnTo>
                  <a:lnTo>
                    <a:pt x="586906" y="556496"/>
                  </a:lnTo>
                  <a:lnTo>
                    <a:pt x="589888" y="551262"/>
                  </a:lnTo>
                  <a:lnTo>
                    <a:pt x="592856" y="546020"/>
                  </a:lnTo>
                  <a:lnTo>
                    <a:pt x="595810" y="540770"/>
                  </a:lnTo>
                  <a:lnTo>
                    <a:pt x="598750" y="535513"/>
                  </a:lnTo>
                  <a:lnTo>
                    <a:pt x="601677" y="530248"/>
                  </a:lnTo>
                  <a:lnTo>
                    <a:pt x="604589" y="524974"/>
                  </a:lnTo>
                  <a:lnTo>
                    <a:pt x="607486" y="519694"/>
                  </a:lnTo>
                  <a:lnTo>
                    <a:pt x="610370" y="514405"/>
                  </a:lnTo>
                  <a:lnTo>
                    <a:pt x="613240" y="509109"/>
                  </a:lnTo>
                  <a:lnTo>
                    <a:pt x="616095" y="503805"/>
                  </a:lnTo>
                  <a:lnTo>
                    <a:pt x="618936" y="498493"/>
                  </a:lnTo>
                  <a:lnTo>
                    <a:pt x="621763" y="493174"/>
                  </a:lnTo>
                  <a:lnTo>
                    <a:pt x="624576" y="487847"/>
                  </a:lnTo>
                  <a:lnTo>
                    <a:pt x="627375" y="482513"/>
                  </a:lnTo>
                  <a:lnTo>
                    <a:pt x="630159" y="477171"/>
                  </a:lnTo>
                  <a:lnTo>
                    <a:pt x="632929" y="471822"/>
                  </a:lnTo>
                  <a:lnTo>
                    <a:pt x="635685" y="466465"/>
                  </a:lnTo>
                  <a:lnTo>
                    <a:pt x="638426" y="461102"/>
                  </a:lnTo>
                  <a:lnTo>
                    <a:pt x="641153" y="455730"/>
                  </a:lnTo>
                  <a:lnTo>
                    <a:pt x="643865" y="450352"/>
                  </a:lnTo>
                  <a:lnTo>
                    <a:pt x="646564" y="444966"/>
                  </a:lnTo>
                  <a:lnTo>
                    <a:pt x="649247" y="439573"/>
                  </a:lnTo>
                  <a:lnTo>
                    <a:pt x="651917" y="434173"/>
                  </a:lnTo>
                  <a:lnTo>
                    <a:pt x="654572" y="428766"/>
                  </a:lnTo>
                  <a:lnTo>
                    <a:pt x="657212" y="423352"/>
                  </a:lnTo>
                  <a:lnTo>
                    <a:pt x="659838" y="417931"/>
                  </a:lnTo>
                  <a:lnTo>
                    <a:pt x="662449" y="412502"/>
                  </a:lnTo>
                  <a:lnTo>
                    <a:pt x="665046" y="407067"/>
                  </a:lnTo>
                  <a:lnTo>
                    <a:pt x="667629" y="401625"/>
                  </a:lnTo>
                  <a:lnTo>
                    <a:pt x="670196" y="396176"/>
                  </a:lnTo>
                  <a:lnTo>
                    <a:pt x="672750" y="390720"/>
                  </a:lnTo>
                  <a:lnTo>
                    <a:pt x="675288" y="385257"/>
                  </a:lnTo>
                  <a:lnTo>
                    <a:pt x="677812" y="379788"/>
                  </a:lnTo>
                  <a:lnTo>
                    <a:pt x="680322" y="374311"/>
                  </a:lnTo>
                  <a:lnTo>
                    <a:pt x="682816" y="368829"/>
                  </a:lnTo>
                  <a:lnTo>
                    <a:pt x="685296" y="363339"/>
                  </a:lnTo>
                  <a:lnTo>
                    <a:pt x="687762" y="357843"/>
                  </a:lnTo>
                  <a:lnTo>
                    <a:pt x="690212" y="352340"/>
                  </a:lnTo>
                  <a:lnTo>
                    <a:pt x="692648" y="346831"/>
                  </a:lnTo>
                  <a:lnTo>
                    <a:pt x="695069" y="341315"/>
                  </a:lnTo>
                  <a:lnTo>
                    <a:pt x="697476" y="335793"/>
                  </a:lnTo>
                  <a:lnTo>
                    <a:pt x="699867" y="330264"/>
                  </a:lnTo>
                  <a:lnTo>
                    <a:pt x="702244" y="324729"/>
                  </a:lnTo>
                  <a:lnTo>
                    <a:pt x="704606" y="319188"/>
                  </a:lnTo>
                  <a:lnTo>
                    <a:pt x="706953" y="313640"/>
                  </a:lnTo>
                  <a:lnTo>
                    <a:pt x="709286" y="308086"/>
                  </a:lnTo>
                  <a:lnTo>
                    <a:pt x="711603" y="302526"/>
                  </a:lnTo>
                  <a:lnTo>
                    <a:pt x="713906" y="296960"/>
                  </a:lnTo>
                  <a:lnTo>
                    <a:pt x="716194" y="291387"/>
                  </a:lnTo>
                  <a:lnTo>
                    <a:pt x="718466" y="285809"/>
                  </a:lnTo>
                  <a:lnTo>
                    <a:pt x="720724" y="280224"/>
                  </a:lnTo>
                  <a:lnTo>
                    <a:pt x="722967" y="274634"/>
                  </a:lnTo>
                  <a:lnTo>
                    <a:pt x="725195" y="269037"/>
                  </a:lnTo>
                  <a:lnTo>
                    <a:pt x="727408" y="263434"/>
                  </a:lnTo>
                  <a:lnTo>
                    <a:pt x="729606" y="257826"/>
                  </a:lnTo>
                  <a:lnTo>
                    <a:pt x="731789" y="252212"/>
                  </a:lnTo>
                  <a:lnTo>
                    <a:pt x="733957" y="246592"/>
                  </a:lnTo>
                  <a:lnTo>
                    <a:pt x="736110" y="240966"/>
                  </a:lnTo>
                  <a:lnTo>
                    <a:pt x="738248" y="235334"/>
                  </a:lnTo>
                  <a:lnTo>
                    <a:pt x="740371" y="229697"/>
                  </a:lnTo>
                  <a:lnTo>
                    <a:pt x="742479" y="224054"/>
                  </a:lnTo>
                  <a:lnTo>
                    <a:pt x="744571" y="218405"/>
                  </a:lnTo>
                  <a:lnTo>
                    <a:pt x="746649" y="212751"/>
                  </a:lnTo>
                  <a:lnTo>
                    <a:pt x="748711" y="207091"/>
                  </a:lnTo>
                  <a:lnTo>
                    <a:pt x="750759" y="201426"/>
                  </a:lnTo>
                  <a:lnTo>
                    <a:pt x="752791" y="195756"/>
                  </a:lnTo>
                  <a:lnTo>
                    <a:pt x="754808" y="190079"/>
                  </a:lnTo>
                  <a:lnTo>
                    <a:pt x="756810" y="184398"/>
                  </a:lnTo>
                  <a:lnTo>
                    <a:pt x="758796" y="178711"/>
                  </a:lnTo>
                  <a:lnTo>
                    <a:pt x="760767" y="173019"/>
                  </a:lnTo>
                  <a:lnTo>
                    <a:pt x="762724" y="167322"/>
                  </a:lnTo>
                  <a:lnTo>
                    <a:pt x="764664" y="161619"/>
                  </a:lnTo>
                  <a:lnTo>
                    <a:pt x="766590" y="155912"/>
                  </a:lnTo>
                  <a:lnTo>
                    <a:pt x="768500" y="150199"/>
                  </a:lnTo>
                  <a:lnTo>
                    <a:pt x="770395" y="144481"/>
                  </a:lnTo>
                  <a:lnTo>
                    <a:pt x="772275" y="138758"/>
                  </a:lnTo>
                  <a:lnTo>
                    <a:pt x="774140" y="133030"/>
                  </a:lnTo>
                  <a:lnTo>
                    <a:pt x="775989" y="127297"/>
                  </a:lnTo>
                  <a:lnTo>
                    <a:pt x="777823" y="121559"/>
                  </a:lnTo>
                  <a:lnTo>
                    <a:pt x="779641" y="115816"/>
                  </a:lnTo>
                  <a:lnTo>
                    <a:pt x="781444" y="110069"/>
                  </a:lnTo>
                  <a:lnTo>
                    <a:pt x="783232" y="104316"/>
                  </a:lnTo>
                  <a:lnTo>
                    <a:pt x="785004" y="98559"/>
                  </a:lnTo>
                  <a:lnTo>
                    <a:pt x="786761" y="92797"/>
                  </a:lnTo>
                  <a:lnTo>
                    <a:pt x="788503" y="87031"/>
                  </a:lnTo>
                  <a:lnTo>
                    <a:pt x="790229" y="81260"/>
                  </a:lnTo>
                  <a:lnTo>
                    <a:pt x="791939" y="75484"/>
                  </a:lnTo>
                  <a:lnTo>
                    <a:pt x="793634" y="69704"/>
                  </a:lnTo>
                  <a:lnTo>
                    <a:pt x="795314" y="63919"/>
                  </a:lnTo>
                  <a:lnTo>
                    <a:pt x="796978" y="58129"/>
                  </a:lnTo>
                  <a:lnTo>
                    <a:pt x="798627" y="52336"/>
                  </a:lnTo>
                  <a:lnTo>
                    <a:pt x="800260" y="46538"/>
                  </a:lnTo>
                  <a:lnTo>
                    <a:pt x="801878" y="40735"/>
                  </a:lnTo>
                  <a:lnTo>
                    <a:pt x="803480" y="34928"/>
                  </a:lnTo>
                  <a:lnTo>
                    <a:pt x="805067" y="29117"/>
                  </a:lnTo>
                  <a:lnTo>
                    <a:pt x="806638" y="23302"/>
                  </a:lnTo>
                  <a:lnTo>
                    <a:pt x="808194" y="17483"/>
                  </a:lnTo>
                  <a:lnTo>
                    <a:pt x="809734" y="11659"/>
                  </a:lnTo>
                  <a:lnTo>
                    <a:pt x="811258" y="5831"/>
                  </a:lnTo>
                  <a:lnTo>
                    <a:pt x="812767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91439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7449236" y="5212145"/>
              <a:ext cx="22946" cy="17477"/>
            </a:xfrm>
            <a:custGeom>
              <a:avLst/>
              <a:pathLst>
                <a:path w="22946" h="17477">
                  <a:moveTo>
                    <a:pt x="0" y="17477"/>
                  </a:moveTo>
                  <a:lnTo>
                    <a:pt x="92" y="17408"/>
                  </a:lnTo>
                  <a:lnTo>
                    <a:pt x="185" y="17338"/>
                  </a:lnTo>
                  <a:lnTo>
                    <a:pt x="277" y="17269"/>
                  </a:lnTo>
                  <a:lnTo>
                    <a:pt x="370" y="17199"/>
                  </a:lnTo>
                  <a:lnTo>
                    <a:pt x="462" y="17129"/>
                  </a:lnTo>
                  <a:lnTo>
                    <a:pt x="555" y="17060"/>
                  </a:lnTo>
                  <a:lnTo>
                    <a:pt x="648" y="16990"/>
                  </a:lnTo>
                  <a:lnTo>
                    <a:pt x="740" y="16920"/>
                  </a:lnTo>
                  <a:lnTo>
                    <a:pt x="833" y="16851"/>
                  </a:lnTo>
                  <a:lnTo>
                    <a:pt x="925" y="16781"/>
                  </a:lnTo>
                  <a:lnTo>
                    <a:pt x="1018" y="16711"/>
                  </a:lnTo>
                  <a:lnTo>
                    <a:pt x="1110" y="16642"/>
                  </a:lnTo>
                  <a:lnTo>
                    <a:pt x="1203" y="16572"/>
                  </a:lnTo>
                  <a:lnTo>
                    <a:pt x="1296" y="16502"/>
                  </a:lnTo>
                  <a:lnTo>
                    <a:pt x="1388" y="16433"/>
                  </a:lnTo>
                  <a:lnTo>
                    <a:pt x="1481" y="16363"/>
                  </a:lnTo>
                  <a:lnTo>
                    <a:pt x="1573" y="16293"/>
                  </a:lnTo>
                  <a:lnTo>
                    <a:pt x="1666" y="16224"/>
                  </a:lnTo>
                  <a:lnTo>
                    <a:pt x="1758" y="16154"/>
                  </a:lnTo>
                  <a:lnTo>
                    <a:pt x="1851" y="16084"/>
                  </a:lnTo>
                  <a:lnTo>
                    <a:pt x="1943" y="16015"/>
                  </a:lnTo>
                  <a:lnTo>
                    <a:pt x="2036" y="15945"/>
                  </a:lnTo>
                  <a:lnTo>
                    <a:pt x="2128" y="15875"/>
                  </a:lnTo>
                  <a:lnTo>
                    <a:pt x="2221" y="15806"/>
                  </a:lnTo>
                  <a:lnTo>
                    <a:pt x="2313" y="15736"/>
                  </a:lnTo>
                  <a:lnTo>
                    <a:pt x="2406" y="15666"/>
                  </a:lnTo>
                  <a:lnTo>
                    <a:pt x="2498" y="15596"/>
                  </a:lnTo>
                  <a:lnTo>
                    <a:pt x="2591" y="15527"/>
                  </a:lnTo>
                  <a:lnTo>
                    <a:pt x="2683" y="15457"/>
                  </a:lnTo>
                  <a:lnTo>
                    <a:pt x="2776" y="15387"/>
                  </a:lnTo>
                  <a:lnTo>
                    <a:pt x="2868" y="15317"/>
                  </a:lnTo>
                  <a:lnTo>
                    <a:pt x="2961" y="15248"/>
                  </a:lnTo>
                  <a:lnTo>
                    <a:pt x="3053" y="15178"/>
                  </a:lnTo>
                  <a:lnTo>
                    <a:pt x="3146" y="15108"/>
                  </a:lnTo>
                  <a:lnTo>
                    <a:pt x="3238" y="15038"/>
                  </a:lnTo>
                  <a:lnTo>
                    <a:pt x="3331" y="14969"/>
                  </a:lnTo>
                  <a:lnTo>
                    <a:pt x="3423" y="14899"/>
                  </a:lnTo>
                  <a:lnTo>
                    <a:pt x="3516" y="14829"/>
                  </a:lnTo>
                  <a:lnTo>
                    <a:pt x="3608" y="14759"/>
                  </a:lnTo>
                  <a:lnTo>
                    <a:pt x="3701" y="14689"/>
                  </a:lnTo>
                  <a:lnTo>
                    <a:pt x="3793" y="14620"/>
                  </a:lnTo>
                  <a:lnTo>
                    <a:pt x="3886" y="14550"/>
                  </a:lnTo>
                  <a:lnTo>
                    <a:pt x="3978" y="14480"/>
                  </a:lnTo>
                  <a:lnTo>
                    <a:pt x="4070" y="14410"/>
                  </a:lnTo>
                  <a:lnTo>
                    <a:pt x="4163" y="14340"/>
                  </a:lnTo>
                  <a:lnTo>
                    <a:pt x="4255" y="14271"/>
                  </a:lnTo>
                  <a:lnTo>
                    <a:pt x="4348" y="14201"/>
                  </a:lnTo>
                  <a:lnTo>
                    <a:pt x="4440" y="14131"/>
                  </a:lnTo>
                  <a:lnTo>
                    <a:pt x="4533" y="14061"/>
                  </a:lnTo>
                  <a:lnTo>
                    <a:pt x="4625" y="13991"/>
                  </a:lnTo>
                  <a:lnTo>
                    <a:pt x="4718" y="13922"/>
                  </a:lnTo>
                  <a:lnTo>
                    <a:pt x="4810" y="13852"/>
                  </a:lnTo>
                  <a:lnTo>
                    <a:pt x="4902" y="13782"/>
                  </a:lnTo>
                  <a:lnTo>
                    <a:pt x="4995" y="13712"/>
                  </a:lnTo>
                  <a:lnTo>
                    <a:pt x="5087" y="13642"/>
                  </a:lnTo>
                  <a:lnTo>
                    <a:pt x="5180" y="13572"/>
                  </a:lnTo>
                  <a:lnTo>
                    <a:pt x="5272" y="13502"/>
                  </a:lnTo>
                  <a:lnTo>
                    <a:pt x="5364" y="13432"/>
                  </a:lnTo>
                  <a:lnTo>
                    <a:pt x="5457" y="13363"/>
                  </a:lnTo>
                  <a:lnTo>
                    <a:pt x="5549" y="13293"/>
                  </a:lnTo>
                  <a:lnTo>
                    <a:pt x="5642" y="13223"/>
                  </a:lnTo>
                  <a:lnTo>
                    <a:pt x="5734" y="13153"/>
                  </a:lnTo>
                  <a:lnTo>
                    <a:pt x="5826" y="13083"/>
                  </a:lnTo>
                  <a:lnTo>
                    <a:pt x="5919" y="13013"/>
                  </a:lnTo>
                  <a:lnTo>
                    <a:pt x="6011" y="12943"/>
                  </a:lnTo>
                  <a:lnTo>
                    <a:pt x="6103" y="12873"/>
                  </a:lnTo>
                  <a:lnTo>
                    <a:pt x="6196" y="12803"/>
                  </a:lnTo>
                  <a:lnTo>
                    <a:pt x="6288" y="12733"/>
                  </a:lnTo>
                  <a:lnTo>
                    <a:pt x="6380" y="12664"/>
                  </a:lnTo>
                  <a:lnTo>
                    <a:pt x="6473" y="12594"/>
                  </a:lnTo>
                  <a:lnTo>
                    <a:pt x="6565" y="12524"/>
                  </a:lnTo>
                  <a:lnTo>
                    <a:pt x="6657" y="12454"/>
                  </a:lnTo>
                  <a:lnTo>
                    <a:pt x="6750" y="12384"/>
                  </a:lnTo>
                  <a:lnTo>
                    <a:pt x="6842" y="12314"/>
                  </a:lnTo>
                  <a:lnTo>
                    <a:pt x="6935" y="12244"/>
                  </a:lnTo>
                  <a:lnTo>
                    <a:pt x="7027" y="12174"/>
                  </a:lnTo>
                  <a:lnTo>
                    <a:pt x="7119" y="12104"/>
                  </a:lnTo>
                  <a:lnTo>
                    <a:pt x="7211" y="12034"/>
                  </a:lnTo>
                  <a:lnTo>
                    <a:pt x="7304" y="11964"/>
                  </a:lnTo>
                  <a:lnTo>
                    <a:pt x="7396" y="11894"/>
                  </a:lnTo>
                  <a:lnTo>
                    <a:pt x="7488" y="11824"/>
                  </a:lnTo>
                  <a:lnTo>
                    <a:pt x="7581" y="11754"/>
                  </a:lnTo>
                  <a:lnTo>
                    <a:pt x="7673" y="11684"/>
                  </a:lnTo>
                  <a:lnTo>
                    <a:pt x="7765" y="11614"/>
                  </a:lnTo>
                  <a:lnTo>
                    <a:pt x="7858" y="11544"/>
                  </a:lnTo>
                  <a:lnTo>
                    <a:pt x="7950" y="11474"/>
                  </a:lnTo>
                  <a:lnTo>
                    <a:pt x="8042" y="11404"/>
                  </a:lnTo>
                  <a:lnTo>
                    <a:pt x="8135" y="11334"/>
                  </a:lnTo>
                  <a:lnTo>
                    <a:pt x="8227" y="11264"/>
                  </a:lnTo>
                  <a:lnTo>
                    <a:pt x="8319" y="11194"/>
                  </a:lnTo>
                  <a:lnTo>
                    <a:pt x="8411" y="11124"/>
                  </a:lnTo>
                  <a:lnTo>
                    <a:pt x="8504" y="11054"/>
                  </a:lnTo>
                  <a:lnTo>
                    <a:pt x="8596" y="10984"/>
                  </a:lnTo>
                  <a:lnTo>
                    <a:pt x="8688" y="10914"/>
                  </a:lnTo>
                  <a:lnTo>
                    <a:pt x="8780" y="10844"/>
                  </a:lnTo>
                  <a:lnTo>
                    <a:pt x="8873" y="10774"/>
                  </a:lnTo>
                  <a:lnTo>
                    <a:pt x="8965" y="10704"/>
                  </a:lnTo>
                  <a:lnTo>
                    <a:pt x="9057" y="10634"/>
                  </a:lnTo>
                  <a:lnTo>
                    <a:pt x="9149" y="10564"/>
                  </a:lnTo>
                  <a:lnTo>
                    <a:pt x="9242" y="10493"/>
                  </a:lnTo>
                  <a:lnTo>
                    <a:pt x="9334" y="10423"/>
                  </a:lnTo>
                  <a:lnTo>
                    <a:pt x="9426" y="10353"/>
                  </a:lnTo>
                  <a:lnTo>
                    <a:pt x="9518" y="10283"/>
                  </a:lnTo>
                  <a:lnTo>
                    <a:pt x="9611" y="10213"/>
                  </a:lnTo>
                  <a:lnTo>
                    <a:pt x="9703" y="10143"/>
                  </a:lnTo>
                  <a:lnTo>
                    <a:pt x="9795" y="10073"/>
                  </a:lnTo>
                  <a:lnTo>
                    <a:pt x="9887" y="10003"/>
                  </a:lnTo>
                  <a:lnTo>
                    <a:pt x="9980" y="9933"/>
                  </a:lnTo>
                  <a:lnTo>
                    <a:pt x="10072" y="9863"/>
                  </a:lnTo>
                  <a:lnTo>
                    <a:pt x="10164" y="9792"/>
                  </a:lnTo>
                  <a:lnTo>
                    <a:pt x="10256" y="9722"/>
                  </a:lnTo>
                  <a:lnTo>
                    <a:pt x="10348" y="9652"/>
                  </a:lnTo>
                  <a:lnTo>
                    <a:pt x="10441" y="9582"/>
                  </a:lnTo>
                  <a:lnTo>
                    <a:pt x="10533" y="9512"/>
                  </a:lnTo>
                  <a:lnTo>
                    <a:pt x="10625" y="9442"/>
                  </a:lnTo>
                  <a:lnTo>
                    <a:pt x="10717" y="9372"/>
                  </a:lnTo>
                  <a:lnTo>
                    <a:pt x="10809" y="9301"/>
                  </a:lnTo>
                  <a:lnTo>
                    <a:pt x="10901" y="9231"/>
                  </a:lnTo>
                  <a:lnTo>
                    <a:pt x="10994" y="9161"/>
                  </a:lnTo>
                  <a:lnTo>
                    <a:pt x="11086" y="9091"/>
                  </a:lnTo>
                  <a:lnTo>
                    <a:pt x="11178" y="9021"/>
                  </a:lnTo>
                  <a:lnTo>
                    <a:pt x="11270" y="8951"/>
                  </a:lnTo>
                  <a:lnTo>
                    <a:pt x="11362" y="8880"/>
                  </a:lnTo>
                  <a:lnTo>
                    <a:pt x="11454" y="8810"/>
                  </a:lnTo>
                  <a:lnTo>
                    <a:pt x="11547" y="8740"/>
                  </a:lnTo>
                  <a:lnTo>
                    <a:pt x="11639" y="8670"/>
                  </a:lnTo>
                  <a:lnTo>
                    <a:pt x="11731" y="8600"/>
                  </a:lnTo>
                  <a:lnTo>
                    <a:pt x="11823" y="8529"/>
                  </a:lnTo>
                  <a:lnTo>
                    <a:pt x="11915" y="8459"/>
                  </a:lnTo>
                  <a:lnTo>
                    <a:pt x="12007" y="8389"/>
                  </a:lnTo>
                  <a:lnTo>
                    <a:pt x="12099" y="8319"/>
                  </a:lnTo>
                  <a:lnTo>
                    <a:pt x="12192" y="8249"/>
                  </a:lnTo>
                  <a:lnTo>
                    <a:pt x="12284" y="8178"/>
                  </a:lnTo>
                  <a:lnTo>
                    <a:pt x="12376" y="8108"/>
                  </a:lnTo>
                  <a:lnTo>
                    <a:pt x="12468" y="8038"/>
                  </a:lnTo>
                  <a:lnTo>
                    <a:pt x="12560" y="7968"/>
                  </a:lnTo>
                  <a:lnTo>
                    <a:pt x="12652" y="7897"/>
                  </a:lnTo>
                  <a:lnTo>
                    <a:pt x="12744" y="7827"/>
                  </a:lnTo>
                  <a:lnTo>
                    <a:pt x="12836" y="7757"/>
                  </a:lnTo>
                  <a:lnTo>
                    <a:pt x="12928" y="7687"/>
                  </a:lnTo>
                  <a:lnTo>
                    <a:pt x="13021" y="7616"/>
                  </a:lnTo>
                  <a:lnTo>
                    <a:pt x="13113" y="7546"/>
                  </a:lnTo>
                  <a:lnTo>
                    <a:pt x="13205" y="7476"/>
                  </a:lnTo>
                  <a:lnTo>
                    <a:pt x="13297" y="7405"/>
                  </a:lnTo>
                  <a:lnTo>
                    <a:pt x="13389" y="7335"/>
                  </a:lnTo>
                  <a:lnTo>
                    <a:pt x="13481" y="7265"/>
                  </a:lnTo>
                  <a:lnTo>
                    <a:pt x="13573" y="7195"/>
                  </a:lnTo>
                  <a:lnTo>
                    <a:pt x="13665" y="7124"/>
                  </a:lnTo>
                  <a:lnTo>
                    <a:pt x="13757" y="7054"/>
                  </a:lnTo>
                  <a:lnTo>
                    <a:pt x="13849" y="6984"/>
                  </a:lnTo>
                  <a:lnTo>
                    <a:pt x="13941" y="6913"/>
                  </a:lnTo>
                  <a:lnTo>
                    <a:pt x="14033" y="6843"/>
                  </a:lnTo>
                  <a:lnTo>
                    <a:pt x="14125" y="6773"/>
                  </a:lnTo>
                  <a:lnTo>
                    <a:pt x="14218" y="6702"/>
                  </a:lnTo>
                  <a:lnTo>
                    <a:pt x="14310" y="6632"/>
                  </a:lnTo>
                  <a:lnTo>
                    <a:pt x="14402" y="6562"/>
                  </a:lnTo>
                  <a:lnTo>
                    <a:pt x="14494" y="6491"/>
                  </a:lnTo>
                  <a:lnTo>
                    <a:pt x="14586" y="6421"/>
                  </a:lnTo>
                  <a:lnTo>
                    <a:pt x="14678" y="6351"/>
                  </a:lnTo>
                  <a:lnTo>
                    <a:pt x="14770" y="6280"/>
                  </a:lnTo>
                  <a:lnTo>
                    <a:pt x="14862" y="6210"/>
                  </a:lnTo>
                  <a:lnTo>
                    <a:pt x="14954" y="6140"/>
                  </a:lnTo>
                  <a:lnTo>
                    <a:pt x="15046" y="6069"/>
                  </a:lnTo>
                  <a:lnTo>
                    <a:pt x="15138" y="5999"/>
                  </a:lnTo>
                  <a:lnTo>
                    <a:pt x="15230" y="5928"/>
                  </a:lnTo>
                  <a:lnTo>
                    <a:pt x="15322" y="5858"/>
                  </a:lnTo>
                  <a:lnTo>
                    <a:pt x="15414" y="5788"/>
                  </a:lnTo>
                  <a:lnTo>
                    <a:pt x="15506" y="5717"/>
                  </a:lnTo>
                  <a:lnTo>
                    <a:pt x="15598" y="5647"/>
                  </a:lnTo>
                  <a:lnTo>
                    <a:pt x="15690" y="5576"/>
                  </a:lnTo>
                  <a:lnTo>
                    <a:pt x="15782" y="5506"/>
                  </a:lnTo>
                  <a:lnTo>
                    <a:pt x="15874" y="5436"/>
                  </a:lnTo>
                  <a:lnTo>
                    <a:pt x="15966" y="5365"/>
                  </a:lnTo>
                  <a:lnTo>
                    <a:pt x="16058" y="5295"/>
                  </a:lnTo>
                  <a:lnTo>
                    <a:pt x="16150" y="5224"/>
                  </a:lnTo>
                  <a:lnTo>
                    <a:pt x="16242" y="5154"/>
                  </a:lnTo>
                  <a:lnTo>
                    <a:pt x="16334" y="5084"/>
                  </a:lnTo>
                  <a:lnTo>
                    <a:pt x="16426" y="5013"/>
                  </a:lnTo>
                  <a:lnTo>
                    <a:pt x="16518" y="4943"/>
                  </a:lnTo>
                  <a:lnTo>
                    <a:pt x="16610" y="4872"/>
                  </a:lnTo>
                  <a:lnTo>
                    <a:pt x="16701" y="4802"/>
                  </a:lnTo>
                  <a:lnTo>
                    <a:pt x="16793" y="4731"/>
                  </a:lnTo>
                  <a:lnTo>
                    <a:pt x="16885" y="4661"/>
                  </a:lnTo>
                  <a:lnTo>
                    <a:pt x="16977" y="4590"/>
                  </a:lnTo>
                  <a:lnTo>
                    <a:pt x="17069" y="4520"/>
                  </a:lnTo>
                  <a:lnTo>
                    <a:pt x="17161" y="4449"/>
                  </a:lnTo>
                  <a:lnTo>
                    <a:pt x="17253" y="4379"/>
                  </a:lnTo>
                  <a:lnTo>
                    <a:pt x="17345" y="4308"/>
                  </a:lnTo>
                  <a:lnTo>
                    <a:pt x="17437" y="4238"/>
                  </a:lnTo>
                  <a:lnTo>
                    <a:pt x="17529" y="4167"/>
                  </a:lnTo>
                  <a:lnTo>
                    <a:pt x="17621" y="4097"/>
                  </a:lnTo>
                  <a:lnTo>
                    <a:pt x="17713" y="4026"/>
                  </a:lnTo>
                  <a:lnTo>
                    <a:pt x="17805" y="3956"/>
                  </a:lnTo>
                  <a:lnTo>
                    <a:pt x="17896" y="3885"/>
                  </a:lnTo>
                  <a:lnTo>
                    <a:pt x="17988" y="3815"/>
                  </a:lnTo>
                  <a:lnTo>
                    <a:pt x="18080" y="3744"/>
                  </a:lnTo>
                  <a:lnTo>
                    <a:pt x="18172" y="3674"/>
                  </a:lnTo>
                  <a:lnTo>
                    <a:pt x="18264" y="3603"/>
                  </a:lnTo>
                  <a:lnTo>
                    <a:pt x="18356" y="3533"/>
                  </a:lnTo>
                  <a:lnTo>
                    <a:pt x="18448" y="3462"/>
                  </a:lnTo>
                  <a:lnTo>
                    <a:pt x="18540" y="3392"/>
                  </a:lnTo>
                  <a:lnTo>
                    <a:pt x="18632" y="3321"/>
                  </a:lnTo>
                  <a:lnTo>
                    <a:pt x="18723" y="3250"/>
                  </a:lnTo>
                  <a:lnTo>
                    <a:pt x="18815" y="3180"/>
                  </a:lnTo>
                  <a:lnTo>
                    <a:pt x="18907" y="3109"/>
                  </a:lnTo>
                  <a:lnTo>
                    <a:pt x="18999" y="3039"/>
                  </a:lnTo>
                  <a:lnTo>
                    <a:pt x="19091" y="2968"/>
                  </a:lnTo>
                  <a:lnTo>
                    <a:pt x="19183" y="2898"/>
                  </a:lnTo>
                  <a:lnTo>
                    <a:pt x="19275" y="2827"/>
                  </a:lnTo>
                  <a:lnTo>
                    <a:pt x="19366" y="2756"/>
                  </a:lnTo>
                  <a:lnTo>
                    <a:pt x="19458" y="2686"/>
                  </a:lnTo>
                  <a:lnTo>
                    <a:pt x="19550" y="2615"/>
                  </a:lnTo>
                  <a:lnTo>
                    <a:pt x="19642" y="2545"/>
                  </a:lnTo>
                  <a:lnTo>
                    <a:pt x="19734" y="2474"/>
                  </a:lnTo>
                  <a:lnTo>
                    <a:pt x="19826" y="2403"/>
                  </a:lnTo>
                  <a:lnTo>
                    <a:pt x="19917" y="2333"/>
                  </a:lnTo>
                  <a:lnTo>
                    <a:pt x="20009" y="2262"/>
                  </a:lnTo>
                  <a:lnTo>
                    <a:pt x="20101" y="2191"/>
                  </a:lnTo>
                  <a:lnTo>
                    <a:pt x="20193" y="2121"/>
                  </a:lnTo>
                  <a:lnTo>
                    <a:pt x="20285" y="2050"/>
                  </a:lnTo>
                  <a:lnTo>
                    <a:pt x="20377" y="1980"/>
                  </a:lnTo>
                  <a:lnTo>
                    <a:pt x="20468" y="1909"/>
                  </a:lnTo>
                  <a:lnTo>
                    <a:pt x="20560" y="1838"/>
                  </a:lnTo>
                  <a:lnTo>
                    <a:pt x="20652" y="1768"/>
                  </a:lnTo>
                  <a:lnTo>
                    <a:pt x="20744" y="1697"/>
                  </a:lnTo>
                  <a:lnTo>
                    <a:pt x="20836" y="1626"/>
                  </a:lnTo>
                  <a:lnTo>
                    <a:pt x="20927" y="1556"/>
                  </a:lnTo>
                  <a:lnTo>
                    <a:pt x="21019" y="1485"/>
                  </a:lnTo>
                  <a:lnTo>
                    <a:pt x="21111" y="1414"/>
                  </a:lnTo>
                  <a:lnTo>
                    <a:pt x="21203" y="1343"/>
                  </a:lnTo>
                  <a:lnTo>
                    <a:pt x="21294" y="1273"/>
                  </a:lnTo>
                  <a:lnTo>
                    <a:pt x="21386" y="1202"/>
                  </a:lnTo>
                  <a:lnTo>
                    <a:pt x="21478" y="1131"/>
                  </a:lnTo>
                  <a:lnTo>
                    <a:pt x="21570" y="1061"/>
                  </a:lnTo>
                  <a:lnTo>
                    <a:pt x="21661" y="990"/>
                  </a:lnTo>
                  <a:lnTo>
                    <a:pt x="21753" y="919"/>
                  </a:lnTo>
                  <a:lnTo>
                    <a:pt x="21845" y="849"/>
                  </a:lnTo>
                  <a:lnTo>
                    <a:pt x="21937" y="778"/>
                  </a:lnTo>
                  <a:lnTo>
                    <a:pt x="22028" y="707"/>
                  </a:lnTo>
                  <a:lnTo>
                    <a:pt x="22120" y="636"/>
                  </a:lnTo>
                  <a:lnTo>
                    <a:pt x="22212" y="566"/>
                  </a:lnTo>
                  <a:lnTo>
                    <a:pt x="22304" y="495"/>
                  </a:lnTo>
                  <a:lnTo>
                    <a:pt x="22395" y="424"/>
                  </a:lnTo>
                  <a:lnTo>
                    <a:pt x="22487" y="353"/>
                  </a:lnTo>
                  <a:lnTo>
                    <a:pt x="22579" y="283"/>
                  </a:lnTo>
                  <a:lnTo>
                    <a:pt x="22671" y="212"/>
                  </a:lnTo>
                  <a:lnTo>
                    <a:pt x="22762" y="141"/>
                  </a:lnTo>
                  <a:lnTo>
                    <a:pt x="22854" y="70"/>
                  </a:lnTo>
                  <a:lnTo>
                    <a:pt x="22946" y="0"/>
                  </a:lnTo>
                </a:path>
              </a:pathLst>
            </a:custGeom>
            <a:ln w="22859" cap="rnd">
              <a:solidFill>
                <a:srgbClr val="1EB2D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91439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6572949" y="5557836"/>
              <a:ext cx="259078" cy="72590"/>
            </a:xfrm>
            <a:custGeom>
              <a:avLst/>
              <a:pathLst>
                <a:path w="259078" h="72590">
                  <a:moveTo>
                    <a:pt x="0" y="72590"/>
                  </a:moveTo>
                  <a:lnTo>
                    <a:pt x="1056" y="72361"/>
                  </a:lnTo>
                  <a:lnTo>
                    <a:pt x="2113" y="72131"/>
                  </a:lnTo>
                  <a:lnTo>
                    <a:pt x="3169" y="71901"/>
                  </a:lnTo>
                  <a:lnTo>
                    <a:pt x="4225" y="71670"/>
                  </a:lnTo>
                  <a:lnTo>
                    <a:pt x="5281" y="71439"/>
                  </a:lnTo>
                  <a:lnTo>
                    <a:pt x="6337" y="71207"/>
                  </a:lnTo>
                  <a:lnTo>
                    <a:pt x="7393" y="70975"/>
                  </a:lnTo>
                  <a:lnTo>
                    <a:pt x="8449" y="70742"/>
                  </a:lnTo>
                  <a:lnTo>
                    <a:pt x="9505" y="70508"/>
                  </a:lnTo>
                  <a:lnTo>
                    <a:pt x="10561" y="70275"/>
                  </a:lnTo>
                  <a:lnTo>
                    <a:pt x="11616" y="70040"/>
                  </a:lnTo>
                  <a:lnTo>
                    <a:pt x="12671" y="69805"/>
                  </a:lnTo>
                  <a:lnTo>
                    <a:pt x="13727" y="69570"/>
                  </a:lnTo>
                  <a:lnTo>
                    <a:pt x="14782" y="69334"/>
                  </a:lnTo>
                  <a:lnTo>
                    <a:pt x="15837" y="69098"/>
                  </a:lnTo>
                  <a:lnTo>
                    <a:pt x="16892" y="68861"/>
                  </a:lnTo>
                  <a:lnTo>
                    <a:pt x="17947" y="68624"/>
                  </a:lnTo>
                  <a:lnTo>
                    <a:pt x="19001" y="68386"/>
                  </a:lnTo>
                  <a:lnTo>
                    <a:pt x="20056" y="68147"/>
                  </a:lnTo>
                  <a:lnTo>
                    <a:pt x="21110" y="67909"/>
                  </a:lnTo>
                  <a:lnTo>
                    <a:pt x="22165" y="67669"/>
                  </a:lnTo>
                  <a:lnTo>
                    <a:pt x="23219" y="67429"/>
                  </a:lnTo>
                  <a:lnTo>
                    <a:pt x="24273" y="67189"/>
                  </a:lnTo>
                  <a:lnTo>
                    <a:pt x="25327" y="66948"/>
                  </a:lnTo>
                  <a:lnTo>
                    <a:pt x="26381" y="66707"/>
                  </a:lnTo>
                  <a:lnTo>
                    <a:pt x="27435" y="66465"/>
                  </a:lnTo>
                  <a:lnTo>
                    <a:pt x="28488" y="66222"/>
                  </a:lnTo>
                  <a:lnTo>
                    <a:pt x="29542" y="65979"/>
                  </a:lnTo>
                  <a:lnTo>
                    <a:pt x="30595" y="65736"/>
                  </a:lnTo>
                  <a:lnTo>
                    <a:pt x="31649" y="65492"/>
                  </a:lnTo>
                  <a:lnTo>
                    <a:pt x="32702" y="65247"/>
                  </a:lnTo>
                  <a:lnTo>
                    <a:pt x="33755" y="65002"/>
                  </a:lnTo>
                  <a:lnTo>
                    <a:pt x="34808" y="64757"/>
                  </a:lnTo>
                  <a:lnTo>
                    <a:pt x="35861" y="64511"/>
                  </a:lnTo>
                  <a:lnTo>
                    <a:pt x="36914" y="64265"/>
                  </a:lnTo>
                  <a:lnTo>
                    <a:pt x="37966" y="64018"/>
                  </a:lnTo>
                  <a:lnTo>
                    <a:pt x="39019" y="63770"/>
                  </a:lnTo>
                  <a:lnTo>
                    <a:pt x="40071" y="63522"/>
                  </a:lnTo>
                  <a:lnTo>
                    <a:pt x="41123" y="63274"/>
                  </a:lnTo>
                  <a:lnTo>
                    <a:pt x="42175" y="63025"/>
                  </a:lnTo>
                  <a:lnTo>
                    <a:pt x="43227" y="62775"/>
                  </a:lnTo>
                  <a:lnTo>
                    <a:pt x="44279" y="62525"/>
                  </a:lnTo>
                  <a:lnTo>
                    <a:pt x="45331" y="62275"/>
                  </a:lnTo>
                  <a:lnTo>
                    <a:pt x="46383" y="62024"/>
                  </a:lnTo>
                  <a:lnTo>
                    <a:pt x="47434" y="61772"/>
                  </a:lnTo>
                  <a:lnTo>
                    <a:pt x="48486" y="61520"/>
                  </a:lnTo>
                  <a:lnTo>
                    <a:pt x="49537" y="61268"/>
                  </a:lnTo>
                  <a:lnTo>
                    <a:pt x="50588" y="61015"/>
                  </a:lnTo>
                  <a:lnTo>
                    <a:pt x="51639" y="60761"/>
                  </a:lnTo>
                  <a:lnTo>
                    <a:pt x="52690" y="60507"/>
                  </a:lnTo>
                  <a:lnTo>
                    <a:pt x="53741" y="60252"/>
                  </a:lnTo>
                  <a:lnTo>
                    <a:pt x="54791" y="59997"/>
                  </a:lnTo>
                  <a:lnTo>
                    <a:pt x="55842" y="59742"/>
                  </a:lnTo>
                  <a:lnTo>
                    <a:pt x="56892" y="59486"/>
                  </a:lnTo>
                  <a:lnTo>
                    <a:pt x="57943" y="59229"/>
                  </a:lnTo>
                  <a:lnTo>
                    <a:pt x="58993" y="58972"/>
                  </a:lnTo>
                  <a:lnTo>
                    <a:pt x="60043" y="58715"/>
                  </a:lnTo>
                  <a:lnTo>
                    <a:pt x="61093" y="58456"/>
                  </a:lnTo>
                  <a:lnTo>
                    <a:pt x="62143" y="58198"/>
                  </a:lnTo>
                  <a:lnTo>
                    <a:pt x="63192" y="57939"/>
                  </a:lnTo>
                  <a:lnTo>
                    <a:pt x="64242" y="57679"/>
                  </a:lnTo>
                  <a:lnTo>
                    <a:pt x="65291" y="57419"/>
                  </a:lnTo>
                  <a:lnTo>
                    <a:pt x="66341" y="57159"/>
                  </a:lnTo>
                  <a:lnTo>
                    <a:pt x="67390" y="56897"/>
                  </a:lnTo>
                  <a:lnTo>
                    <a:pt x="68439" y="56636"/>
                  </a:lnTo>
                  <a:lnTo>
                    <a:pt x="69488" y="56374"/>
                  </a:lnTo>
                  <a:lnTo>
                    <a:pt x="70537" y="56111"/>
                  </a:lnTo>
                  <a:lnTo>
                    <a:pt x="71585" y="55848"/>
                  </a:lnTo>
                  <a:lnTo>
                    <a:pt x="72634" y="55584"/>
                  </a:lnTo>
                  <a:lnTo>
                    <a:pt x="73682" y="55320"/>
                  </a:lnTo>
                  <a:lnTo>
                    <a:pt x="74731" y="55056"/>
                  </a:lnTo>
                  <a:lnTo>
                    <a:pt x="75779" y="54791"/>
                  </a:lnTo>
                  <a:lnTo>
                    <a:pt x="76827" y="54525"/>
                  </a:lnTo>
                  <a:lnTo>
                    <a:pt x="77875" y="54259"/>
                  </a:lnTo>
                  <a:lnTo>
                    <a:pt x="78923" y="53992"/>
                  </a:lnTo>
                  <a:lnTo>
                    <a:pt x="79970" y="53725"/>
                  </a:lnTo>
                  <a:lnTo>
                    <a:pt x="81018" y="53457"/>
                  </a:lnTo>
                  <a:lnTo>
                    <a:pt x="82065" y="53189"/>
                  </a:lnTo>
                  <a:lnTo>
                    <a:pt x="83113" y="52921"/>
                  </a:lnTo>
                  <a:lnTo>
                    <a:pt x="84160" y="52651"/>
                  </a:lnTo>
                  <a:lnTo>
                    <a:pt x="85207" y="52382"/>
                  </a:lnTo>
                  <a:lnTo>
                    <a:pt x="86254" y="52112"/>
                  </a:lnTo>
                  <a:lnTo>
                    <a:pt x="87300" y="51841"/>
                  </a:lnTo>
                  <a:lnTo>
                    <a:pt x="88347" y="51570"/>
                  </a:lnTo>
                  <a:lnTo>
                    <a:pt x="89394" y="51298"/>
                  </a:lnTo>
                  <a:lnTo>
                    <a:pt x="90440" y="51026"/>
                  </a:lnTo>
                  <a:lnTo>
                    <a:pt x="91486" y="50753"/>
                  </a:lnTo>
                  <a:lnTo>
                    <a:pt x="92532" y="50480"/>
                  </a:lnTo>
                  <a:lnTo>
                    <a:pt x="93578" y="50206"/>
                  </a:lnTo>
                  <a:lnTo>
                    <a:pt x="94624" y="49932"/>
                  </a:lnTo>
                  <a:lnTo>
                    <a:pt x="95670" y="49658"/>
                  </a:lnTo>
                  <a:lnTo>
                    <a:pt x="96715" y="49382"/>
                  </a:lnTo>
                  <a:lnTo>
                    <a:pt x="97761" y="49107"/>
                  </a:lnTo>
                  <a:lnTo>
                    <a:pt x="98806" y="48831"/>
                  </a:lnTo>
                  <a:lnTo>
                    <a:pt x="99851" y="48554"/>
                  </a:lnTo>
                  <a:lnTo>
                    <a:pt x="100897" y="48277"/>
                  </a:lnTo>
                  <a:lnTo>
                    <a:pt x="101941" y="47999"/>
                  </a:lnTo>
                  <a:lnTo>
                    <a:pt x="102986" y="47721"/>
                  </a:lnTo>
                  <a:lnTo>
                    <a:pt x="104031" y="47442"/>
                  </a:lnTo>
                  <a:lnTo>
                    <a:pt x="105075" y="47163"/>
                  </a:lnTo>
                  <a:lnTo>
                    <a:pt x="106120" y="46883"/>
                  </a:lnTo>
                  <a:lnTo>
                    <a:pt x="107164" y="46603"/>
                  </a:lnTo>
                  <a:lnTo>
                    <a:pt x="108208" y="46322"/>
                  </a:lnTo>
                  <a:lnTo>
                    <a:pt x="109252" y="46041"/>
                  </a:lnTo>
                  <a:lnTo>
                    <a:pt x="110296" y="45760"/>
                  </a:lnTo>
                  <a:lnTo>
                    <a:pt x="111340" y="45477"/>
                  </a:lnTo>
                  <a:lnTo>
                    <a:pt x="112383" y="45195"/>
                  </a:lnTo>
                  <a:lnTo>
                    <a:pt x="113427" y="44911"/>
                  </a:lnTo>
                  <a:lnTo>
                    <a:pt x="114470" y="44628"/>
                  </a:lnTo>
                  <a:lnTo>
                    <a:pt x="115513" y="44344"/>
                  </a:lnTo>
                  <a:lnTo>
                    <a:pt x="116556" y="44059"/>
                  </a:lnTo>
                  <a:lnTo>
                    <a:pt x="117599" y="43774"/>
                  </a:lnTo>
                  <a:lnTo>
                    <a:pt x="118642" y="43488"/>
                  </a:lnTo>
                  <a:lnTo>
                    <a:pt x="119685" y="43202"/>
                  </a:lnTo>
                  <a:lnTo>
                    <a:pt x="120727" y="42915"/>
                  </a:lnTo>
                  <a:lnTo>
                    <a:pt x="121769" y="42628"/>
                  </a:lnTo>
                  <a:lnTo>
                    <a:pt x="122812" y="42340"/>
                  </a:lnTo>
                  <a:lnTo>
                    <a:pt x="123854" y="42052"/>
                  </a:lnTo>
                  <a:lnTo>
                    <a:pt x="124896" y="41763"/>
                  </a:lnTo>
                  <a:lnTo>
                    <a:pt x="125937" y="41474"/>
                  </a:lnTo>
                  <a:lnTo>
                    <a:pt x="126979" y="41184"/>
                  </a:lnTo>
                  <a:lnTo>
                    <a:pt x="128021" y="40894"/>
                  </a:lnTo>
                  <a:lnTo>
                    <a:pt x="129062" y="40603"/>
                  </a:lnTo>
                  <a:lnTo>
                    <a:pt x="130103" y="40312"/>
                  </a:lnTo>
                  <a:lnTo>
                    <a:pt x="131144" y="40021"/>
                  </a:lnTo>
                  <a:lnTo>
                    <a:pt x="132185" y="39728"/>
                  </a:lnTo>
                  <a:lnTo>
                    <a:pt x="133226" y="39436"/>
                  </a:lnTo>
                  <a:lnTo>
                    <a:pt x="134267" y="39142"/>
                  </a:lnTo>
                  <a:lnTo>
                    <a:pt x="135307" y="38849"/>
                  </a:lnTo>
                  <a:lnTo>
                    <a:pt x="136348" y="38555"/>
                  </a:lnTo>
                  <a:lnTo>
                    <a:pt x="137388" y="38260"/>
                  </a:lnTo>
                  <a:lnTo>
                    <a:pt x="138428" y="37965"/>
                  </a:lnTo>
                  <a:lnTo>
                    <a:pt x="139468" y="37669"/>
                  </a:lnTo>
                  <a:lnTo>
                    <a:pt x="140508" y="37373"/>
                  </a:lnTo>
                  <a:lnTo>
                    <a:pt x="141547" y="37076"/>
                  </a:lnTo>
                  <a:lnTo>
                    <a:pt x="142587" y="36779"/>
                  </a:lnTo>
                  <a:lnTo>
                    <a:pt x="143626" y="36481"/>
                  </a:lnTo>
                  <a:lnTo>
                    <a:pt x="144666" y="36183"/>
                  </a:lnTo>
                  <a:lnTo>
                    <a:pt x="145705" y="35884"/>
                  </a:lnTo>
                  <a:lnTo>
                    <a:pt x="146744" y="35585"/>
                  </a:lnTo>
                  <a:lnTo>
                    <a:pt x="147783" y="35285"/>
                  </a:lnTo>
                  <a:lnTo>
                    <a:pt x="148821" y="34985"/>
                  </a:lnTo>
                  <a:lnTo>
                    <a:pt x="149860" y="34685"/>
                  </a:lnTo>
                  <a:lnTo>
                    <a:pt x="150898" y="34383"/>
                  </a:lnTo>
                  <a:lnTo>
                    <a:pt x="151936" y="34082"/>
                  </a:lnTo>
                  <a:lnTo>
                    <a:pt x="152975" y="33779"/>
                  </a:lnTo>
                  <a:lnTo>
                    <a:pt x="154012" y="33477"/>
                  </a:lnTo>
                  <a:lnTo>
                    <a:pt x="155050" y="33174"/>
                  </a:lnTo>
                  <a:lnTo>
                    <a:pt x="156088" y="32870"/>
                  </a:lnTo>
                  <a:lnTo>
                    <a:pt x="157125" y="32566"/>
                  </a:lnTo>
                  <a:lnTo>
                    <a:pt x="158163" y="32261"/>
                  </a:lnTo>
                  <a:lnTo>
                    <a:pt x="159200" y="31956"/>
                  </a:lnTo>
                  <a:lnTo>
                    <a:pt x="160237" y="31650"/>
                  </a:lnTo>
                  <a:lnTo>
                    <a:pt x="161274" y="31344"/>
                  </a:lnTo>
                  <a:lnTo>
                    <a:pt x="162311" y="31037"/>
                  </a:lnTo>
                  <a:lnTo>
                    <a:pt x="163348" y="30730"/>
                  </a:lnTo>
                  <a:lnTo>
                    <a:pt x="164384" y="30423"/>
                  </a:lnTo>
                  <a:lnTo>
                    <a:pt x="165420" y="30114"/>
                  </a:lnTo>
                  <a:lnTo>
                    <a:pt x="166457" y="29806"/>
                  </a:lnTo>
                  <a:lnTo>
                    <a:pt x="167493" y="29497"/>
                  </a:lnTo>
                  <a:lnTo>
                    <a:pt x="168529" y="29187"/>
                  </a:lnTo>
                  <a:lnTo>
                    <a:pt x="169564" y="28877"/>
                  </a:lnTo>
                  <a:lnTo>
                    <a:pt x="170600" y="28566"/>
                  </a:lnTo>
                  <a:lnTo>
                    <a:pt x="171635" y="28255"/>
                  </a:lnTo>
                  <a:lnTo>
                    <a:pt x="172671" y="27943"/>
                  </a:lnTo>
                  <a:lnTo>
                    <a:pt x="173706" y="27631"/>
                  </a:lnTo>
                  <a:lnTo>
                    <a:pt x="174741" y="27319"/>
                  </a:lnTo>
                  <a:lnTo>
                    <a:pt x="175776" y="27006"/>
                  </a:lnTo>
                  <a:lnTo>
                    <a:pt x="176810" y="26692"/>
                  </a:lnTo>
                  <a:lnTo>
                    <a:pt x="177845" y="26378"/>
                  </a:lnTo>
                  <a:lnTo>
                    <a:pt x="178879" y="26063"/>
                  </a:lnTo>
                  <a:lnTo>
                    <a:pt x="179914" y="25748"/>
                  </a:lnTo>
                  <a:lnTo>
                    <a:pt x="180948" y="25432"/>
                  </a:lnTo>
                  <a:lnTo>
                    <a:pt x="181982" y="25116"/>
                  </a:lnTo>
                  <a:lnTo>
                    <a:pt x="183015" y="24800"/>
                  </a:lnTo>
                  <a:lnTo>
                    <a:pt x="184049" y="24483"/>
                  </a:lnTo>
                  <a:lnTo>
                    <a:pt x="185083" y="24165"/>
                  </a:lnTo>
                  <a:lnTo>
                    <a:pt x="186116" y="23847"/>
                  </a:lnTo>
                  <a:lnTo>
                    <a:pt x="187149" y="23528"/>
                  </a:lnTo>
                  <a:lnTo>
                    <a:pt x="188182" y="23209"/>
                  </a:lnTo>
                  <a:lnTo>
                    <a:pt x="189215" y="22890"/>
                  </a:lnTo>
                  <a:lnTo>
                    <a:pt x="190248" y="22570"/>
                  </a:lnTo>
                  <a:lnTo>
                    <a:pt x="191280" y="22249"/>
                  </a:lnTo>
                  <a:lnTo>
                    <a:pt x="192313" y="21928"/>
                  </a:lnTo>
                  <a:lnTo>
                    <a:pt x="193345" y="21606"/>
                  </a:lnTo>
                  <a:lnTo>
                    <a:pt x="194377" y="21284"/>
                  </a:lnTo>
                  <a:lnTo>
                    <a:pt x="195409" y="20962"/>
                  </a:lnTo>
                  <a:lnTo>
                    <a:pt x="196441" y="20639"/>
                  </a:lnTo>
                  <a:lnTo>
                    <a:pt x="197472" y="20315"/>
                  </a:lnTo>
                  <a:lnTo>
                    <a:pt x="198504" y="19991"/>
                  </a:lnTo>
                  <a:lnTo>
                    <a:pt x="199535" y="19667"/>
                  </a:lnTo>
                  <a:lnTo>
                    <a:pt x="200566" y="19342"/>
                  </a:lnTo>
                  <a:lnTo>
                    <a:pt x="201598" y="19016"/>
                  </a:lnTo>
                  <a:lnTo>
                    <a:pt x="202628" y="18690"/>
                  </a:lnTo>
                  <a:lnTo>
                    <a:pt x="203659" y="18364"/>
                  </a:lnTo>
                  <a:lnTo>
                    <a:pt x="204690" y="18037"/>
                  </a:lnTo>
                  <a:lnTo>
                    <a:pt x="205720" y="17709"/>
                  </a:lnTo>
                  <a:lnTo>
                    <a:pt x="206750" y="17381"/>
                  </a:lnTo>
                  <a:lnTo>
                    <a:pt x="207780" y="17053"/>
                  </a:lnTo>
                  <a:lnTo>
                    <a:pt x="208810" y="16724"/>
                  </a:lnTo>
                  <a:lnTo>
                    <a:pt x="209840" y="16394"/>
                  </a:lnTo>
                  <a:lnTo>
                    <a:pt x="210870" y="16064"/>
                  </a:lnTo>
                  <a:lnTo>
                    <a:pt x="211899" y="15734"/>
                  </a:lnTo>
                  <a:lnTo>
                    <a:pt x="212928" y="15403"/>
                  </a:lnTo>
                  <a:lnTo>
                    <a:pt x="213958" y="15071"/>
                  </a:lnTo>
                  <a:lnTo>
                    <a:pt x="214986" y="14739"/>
                  </a:lnTo>
                  <a:lnTo>
                    <a:pt x="216015" y="14407"/>
                  </a:lnTo>
                  <a:lnTo>
                    <a:pt x="217044" y="14074"/>
                  </a:lnTo>
                  <a:lnTo>
                    <a:pt x="218072" y="13741"/>
                  </a:lnTo>
                  <a:lnTo>
                    <a:pt x="219101" y="13407"/>
                  </a:lnTo>
                  <a:lnTo>
                    <a:pt x="220129" y="13072"/>
                  </a:lnTo>
                  <a:lnTo>
                    <a:pt x="221157" y="12737"/>
                  </a:lnTo>
                  <a:lnTo>
                    <a:pt x="222185" y="12402"/>
                  </a:lnTo>
                  <a:lnTo>
                    <a:pt x="223213" y="12066"/>
                  </a:lnTo>
                  <a:lnTo>
                    <a:pt x="224240" y="11730"/>
                  </a:lnTo>
                  <a:lnTo>
                    <a:pt x="225267" y="11393"/>
                  </a:lnTo>
                  <a:lnTo>
                    <a:pt x="226295" y="11055"/>
                  </a:lnTo>
                  <a:lnTo>
                    <a:pt x="227322" y="10718"/>
                  </a:lnTo>
                  <a:lnTo>
                    <a:pt x="228349" y="10379"/>
                  </a:lnTo>
                  <a:lnTo>
                    <a:pt x="229375" y="10040"/>
                  </a:lnTo>
                  <a:lnTo>
                    <a:pt x="230402" y="9701"/>
                  </a:lnTo>
                  <a:lnTo>
                    <a:pt x="231428" y="9361"/>
                  </a:lnTo>
                  <a:lnTo>
                    <a:pt x="232454" y="9021"/>
                  </a:lnTo>
                  <a:lnTo>
                    <a:pt x="233480" y="8680"/>
                  </a:lnTo>
                  <a:lnTo>
                    <a:pt x="234506" y="8339"/>
                  </a:lnTo>
                  <a:lnTo>
                    <a:pt x="235532" y="7997"/>
                  </a:lnTo>
                  <a:lnTo>
                    <a:pt x="236558" y="7655"/>
                  </a:lnTo>
                  <a:lnTo>
                    <a:pt x="237583" y="7312"/>
                  </a:lnTo>
                  <a:lnTo>
                    <a:pt x="238608" y="6968"/>
                  </a:lnTo>
                  <a:lnTo>
                    <a:pt x="239633" y="6625"/>
                  </a:lnTo>
                  <a:lnTo>
                    <a:pt x="240658" y="6280"/>
                  </a:lnTo>
                  <a:lnTo>
                    <a:pt x="241683" y="5936"/>
                  </a:lnTo>
                  <a:lnTo>
                    <a:pt x="242708" y="5590"/>
                  </a:lnTo>
                  <a:lnTo>
                    <a:pt x="243732" y="5245"/>
                  </a:lnTo>
                  <a:lnTo>
                    <a:pt x="244756" y="4898"/>
                  </a:lnTo>
                  <a:lnTo>
                    <a:pt x="245780" y="4552"/>
                  </a:lnTo>
                  <a:lnTo>
                    <a:pt x="246804" y="4204"/>
                  </a:lnTo>
                  <a:lnTo>
                    <a:pt x="247828" y="3857"/>
                  </a:lnTo>
                  <a:lnTo>
                    <a:pt x="248852" y="3509"/>
                  </a:lnTo>
                  <a:lnTo>
                    <a:pt x="249875" y="3160"/>
                  </a:lnTo>
                  <a:lnTo>
                    <a:pt x="250898" y="2811"/>
                  </a:lnTo>
                  <a:lnTo>
                    <a:pt x="251921" y="2461"/>
                  </a:lnTo>
                  <a:lnTo>
                    <a:pt x="252944" y="2111"/>
                  </a:lnTo>
                  <a:lnTo>
                    <a:pt x="253967" y="1760"/>
                  </a:lnTo>
                  <a:lnTo>
                    <a:pt x="254990" y="1409"/>
                  </a:lnTo>
                  <a:lnTo>
                    <a:pt x="256012" y="1057"/>
                  </a:lnTo>
                  <a:lnTo>
                    <a:pt x="257034" y="705"/>
                  </a:lnTo>
                  <a:lnTo>
                    <a:pt x="258056" y="353"/>
                  </a:lnTo>
                  <a:lnTo>
                    <a:pt x="259078" y="0"/>
                  </a:lnTo>
                </a:path>
              </a:pathLst>
            </a:custGeom>
            <a:ln w="22859" cap="rnd">
              <a:solidFill>
                <a:srgbClr val="13D7E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91439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8005311" y="4607584"/>
              <a:ext cx="10131" cy="16344"/>
            </a:xfrm>
            <a:custGeom>
              <a:avLst/>
              <a:pathLst>
                <a:path w="10131" h="16344">
                  <a:moveTo>
                    <a:pt x="0" y="16344"/>
                  </a:moveTo>
                  <a:lnTo>
                    <a:pt x="40" y="16278"/>
                  </a:lnTo>
                  <a:lnTo>
                    <a:pt x="81" y="16213"/>
                  </a:lnTo>
                  <a:lnTo>
                    <a:pt x="122" y="16147"/>
                  </a:lnTo>
                  <a:lnTo>
                    <a:pt x="163" y="16082"/>
                  </a:lnTo>
                  <a:lnTo>
                    <a:pt x="204" y="16016"/>
                  </a:lnTo>
                  <a:lnTo>
                    <a:pt x="245" y="15951"/>
                  </a:lnTo>
                  <a:lnTo>
                    <a:pt x="286" y="15886"/>
                  </a:lnTo>
                  <a:lnTo>
                    <a:pt x="327" y="15820"/>
                  </a:lnTo>
                  <a:lnTo>
                    <a:pt x="368" y="15755"/>
                  </a:lnTo>
                  <a:lnTo>
                    <a:pt x="409" y="15689"/>
                  </a:lnTo>
                  <a:lnTo>
                    <a:pt x="450" y="15624"/>
                  </a:lnTo>
                  <a:lnTo>
                    <a:pt x="491" y="15558"/>
                  </a:lnTo>
                  <a:lnTo>
                    <a:pt x="532" y="15493"/>
                  </a:lnTo>
                  <a:lnTo>
                    <a:pt x="573" y="15427"/>
                  </a:lnTo>
                  <a:lnTo>
                    <a:pt x="614" y="15362"/>
                  </a:lnTo>
                  <a:lnTo>
                    <a:pt x="655" y="15296"/>
                  </a:lnTo>
                  <a:lnTo>
                    <a:pt x="696" y="15231"/>
                  </a:lnTo>
                  <a:lnTo>
                    <a:pt x="737" y="15165"/>
                  </a:lnTo>
                  <a:lnTo>
                    <a:pt x="777" y="15100"/>
                  </a:lnTo>
                  <a:lnTo>
                    <a:pt x="818" y="15034"/>
                  </a:lnTo>
                  <a:lnTo>
                    <a:pt x="859" y="14969"/>
                  </a:lnTo>
                  <a:lnTo>
                    <a:pt x="900" y="14903"/>
                  </a:lnTo>
                  <a:lnTo>
                    <a:pt x="941" y="14838"/>
                  </a:lnTo>
                  <a:lnTo>
                    <a:pt x="982" y="14772"/>
                  </a:lnTo>
                  <a:lnTo>
                    <a:pt x="1023" y="14707"/>
                  </a:lnTo>
                  <a:lnTo>
                    <a:pt x="1064" y="14641"/>
                  </a:lnTo>
                  <a:lnTo>
                    <a:pt x="1105" y="14576"/>
                  </a:lnTo>
                  <a:lnTo>
                    <a:pt x="1146" y="14510"/>
                  </a:lnTo>
                  <a:lnTo>
                    <a:pt x="1187" y="14445"/>
                  </a:lnTo>
                  <a:lnTo>
                    <a:pt x="1228" y="14379"/>
                  </a:lnTo>
                  <a:lnTo>
                    <a:pt x="1268" y="14314"/>
                  </a:lnTo>
                  <a:lnTo>
                    <a:pt x="1309" y="14248"/>
                  </a:lnTo>
                  <a:lnTo>
                    <a:pt x="1350" y="14183"/>
                  </a:lnTo>
                  <a:lnTo>
                    <a:pt x="1391" y="14117"/>
                  </a:lnTo>
                  <a:lnTo>
                    <a:pt x="1432" y="14052"/>
                  </a:lnTo>
                  <a:lnTo>
                    <a:pt x="1473" y="13986"/>
                  </a:lnTo>
                  <a:lnTo>
                    <a:pt x="1514" y="13921"/>
                  </a:lnTo>
                  <a:lnTo>
                    <a:pt x="1555" y="13855"/>
                  </a:lnTo>
                  <a:lnTo>
                    <a:pt x="1596" y="13790"/>
                  </a:lnTo>
                  <a:lnTo>
                    <a:pt x="1636" y="13724"/>
                  </a:lnTo>
                  <a:lnTo>
                    <a:pt x="1677" y="13659"/>
                  </a:lnTo>
                  <a:lnTo>
                    <a:pt x="1718" y="13593"/>
                  </a:lnTo>
                  <a:lnTo>
                    <a:pt x="1759" y="13527"/>
                  </a:lnTo>
                  <a:lnTo>
                    <a:pt x="1800" y="13462"/>
                  </a:lnTo>
                  <a:lnTo>
                    <a:pt x="1841" y="13396"/>
                  </a:lnTo>
                  <a:lnTo>
                    <a:pt x="1882" y="13331"/>
                  </a:lnTo>
                  <a:lnTo>
                    <a:pt x="1923" y="13265"/>
                  </a:lnTo>
                  <a:lnTo>
                    <a:pt x="1963" y="13200"/>
                  </a:lnTo>
                  <a:lnTo>
                    <a:pt x="2004" y="13134"/>
                  </a:lnTo>
                  <a:lnTo>
                    <a:pt x="2045" y="13069"/>
                  </a:lnTo>
                  <a:lnTo>
                    <a:pt x="2086" y="13003"/>
                  </a:lnTo>
                  <a:lnTo>
                    <a:pt x="2127" y="12938"/>
                  </a:lnTo>
                  <a:lnTo>
                    <a:pt x="2168" y="12872"/>
                  </a:lnTo>
                  <a:lnTo>
                    <a:pt x="2208" y="12807"/>
                  </a:lnTo>
                  <a:lnTo>
                    <a:pt x="2249" y="12741"/>
                  </a:lnTo>
                  <a:lnTo>
                    <a:pt x="2290" y="12676"/>
                  </a:lnTo>
                  <a:lnTo>
                    <a:pt x="2331" y="12610"/>
                  </a:lnTo>
                  <a:lnTo>
                    <a:pt x="2372" y="12544"/>
                  </a:lnTo>
                  <a:lnTo>
                    <a:pt x="2413" y="12479"/>
                  </a:lnTo>
                  <a:lnTo>
                    <a:pt x="2454" y="12413"/>
                  </a:lnTo>
                  <a:lnTo>
                    <a:pt x="2494" y="12348"/>
                  </a:lnTo>
                  <a:lnTo>
                    <a:pt x="2535" y="12282"/>
                  </a:lnTo>
                  <a:lnTo>
                    <a:pt x="2576" y="12217"/>
                  </a:lnTo>
                  <a:lnTo>
                    <a:pt x="2617" y="12151"/>
                  </a:lnTo>
                  <a:lnTo>
                    <a:pt x="2658" y="12086"/>
                  </a:lnTo>
                  <a:lnTo>
                    <a:pt x="2698" y="12020"/>
                  </a:lnTo>
                  <a:lnTo>
                    <a:pt x="2739" y="11954"/>
                  </a:lnTo>
                  <a:lnTo>
                    <a:pt x="2780" y="11889"/>
                  </a:lnTo>
                  <a:lnTo>
                    <a:pt x="2821" y="11823"/>
                  </a:lnTo>
                  <a:lnTo>
                    <a:pt x="2862" y="11758"/>
                  </a:lnTo>
                  <a:lnTo>
                    <a:pt x="2903" y="11692"/>
                  </a:lnTo>
                  <a:lnTo>
                    <a:pt x="2943" y="11627"/>
                  </a:lnTo>
                  <a:lnTo>
                    <a:pt x="2984" y="11561"/>
                  </a:lnTo>
                  <a:lnTo>
                    <a:pt x="3025" y="11496"/>
                  </a:lnTo>
                  <a:lnTo>
                    <a:pt x="3066" y="11430"/>
                  </a:lnTo>
                  <a:lnTo>
                    <a:pt x="3107" y="11364"/>
                  </a:lnTo>
                  <a:lnTo>
                    <a:pt x="3147" y="11299"/>
                  </a:lnTo>
                  <a:lnTo>
                    <a:pt x="3188" y="11233"/>
                  </a:lnTo>
                  <a:lnTo>
                    <a:pt x="3229" y="11168"/>
                  </a:lnTo>
                  <a:lnTo>
                    <a:pt x="3270" y="11102"/>
                  </a:lnTo>
                  <a:lnTo>
                    <a:pt x="3311" y="11036"/>
                  </a:lnTo>
                  <a:lnTo>
                    <a:pt x="3351" y="10971"/>
                  </a:lnTo>
                  <a:lnTo>
                    <a:pt x="3392" y="10905"/>
                  </a:lnTo>
                  <a:lnTo>
                    <a:pt x="3433" y="10840"/>
                  </a:lnTo>
                  <a:lnTo>
                    <a:pt x="3474" y="10774"/>
                  </a:lnTo>
                  <a:lnTo>
                    <a:pt x="3514" y="10709"/>
                  </a:lnTo>
                  <a:lnTo>
                    <a:pt x="3555" y="10643"/>
                  </a:lnTo>
                  <a:lnTo>
                    <a:pt x="3596" y="10577"/>
                  </a:lnTo>
                  <a:lnTo>
                    <a:pt x="3637" y="10512"/>
                  </a:lnTo>
                  <a:lnTo>
                    <a:pt x="3678" y="10446"/>
                  </a:lnTo>
                  <a:lnTo>
                    <a:pt x="3718" y="10381"/>
                  </a:lnTo>
                  <a:lnTo>
                    <a:pt x="3759" y="10315"/>
                  </a:lnTo>
                  <a:lnTo>
                    <a:pt x="3800" y="10249"/>
                  </a:lnTo>
                  <a:lnTo>
                    <a:pt x="3841" y="10184"/>
                  </a:lnTo>
                  <a:lnTo>
                    <a:pt x="3881" y="10118"/>
                  </a:lnTo>
                  <a:lnTo>
                    <a:pt x="3922" y="10053"/>
                  </a:lnTo>
                  <a:lnTo>
                    <a:pt x="3963" y="9987"/>
                  </a:lnTo>
                  <a:lnTo>
                    <a:pt x="4004" y="9921"/>
                  </a:lnTo>
                  <a:lnTo>
                    <a:pt x="4044" y="9856"/>
                  </a:lnTo>
                  <a:lnTo>
                    <a:pt x="4085" y="9790"/>
                  </a:lnTo>
                  <a:lnTo>
                    <a:pt x="4126" y="9725"/>
                  </a:lnTo>
                  <a:lnTo>
                    <a:pt x="4167" y="9659"/>
                  </a:lnTo>
                  <a:lnTo>
                    <a:pt x="4207" y="9593"/>
                  </a:lnTo>
                  <a:lnTo>
                    <a:pt x="4248" y="9528"/>
                  </a:lnTo>
                  <a:lnTo>
                    <a:pt x="4289" y="9462"/>
                  </a:lnTo>
                  <a:lnTo>
                    <a:pt x="4329" y="9397"/>
                  </a:lnTo>
                  <a:lnTo>
                    <a:pt x="4370" y="9331"/>
                  </a:lnTo>
                  <a:lnTo>
                    <a:pt x="4411" y="9265"/>
                  </a:lnTo>
                  <a:lnTo>
                    <a:pt x="4452" y="9200"/>
                  </a:lnTo>
                  <a:lnTo>
                    <a:pt x="4492" y="9134"/>
                  </a:lnTo>
                  <a:lnTo>
                    <a:pt x="4533" y="9068"/>
                  </a:lnTo>
                  <a:lnTo>
                    <a:pt x="4574" y="9003"/>
                  </a:lnTo>
                  <a:lnTo>
                    <a:pt x="4615" y="8937"/>
                  </a:lnTo>
                  <a:lnTo>
                    <a:pt x="4655" y="8872"/>
                  </a:lnTo>
                  <a:lnTo>
                    <a:pt x="4696" y="8806"/>
                  </a:lnTo>
                  <a:lnTo>
                    <a:pt x="4737" y="8740"/>
                  </a:lnTo>
                  <a:lnTo>
                    <a:pt x="4777" y="8675"/>
                  </a:lnTo>
                  <a:lnTo>
                    <a:pt x="4818" y="8609"/>
                  </a:lnTo>
                  <a:lnTo>
                    <a:pt x="4859" y="8543"/>
                  </a:lnTo>
                  <a:lnTo>
                    <a:pt x="4899" y="8478"/>
                  </a:lnTo>
                  <a:lnTo>
                    <a:pt x="4940" y="8412"/>
                  </a:lnTo>
                  <a:lnTo>
                    <a:pt x="4981" y="8347"/>
                  </a:lnTo>
                  <a:lnTo>
                    <a:pt x="5022" y="8281"/>
                  </a:lnTo>
                  <a:lnTo>
                    <a:pt x="5062" y="8215"/>
                  </a:lnTo>
                  <a:lnTo>
                    <a:pt x="5103" y="8150"/>
                  </a:lnTo>
                  <a:lnTo>
                    <a:pt x="5144" y="8084"/>
                  </a:lnTo>
                  <a:lnTo>
                    <a:pt x="5184" y="8018"/>
                  </a:lnTo>
                  <a:lnTo>
                    <a:pt x="5225" y="7953"/>
                  </a:lnTo>
                  <a:lnTo>
                    <a:pt x="5266" y="7887"/>
                  </a:lnTo>
                  <a:lnTo>
                    <a:pt x="5306" y="7821"/>
                  </a:lnTo>
                  <a:lnTo>
                    <a:pt x="5347" y="7756"/>
                  </a:lnTo>
                  <a:lnTo>
                    <a:pt x="5388" y="7690"/>
                  </a:lnTo>
                  <a:lnTo>
                    <a:pt x="5428" y="7624"/>
                  </a:lnTo>
                  <a:lnTo>
                    <a:pt x="5469" y="7559"/>
                  </a:lnTo>
                  <a:lnTo>
                    <a:pt x="5510" y="7493"/>
                  </a:lnTo>
                  <a:lnTo>
                    <a:pt x="5550" y="7428"/>
                  </a:lnTo>
                  <a:lnTo>
                    <a:pt x="5591" y="7362"/>
                  </a:lnTo>
                  <a:lnTo>
                    <a:pt x="5632" y="7296"/>
                  </a:lnTo>
                  <a:lnTo>
                    <a:pt x="5672" y="7231"/>
                  </a:lnTo>
                  <a:lnTo>
                    <a:pt x="5713" y="7165"/>
                  </a:lnTo>
                  <a:lnTo>
                    <a:pt x="5754" y="7099"/>
                  </a:lnTo>
                  <a:lnTo>
                    <a:pt x="5794" y="7034"/>
                  </a:lnTo>
                  <a:lnTo>
                    <a:pt x="5835" y="6968"/>
                  </a:lnTo>
                  <a:lnTo>
                    <a:pt x="5876" y="6902"/>
                  </a:lnTo>
                  <a:lnTo>
                    <a:pt x="5916" y="6837"/>
                  </a:lnTo>
                  <a:lnTo>
                    <a:pt x="5957" y="6771"/>
                  </a:lnTo>
                  <a:lnTo>
                    <a:pt x="5998" y="6705"/>
                  </a:lnTo>
                  <a:lnTo>
                    <a:pt x="6038" y="6640"/>
                  </a:lnTo>
                  <a:lnTo>
                    <a:pt x="6079" y="6574"/>
                  </a:lnTo>
                  <a:lnTo>
                    <a:pt x="6119" y="6508"/>
                  </a:lnTo>
                  <a:lnTo>
                    <a:pt x="6160" y="6443"/>
                  </a:lnTo>
                  <a:lnTo>
                    <a:pt x="6201" y="6377"/>
                  </a:lnTo>
                  <a:lnTo>
                    <a:pt x="6241" y="6311"/>
                  </a:lnTo>
                  <a:lnTo>
                    <a:pt x="6282" y="6245"/>
                  </a:lnTo>
                  <a:lnTo>
                    <a:pt x="6323" y="6180"/>
                  </a:lnTo>
                  <a:lnTo>
                    <a:pt x="6363" y="6114"/>
                  </a:lnTo>
                  <a:lnTo>
                    <a:pt x="6404" y="6048"/>
                  </a:lnTo>
                  <a:lnTo>
                    <a:pt x="6444" y="5983"/>
                  </a:lnTo>
                  <a:lnTo>
                    <a:pt x="6485" y="5917"/>
                  </a:lnTo>
                  <a:lnTo>
                    <a:pt x="6526" y="5851"/>
                  </a:lnTo>
                  <a:lnTo>
                    <a:pt x="6566" y="5786"/>
                  </a:lnTo>
                  <a:lnTo>
                    <a:pt x="6607" y="5720"/>
                  </a:lnTo>
                  <a:lnTo>
                    <a:pt x="6647" y="5654"/>
                  </a:lnTo>
                  <a:lnTo>
                    <a:pt x="6688" y="5589"/>
                  </a:lnTo>
                  <a:lnTo>
                    <a:pt x="6729" y="5523"/>
                  </a:lnTo>
                  <a:lnTo>
                    <a:pt x="6769" y="5457"/>
                  </a:lnTo>
                  <a:lnTo>
                    <a:pt x="6810" y="5392"/>
                  </a:lnTo>
                  <a:lnTo>
                    <a:pt x="6850" y="5326"/>
                  </a:lnTo>
                  <a:lnTo>
                    <a:pt x="6891" y="5260"/>
                  </a:lnTo>
                  <a:lnTo>
                    <a:pt x="6932" y="5194"/>
                  </a:lnTo>
                  <a:lnTo>
                    <a:pt x="6972" y="5129"/>
                  </a:lnTo>
                  <a:lnTo>
                    <a:pt x="7013" y="5063"/>
                  </a:lnTo>
                  <a:lnTo>
                    <a:pt x="7053" y="4997"/>
                  </a:lnTo>
                  <a:lnTo>
                    <a:pt x="7094" y="4932"/>
                  </a:lnTo>
                  <a:lnTo>
                    <a:pt x="7134" y="4866"/>
                  </a:lnTo>
                  <a:lnTo>
                    <a:pt x="7175" y="4800"/>
                  </a:lnTo>
                  <a:lnTo>
                    <a:pt x="7216" y="4734"/>
                  </a:lnTo>
                  <a:lnTo>
                    <a:pt x="7256" y="4669"/>
                  </a:lnTo>
                  <a:lnTo>
                    <a:pt x="7297" y="4603"/>
                  </a:lnTo>
                  <a:lnTo>
                    <a:pt x="7337" y="4537"/>
                  </a:lnTo>
                  <a:lnTo>
                    <a:pt x="7378" y="4472"/>
                  </a:lnTo>
                  <a:lnTo>
                    <a:pt x="7418" y="4406"/>
                  </a:lnTo>
                  <a:lnTo>
                    <a:pt x="7459" y="4340"/>
                  </a:lnTo>
                  <a:lnTo>
                    <a:pt x="7500" y="4274"/>
                  </a:lnTo>
                  <a:lnTo>
                    <a:pt x="7540" y="4209"/>
                  </a:lnTo>
                  <a:lnTo>
                    <a:pt x="7581" y="4143"/>
                  </a:lnTo>
                  <a:lnTo>
                    <a:pt x="7621" y="4077"/>
                  </a:lnTo>
                  <a:lnTo>
                    <a:pt x="7662" y="4012"/>
                  </a:lnTo>
                  <a:lnTo>
                    <a:pt x="7702" y="3946"/>
                  </a:lnTo>
                  <a:lnTo>
                    <a:pt x="7743" y="3880"/>
                  </a:lnTo>
                  <a:lnTo>
                    <a:pt x="7783" y="3814"/>
                  </a:lnTo>
                  <a:lnTo>
                    <a:pt x="7824" y="3749"/>
                  </a:lnTo>
                  <a:lnTo>
                    <a:pt x="7864" y="3683"/>
                  </a:lnTo>
                  <a:lnTo>
                    <a:pt x="7905" y="3617"/>
                  </a:lnTo>
                  <a:lnTo>
                    <a:pt x="7946" y="3551"/>
                  </a:lnTo>
                  <a:lnTo>
                    <a:pt x="7986" y="3486"/>
                  </a:lnTo>
                  <a:lnTo>
                    <a:pt x="8027" y="3420"/>
                  </a:lnTo>
                  <a:lnTo>
                    <a:pt x="8067" y="3354"/>
                  </a:lnTo>
                  <a:lnTo>
                    <a:pt x="8108" y="3288"/>
                  </a:lnTo>
                  <a:lnTo>
                    <a:pt x="8148" y="3223"/>
                  </a:lnTo>
                  <a:lnTo>
                    <a:pt x="8189" y="3157"/>
                  </a:lnTo>
                  <a:lnTo>
                    <a:pt x="8229" y="3091"/>
                  </a:lnTo>
                  <a:lnTo>
                    <a:pt x="8270" y="3025"/>
                  </a:lnTo>
                  <a:lnTo>
                    <a:pt x="8310" y="2960"/>
                  </a:lnTo>
                  <a:lnTo>
                    <a:pt x="8351" y="2894"/>
                  </a:lnTo>
                  <a:lnTo>
                    <a:pt x="8391" y="2828"/>
                  </a:lnTo>
                  <a:lnTo>
                    <a:pt x="8432" y="2762"/>
                  </a:lnTo>
                  <a:lnTo>
                    <a:pt x="8472" y="2697"/>
                  </a:lnTo>
                  <a:lnTo>
                    <a:pt x="8513" y="2631"/>
                  </a:lnTo>
                  <a:lnTo>
                    <a:pt x="8553" y="2565"/>
                  </a:lnTo>
                  <a:lnTo>
                    <a:pt x="8594" y="2499"/>
                  </a:lnTo>
                  <a:lnTo>
                    <a:pt x="8634" y="2434"/>
                  </a:lnTo>
                  <a:lnTo>
                    <a:pt x="8675" y="2368"/>
                  </a:lnTo>
                  <a:lnTo>
                    <a:pt x="8715" y="2302"/>
                  </a:lnTo>
                  <a:lnTo>
                    <a:pt x="8756" y="2236"/>
                  </a:lnTo>
                  <a:lnTo>
                    <a:pt x="8796" y="2171"/>
                  </a:lnTo>
                  <a:lnTo>
                    <a:pt x="8837" y="2105"/>
                  </a:lnTo>
                  <a:lnTo>
                    <a:pt x="8877" y="2039"/>
                  </a:lnTo>
                  <a:lnTo>
                    <a:pt x="8918" y="1973"/>
                  </a:lnTo>
                  <a:lnTo>
                    <a:pt x="8958" y="1907"/>
                  </a:lnTo>
                  <a:lnTo>
                    <a:pt x="8999" y="1842"/>
                  </a:lnTo>
                  <a:lnTo>
                    <a:pt x="9039" y="1776"/>
                  </a:lnTo>
                  <a:lnTo>
                    <a:pt x="9079" y="1710"/>
                  </a:lnTo>
                  <a:lnTo>
                    <a:pt x="9120" y="1644"/>
                  </a:lnTo>
                  <a:lnTo>
                    <a:pt x="9160" y="1579"/>
                  </a:lnTo>
                  <a:lnTo>
                    <a:pt x="9201" y="1513"/>
                  </a:lnTo>
                  <a:lnTo>
                    <a:pt x="9241" y="1447"/>
                  </a:lnTo>
                  <a:lnTo>
                    <a:pt x="9282" y="1381"/>
                  </a:lnTo>
                  <a:lnTo>
                    <a:pt x="9322" y="1315"/>
                  </a:lnTo>
                  <a:lnTo>
                    <a:pt x="9363" y="1250"/>
                  </a:lnTo>
                  <a:lnTo>
                    <a:pt x="9403" y="1184"/>
                  </a:lnTo>
                  <a:lnTo>
                    <a:pt x="9444" y="1118"/>
                  </a:lnTo>
                  <a:lnTo>
                    <a:pt x="9484" y="1052"/>
                  </a:lnTo>
                  <a:lnTo>
                    <a:pt x="9524" y="987"/>
                  </a:lnTo>
                  <a:lnTo>
                    <a:pt x="9565" y="921"/>
                  </a:lnTo>
                  <a:lnTo>
                    <a:pt x="9605" y="855"/>
                  </a:lnTo>
                  <a:lnTo>
                    <a:pt x="9646" y="789"/>
                  </a:lnTo>
                  <a:lnTo>
                    <a:pt x="9686" y="723"/>
                  </a:lnTo>
                  <a:lnTo>
                    <a:pt x="9727" y="658"/>
                  </a:lnTo>
                  <a:lnTo>
                    <a:pt x="9767" y="592"/>
                  </a:lnTo>
                  <a:lnTo>
                    <a:pt x="9807" y="526"/>
                  </a:lnTo>
                  <a:lnTo>
                    <a:pt x="9848" y="460"/>
                  </a:lnTo>
                  <a:lnTo>
                    <a:pt x="9888" y="394"/>
                  </a:lnTo>
                  <a:lnTo>
                    <a:pt x="9929" y="329"/>
                  </a:lnTo>
                  <a:lnTo>
                    <a:pt x="9969" y="263"/>
                  </a:lnTo>
                  <a:lnTo>
                    <a:pt x="10010" y="197"/>
                  </a:lnTo>
                  <a:lnTo>
                    <a:pt x="10050" y="131"/>
                  </a:lnTo>
                  <a:lnTo>
                    <a:pt x="10090" y="65"/>
                  </a:lnTo>
                  <a:lnTo>
                    <a:pt x="10131" y="0"/>
                  </a:lnTo>
                </a:path>
              </a:pathLst>
            </a:custGeom>
            <a:ln w="22859" cap="rnd">
              <a:solidFill>
                <a:srgbClr val="F4A1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91439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3843313" y="1176477"/>
              <a:ext cx="4504944" cy="4504995"/>
            </a:xfrm>
            <a:custGeom>
              <a:avLst/>
              <a:pathLst>
                <a:path w="4504944" h="4504995">
                  <a:moveTo>
                    <a:pt x="0" y="2252522"/>
                  </a:moveTo>
                  <a:lnTo>
                    <a:pt x="716" y="2309318"/>
                  </a:lnTo>
                  <a:lnTo>
                    <a:pt x="2864" y="2366076"/>
                  </a:lnTo>
                  <a:lnTo>
                    <a:pt x="6442" y="2422763"/>
                  </a:lnTo>
                  <a:lnTo>
                    <a:pt x="11448" y="2479342"/>
                  </a:lnTo>
                  <a:lnTo>
                    <a:pt x="17880" y="2535776"/>
                  </a:lnTo>
                  <a:lnTo>
                    <a:pt x="25732" y="2592030"/>
                  </a:lnTo>
                  <a:lnTo>
                    <a:pt x="35000" y="2648069"/>
                  </a:lnTo>
                  <a:lnTo>
                    <a:pt x="45679" y="2703855"/>
                  </a:lnTo>
                  <a:lnTo>
                    <a:pt x="57760" y="2759355"/>
                  </a:lnTo>
                  <a:lnTo>
                    <a:pt x="71237" y="2814533"/>
                  </a:lnTo>
                  <a:lnTo>
                    <a:pt x="86101" y="2869353"/>
                  </a:lnTo>
                  <a:lnTo>
                    <a:pt x="102343" y="2923781"/>
                  </a:lnTo>
                  <a:lnTo>
                    <a:pt x="119951" y="2977782"/>
                  </a:lnTo>
                  <a:lnTo>
                    <a:pt x="138916" y="3031322"/>
                  </a:lnTo>
                  <a:lnTo>
                    <a:pt x="159224" y="3084367"/>
                  </a:lnTo>
                  <a:lnTo>
                    <a:pt x="180864" y="3136883"/>
                  </a:lnTo>
                  <a:lnTo>
                    <a:pt x="203821" y="3188837"/>
                  </a:lnTo>
                  <a:lnTo>
                    <a:pt x="228080" y="3240195"/>
                  </a:lnTo>
                  <a:lnTo>
                    <a:pt x="253627" y="3290925"/>
                  </a:lnTo>
                  <a:lnTo>
                    <a:pt x="280444" y="3340995"/>
                  </a:lnTo>
                  <a:lnTo>
                    <a:pt x="308516" y="3390373"/>
                  </a:lnTo>
                  <a:lnTo>
                    <a:pt x="337823" y="3439028"/>
                  </a:lnTo>
                  <a:lnTo>
                    <a:pt x="368349" y="3486928"/>
                  </a:lnTo>
                  <a:lnTo>
                    <a:pt x="400072" y="3534043"/>
                  </a:lnTo>
                  <a:lnTo>
                    <a:pt x="432973" y="3580343"/>
                  </a:lnTo>
                  <a:lnTo>
                    <a:pt x="467031" y="3625799"/>
                  </a:lnTo>
                  <a:lnTo>
                    <a:pt x="502224" y="3670382"/>
                  </a:lnTo>
                  <a:lnTo>
                    <a:pt x="538530" y="3714063"/>
                  </a:lnTo>
                  <a:lnTo>
                    <a:pt x="575926" y="3756815"/>
                  </a:lnTo>
                  <a:lnTo>
                    <a:pt x="614388" y="3798611"/>
                  </a:lnTo>
                  <a:lnTo>
                    <a:pt x="653892" y="3839423"/>
                  </a:lnTo>
                  <a:lnTo>
                    <a:pt x="694412" y="3879227"/>
                  </a:lnTo>
                  <a:lnTo>
                    <a:pt x="735923" y="3917996"/>
                  </a:lnTo>
                  <a:lnTo>
                    <a:pt x="778398" y="3955706"/>
                  </a:lnTo>
                  <a:lnTo>
                    <a:pt x="821810" y="3992333"/>
                  </a:lnTo>
                  <a:lnTo>
                    <a:pt x="866133" y="4027854"/>
                  </a:lnTo>
                  <a:lnTo>
                    <a:pt x="911336" y="4062246"/>
                  </a:lnTo>
                  <a:lnTo>
                    <a:pt x="957393" y="4095487"/>
                  </a:lnTo>
                  <a:lnTo>
                    <a:pt x="1004273" y="4127557"/>
                  </a:lnTo>
                  <a:lnTo>
                    <a:pt x="1051947" y="4158434"/>
                  </a:lnTo>
                  <a:lnTo>
                    <a:pt x="1100384" y="4188100"/>
                  </a:lnTo>
                  <a:lnTo>
                    <a:pt x="1149553" y="4216535"/>
                  </a:lnTo>
                  <a:lnTo>
                    <a:pt x="1199424" y="4243721"/>
                  </a:lnTo>
                  <a:lnTo>
                    <a:pt x="1249965" y="4269640"/>
                  </a:lnTo>
                  <a:lnTo>
                    <a:pt x="1301143" y="4294278"/>
                  </a:lnTo>
                  <a:lnTo>
                    <a:pt x="1352926" y="4317617"/>
                  </a:lnTo>
                  <a:lnTo>
                    <a:pt x="1405281" y="4339643"/>
                  </a:lnTo>
                  <a:lnTo>
                    <a:pt x="1458175" y="4360342"/>
                  </a:lnTo>
                  <a:lnTo>
                    <a:pt x="1511574" y="4379701"/>
                  </a:lnTo>
                  <a:lnTo>
                    <a:pt x="1565444" y="4397707"/>
                  </a:lnTo>
                  <a:lnTo>
                    <a:pt x="1619750" y="4414349"/>
                  </a:lnTo>
                  <a:lnTo>
                    <a:pt x="1674459" y="4429617"/>
                  </a:lnTo>
                  <a:lnTo>
                    <a:pt x="1729536" y="4443500"/>
                  </a:lnTo>
                  <a:lnTo>
                    <a:pt x="1784945" y="4455990"/>
                  </a:lnTo>
                  <a:lnTo>
                    <a:pt x="1840652" y="4467079"/>
                  </a:lnTo>
                  <a:lnTo>
                    <a:pt x="1896621" y="4476760"/>
                  </a:lnTo>
                  <a:lnTo>
                    <a:pt x="1952815" y="4485027"/>
                  </a:lnTo>
                  <a:lnTo>
                    <a:pt x="2009201" y="4491875"/>
                  </a:lnTo>
                  <a:lnTo>
                    <a:pt x="2065741" y="4497298"/>
                  </a:lnTo>
                  <a:lnTo>
                    <a:pt x="2122400" y="4501294"/>
                  </a:lnTo>
                  <a:lnTo>
                    <a:pt x="2179141" y="4503860"/>
                  </a:lnTo>
                  <a:lnTo>
                    <a:pt x="2235929" y="4504995"/>
                  </a:lnTo>
                  <a:lnTo>
                    <a:pt x="2292728" y="4504698"/>
                  </a:lnTo>
                  <a:lnTo>
                    <a:pt x="2349502" y="4502968"/>
                  </a:lnTo>
                  <a:lnTo>
                    <a:pt x="2406213" y="4499808"/>
                  </a:lnTo>
                  <a:lnTo>
                    <a:pt x="2462827" y="4495218"/>
                  </a:lnTo>
                  <a:lnTo>
                    <a:pt x="2519307" y="4489203"/>
                  </a:lnTo>
                  <a:lnTo>
                    <a:pt x="2575618" y="4481766"/>
                  </a:lnTo>
                  <a:lnTo>
                    <a:pt x="2631723" y="4472911"/>
                  </a:lnTo>
                  <a:lnTo>
                    <a:pt x="2687587" y="4462644"/>
                  </a:lnTo>
                  <a:lnTo>
                    <a:pt x="2743174" y="4450972"/>
                  </a:lnTo>
                  <a:lnTo>
                    <a:pt x="2798450" y="4437902"/>
                  </a:lnTo>
                  <a:lnTo>
                    <a:pt x="2853378" y="4423443"/>
                  </a:lnTo>
                  <a:lnTo>
                    <a:pt x="2907924" y="4407603"/>
                  </a:lnTo>
                  <a:lnTo>
                    <a:pt x="2962054" y="4390393"/>
                  </a:lnTo>
                  <a:lnTo>
                    <a:pt x="3015732" y="4371823"/>
                  </a:lnTo>
                  <a:lnTo>
                    <a:pt x="3068925" y="4351906"/>
                  </a:lnTo>
                  <a:lnTo>
                    <a:pt x="3121599" y="4330654"/>
                  </a:lnTo>
                  <a:lnTo>
                    <a:pt x="3173721" y="4308081"/>
                  </a:lnTo>
                  <a:lnTo>
                    <a:pt x="3225256" y="4284201"/>
                  </a:lnTo>
                  <a:lnTo>
                    <a:pt x="3276174" y="4259029"/>
                  </a:lnTo>
                  <a:lnTo>
                    <a:pt x="3326440" y="4232581"/>
                  </a:lnTo>
                  <a:lnTo>
                    <a:pt x="3376023" y="4204874"/>
                  </a:lnTo>
                  <a:lnTo>
                    <a:pt x="3424893" y="4175926"/>
                  </a:lnTo>
                  <a:lnTo>
                    <a:pt x="3473016" y="4145755"/>
                  </a:lnTo>
                  <a:lnTo>
                    <a:pt x="3520364" y="4114380"/>
                  </a:lnTo>
                  <a:lnTo>
                    <a:pt x="3566906" y="4081821"/>
                  </a:lnTo>
                  <a:lnTo>
                    <a:pt x="3612611" y="4048099"/>
                  </a:lnTo>
                  <a:lnTo>
                    <a:pt x="3657452" y="4013236"/>
                  </a:lnTo>
                  <a:lnTo>
                    <a:pt x="3701400" y="3977252"/>
                  </a:lnTo>
                  <a:lnTo>
                    <a:pt x="3744427" y="3940172"/>
                  </a:lnTo>
                  <a:lnTo>
                    <a:pt x="3786504" y="3902020"/>
                  </a:lnTo>
                  <a:lnTo>
                    <a:pt x="3827607" y="3862818"/>
                  </a:lnTo>
                  <a:lnTo>
                    <a:pt x="3867708" y="3822592"/>
                  </a:lnTo>
                  <a:lnTo>
                    <a:pt x="3906782" y="3781368"/>
                  </a:lnTo>
                  <a:lnTo>
                    <a:pt x="3944804" y="3739172"/>
                  </a:lnTo>
                  <a:lnTo>
                    <a:pt x="3981750" y="3696031"/>
                  </a:lnTo>
                  <a:lnTo>
                    <a:pt x="4017597" y="3651972"/>
                  </a:lnTo>
                  <a:lnTo>
                    <a:pt x="4052321" y="3607023"/>
                  </a:lnTo>
                  <a:lnTo>
                    <a:pt x="4085901" y="3561212"/>
                  </a:lnTo>
                  <a:lnTo>
                    <a:pt x="4118316" y="3514570"/>
                  </a:lnTo>
                  <a:lnTo>
                    <a:pt x="4149544" y="3467125"/>
                  </a:lnTo>
                  <a:lnTo>
                    <a:pt x="4179565" y="3418908"/>
                  </a:lnTo>
                  <a:lnTo>
                    <a:pt x="4208362" y="3369949"/>
                  </a:lnTo>
                  <a:lnTo>
                    <a:pt x="4235915" y="3320280"/>
                  </a:lnTo>
                  <a:lnTo>
                    <a:pt x="4262206" y="3269932"/>
                  </a:lnTo>
                  <a:lnTo>
                    <a:pt x="4287220" y="3218937"/>
                  </a:lnTo>
                  <a:lnTo>
                    <a:pt x="4310940" y="3167327"/>
                  </a:lnTo>
                  <a:lnTo>
                    <a:pt x="4333352" y="3115136"/>
                  </a:lnTo>
                  <a:lnTo>
                    <a:pt x="4354440" y="3062397"/>
                  </a:lnTo>
                  <a:lnTo>
                    <a:pt x="4374192" y="3009142"/>
                  </a:lnTo>
                  <a:lnTo>
                    <a:pt x="4392595" y="2955406"/>
                  </a:lnTo>
                  <a:lnTo>
                    <a:pt x="4409637" y="2901223"/>
                  </a:lnTo>
                  <a:lnTo>
                    <a:pt x="4425307" y="2846628"/>
                  </a:lnTo>
                  <a:lnTo>
                    <a:pt x="4439596" y="2791655"/>
                  </a:lnTo>
                  <a:lnTo>
                    <a:pt x="4452494" y="2736340"/>
                  </a:lnTo>
                  <a:lnTo>
                    <a:pt x="4463994" y="2680716"/>
                  </a:lnTo>
                  <a:lnTo>
                    <a:pt x="4474087" y="2624821"/>
                  </a:lnTo>
                  <a:lnTo>
                    <a:pt x="4482768" y="2568688"/>
                  </a:lnTo>
                  <a:lnTo>
                    <a:pt x="4490031" y="2512355"/>
                  </a:lnTo>
                  <a:lnTo>
                    <a:pt x="4495871" y="2455857"/>
                  </a:lnTo>
                  <a:lnTo>
                    <a:pt x="4500285" y="2399229"/>
                  </a:lnTo>
                  <a:lnTo>
                    <a:pt x="4503269" y="2342508"/>
                  </a:lnTo>
                  <a:lnTo>
                    <a:pt x="4504822" y="2285729"/>
                  </a:lnTo>
                  <a:lnTo>
                    <a:pt x="4504944" y="2228930"/>
                  </a:lnTo>
                  <a:lnTo>
                    <a:pt x="4503633" y="2172145"/>
                  </a:lnTo>
                  <a:lnTo>
                    <a:pt x="4500890" y="2115412"/>
                  </a:lnTo>
                  <a:lnTo>
                    <a:pt x="4496718" y="2058766"/>
                  </a:lnTo>
                  <a:lnTo>
                    <a:pt x="4491120" y="2002243"/>
                  </a:lnTo>
                  <a:lnTo>
                    <a:pt x="4484097" y="1945879"/>
                  </a:lnTo>
                  <a:lnTo>
                    <a:pt x="4475656" y="1889710"/>
                  </a:lnTo>
                  <a:lnTo>
                    <a:pt x="4465802" y="1833772"/>
                  </a:lnTo>
                  <a:lnTo>
                    <a:pt x="4454540" y="1778100"/>
                  </a:lnTo>
                  <a:lnTo>
                    <a:pt x="4441878" y="1722730"/>
                  </a:lnTo>
                  <a:lnTo>
                    <a:pt x="4427823" y="1667696"/>
                  </a:lnTo>
                  <a:lnTo>
                    <a:pt x="4412386" y="1613035"/>
                  </a:lnTo>
                  <a:lnTo>
                    <a:pt x="4395575" y="1558780"/>
                  </a:lnTo>
                  <a:lnTo>
                    <a:pt x="4377402" y="1504966"/>
                  </a:lnTo>
                  <a:lnTo>
                    <a:pt x="4357878" y="1451628"/>
                  </a:lnTo>
                  <a:lnTo>
                    <a:pt x="4337015" y="1398798"/>
                  </a:lnTo>
                  <a:lnTo>
                    <a:pt x="4314827" y="1346512"/>
                  </a:lnTo>
                  <a:lnTo>
                    <a:pt x="4291327" y="1294802"/>
                  </a:lnTo>
                  <a:lnTo>
                    <a:pt x="4266531" y="1243700"/>
                  </a:lnTo>
                  <a:lnTo>
                    <a:pt x="4240454" y="1193240"/>
                  </a:lnTo>
                  <a:lnTo>
                    <a:pt x="4213114" y="1143454"/>
                  </a:lnTo>
                  <a:lnTo>
                    <a:pt x="4184526" y="1094373"/>
                  </a:lnTo>
                  <a:lnTo>
                    <a:pt x="4154711" y="1046028"/>
                  </a:lnTo>
                  <a:lnTo>
                    <a:pt x="4123686" y="998450"/>
                  </a:lnTo>
                  <a:lnTo>
                    <a:pt x="4091471" y="951670"/>
                  </a:lnTo>
                  <a:lnTo>
                    <a:pt x="4058087" y="905717"/>
                  </a:lnTo>
                  <a:lnTo>
                    <a:pt x="4023554" y="860620"/>
                  </a:lnTo>
                  <a:lnTo>
                    <a:pt x="3987896" y="816408"/>
                  </a:lnTo>
                  <a:lnTo>
                    <a:pt x="3951135" y="773110"/>
                  </a:lnTo>
                  <a:lnTo>
                    <a:pt x="3913293" y="730752"/>
                  </a:lnTo>
                  <a:lnTo>
                    <a:pt x="3874395" y="689361"/>
                  </a:lnTo>
                  <a:lnTo>
                    <a:pt x="3834466" y="648965"/>
                  </a:lnTo>
                  <a:lnTo>
                    <a:pt x="3793531" y="609588"/>
                  </a:lnTo>
                  <a:lnTo>
                    <a:pt x="3751617" y="571256"/>
                  </a:lnTo>
                  <a:lnTo>
                    <a:pt x="3708749" y="533993"/>
                  </a:lnTo>
                  <a:lnTo>
                    <a:pt x="3664955" y="497822"/>
                  </a:lnTo>
                  <a:lnTo>
                    <a:pt x="3620263" y="462767"/>
                  </a:lnTo>
                  <a:lnTo>
                    <a:pt x="3574702" y="428851"/>
                  </a:lnTo>
                  <a:lnTo>
                    <a:pt x="3528300" y="396093"/>
                  </a:lnTo>
                  <a:lnTo>
                    <a:pt x="3481086" y="364517"/>
                  </a:lnTo>
                  <a:lnTo>
                    <a:pt x="3433092" y="334140"/>
                  </a:lnTo>
                  <a:lnTo>
                    <a:pt x="3384347" y="304984"/>
                  </a:lnTo>
                  <a:lnTo>
                    <a:pt x="3334882" y="277066"/>
                  </a:lnTo>
                  <a:lnTo>
                    <a:pt x="3284729" y="250403"/>
                  </a:lnTo>
                  <a:lnTo>
                    <a:pt x="3233920" y="225014"/>
                  </a:lnTo>
                  <a:lnTo>
                    <a:pt x="3182486" y="200914"/>
                  </a:lnTo>
                  <a:lnTo>
                    <a:pt x="3130462" y="178119"/>
                  </a:lnTo>
                  <a:lnTo>
                    <a:pt x="3077879" y="156642"/>
                  </a:lnTo>
                  <a:lnTo>
                    <a:pt x="3024771" y="136499"/>
                  </a:lnTo>
                  <a:lnTo>
                    <a:pt x="2971173" y="117700"/>
                  </a:lnTo>
                  <a:lnTo>
                    <a:pt x="2917117" y="100259"/>
                  </a:lnTo>
                  <a:lnTo>
                    <a:pt x="2862639" y="84187"/>
                  </a:lnTo>
                  <a:lnTo>
                    <a:pt x="2807773" y="69493"/>
                  </a:lnTo>
                  <a:lnTo>
                    <a:pt x="2752554" y="56187"/>
                  </a:lnTo>
                  <a:lnTo>
                    <a:pt x="2697017" y="44278"/>
                  </a:lnTo>
                  <a:lnTo>
                    <a:pt x="2641197" y="33773"/>
                  </a:lnTo>
                  <a:lnTo>
                    <a:pt x="2585130" y="24679"/>
                  </a:lnTo>
                  <a:lnTo>
                    <a:pt x="2528852" y="17001"/>
                  </a:lnTo>
                  <a:lnTo>
                    <a:pt x="2472398" y="10745"/>
                  </a:lnTo>
                  <a:lnTo>
                    <a:pt x="2415804" y="5914"/>
                  </a:lnTo>
                  <a:lnTo>
                    <a:pt x="2359107" y="2511"/>
                  </a:lnTo>
                  <a:lnTo>
                    <a:pt x="2302341" y="539"/>
                  </a:lnTo>
                  <a:lnTo>
                    <a:pt x="2245544" y="0"/>
                  </a:lnTo>
                  <a:lnTo>
                    <a:pt x="2188752" y="892"/>
                  </a:lnTo>
                  <a:lnTo>
                    <a:pt x="2132000" y="3216"/>
                  </a:lnTo>
                  <a:lnTo>
                    <a:pt x="2075324" y="6970"/>
                  </a:lnTo>
                  <a:lnTo>
                    <a:pt x="2018761" y="12152"/>
                  </a:lnTo>
                  <a:lnTo>
                    <a:pt x="1962347" y="18759"/>
                  </a:lnTo>
                  <a:lnTo>
                    <a:pt x="1906118" y="26786"/>
                  </a:lnTo>
                  <a:lnTo>
                    <a:pt x="1850109" y="36228"/>
                  </a:lnTo>
                  <a:lnTo>
                    <a:pt x="1794355" y="47079"/>
                  </a:lnTo>
                  <a:lnTo>
                    <a:pt x="1738893" y="59332"/>
                  </a:lnTo>
                  <a:lnTo>
                    <a:pt x="1683758" y="72981"/>
                  </a:lnTo>
                  <a:lnTo>
                    <a:pt x="1628984" y="88015"/>
                  </a:lnTo>
                  <a:lnTo>
                    <a:pt x="1574606" y="104425"/>
                  </a:lnTo>
                  <a:lnTo>
                    <a:pt x="1520660" y="122201"/>
                  </a:lnTo>
                  <a:lnTo>
                    <a:pt x="1467179" y="141331"/>
                  </a:lnTo>
                  <a:lnTo>
                    <a:pt x="1414198" y="161804"/>
                  </a:lnTo>
                  <a:lnTo>
                    <a:pt x="1361749" y="183607"/>
                  </a:lnTo>
                  <a:lnTo>
                    <a:pt x="1309867" y="206725"/>
                  </a:lnTo>
                  <a:lnTo>
                    <a:pt x="1258584" y="231143"/>
                  </a:lnTo>
                  <a:lnTo>
                    <a:pt x="1207933" y="256847"/>
                  </a:lnTo>
                  <a:lnTo>
                    <a:pt x="1157947" y="283820"/>
                  </a:lnTo>
                  <a:lnTo>
                    <a:pt x="1108656" y="312045"/>
                  </a:lnTo>
                  <a:lnTo>
                    <a:pt x="1060093" y="341503"/>
                  </a:lnTo>
                  <a:lnTo>
                    <a:pt x="1012288" y="372177"/>
                  </a:lnTo>
                  <a:lnTo>
                    <a:pt x="965271" y="404046"/>
                  </a:lnTo>
                  <a:lnTo>
                    <a:pt x="919073" y="437091"/>
                  </a:lnTo>
                  <a:lnTo>
                    <a:pt x="873723" y="471289"/>
                  </a:lnTo>
                  <a:lnTo>
                    <a:pt x="829250" y="506621"/>
                  </a:lnTo>
                  <a:lnTo>
                    <a:pt x="785681" y="543062"/>
                  </a:lnTo>
                  <a:lnTo>
                    <a:pt x="743046" y="580591"/>
                  </a:lnTo>
                  <a:lnTo>
                    <a:pt x="701370" y="619182"/>
                  </a:lnTo>
                  <a:lnTo>
                    <a:pt x="660680" y="658812"/>
                  </a:lnTo>
                  <a:lnTo>
                    <a:pt x="621002" y="699456"/>
                  </a:lnTo>
                  <a:lnTo>
                    <a:pt x="582362" y="741087"/>
                  </a:lnTo>
                  <a:lnTo>
                    <a:pt x="544784" y="783679"/>
                  </a:lnTo>
                  <a:lnTo>
                    <a:pt x="508292" y="827205"/>
                  </a:lnTo>
                  <a:lnTo>
                    <a:pt x="472909" y="871637"/>
                  </a:lnTo>
                  <a:lnTo>
                    <a:pt x="438657" y="916947"/>
                  </a:lnTo>
                  <a:lnTo>
                    <a:pt x="405559" y="963107"/>
                  </a:lnTo>
                  <a:lnTo>
                    <a:pt x="373635" y="1010086"/>
                  </a:lnTo>
                  <a:lnTo>
                    <a:pt x="342905" y="1057855"/>
                  </a:lnTo>
                  <a:lnTo>
                    <a:pt x="313390" y="1106384"/>
                  </a:lnTo>
                  <a:lnTo>
                    <a:pt x="285108" y="1155642"/>
                  </a:lnTo>
                  <a:lnTo>
                    <a:pt x="258077" y="1205597"/>
                  </a:lnTo>
                  <a:lnTo>
                    <a:pt x="232314" y="1256218"/>
                  </a:lnTo>
                  <a:lnTo>
                    <a:pt x="207836" y="1307472"/>
                  </a:lnTo>
                  <a:lnTo>
                    <a:pt x="184657" y="1359327"/>
                  </a:lnTo>
                  <a:lnTo>
                    <a:pt x="162794" y="1411750"/>
                  </a:lnTo>
                  <a:lnTo>
                    <a:pt x="142259" y="1464708"/>
                  </a:lnTo>
                  <a:lnTo>
                    <a:pt x="123066" y="1518166"/>
                  </a:lnTo>
                  <a:lnTo>
                    <a:pt x="105227" y="1572092"/>
                  </a:lnTo>
                  <a:lnTo>
                    <a:pt x="88754" y="1626450"/>
                  </a:lnTo>
                  <a:lnTo>
                    <a:pt x="73656" y="1681206"/>
                  </a:lnTo>
                  <a:lnTo>
                    <a:pt x="59944" y="1736326"/>
                  </a:lnTo>
                  <a:lnTo>
                    <a:pt x="47625" y="1791774"/>
                  </a:lnTo>
                  <a:lnTo>
                    <a:pt x="36709" y="1847514"/>
                  </a:lnTo>
                  <a:lnTo>
                    <a:pt x="27202" y="1903513"/>
                  </a:lnTo>
                  <a:lnTo>
                    <a:pt x="19109" y="1959733"/>
                  </a:lnTo>
                  <a:lnTo>
                    <a:pt x="12437" y="2016139"/>
                  </a:lnTo>
                  <a:lnTo>
                    <a:pt x="7189" y="2072696"/>
                  </a:lnTo>
                  <a:lnTo>
                    <a:pt x="3369" y="2129367"/>
                  </a:lnTo>
                  <a:lnTo>
                    <a:pt x="979" y="2186116"/>
                  </a:lnTo>
                  <a:lnTo>
                    <a:pt x="20" y="2242908"/>
                  </a:lnTo>
                </a:path>
              </a:pathLst>
            </a:custGeom>
            <a:ln w="22859" cap="rnd">
              <a:solidFill>
                <a:srgbClr val="19E51E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6828332" y="5310726"/>
              <a:ext cx="433938" cy="207508"/>
            </a:xfrm>
            <a:custGeom>
              <a:avLst/>
              <a:pathLst>
                <a:path w="433938" h="207508">
                  <a:moveTo>
                    <a:pt x="0" y="207508"/>
                  </a:moveTo>
                  <a:lnTo>
                    <a:pt x="1826" y="206867"/>
                  </a:lnTo>
                  <a:lnTo>
                    <a:pt x="3651" y="206224"/>
                  </a:lnTo>
                  <a:lnTo>
                    <a:pt x="5477" y="205580"/>
                  </a:lnTo>
                  <a:lnTo>
                    <a:pt x="7301" y="204934"/>
                  </a:lnTo>
                  <a:lnTo>
                    <a:pt x="9125" y="204286"/>
                  </a:lnTo>
                  <a:lnTo>
                    <a:pt x="10949" y="203637"/>
                  </a:lnTo>
                  <a:lnTo>
                    <a:pt x="12772" y="202986"/>
                  </a:lnTo>
                  <a:lnTo>
                    <a:pt x="14594" y="202334"/>
                  </a:lnTo>
                  <a:lnTo>
                    <a:pt x="16416" y="201680"/>
                  </a:lnTo>
                  <a:lnTo>
                    <a:pt x="18237" y="201024"/>
                  </a:lnTo>
                  <a:lnTo>
                    <a:pt x="20057" y="200367"/>
                  </a:lnTo>
                  <a:lnTo>
                    <a:pt x="21877" y="199709"/>
                  </a:lnTo>
                  <a:lnTo>
                    <a:pt x="23697" y="199048"/>
                  </a:lnTo>
                  <a:lnTo>
                    <a:pt x="25516" y="198386"/>
                  </a:lnTo>
                  <a:lnTo>
                    <a:pt x="27334" y="197723"/>
                  </a:lnTo>
                  <a:lnTo>
                    <a:pt x="29152" y="197058"/>
                  </a:lnTo>
                  <a:lnTo>
                    <a:pt x="30969" y="196391"/>
                  </a:lnTo>
                  <a:lnTo>
                    <a:pt x="32785" y="195723"/>
                  </a:lnTo>
                  <a:lnTo>
                    <a:pt x="34601" y="195053"/>
                  </a:lnTo>
                  <a:lnTo>
                    <a:pt x="36417" y="194382"/>
                  </a:lnTo>
                  <a:lnTo>
                    <a:pt x="38231" y="193709"/>
                  </a:lnTo>
                  <a:lnTo>
                    <a:pt x="40046" y="193034"/>
                  </a:lnTo>
                  <a:lnTo>
                    <a:pt x="41859" y="192358"/>
                  </a:lnTo>
                  <a:lnTo>
                    <a:pt x="43672" y="191680"/>
                  </a:lnTo>
                  <a:lnTo>
                    <a:pt x="45485" y="191001"/>
                  </a:lnTo>
                  <a:lnTo>
                    <a:pt x="47296" y="190320"/>
                  </a:lnTo>
                  <a:lnTo>
                    <a:pt x="49108" y="189637"/>
                  </a:lnTo>
                  <a:lnTo>
                    <a:pt x="50918" y="188953"/>
                  </a:lnTo>
                  <a:lnTo>
                    <a:pt x="52728" y="188267"/>
                  </a:lnTo>
                  <a:lnTo>
                    <a:pt x="54538" y="187580"/>
                  </a:lnTo>
                  <a:lnTo>
                    <a:pt x="56346" y="186891"/>
                  </a:lnTo>
                  <a:lnTo>
                    <a:pt x="58155" y="186201"/>
                  </a:lnTo>
                  <a:lnTo>
                    <a:pt x="59962" y="185509"/>
                  </a:lnTo>
                  <a:lnTo>
                    <a:pt x="61769" y="184815"/>
                  </a:lnTo>
                  <a:lnTo>
                    <a:pt x="63576" y="184120"/>
                  </a:lnTo>
                  <a:lnTo>
                    <a:pt x="65381" y="183423"/>
                  </a:lnTo>
                  <a:lnTo>
                    <a:pt x="67187" y="182725"/>
                  </a:lnTo>
                  <a:lnTo>
                    <a:pt x="68991" y="182025"/>
                  </a:lnTo>
                  <a:lnTo>
                    <a:pt x="70795" y="181324"/>
                  </a:lnTo>
                  <a:lnTo>
                    <a:pt x="72599" y="180621"/>
                  </a:lnTo>
                  <a:lnTo>
                    <a:pt x="74401" y="179916"/>
                  </a:lnTo>
                  <a:lnTo>
                    <a:pt x="76203" y="179210"/>
                  </a:lnTo>
                  <a:lnTo>
                    <a:pt x="78005" y="178502"/>
                  </a:lnTo>
                  <a:lnTo>
                    <a:pt x="79806" y="177792"/>
                  </a:lnTo>
                  <a:lnTo>
                    <a:pt x="81606" y="177082"/>
                  </a:lnTo>
                  <a:lnTo>
                    <a:pt x="83406" y="176369"/>
                  </a:lnTo>
                  <a:lnTo>
                    <a:pt x="85205" y="175655"/>
                  </a:lnTo>
                  <a:lnTo>
                    <a:pt x="87003" y="174939"/>
                  </a:lnTo>
                  <a:lnTo>
                    <a:pt x="88801" y="174222"/>
                  </a:lnTo>
                  <a:lnTo>
                    <a:pt x="90598" y="173503"/>
                  </a:lnTo>
                  <a:lnTo>
                    <a:pt x="92394" y="172783"/>
                  </a:lnTo>
                  <a:lnTo>
                    <a:pt x="94190" y="172061"/>
                  </a:lnTo>
                  <a:lnTo>
                    <a:pt x="95986" y="171337"/>
                  </a:lnTo>
                  <a:lnTo>
                    <a:pt x="97780" y="170612"/>
                  </a:lnTo>
                  <a:lnTo>
                    <a:pt x="99574" y="169886"/>
                  </a:lnTo>
                  <a:lnTo>
                    <a:pt x="101367" y="169157"/>
                  </a:lnTo>
                  <a:lnTo>
                    <a:pt x="103160" y="168428"/>
                  </a:lnTo>
                  <a:lnTo>
                    <a:pt x="104952" y="167696"/>
                  </a:lnTo>
                  <a:lnTo>
                    <a:pt x="106744" y="166963"/>
                  </a:lnTo>
                  <a:lnTo>
                    <a:pt x="108534" y="166229"/>
                  </a:lnTo>
                  <a:lnTo>
                    <a:pt x="110324" y="165493"/>
                  </a:lnTo>
                  <a:lnTo>
                    <a:pt x="112114" y="164755"/>
                  </a:lnTo>
                  <a:lnTo>
                    <a:pt x="113903" y="164016"/>
                  </a:lnTo>
                  <a:lnTo>
                    <a:pt x="115691" y="163275"/>
                  </a:lnTo>
                  <a:lnTo>
                    <a:pt x="117479" y="162533"/>
                  </a:lnTo>
                  <a:lnTo>
                    <a:pt x="119265" y="161789"/>
                  </a:lnTo>
                  <a:lnTo>
                    <a:pt x="121052" y="161044"/>
                  </a:lnTo>
                  <a:lnTo>
                    <a:pt x="122837" y="160297"/>
                  </a:lnTo>
                  <a:lnTo>
                    <a:pt x="124622" y="159548"/>
                  </a:lnTo>
                  <a:lnTo>
                    <a:pt x="126407" y="158798"/>
                  </a:lnTo>
                  <a:lnTo>
                    <a:pt x="128190" y="158046"/>
                  </a:lnTo>
                  <a:lnTo>
                    <a:pt x="129973" y="157293"/>
                  </a:lnTo>
                  <a:lnTo>
                    <a:pt x="131755" y="156538"/>
                  </a:lnTo>
                  <a:lnTo>
                    <a:pt x="133537" y="155782"/>
                  </a:lnTo>
                  <a:lnTo>
                    <a:pt x="135318" y="155024"/>
                  </a:lnTo>
                  <a:lnTo>
                    <a:pt x="137098" y="154264"/>
                  </a:lnTo>
                  <a:lnTo>
                    <a:pt x="138878" y="153503"/>
                  </a:lnTo>
                  <a:lnTo>
                    <a:pt x="140657" y="152741"/>
                  </a:lnTo>
                  <a:lnTo>
                    <a:pt x="142435" y="151977"/>
                  </a:lnTo>
                  <a:lnTo>
                    <a:pt x="144213" y="151211"/>
                  </a:lnTo>
                  <a:lnTo>
                    <a:pt x="145990" y="150444"/>
                  </a:lnTo>
                  <a:lnTo>
                    <a:pt x="147766" y="149675"/>
                  </a:lnTo>
                  <a:lnTo>
                    <a:pt x="149542" y="148905"/>
                  </a:lnTo>
                  <a:lnTo>
                    <a:pt x="151317" y="148133"/>
                  </a:lnTo>
                  <a:lnTo>
                    <a:pt x="153091" y="147359"/>
                  </a:lnTo>
                  <a:lnTo>
                    <a:pt x="154865" y="146584"/>
                  </a:lnTo>
                  <a:lnTo>
                    <a:pt x="156638" y="145808"/>
                  </a:lnTo>
                  <a:lnTo>
                    <a:pt x="158410" y="145030"/>
                  </a:lnTo>
                  <a:lnTo>
                    <a:pt x="160182" y="144250"/>
                  </a:lnTo>
                  <a:lnTo>
                    <a:pt x="161953" y="143469"/>
                  </a:lnTo>
                  <a:lnTo>
                    <a:pt x="163723" y="142686"/>
                  </a:lnTo>
                  <a:lnTo>
                    <a:pt x="165492" y="141902"/>
                  </a:lnTo>
                  <a:lnTo>
                    <a:pt x="167261" y="141116"/>
                  </a:lnTo>
                  <a:lnTo>
                    <a:pt x="169029" y="140329"/>
                  </a:lnTo>
                  <a:lnTo>
                    <a:pt x="170797" y="139540"/>
                  </a:lnTo>
                  <a:lnTo>
                    <a:pt x="172564" y="138749"/>
                  </a:lnTo>
                  <a:lnTo>
                    <a:pt x="174330" y="137957"/>
                  </a:lnTo>
                  <a:lnTo>
                    <a:pt x="176095" y="137163"/>
                  </a:lnTo>
                  <a:lnTo>
                    <a:pt x="177860" y="136368"/>
                  </a:lnTo>
                  <a:lnTo>
                    <a:pt x="179624" y="135572"/>
                  </a:lnTo>
                  <a:lnTo>
                    <a:pt x="181387" y="134774"/>
                  </a:lnTo>
                  <a:lnTo>
                    <a:pt x="183150" y="133974"/>
                  </a:lnTo>
                  <a:lnTo>
                    <a:pt x="184912" y="133173"/>
                  </a:lnTo>
                  <a:lnTo>
                    <a:pt x="186673" y="132370"/>
                  </a:lnTo>
                  <a:lnTo>
                    <a:pt x="188433" y="131565"/>
                  </a:lnTo>
                  <a:lnTo>
                    <a:pt x="190193" y="130759"/>
                  </a:lnTo>
                  <a:lnTo>
                    <a:pt x="191952" y="129952"/>
                  </a:lnTo>
                  <a:lnTo>
                    <a:pt x="193711" y="129143"/>
                  </a:lnTo>
                  <a:lnTo>
                    <a:pt x="195468" y="128333"/>
                  </a:lnTo>
                  <a:lnTo>
                    <a:pt x="197225" y="127520"/>
                  </a:lnTo>
                  <a:lnTo>
                    <a:pt x="198981" y="126707"/>
                  </a:lnTo>
                  <a:lnTo>
                    <a:pt x="200737" y="125892"/>
                  </a:lnTo>
                  <a:lnTo>
                    <a:pt x="202492" y="125075"/>
                  </a:lnTo>
                  <a:lnTo>
                    <a:pt x="204246" y="124257"/>
                  </a:lnTo>
                  <a:lnTo>
                    <a:pt x="205999" y="123437"/>
                  </a:lnTo>
                  <a:lnTo>
                    <a:pt x="207752" y="122616"/>
                  </a:lnTo>
                  <a:lnTo>
                    <a:pt x="209504" y="121793"/>
                  </a:lnTo>
                  <a:lnTo>
                    <a:pt x="211255" y="120969"/>
                  </a:lnTo>
                  <a:lnTo>
                    <a:pt x="213006" y="120143"/>
                  </a:lnTo>
                  <a:lnTo>
                    <a:pt x="214756" y="119316"/>
                  </a:lnTo>
                  <a:lnTo>
                    <a:pt x="216505" y="118487"/>
                  </a:lnTo>
                  <a:lnTo>
                    <a:pt x="218253" y="117656"/>
                  </a:lnTo>
                  <a:lnTo>
                    <a:pt x="220001" y="116824"/>
                  </a:lnTo>
                  <a:lnTo>
                    <a:pt x="221748" y="115991"/>
                  </a:lnTo>
                  <a:lnTo>
                    <a:pt x="223494" y="115156"/>
                  </a:lnTo>
                  <a:lnTo>
                    <a:pt x="225239" y="114319"/>
                  </a:lnTo>
                  <a:lnTo>
                    <a:pt x="226984" y="113481"/>
                  </a:lnTo>
                  <a:lnTo>
                    <a:pt x="228728" y="112642"/>
                  </a:lnTo>
                  <a:lnTo>
                    <a:pt x="230471" y="111801"/>
                  </a:lnTo>
                  <a:lnTo>
                    <a:pt x="232214" y="110958"/>
                  </a:lnTo>
                  <a:lnTo>
                    <a:pt x="233955" y="110114"/>
                  </a:lnTo>
                  <a:lnTo>
                    <a:pt x="235696" y="109268"/>
                  </a:lnTo>
                  <a:lnTo>
                    <a:pt x="237437" y="108421"/>
                  </a:lnTo>
                  <a:lnTo>
                    <a:pt x="239176" y="107572"/>
                  </a:lnTo>
                  <a:lnTo>
                    <a:pt x="240915" y="106722"/>
                  </a:lnTo>
                  <a:lnTo>
                    <a:pt x="242653" y="105870"/>
                  </a:lnTo>
                  <a:lnTo>
                    <a:pt x="244390" y="105017"/>
                  </a:lnTo>
                  <a:lnTo>
                    <a:pt x="246127" y="104162"/>
                  </a:lnTo>
                  <a:lnTo>
                    <a:pt x="247863" y="103306"/>
                  </a:lnTo>
                  <a:lnTo>
                    <a:pt x="249598" y="102448"/>
                  </a:lnTo>
                  <a:lnTo>
                    <a:pt x="251332" y="101588"/>
                  </a:lnTo>
                  <a:lnTo>
                    <a:pt x="253066" y="100728"/>
                  </a:lnTo>
                  <a:lnTo>
                    <a:pt x="254799" y="99865"/>
                  </a:lnTo>
                  <a:lnTo>
                    <a:pt x="256531" y="99001"/>
                  </a:lnTo>
                  <a:lnTo>
                    <a:pt x="258262" y="98136"/>
                  </a:lnTo>
                  <a:lnTo>
                    <a:pt x="259992" y="97269"/>
                  </a:lnTo>
                  <a:lnTo>
                    <a:pt x="261722" y="96401"/>
                  </a:lnTo>
                  <a:lnTo>
                    <a:pt x="263451" y="95531"/>
                  </a:lnTo>
                  <a:lnTo>
                    <a:pt x="265180" y="94659"/>
                  </a:lnTo>
                  <a:lnTo>
                    <a:pt x="266907" y="93786"/>
                  </a:lnTo>
                  <a:lnTo>
                    <a:pt x="268634" y="92912"/>
                  </a:lnTo>
                  <a:lnTo>
                    <a:pt x="270360" y="92036"/>
                  </a:lnTo>
                  <a:lnTo>
                    <a:pt x="272085" y="91158"/>
                  </a:lnTo>
                  <a:lnTo>
                    <a:pt x="273809" y="90279"/>
                  </a:lnTo>
                  <a:lnTo>
                    <a:pt x="275533" y="89399"/>
                  </a:lnTo>
                  <a:lnTo>
                    <a:pt x="277256" y="88517"/>
                  </a:lnTo>
                  <a:lnTo>
                    <a:pt x="278978" y="87633"/>
                  </a:lnTo>
                  <a:lnTo>
                    <a:pt x="280699" y="86748"/>
                  </a:lnTo>
                  <a:lnTo>
                    <a:pt x="282420" y="85861"/>
                  </a:lnTo>
                  <a:lnTo>
                    <a:pt x="284140" y="84973"/>
                  </a:lnTo>
                  <a:lnTo>
                    <a:pt x="285859" y="84084"/>
                  </a:lnTo>
                  <a:lnTo>
                    <a:pt x="287577" y="83193"/>
                  </a:lnTo>
                  <a:lnTo>
                    <a:pt x="289295" y="82300"/>
                  </a:lnTo>
                  <a:lnTo>
                    <a:pt x="291011" y="81406"/>
                  </a:lnTo>
                  <a:lnTo>
                    <a:pt x="292727" y="80511"/>
                  </a:lnTo>
                  <a:lnTo>
                    <a:pt x="294442" y="79614"/>
                  </a:lnTo>
                  <a:lnTo>
                    <a:pt x="296157" y="78715"/>
                  </a:lnTo>
                  <a:lnTo>
                    <a:pt x="297870" y="77815"/>
                  </a:lnTo>
                  <a:lnTo>
                    <a:pt x="299583" y="76913"/>
                  </a:lnTo>
                  <a:lnTo>
                    <a:pt x="301295" y="76010"/>
                  </a:lnTo>
                  <a:lnTo>
                    <a:pt x="303006" y="75106"/>
                  </a:lnTo>
                  <a:lnTo>
                    <a:pt x="304716" y="74200"/>
                  </a:lnTo>
                  <a:lnTo>
                    <a:pt x="306426" y="73292"/>
                  </a:lnTo>
                  <a:lnTo>
                    <a:pt x="308135" y="72383"/>
                  </a:lnTo>
                  <a:lnTo>
                    <a:pt x="309843" y="71473"/>
                  </a:lnTo>
                  <a:lnTo>
                    <a:pt x="311550" y="70561"/>
                  </a:lnTo>
                  <a:lnTo>
                    <a:pt x="313257" y="69647"/>
                  </a:lnTo>
                  <a:lnTo>
                    <a:pt x="314962" y="68732"/>
                  </a:lnTo>
                  <a:lnTo>
                    <a:pt x="316667" y="67816"/>
                  </a:lnTo>
                  <a:lnTo>
                    <a:pt x="318371" y="66898"/>
                  </a:lnTo>
                  <a:lnTo>
                    <a:pt x="320074" y="65978"/>
                  </a:lnTo>
                  <a:lnTo>
                    <a:pt x="321777" y="65057"/>
                  </a:lnTo>
                  <a:lnTo>
                    <a:pt x="323478" y="64135"/>
                  </a:lnTo>
                  <a:lnTo>
                    <a:pt x="325179" y="63211"/>
                  </a:lnTo>
                  <a:lnTo>
                    <a:pt x="326879" y="62285"/>
                  </a:lnTo>
                  <a:lnTo>
                    <a:pt x="328578" y="61359"/>
                  </a:lnTo>
                  <a:lnTo>
                    <a:pt x="330277" y="60430"/>
                  </a:lnTo>
                  <a:lnTo>
                    <a:pt x="331974" y="59500"/>
                  </a:lnTo>
                  <a:lnTo>
                    <a:pt x="333671" y="58569"/>
                  </a:lnTo>
                  <a:lnTo>
                    <a:pt x="335367" y="57636"/>
                  </a:lnTo>
                  <a:lnTo>
                    <a:pt x="337062" y="56702"/>
                  </a:lnTo>
                  <a:lnTo>
                    <a:pt x="338756" y="55766"/>
                  </a:lnTo>
                  <a:lnTo>
                    <a:pt x="340450" y="54829"/>
                  </a:lnTo>
                  <a:lnTo>
                    <a:pt x="342142" y="53890"/>
                  </a:lnTo>
                  <a:lnTo>
                    <a:pt x="343834" y="52950"/>
                  </a:lnTo>
                  <a:lnTo>
                    <a:pt x="345525" y="52008"/>
                  </a:lnTo>
                  <a:lnTo>
                    <a:pt x="347215" y="51065"/>
                  </a:lnTo>
                  <a:lnTo>
                    <a:pt x="348905" y="50120"/>
                  </a:lnTo>
                  <a:lnTo>
                    <a:pt x="350593" y="49174"/>
                  </a:lnTo>
                  <a:lnTo>
                    <a:pt x="352281" y="48226"/>
                  </a:lnTo>
                  <a:lnTo>
                    <a:pt x="353968" y="47277"/>
                  </a:lnTo>
                  <a:lnTo>
                    <a:pt x="355654" y="46326"/>
                  </a:lnTo>
                  <a:lnTo>
                    <a:pt x="357339" y="45374"/>
                  </a:lnTo>
                  <a:lnTo>
                    <a:pt x="359023" y="44421"/>
                  </a:lnTo>
                  <a:lnTo>
                    <a:pt x="360707" y="43466"/>
                  </a:lnTo>
                  <a:lnTo>
                    <a:pt x="362390" y="42509"/>
                  </a:lnTo>
                  <a:lnTo>
                    <a:pt x="364072" y="41551"/>
                  </a:lnTo>
                  <a:lnTo>
                    <a:pt x="365753" y="40592"/>
                  </a:lnTo>
                  <a:lnTo>
                    <a:pt x="367433" y="39631"/>
                  </a:lnTo>
                  <a:lnTo>
                    <a:pt x="369112" y="38669"/>
                  </a:lnTo>
                  <a:lnTo>
                    <a:pt x="370791" y="37705"/>
                  </a:lnTo>
                  <a:lnTo>
                    <a:pt x="372468" y="36740"/>
                  </a:lnTo>
                  <a:lnTo>
                    <a:pt x="374145" y="35773"/>
                  </a:lnTo>
                  <a:lnTo>
                    <a:pt x="375821" y="34805"/>
                  </a:lnTo>
                  <a:lnTo>
                    <a:pt x="377496" y="33835"/>
                  </a:lnTo>
                  <a:lnTo>
                    <a:pt x="379170" y="32864"/>
                  </a:lnTo>
                  <a:lnTo>
                    <a:pt x="380844" y="31891"/>
                  </a:lnTo>
                  <a:lnTo>
                    <a:pt x="382517" y="30917"/>
                  </a:lnTo>
                  <a:lnTo>
                    <a:pt x="384188" y="29942"/>
                  </a:lnTo>
                  <a:lnTo>
                    <a:pt x="385859" y="28965"/>
                  </a:lnTo>
                  <a:lnTo>
                    <a:pt x="387529" y="27986"/>
                  </a:lnTo>
                  <a:lnTo>
                    <a:pt x="389198" y="27006"/>
                  </a:lnTo>
                  <a:lnTo>
                    <a:pt x="390867" y="26025"/>
                  </a:lnTo>
                  <a:lnTo>
                    <a:pt x="392534" y="25042"/>
                  </a:lnTo>
                  <a:lnTo>
                    <a:pt x="394201" y="24058"/>
                  </a:lnTo>
                  <a:lnTo>
                    <a:pt x="395866" y="23072"/>
                  </a:lnTo>
                  <a:lnTo>
                    <a:pt x="397531" y="22085"/>
                  </a:lnTo>
                  <a:lnTo>
                    <a:pt x="399195" y="21096"/>
                  </a:lnTo>
                  <a:lnTo>
                    <a:pt x="400858" y="20106"/>
                  </a:lnTo>
                  <a:lnTo>
                    <a:pt x="402521" y="19114"/>
                  </a:lnTo>
                  <a:lnTo>
                    <a:pt x="404182" y="18121"/>
                  </a:lnTo>
                  <a:lnTo>
                    <a:pt x="405843" y="17127"/>
                  </a:lnTo>
                  <a:lnTo>
                    <a:pt x="407502" y="16131"/>
                  </a:lnTo>
                  <a:lnTo>
                    <a:pt x="409161" y="15134"/>
                  </a:lnTo>
                  <a:lnTo>
                    <a:pt x="410819" y="14135"/>
                  </a:lnTo>
                  <a:lnTo>
                    <a:pt x="412476" y="13135"/>
                  </a:lnTo>
                  <a:lnTo>
                    <a:pt x="414132" y="12133"/>
                  </a:lnTo>
                  <a:lnTo>
                    <a:pt x="415787" y="11130"/>
                  </a:lnTo>
                  <a:lnTo>
                    <a:pt x="417442" y="10125"/>
                  </a:lnTo>
                  <a:lnTo>
                    <a:pt x="419095" y="9119"/>
                  </a:lnTo>
                  <a:lnTo>
                    <a:pt x="420748" y="8112"/>
                  </a:lnTo>
                  <a:lnTo>
                    <a:pt x="422400" y="7103"/>
                  </a:lnTo>
                  <a:lnTo>
                    <a:pt x="424051" y="6092"/>
                  </a:lnTo>
                  <a:lnTo>
                    <a:pt x="425701" y="5080"/>
                  </a:lnTo>
                  <a:lnTo>
                    <a:pt x="427350" y="4067"/>
                  </a:lnTo>
                  <a:lnTo>
                    <a:pt x="428998" y="3052"/>
                  </a:lnTo>
                  <a:lnTo>
                    <a:pt x="430646" y="2036"/>
                  </a:lnTo>
                  <a:lnTo>
                    <a:pt x="432292" y="1019"/>
                  </a:lnTo>
                  <a:lnTo>
                    <a:pt x="433938" y="0"/>
                  </a:lnTo>
                </a:path>
              </a:pathLst>
            </a:custGeom>
            <a:ln w="9143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6841108" y="5343547"/>
              <a:ext cx="441506" cy="211127"/>
            </a:xfrm>
            <a:custGeom>
              <a:avLst/>
              <a:pathLst>
                <a:path w="441506" h="211127">
                  <a:moveTo>
                    <a:pt x="0" y="211127"/>
                  </a:moveTo>
                  <a:lnTo>
                    <a:pt x="1858" y="210475"/>
                  </a:lnTo>
                  <a:lnTo>
                    <a:pt x="3715" y="209821"/>
                  </a:lnTo>
                  <a:lnTo>
                    <a:pt x="5572" y="209165"/>
                  </a:lnTo>
                  <a:lnTo>
                    <a:pt x="7429" y="208508"/>
                  </a:lnTo>
                  <a:lnTo>
                    <a:pt x="9284" y="207849"/>
                  </a:lnTo>
                  <a:lnTo>
                    <a:pt x="11140" y="207189"/>
                  </a:lnTo>
                  <a:lnTo>
                    <a:pt x="12994" y="206527"/>
                  </a:lnTo>
                  <a:lnTo>
                    <a:pt x="14848" y="205863"/>
                  </a:lnTo>
                  <a:lnTo>
                    <a:pt x="16702" y="205198"/>
                  </a:lnTo>
                  <a:lnTo>
                    <a:pt x="18555" y="204531"/>
                  </a:lnTo>
                  <a:lnTo>
                    <a:pt x="20407" y="203862"/>
                  </a:lnTo>
                  <a:lnTo>
                    <a:pt x="22259" y="203192"/>
                  </a:lnTo>
                  <a:lnTo>
                    <a:pt x="24110" y="202520"/>
                  </a:lnTo>
                  <a:lnTo>
                    <a:pt x="25961" y="201847"/>
                  </a:lnTo>
                  <a:lnTo>
                    <a:pt x="27811" y="201172"/>
                  </a:lnTo>
                  <a:lnTo>
                    <a:pt x="29660" y="200495"/>
                  </a:lnTo>
                  <a:lnTo>
                    <a:pt x="31509" y="199817"/>
                  </a:lnTo>
                  <a:lnTo>
                    <a:pt x="33357" y="199137"/>
                  </a:lnTo>
                  <a:lnTo>
                    <a:pt x="35205" y="198455"/>
                  </a:lnTo>
                  <a:lnTo>
                    <a:pt x="37052" y="197772"/>
                  </a:lnTo>
                  <a:lnTo>
                    <a:pt x="38898" y="197087"/>
                  </a:lnTo>
                  <a:lnTo>
                    <a:pt x="40744" y="196401"/>
                  </a:lnTo>
                  <a:lnTo>
                    <a:pt x="42589" y="195713"/>
                  </a:lnTo>
                  <a:lnTo>
                    <a:pt x="44434" y="195023"/>
                  </a:lnTo>
                  <a:lnTo>
                    <a:pt x="46278" y="194332"/>
                  </a:lnTo>
                  <a:lnTo>
                    <a:pt x="48121" y="193639"/>
                  </a:lnTo>
                  <a:lnTo>
                    <a:pt x="49964" y="192945"/>
                  </a:lnTo>
                  <a:lnTo>
                    <a:pt x="51806" y="192249"/>
                  </a:lnTo>
                  <a:lnTo>
                    <a:pt x="53648" y="191551"/>
                  </a:lnTo>
                  <a:lnTo>
                    <a:pt x="55489" y="190852"/>
                  </a:lnTo>
                  <a:lnTo>
                    <a:pt x="57329" y="190151"/>
                  </a:lnTo>
                  <a:lnTo>
                    <a:pt x="59169" y="189449"/>
                  </a:lnTo>
                  <a:lnTo>
                    <a:pt x="61008" y="188744"/>
                  </a:lnTo>
                  <a:lnTo>
                    <a:pt x="62847" y="188039"/>
                  </a:lnTo>
                  <a:lnTo>
                    <a:pt x="64685" y="187331"/>
                  </a:lnTo>
                  <a:lnTo>
                    <a:pt x="66522" y="186623"/>
                  </a:lnTo>
                  <a:lnTo>
                    <a:pt x="68359" y="185912"/>
                  </a:lnTo>
                  <a:lnTo>
                    <a:pt x="70195" y="185200"/>
                  </a:lnTo>
                  <a:lnTo>
                    <a:pt x="72030" y="184486"/>
                  </a:lnTo>
                  <a:lnTo>
                    <a:pt x="73865" y="183771"/>
                  </a:lnTo>
                  <a:lnTo>
                    <a:pt x="75699" y="183054"/>
                  </a:lnTo>
                  <a:lnTo>
                    <a:pt x="77533" y="182335"/>
                  </a:lnTo>
                  <a:lnTo>
                    <a:pt x="79365" y="181615"/>
                  </a:lnTo>
                  <a:lnTo>
                    <a:pt x="81198" y="180894"/>
                  </a:lnTo>
                  <a:lnTo>
                    <a:pt x="83029" y="180170"/>
                  </a:lnTo>
                  <a:lnTo>
                    <a:pt x="84860" y="179445"/>
                  </a:lnTo>
                  <a:lnTo>
                    <a:pt x="86691" y="178719"/>
                  </a:lnTo>
                  <a:lnTo>
                    <a:pt x="88521" y="177991"/>
                  </a:lnTo>
                  <a:lnTo>
                    <a:pt x="90350" y="177261"/>
                  </a:lnTo>
                  <a:lnTo>
                    <a:pt x="92178" y="176529"/>
                  </a:lnTo>
                  <a:lnTo>
                    <a:pt x="94006" y="175797"/>
                  </a:lnTo>
                  <a:lnTo>
                    <a:pt x="95833" y="175062"/>
                  </a:lnTo>
                  <a:lnTo>
                    <a:pt x="97660" y="174326"/>
                  </a:lnTo>
                  <a:lnTo>
                    <a:pt x="99486" y="173588"/>
                  </a:lnTo>
                  <a:lnTo>
                    <a:pt x="101311" y="172849"/>
                  </a:lnTo>
                  <a:lnTo>
                    <a:pt x="103135" y="172108"/>
                  </a:lnTo>
                  <a:lnTo>
                    <a:pt x="104959" y="171365"/>
                  </a:lnTo>
                  <a:lnTo>
                    <a:pt x="106783" y="170621"/>
                  </a:lnTo>
                  <a:lnTo>
                    <a:pt x="108605" y="169875"/>
                  </a:lnTo>
                  <a:lnTo>
                    <a:pt x="110427" y="169128"/>
                  </a:lnTo>
                  <a:lnTo>
                    <a:pt x="112249" y="168379"/>
                  </a:lnTo>
                  <a:lnTo>
                    <a:pt x="114069" y="167629"/>
                  </a:lnTo>
                  <a:lnTo>
                    <a:pt x="115890" y="166877"/>
                  </a:lnTo>
                  <a:lnTo>
                    <a:pt x="117709" y="166123"/>
                  </a:lnTo>
                  <a:lnTo>
                    <a:pt x="119528" y="165368"/>
                  </a:lnTo>
                  <a:lnTo>
                    <a:pt x="121346" y="164611"/>
                  </a:lnTo>
                  <a:lnTo>
                    <a:pt x="123163" y="163853"/>
                  </a:lnTo>
                  <a:lnTo>
                    <a:pt x="124980" y="163092"/>
                  </a:lnTo>
                  <a:lnTo>
                    <a:pt x="126796" y="162331"/>
                  </a:lnTo>
                  <a:lnTo>
                    <a:pt x="128611" y="161568"/>
                  </a:lnTo>
                  <a:lnTo>
                    <a:pt x="130426" y="160803"/>
                  </a:lnTo>
                  <a:lnTo>
                    <a:pt x="132240" y="160037"/>
                  </a:lnTo>
                  <a:lnTo>
                    <a:pt x="134054" y="159269"/>
                  </a:lnTo>
                  <a:lnTo>
                    <a:pt x="135866" y="158499"/>
                  </a:lnTo>
                  <a:lnTo>
                    <a:pt x="137678" y="157728"/>
                  </a:lnTo>
                  <a:lnTo>
                    <a:pt x="139490" y="156955"/>
                  </a:lnTo>
                  <a:lnTo>
                    <a:pt x="141300" y="156181"/>
                  </a:lnTo>
                  <a:lnTo>
                    <a:pt x="143110" y="155405"/>
                  </a:lnTo>
                  <a:lnTo>
                    <a:pt x="144920" y="154628"/>
                  </a:lnTo>
                  <a:lnTo>
                    <a:pt x="146728" y="153848"/>
                  </a:lnTo>
                  <a:lnTo>
                    <a:pt x="148536" y="153068"/>
                  </a:lnTo>
                  <a:lnTo>
                    <a:pt x="150344" y="152286"/>
                  </a:lnTo>
                  <a:lnTo>
                    <a:pt x="152150" y="151502"/>
                  </a:lnTo>
                  <a:lnTo>
                    <a:pt x="153956" y="150716"/>
                  </a:lnTo>
                  <a:lnTo>
                    <a:pt x="155762" y="149930"/>
                  </a:lnTo>
                  <a:lnTo>
                    <a:pt x="157566" y="149141"/>
                  </a:lnTo>
                  <a:lnTo>
                    <a:pt x="159370" y="148351"/>
                  </a:lnTo>
                  <a:lnTo>
                    <a:pt x="161173" y="147559"/>
                  </a:lnTo>
                  <a:lnTo>
                    <a:pt x="162976" y="146766"/>
                  </a:lnTo>
                  <a:lnTo>
                    <a:pt x="164777" y="145971"/>
                  </a:lnTo>
                  <a:lnTo>
                    <a:pt x="166578" y="145175"/>
                  </a:lnTo>
                  <a:lnTo>
                    <a:pt x="168379" y="144377"/>
                  </a:lnTo>
                  <a:lnTo>
                    <a:pt x="170179" y="143577"/>
                  </a:lnTo>
                  <a:lnTo>
                    <a:pt x="171978" y="142776"/>
                  </a:lnTo>
                  <a:lnTo>
                    <a:pt x="173776" y="141973"/>
                  </a:lnTo>
                  <a:lnTo>
                    <a:pt x="175573" y="141169"/>
                  </a:lnTo>
                  <a:lnTo>
                    <a:pt x="177370" y="140363"/>
                  </a:lnTo>
                  <a:lnTo>
                    <a:pt x="179166" y="139556"/>
                  </a:lnTo>
                  <a:lnTo>
                    <a:pt x="180962" y="138747"/>
                  </a:lnTo>
                  <a:lnTo>
                    <a:pt x="182757" y="137936"/>
                  </a:lnTo>
                  <a:lnTo>
                    <a:pt x="184551" y="137124"/>
                  </a:lnTo>
                  <a:lnTo>
                    <a:pt x="186344" y="136311"/>
                  </a:lnTo>
                  <a:lnTo>
                    <a:pt x="188137" y="135495"/>
                  </a:lnTo>
                  <a:lnTo>
                    <a:pt x="189929" y="134678"/>
                  </a:lnTo>
                  <a:lnTo>
                    <a:pt x="191720" y="133860"/>
                  </a:lnTo>
                  <a:lnTo>
                    <a:pt x="193510" y="133040"/>
                  </a:lnTo>
                  <a:lnTo>
                    <a:pt x="195300" y="132219"/>
                  </a:lnTo>
                  <a:lnTo>
                    <a:pt x="197089" y="131396"/>
                  </a:lnTo>
                  <a:lnTo>
                    <a:pt x="198878" y="130571"/>
                  </a:lnTo>
                  <a:lnTo>
                    <a:pt x="200665" y="129745"/>
                  </a:lnTo>
                  <a:lnTo>
                    <a:pt x="202452" y="128917"/>
                  </a:lnTo>
                  <a:lnTo>
                    <a:pt x="204238" y="128088"/>
                  </a:lnTo>
                  <a:lnTo>
                    <a:pt x="206024" y="127257"/>
                  </a:lnTo>
                  <a:lnTo>
                    <a:pt x="207808" y="126424"/>
                  </a:lnTo>
                  <a:lnTo>
                    <a:pt x="209592" y="125590"/>
                  </a:lnTo>
                  <a:lnTo>
                    <a:pt x="211376" y="124755"/>
                  </a:lnTo>
                  <a:lnTo>
                    <a:pt x="213158" y="123918"/>
                  </a:lnTo>
                  <a:lnTo>
                    <a:pt x="214940" y="123079"/>
                  </a:lnTo>
                  <a:lnTo>
                    <a:pt x="216721" y="122239"/>
                  </a:lnTo>
                  <a:lnTo>
                    <a:pt x="218501" y="121397"/>
                  </a:lnTo>
                  <a:lnTo>
                    <a:pt x="220281" y="120553"/>
                  </a:lnTo>
                  <a:lnTo>
                    <a:pt x="222060" y="119708"/>
                  </a:lnTo>
                  <a:lnTo>
                    <a:pt x="223838" y="118862"/>
                  </a:lnTo>
                  <a:lnTo>
                    <a:pt x="225615" y="118014"/>
                  </a:lnTo>
                  <a:lnTo>
                    <a:pt x="227392" y="117164"/>
                  </a:lnTo>
                  <a:lnTo>
                    <a:pt x="229168" y="116313"/>
                  </a:lnTo>
                  <a:lnTo>
                    <a:pt x="230943" y="115461"/>
                  </a:lnTo>
                  <a:lnTo>
                    <a:pt x="232717" y="114606"/>
                  </a:lnTo>
                  <a:lnTo>
                    <a:pt x="234491" y="113751"/>
                  </a:lnTo>
                  <a:lnTo>
                    <a:pt x="236264" y="112893"/>
                  </a:lnTo>
                  <a:lnTo>
                    <a:pt x="238036" y="112034"/>
                  </a:lnTo>
                  <a:lnTo>
                    <a:pt x="239807" y="111174"/>
                  </a:lnTo>
                  <a:lnTo>
                    <a:pt x="241578" y="110312"/>
                  </a:lnTo>
                  <a:lnTo>
                    <a:pt x="243348" y="109448"/>
                  </a:lnTo>
                  <a:lnTo>
                    <a:pt x="245117" y="108583"/>
                  </a:lnTo>
                  <a:lnTo>
                    <a:pt x="246885" y="107717"/>
                  </a:lnTo>
                  <a:lnTo>
                    <a:pt x="248653" y="106849"/>
                  </a:lnTo>
                  <a:lnTo>
                    <a:pt x="250420" y="105979"/>
                  </a:lnTo>
                  <a:lnTo>
                    <a:pt x="252186" y="105108"/>
                  </a:lnTo>
                  <a:lnTo>
                    <a:pt x="253951" y="104235"/>
                  </a:lnTo>
                  <a:lnTo>
                    <a:pt x="255716" y="103360"/>
                  </a:lnTo>
                  <a:lnTo>
                    <a:pt x="257480" y="102484"/>
                  </a:lnTo>
                  <a:lnTo>
                    <a:pt x="259243" y="101607"/>
                  </a:lnTo>
                  <a:lnTo>
                    <a:pt x="261005" y="100728"/>
                  </a:lnTo>
                  <a:lnTo>
                    <a:pt x="262766" y="99848"/>
                  </a:lnTo>
                  <a:lnTo>
                    <a:pt x="264527" y="98966"/>
                  </a:lnTo>
                  <a:lnTo>
                    <a:pt x="266287" y="98082"/>
                  </a:lnTo>
                  <a:lnTo>
                    <a:pt x="268046" y="97197"/>
                  </a:lnTo>
                  <a:lnTo>
                    <a:pt x="269805" y="96310"/>
                  </a:lnTo>
                  <a:lnTo>
                    <a:pt x="271562" y="95422"/>
                  </a:lnTo>
                  <a:lnTo>
                    <a:pt x="273319" y="94532"/>
                  </a:lnTo>
                  <a:lnTo>
                    <a:pt x="275075" y="93641"/>
                  </a:lnTo>
                  <a:lnTo>
                    <a:pt x="276831" y="92748"/>
                  </a:lnTo>
                  <a:lnTo>
                    <a:pt x="278585" y="91854"/>
                  </a:lnTo>
                  <a:lnTo>
                    <a:pt x="280339" y="90958"/>
                  </a:lnTo>
                  <a:lnTo>
                    <a:pt x="282092" y="90060"/>
                  </a:lnTo>
                  <a:lnTo>
                    <a:pt x="283844" y="89162"/>
                  </a:lnTo>
                  <a:lnTo>
                    <a:pt x="285595" y="88261"/>
                  </a:lnTo>
                  <a:lnTo>
                    <a:pt x="287346" y="87359"/>
                  </a:lnTo>
                  <a:lnTo>
                    <a:pt x="289096" y="86455"/>
                  </a:lnTo>
                  <a:lnTo>
                    <a:pt x="290845" y="85550"/>
                  </a:lnTo>
                  <a:lnTo>
                    <a:pt x="292593" y="84644"/>
                  </a:lnTo>
                  <a:lnTo>
                    <a:pt x="294340" y="83736"/>
                  </a:lnTo>
                  <a:lnTo>
                    <a:pt x="296087" y="82826"/>
                  </a:lnTo>
                  <a:lnTo>
                    <a:pt x="297833" y="81915"/>
                  </a:lnTo>
                  <a:lnTo>
                    <a:pt x="299578" y="81002"/>
                  </a:lnTo>
                  <a:lnTo>
                    <a:pt x="301322" y="80088"/>
                  </a:lnTo>
                  <a:lnTo>
                    <a:pt x="303066" y="79172"/>
                  </a:lnTo>
                  <a:lnTo>
                    <a:pt x="304808" y="78255"/>
                  </a:lnTo>
                  <a:lnTo>
                    <a:pt x="306550" y="77336"/>
                  </a:lnTo>
                  <a:lnTo>
                    <a:pt x="308291" y="76416"/>
                  </a:lnTo>
                  <a:lnTo>
                    <a:pt x="310031" y="75494"/>
                  </a:lnTo>
                  <a:lnTo>
                    <a:pt x="311771" y="74571"/>
                  </a:lnTo>
                  <a:lnTo>
                    <a:pt x="313509" y="73646"/>
                  </a:lnTo>
                  <a:lnTo>
                    <a:pt x="315247" y="72719"/>
                  </a:lnTo>
                  <a:lnTo>
                    <a:pt x="316984" y="71791"/>
                  </a:lnTo>
                  <a:lnTo>
                    <a:pt x="318720" y="70862"/>
                  </a:lnTo>
                  <a:lnTo>
                    <a:pt x="320456" y="69931"/>
                  </a:lnTo>
                  <a:lnTo>
                    <a:pt x="322190" y="68998"/>
                  </a:lnTo>
                  <a:lnTo>
                    <a:pt x="323924" y="68064"/>
                  </a:lnTo>
                  <a:lnTo>
                    <a:pt x="325657" y="67129"/>
                  </a:lnTo>
                  <a:lnTo>
                    <a:pt x="327389" y="66192"/>
                  </a:lnTo>
                  <a:lnTo>
                    <a:pt x="329120" y="65253"/>
                  </a:lnTo>
                  <a:lnTo>
                    <a:pt x="330851" y="64313"/>
                  </a:lnTo>
                  <a:lnTo>
                    <a:pt x="332580" y="63372"/>
                  </a:lnTo>
                  <a:lnTo>
                    <a:pt x="334309" y="62429"/>
                  </a:lnTo>
                  <a:lnTo>
                    <a:pt x="336037" y="61484"/>
                  </a:lnTo>
                  <a:lnTo>
                    <a:pt x="337764" y="60538"/>
                  </a:lnTo>
                  <a:lnTo>
                    <a:pt x="339491" y="59590"/>
                  </a:lnTo>
                  <a:lnTo>
                    <a:pt x="341216" y="58641"/>
                  </a:lnTo>
                  <a:lnTo>
                    <a:pt x="342941" y="57691"/>
                  </a:lnTo>
                  <a:lnTo>
                    <a:pt x="344665" y="56739"/>
                  </a:lnTo>
                  <a:lnTo>
                    <a:pt x="346388" y="55785"/>
                  </a:lnTo>
                  <a:lnTo>
                    <a:pt x="348110" y="54830"/>
                  </a:lnTo>
                  <a:lnTo>
                    <a:pt x="349831" y="53873"/>
                  </a:lnTo>
                  <a:lnTo>
                    <a:pt x="351552" y="52915"/>
                  </a:lnTo>
                  <a:lnTo>
                    <a:pt x="353271" y="51955"/>
                  </a:lnTo>
                  <a:lnTo>
                    <a:pt x="354990" y="50994"/>
                  </a:lnTo>
                  <a:lnTo>
                    <a:pt x="356708" y="50032"/>
                  </a:lnTo>
                  <a:lnTo>
                    <a:pt x="358425" y="49067"/>
                  </a:lnTo>
                  <a:lnTo>
                    <a:pt x="360142" y="48102"/>
                  </a:lnTo>
                  <a:lnTo>
                    <a:pt x="361857" y="47135"/>
                  </a:lnTo>
                  <a:lnTo>
                    <a:pt x="363572" y="46166"/>
                  </a:lnTo>
                  <a:lnTo>
                    <a:pt x="365285" y="45196"/>
                  </a:lnTo>
                  <a:lnTo>
                    <a:pt x="366998" y="44224"/>
                  </a:lnTo>
                  <a:lnTo>
                    <a:pt x="368710" y="43251"/>
                  </a:lnTo>
                  <a:lnTo>
                    <a:pt x="370422" y="42276"/>
                  </a:lnTo>
                  <a:lnTo>
                    <a:pt x="372132" y="41300"/>
                  </a:lnTo>
                  <a:lnTo>
                    <a:pt x="373841" y="40322"/>
                  </a:lnTo>
                  <a:lnTo>
                    <a:pt x="375550" y="39343"/>
                  </a:lnTo>
                  <a:lnTo>
                    <a:pt x="377258" y="38363"/>
                  </a:lnTo>
                  <a:lnTo>
                    <a:pt x="378965" y="37381"/>
                  </a:lnTo>
                  <a:lnTo>
                    <a:pt x="380671" y="36397"/>
                  </a:lnTo>
                  <a:lnTo>
                    <a:pt x="382376" y="35412"/>
                  </a:lnTo>
                  <a:lnTo>
                    <a:pt x="384080" y="34425"/>
                  </a:lnTo>
                  <a:lnTo>
                    <a:pt x="385784" y="33437"/>
                  </a:lnTo>
                  <a:lnTo>
                    <a:pt x="387487" y="32448"/>
                  </a:lnTo>
                  <a:lnTo>
                    <a:pt x="389188" y="31456"/>
                  </a:lnTo>
                  <a:lnTo>
                    <a:pt x="390889" y="30464"/>
                  </a:lnTo>
                  <a:lnTo>
                    <a:pt x="392589" y="29470"/>
                  </a:lnTo>
                  <a:lnTo>
                    <a:pt x="394288" y="28474"/>
                  </a:lnTo>
                  <a:lnTo>
                    <a:pt x="395987" y="27477"/>
                  </a:lnTo>
                  <a:lnTo>
                    <a:pt x="397684" y="26479"/>
                  </a:lnTo>
                  <a:lnTo>
                    <a:pt x="399381" y="25479"/>
                  </a:lnTo>
                  <a:lnTo>
                    <a:pt x="401076" y="24477"/>
                  </a:lnTo>
                  <a:lnTo>
                    <a:pt x="402771" y="23474"/>
                  </a:lnTo>
                  <a:lnTo>
                    <a:pt x="404465" y="22470"/>
                  </a:lnTo>
                  <a:lnTo>
                    <a:pt x="406158" y="21464"/>
                  </a:lnTo>
                  <a:lnTo>
                    <a:pt x="407850" y="20457"/>
                  </a:lnTo>
                  <a:lnTo>
                    <a:pt x="409541" y="19448"/>
                  </a:lnTo>
                  <a:lnTo>
                    <a:pt x="411232" y="18438"/>
                  </a:lnTo>
                  <a:lnTo>
                    <a:pt x="412921" y="17426"/>
                  </a:lnTo>
                  <a:lnTo>
                    <a:pt x="414610" y="16412"/>
                  </a:lnTo>
                  <a:lnTo>
                    <a:pt x="416298" y="15398"/>
                  </a:lnTo>
                  <a:lnTo>
                    <a:pt x="417984" y="14381"/>
                  </a:lnTo>
                  <a:lnTo>
                    <a:pt x="419670" y="13364"/>
                  </a:lnTo>
                  <a:lnTo>
                    <a:pt x="421355" y="12344"/>
                  </a:lnTo>
                  <a:lnTo>
                    <a:pt x="423040" y="11324"/>
                  </a:lnTo>
                  <a:lnTo>
                    <a:pt x="424723" y="10302"/>
                  </a:lnTo>
                  <a:lnTo>
                    <a:pt x="426405" y="9278"/>
                  </a:lnTo>
                  <a:lnTo>
                    <a:pt x="428087" y="8253"/>
                  </a:lnTo>
                  <a:lnTo>
                    <a:pt x="429767" y="7226"/>
                  </a:lnTo>
                  <a:lnTo>
                    <a:pt x="431447" y="6198"/>
                  </a:lnTo>
                  <a:lnTo>
                    <a:pt x="433126" y="5169"/>
                  </a:lnTo>
                  <a:lnTo>
                    <a:pt x="434804" y="4138"/>
                  </a:lnTo>
                  <a:lnTo>
                    <a:pt x="436481" y="3106"/>
                  </a:lnTo>
                  <a:lnTo>
                    <a:pt x="438157" y="2072"/>
                  </a:lnTo>
                  <a:lnTo>
                    <a:pt x="439832" y="1036"/>
                  </a:lnTo>
                  <a:lnTo>
                    <a:pt x="441506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58" name="pl7158"/>
            <p:cNvSpPr/>
            <p:nvPr/>
          </p:nvSpPr>
          <p:spPr>
            <a:xfrm>
              <a:off x="7479781" y="5194375"/>
              <a:ext cx="15121" cy="11879"/>
            </a:xfrm>
            <a:custGeom>
              <a:avLst/>
              <a:pathLst>
                <a:path w="15121" h="11879">
                  <a:moveTo>
                    <a:pt x="0" y="11879"/>
                  </a:moveTo>
                  <a:lnTo>
                    <a:pt x="60" y="11831"/>
                  </a:lnTo>
                  <a:lnTo>
                    <a:pt x="121" y="11784"/>
                  </a:lnTo>
                  <a:lnTo>
                    <a:pt x="182" y="11736"/>
                  </a:lnTo>
                  <a:lnTo>
                    <a:pt x="243" y="11689"/>
                  </a:lnTo>
                  <a:lnTo>
                    <a:pt x="304" y="11641"/>
                  </a:lnTo>
                  <a:lnTo>
                    <a:pt x="365" y="11594"/>
                  </a:lnTo>
                  <a:lnTo>
                    <a:pt x="426" y="11546"/>
                  </a:lnTo>
                  <a:lnTo>
                    <a:pt x="487" y="11499"/>
                  </a:lnTo>
                  <a:lnTo>
                    <a:pt x="548" y="11452"/>
                  </a:lnTo>
                  <a:lnTo>
                    <a:pt x="609" y="11404"/>
                  </a:lnTo>
                  <a:lnTo>
                    <a:pt x="670" y="11357"/>
                  </a:lnTo>
                  <a:lnTo>
                    <a:pt x="731" y="11309"/>
                  </a:lnTo>
                  <a:lnTo>
                    <a:pt x="791" y="11262"/>
                  </a:lnTo>
                  <a:lnTo>
                    <a:pt x="852" y="11214"/>
                  </a:lnTo>
                  <a:lnTo>
                    <a:pt x="913" y="11167"/>
                  </a:lnTo>
                  <a:lnTo>
                    <a:pt x="974" y="11119"/>
                  </a:lnTo>
                  <a:lnTo>
                    <a:pt x="1035" y="11072"/>
                  </a:lnTo>
                  <a:lnTo>
                    <a:pt x="1096" y="11024"/>
                  </a:lnTo>
                  <a:lnTo>
                    <a:pt x="1157" y="10977"/>
                  </a:lnTo>
                  <a:lnTo>
                    <a:pt x="1218" y="10929"/>
                  </a:lnTo>
                  <a:lnTo>
                    <a:pt x="1279" y="10882"/>
                  </a:lnTo>
                  <a:lnTo>
                    <a:pt x="1340" y="10834"/>
                  </a:lnTo>
                  <a:lnTo>
                    <a:pt x="1401" y="10787"/>
                  </a:lnTo>
                  <a:lnTo>
                    <a:pt x="1461" y="10739"/>
                  </a:lnTo>
                  <a:lnTo>
                    <a:pt x="1522" y="10692"/>
                  </a:lnTo>
                  <a:lnTo>
                    <a:pt x="1583" y="10644"/>
                  </a:lnTo>
                  <a:lnTo>
                    <a:pt x="1644" y="10597"/>
                  </a:lnTo>
                  <a:lnTo>
                    <a:pt x="1705" y="10549"/>
                  </a:lnTo>
                  <a:lnTo>
                    <a:pt x="1766" y="10502"/>
                  </a:lnTo>
                  <a:lnTo>
                    <a:pt x="1827" y="10454"/>
                  </a:lnTo>
                  <a:lnTo>
                    <a:pt x="1888" y="10407"/>
                  </a:lnTo>
                  <a:lnTo>
                    <a:pt x="1949" y="10359"/>
                  </a:lnTo>
                  <a:lnTo>
                    <a:pt x="2009" y="10312"/>
                  </a:lnTo>
                  <a:lnTo>
                    <a:pt x="2070" y="10264"/>
                  </a:lnTo>
                  <a:lnTo>
                    <a:pt x="2131" y="10217"/>
                  </a:lnTo>
                  <a:lnTo>
                    <a:pt x="2192" y="10169"/>
                  </a:lnTo>
                  <a:lnTo>
                    <a:pt x="2253" y="10122"/>
                  </a:lnTo>
                  <a:lnTo>
                    <a:pt x="2314" y="10074"/>
                  </a:lnTo>
                  <a:lnTo>
                    <a:pt x="2375" y="10027"/>
                  </a:lnTo>
                  <a:lnTo>
                    <a:pt x="2436" y="9979"/>
                  </a:lnTo>
                  <a:lnTo>
                    <a:pt x="2496" y="9932"/>
                  </a:lnTo>
                  <a:lnTo>
                    <a:pt x="2557" y="9884"/>
                  </a:lnTo>
                  <a:lnTo>
                    <a:pt x="2618" y="9836"/>
                  </a:lnTo>
                  <a:lnTo>
                    <a:pt x="2679" y="9789"/>
                  </a:lnTo>
                  <a:lnTo>
                    <a:pt x="2740" y="9741"/>
                  </a:lnTo>
                  <a:lnTo>
                    <a:pt x="2801" y="9694"/>
                  </a:lnTo>
                  <a:lnTo>
                    <a:pt x="2862" y="9646"/>
                  </a:lnTo>
                  <a:lnTo>
                    <a:pt x="2922" y="9599"/>
                  </a:lnTo>
                  <a:lnTo>
                    <a:pt x="2983" y="9551"/>
                  </a:lnTo>
                  <a:lnTo>
                    <a:pt x="3044" y="9504"/>
                  </a:lnTo>
                  <a:lnTo>
                    <a:pt x="3105" y="9456"/>
                  </a:lnTo>
                  <a:lnTo>
                    <a:pt x="3166" y="9409"/>
                  </a:lnTo>
                  <a:lnTo>
                    <a:pt x="3227" y="9361"/>
                  </a:lnTo>
                  <a:lnTo>
                    <a:pt x="3288" y="9313"/>
                  </a:lnTo>
                  <a:lnTo>
                    <a:pt x="3348" y="9266"/>
                  </a:lnTo>
                  <a:lnTo>
                    <a:pt x="3409" y="9218"/>
                  </a:lnTo>
                  <a:lnTo>
                    <a:pt x="3470" y="9171"/>
                  </a:lnTo>
                  <a:lnTo>
                    <a:pt x="3531" y="9123"/>
                  </a:lnTo>
                  <a:lnTo>
                    <a:pt x="3592" y="9076"/>
                  </a:lnTo>
                  <a:lnTo>
                    <a:pt x="3653" y="9028"/>
                  </a:lnTo>
                  <a:lnTo>
                    <a:pt x="3713" y="8980"/>
                  </a:lnTo>
                  <a:lnTo>
                    <a:pt x="3774" y="8933"/>
                  </a:lnTo>
                  <a:lnTo>
                    <a:pt x="3835" y="8885"/>
                  </a:lnTo>
                  <a:lnTo>
                    <a:pt x="3896" y="8838"/>
                  </a:lnTo>
                  <a:lnTo>
                    <a:pt x="3957" y="8790"/>
                  </a:lnTo>
                  <a:lnTo>
                    <a:pt x="4018" y="8743"/>
                  </a:lnTo>
                  <a:lnTo>
                    <a:pt x="4078" y="8695"/>
                  </a:lnTo>
                  <a:lnTo>
                    <a:pt x="4139" y="8647"/>
                  </a:lnTo>
                  <a:lnTo>
                    <a:pt x="4200" y="8600"/>
                  </a:lnTo>
                  <a:lnTo>
                    <a:pt x="4261" y="8552"/>
                  </a:lnTo>
                  <a:lnTo>
                    <a:pt x="4322" y="8505"/>
                  </a:lnTo>
                  <a:lnTo>
                    <a:pt x="4382" y="8457"/>
                  </a:lnTo>
                  <a:lnTo>
                    <a:pt x="4443" y="8409"/>
                  </a:lnTo>
                  <a:lnTo>
                    <a:pt x="4504" y="8362"/>
                  </a:lnTo>
                  <a:lnTo>
                    <a:pt x="4565" y="8314"/>
                  </a:lnTo>
                  <a:lnTo>
                    <a:pt x="4626" y="8267"/>
                  </a:lnTo>
                  <a:lnTo>
                    <a:pt x="4687" y="8219"/>
                  </a:lnTo>
                  <a:lnTo>
                    <a:pt x="4747" y="8171"/>
                  </a:lnTo>
                  <a:lnTo>
                    <a:pt x="4808" y="8124"/>
                  </a:lnTo>
                  <a:lnTo>
                    <a:pt x="4869" y="8076"/>
                  </a:lnTo>
                  <a:lnTo>
                    <a:pt x="4930" y="8029"/>
                  </a:lnTo>
                  <a:lnTo>
                    <a:pt x="4991" y="7981"/>
                  </a:lnTo>
                  <a:lnTo>
                    <a:pt x="5051" y="7933"/>
                  </a:lnTo>
                  <a:lnTo>
                    <a:pt x="5112" y="7886"/>
                  </a:lnTo>
                  <a:lnTo>
                    <a:pt x="5173" y="7838"/>
                  </a:lnTo>
                  <a:lnTo>
                    <a:pt x="5234" y="7790"/>
                  </a:lnTo>
                  <a:lnTo>
                    <a:pt x="5295" y="7743"/>
                  </a:lnTo>
                  <a:lnTo>
                    <a:pt x="5355" y="7695"/>
                  </a:lnTo>
                  <a:lnTo>
                    <a:pt x="5416" y="7648"/>
                  </a:lnTo>
                  <a:lnTo>
                    <a:pt x="5477" y="7600"/>
                  </a:lnTo>
                  <a:lnTo>
                    <a:pt x="5538" y="7552"/>
                  </a:lnTo>
                  <a:lnTo>
                    <a:pt x="5598" y="7505"/>
                  </a:lnTo>
                  <a:lnTo>
                    <a:pt x="5659" y="7457"/>
                  </a:lnTo>
                  <a:lnTo>
                    <a:pt x="5720" y="7409"/>
                  </a:lnTo>
                  <a:lnTo>
                    <a:pt x="5781" y="7362"/>
                  </a:lnTo>
                  <a:lnTo>
                    <a:pt x="5842" y="7314"/>
                  </a:lnTo>
                  <a:lnTo>
                    <a:pt x="5902" y="7266"/>
                  </a:lnTo>
                  <a:lnTo>
                    <a:pt x="5963" y="7219"/>
                  </a:lnTo>
                  <a:lnTo>
                    <a:pt x="6024" y="7171"/>
                  </a:lnTo>
                  <a:lnTo>
                    <a:pt x="6085" y="7123"/>
                  </a:lnTo>
                  <a:lnTo>
                    <a:pt x="6145" y="7076"/>
                  </a:lnTo>
                  <a:lnTo>
                    <a:pt x="6206" y="7028"/>
                  </a:lnTo>
                  <a:lnTo>
                    <a:pt x="6267" y="6980"/>
                  </a:lnTo>
                  <a:lnTo>
                    <a:pt x="6328" y="6933"/>
                  </a:lnTo>
                  <a:lnTo>
                    <a:pt x="6388" y="6885"/>
                  </a:lnTo>
                  <a:lnTo>
                    <a:pt x="6449" y="6837"/>
                  </a:lnTo>
                  <a:lnTo>
                    <a:pt x="6510" y="6790"/>
                  </a:lnTo>
                  <a:lnTo>
                    <a:pt x="6571" y="6742"/>
                  </a:lnTo>
                  <a:lnTo>
                    <a:pt x="6632" y="6694"/>
                  </a:lnTo>
                  <a:lnTo>
                    <a:pt x="6692" y="6647"/>
                  </a:lnTo>
                  <a:lnTo>
                    <a:pt x="6753" y="6599"/>
                  </a:lnTo>
                  <a:lnTo>
                    <a:pt x="6814" y="6551"/>
                  </a:lnTo>
                  <a:lnTo>
                    <a:pt x="6875" y="6504"/>
                  </a:lnTo>
                  <a:lnTo>
                    <a:pt x="6935" y="6456"/>
                  </a:lnTo>
                  <a:lnTo>
                    <a:pt x="6996" y="6408"/>
                  </a:lnTo>
                  <a:lnTo>
                    <a:pt x="7057" y="6361"/>
                  </a:lnTo>
                  <a:lnTo>
                    <a:pt x="7118" y="6313"/>
                  </a:lnTo>
                  <a:lnTo>
                    <a:pt x="7178" y="6265"/>
                  </a:lnTo>
                  <a:lnTo>
                    <a:pt x="7239" y="6218"/>
                  </a:lnTo>
                  <a:lnTo>
                    <a:pt x="7300" y="6170"/>
                  </a:lnTo>
                  <a:lnTo>
                    <a:pt x="7360" y="6122"/>
                  </a:lnTo>
                  <a:lnTo>
                    <a:pt x="7421" y="6074"/>
                  </a:lnTo>
                  <a:lnTo>
                    <a:pt x="7482" y="6027"/>
                  </a:lnTo>
                  <a:lnTo>
                    <a:pt x="7543" y="5979"/>
                  </a:lnTo>
                  <a:lnTo>
                    <a:pt x="7603" y="5931"/>
                  </a:lnTo>
                  <a:lnTo>
                    <a:pt x="7664" y="5884"/>
                  </a:lnTo>
                  <a:lnTo>
                    <a:pt x="7725" y="5836"/>
                  </a:lnTo>
                  <a:lnTo>
                    <a:pt x="7786" y="5788"/>
                  </a:lnTo>
                  <a:lnTo>
                    <a:pt x="7846" y="5741"/>
                  </a:lnTo>
                  <a:lnTo>
                    <a:pt x="7907" y="5693"/>
                  </a:lnTo>
                  <a:lnTo>
                    <a:pt x="7968" y="5645"/>
                  </a:lnTo>
                  <a:lnTo>
                    <a:pt x="8028" y="5597"/>
                  </a:lnTo>
                  <a:lnTo>
                    <a:pt x="8089" y="5550"/>
                  </a:lnTo>
                  <a:lnTo>
                    <a:pt x="8150" y="5502"/>
                  </a:lnTo>
                  <a:lnTo>
                    <a:pt x="8211" y="5454"/>
                  </a:lnTo>
                  <a:lnTo>
                    <a:pt x="8271" y="5406"/>
                  </a:lnTo>
                  <a:lnTo>
                    <a:pt x="8332" y="5359"/>
                  </a:lnTo>
                  <a:lnTo>
                    <a:pt x="8393" y="5311"/>
                  </a:lnTo>
                  <a:lnTo>
                    <a:pt x="8453" y="5263"/>
                  </a:lnTo>
                  <a:lnTo>
                    <a:pt x="8514" y="5216"/>
                  </a:lnTo>
                  <a:lnTo>
                    <a:pt x="8575" y="5168"/>
                  </a:lnTo>
                  <a:lnTo>
                    <a:pt x="8636" y="5120"/>
                  </a:lnTo>
                  <a:lnTo>
                    <a:pt x="8696" y="5072"/>
                  </a:lnTo>
                  <a:lnTo>
                    <a:pt x="8757" y="5025"/>
                  </a:lnTo>
                  <a:lnTo>
                    <a:pt x="8818" y="4977"/>
                  </a:lnTo>
                  <a:lnTo>
                    <a:pt x="8878" y="4929"/>
                  </a:lnTo>
                  <a:lnTo>
                    <a:pt x="8939" y="4881"/>
                  </a:lnTo>
                  <a:lnTo>
                    <a:pt x="9000" y="4834"/>
                  </a:lnTo>
                  <a:lnTo>
                    <a:pt x="9060" y="4786"/>
                  </a:lnTo>
                  <a:lnTo>
                    <a:pt x="9121" y="4738"/>
                  </a:lnTo>
                  <a:lnTo>
                    <a:pt x="9182" y="4690"/>
                  </a:lnTo>
                  <a:lnTo>
                    <a:pt x="9242" y="4642"/>
                  </a:lnTo>
                  <a:lnTo>
                    <a:pt x="9303" y="4595"/>
                  </a:lnTo>
                  <a:lnTo>
                    <a:pt x="9364" y="4547"/>
                  </a:lnTo>
                  <a:lnTo>
                    <a:pt x="9425" y="4499"/>
                  </a:lnTo>
                  <a:lnTo>
                    <a:pt x="9485" y="4451"/>
                  </a:lnTo>
                  <a:lnTo>
                    <a:pt x="9546" y="4404"/>
                  </a:lnTo>
                  <a:lnTo>
                    <a:pt x="9607" y="4356"/>
                  </a:lnTo>
                  <a:lnTo>
                    <a:pt x="9667" y="4308"/>
                  </a:lnTo>
                  <a:lnTo>
                    <a:pt x="9728" y="4260"/>
                  </a:lnTo>
                  <a:lnTo>
                    <a:pt x="9789" y="4213"/>
                  </a:lnTo>
                  <a:lnTo>
                    <a:pt x="9849" y="4165"/>
                  </a:lnTo>
                  <a:lnTo>
                    <a:pt x="9910" y="4117"/>
                  </a:lnTo>
                  <a:lnTo>
                    <a:pt x="9971" y="4069"/>
                  </a:lnTo>
                  <a:lnTo>
                    <a:pt x="10031" y="4021"/>
                  </a:lnTo>
                  <a:lnTo>
                    <a:pt x="10092" y="3974"/>
                  </a:lnTo>
                  <a:lnTo>
                    <a:pt x="10153" y="3926"/>
                  </a:lnTo>
                  <a:lnTo>
                    <a:pt x="10213" y="3878"/>
                  </a:lnTo>
                  <a:lnTo>
                    <a:pt x="10274" y="3830"/>
                  </a:lnTo>
                  <a:lnTo>
                    <a:pt x="10335" y="3782"/>
                  </a:lnTo>
                  <a:lnTo>
                    <a:pt x="10395" y="3735"/>
                  </a:lnTo>
                  <a:lnTo>
                    <a:pt x="10456" y="3687"/>
                  </a:lnTo>
                  <a:lnTo>
                    <a:pt x="10516" y="3639"/>
                  </a:lnTo>
                  <a:lnTo>
                    <a:pt x="10577" y="3591"/>
                  </a:lnTo>
                  <a:lnTo>
                    <a:pt x="10638" y="3543"/>
                  </a:lnTo>
                  <a:lnTo>
                    <a:pt x="10698" y="3496"/>
                  </a:lnTo>
                  <a:lnTo>
                    <a:pt x="10759" y="3448"/>
                  </a:lnTo>
                  <a:lnTo>
                    <a:pt x="10820" y="3400"/>
                  </a:lnTo>
                  <a:lnTo>
                    <a:pt x="10880" y="3352"/>
                  </a:lnTo>
                  <a:lnTo>
                    <a:pt x="10941" y="3304"/>
                  </a:lnTo>
                  <a:lnTo>
                    <a:pt x="11002" y="3256"/>
                  </a:lnTo>
                  <a:lnTo>
                    <a:pt x="11062" y="3209"/>
                  </a:lnTo>
                  <a:lnTo>
                    <a:pt x="11123" y="3161"/>
                  </a:lnTo>
                  <a:lnTo>
                    <a:pt x="11184" y="3113"/>
                  </a:lnTo>
                  <a:lnTo>
                    <a:pt x="11244" y="3065"/>
                  </a:lnTo>
                  <a:lnTo>
                    <a:pt x="11305" y="3017"/>
                  </a:lnTo>
                  <a:lnTo>
                    <a:pt x="11365" y="2969"/>
                  </a:lnTo>
                  <a:lnTo>
                    <a:pt x="11426" y="2922"/>
                  </a:lnTo>
                  <a:lnTo>
                    <a:pt x="11487" y="2874"/>
                  </a:lnTo>
                  <a:lnTo>
                    <a:pt x="11547" y="2826"/>
                  </a:lnTo>
                  <a:lnTo>
                    <a:pt x="11608" y="2778"/>
                  </a:lnTo>
                  <a:lnTo>
                    <a:pt x="11669" y="2730"/>
                  </a:lnTo>
                  <a:lnTo>
                    <a:pt x="11729" y="2682"/>
                  </a:lnTo>
                  <a:lnTo>
                    <a:pt x="11790" y="2635"/>
                  </a:lnTo>
                  <a:lnTo>
                    <a:pt x="11850" y="2587"/>
                  </a:lnTo>
                  <a:lnTo>
                    <a:pt x="11911" y="2539"/>
                  </a:lnTo>
                  <a:lnTo>
                    <a:pt x="11972" y="2491"/>
                  </a:lnTo>
                  <a:lnTo>
                    <a:pt x="12032" y="2443"/>
                  </a:lnTo>
                  <a:lnTo>
                    <a:pt x="12093" y="2395"/>
                  </a:lnTo>
                  <a:lnTo>
                    <a:pt x="12153" y="2347"/>
                  </a:lnTo>
                  <a:lnTo>
                    <a:pt x="12214" y="2299"/>
                  </a:lnTo>
                  <a:lnTo>
                    <a:pt x="12275" y="2252"/>
                  </a:lnTo>
                  <a:lnTo>
                    <a:pt x="12335" y="2204"/>
                  </a:lnTo>
                  <a:lnTo>
                    <a:pt x="12396" y="2156"/>
                  </a:lnTo>
                  <a:lnTo>
                    <a:pt x="12456" y="2108"/>
                  </a:lnTo>
                  <a:lnTo>
                    <a:pt x="12517" y="2060"/>
                  </a:lnTo>
                  <a:lnTo>
                    <a:pt x="12578" y="2012"/>
                  </a:lnTo>
                  <a:lnTo>
                    <a:pt x="12638" y="1964"/>
                  </a:lnTo>
                  <a:lnTo>
                    <a:pt x="12699" y="1916"/>
                  </a:lnTo>
                  <a:lnTo>
                    <a:pt x="12759" y="1869"/>
                  </a:lnTo>
                  <a:lnTo>
                    <a:pt x="12820" y="1821"/>
                  </a:lnTo>
                  <a:lnTo>
                    <a:pt x="12881" y="1773"/>
                  </a:lnTo>
                  <a:lnTo>
                    <a:pt x="12941" y="1725"/>
                  </a:lnTo>
                  <a:lnTo>
                    <a:pt x="13002" y="1677"/>
                  </a:lnTo>
                  <a:lnTo>
                    <a:pt x="13062" y="1629"/>
                  </a:lnTo>
                  <a:lnTo>
                    <a:pt x="13123" y="1581"/>
                  </a:lnTo>
                  <a:lnTo>
                    <a:pt x="13184" y="1533"/>
                  </a:lnTo>
                  <a:lnTo>
                    <a:pt x="13244" y="1485"/>
                  </a:lnTo>
                  <a:lnTo>
                    <a:pt x="13305" y="1438"/>
                  </a:lnTo>
                  <a:lnTo>
                    <a:pt x="13365" y="1390"/>
                  </a:lnTo>
                  <a:lnTo>
                    <a:pt x="13426" y="1342"/>
                  </a:lnTo>
                  <a:lnTo>
                    <a:pt x="13486" y="1294"/>
                  </a:lnTo>
                  <a:lnTo>
                    <a:pt x="13547" y="1246"/>
                  </a:lnTo>
                  <a:lnTo>
                    <a:pt x="13608" y="1198"/>
                  </a:lnTo>
                  <a:lnTo>
                    <a:pt x="13668" y="1150"/>
                  </a:lnTo>
                  <a:lnTo>
                    <a:pt x="13729" y="1102"/>
                  </a:lnTo>
                  <a:lnTo>
                    <a:pt x="13789" y="1054"/>
                  </a:lnTo>
                  <a:lnTo>
                    <a:pt x="13850" y="1006"/>
                  </a:lnTo>
                  <a:lnTo>
                    <a:pt x="13910" y="958"/>
                  </a:lnTo>
                  <a:lnTo>
                    <a:pt x="13971" y="910"/>
                  </a:lnTo>
                  <a:lnTo>
                    <a:pt x="14031" y="863"/>
                  </a:lnTo>
                  <a:lnTo>
                    <a:pt x="14092" y="815"/>
                  </a:lnTo>
                  <a:lnTo>
                    <a:pt x="14153" y="767"/>
                  </a:lnTo>
                  <a:lnTo>
                    <a:pt x="14213" y="719"/>
                  </a:lnTo>
                  <a:lnTo>
                    <a:pt x="14274" y="671"/>
                  </a:lnTo>
                  <a:lnTo>
                    <a:pt x="14334" y="623"/>
                  </a:lnTo>
                  <a:lnTo>
                    <a:pt x="14395" y="575"/>
                  </a:lnTo>
                  <a:lnTo>
                    <a:pt x="14455" y="527"/>
                  </a:lnTo>
                  <a:lnTo>
                    <a:pt x="14516" y="479"/>
                  </a:lnTo>
                  <a:lnTo>
                    <a:pt x="14576" y="431"/>
                  </a:lnTo>
                  <a:lnTo>
                    <a:pt x="14637" y="383"/>
                  </a:lnTo>
                  <a:lnTo>
                    <a:pt x="14697" y="335"/>
                  </a:lnTo>
                  <a:lnTo>
                    <a:pt x="14758" y="287"/>
                  </a:lnTo>
                  <a:lnTo>
                    <a:pt x="14819" y="239"/>
                  </a:lnTo>
                  <a:lnTo>
                    <a:pt x="14879" y="191"/>
                  </a:lnTo>
                  <a:lnTo>
                    <a:pt x="14940" y="143"/>
                  </a:lnTo>
                  <a:lnTo>
                    <a:pt x="15000" y="95"/>
                  </a:lnTo>
                  <a:lnTo>
                    <a:pt x="15061" y="47"/>
                  </a:lnTo>
                  <a:lnTo>
                    <a:pt x="151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59" name="pl7159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1439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l7160"/>
            <p:cNvSpPr/>
            <p:nvPr/>
          </p:nvSpPr>
          <p:spPr>
            <a:xfrm>
              <a:off x="8044994" y="455804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4B5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l7161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91439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l7162"/>
            <p:cNvSpPr/>
            <p:nvPr/>
          </p:nvSpPr>
          <p:spPr>
            <a:xfrm>
              <a:off x="4644675" y="5151791"/>
              <a:ext cx="313820" cy="221518"/>
            </a:xfrm>
            <a:custGeom>
              <a:avLst/>
              <a:pathLst>
                <a:path w="313820" h="221518">
                  <a:moveTo>
                    <a:pt x="0" y="0"/>
                  </a:moveTo>
                  <a:lnTo>
                    <a:pt x="1181" y="994"/>
                  </a:lnTo>
                  <a:lnTo>
                    <a:pt x="2363" y="1988"/>
                  </a:lnTo>
                  <a:lnTo>
                    <a:pt x="3547" y="2981"/>
                  </a:lnTo>
                  <a:lnTo>
                    <a:pt x="4730" y="3973"/>
                  </a:lnTo>
                  <a:lnTo>
                    <a:pt x="5915" y="4965"/>
                  </a:lnTo>
                  <a:lnTo>
                    <a:pt x="7100" y="5955"/>
                  </a:lnTo>
                  <a:lnTo>
                    <a:pt x="8285" y="6945"/>
                  </a:lnTo>
                  <a:lnTo>
                    <a:pt x="9472" y="7934"/>
                  </a:lnTo>
                  <a:lnTo>
                    <a:pt x="10659" y="8922"/>
                  </a:lnTo>
                  <a:lnTo>
                    <a:pt x="11847" y="9910"/>
                  </a:lnTo>
                  <a:lnTo>
                    <a:pt x="13035" y="10896"/>
                  </a:lnTo>
                  <a:lnTo>
                    <a:pt x="14224" y="11882"/>
                  </a:lnTo>
                  <a:lnTo>
                    <a:pt x="15414" y="12867"/>
                  </a:lnTo>
                  <a:lnTo>
                    <a:pt x="16605" y="13851"/>
                  </a:lnTo>
                  <a:lnTo>
                    <a:pt x="17796" y="14834"/>
                  </a:lnTo>
                  <a:lnTo>
                    <a:pt x="18987" y="15817"/>
                  </a:lnTo>
                  <a:lnTo>
                    <a:pt x="20180" y="16798"/>
                  </a:lnTo>
                  <a:lnTo>
                    <a:pt x="21373" y="17779"/>
                  </a:lnTo>
                  <a:lnTo>
                    <a:pt x="22567" y="18759"/>
                  </a:lnTo>
                  <a:lnTo>
                    <a:pt x="23761" y="19738"/>
                  </a:lnTo>
                  <a:lnTo>
                    <a:pt x="24957" y="20717"/>
                  </a:lnTo>
                  <a:lnTo>
                    <a:pt x="26153" y="21694"/>
                  </a:lnTo>
                  <a:lnTo>
                    <a:pt x="27349" y="22671"/>
                  </a:lnTo>
                  <a:lnTo>
                    <a:pt x="28546" y="23647"/>
                  </a:lnTo>
                  <a:lnTo>
                    <a:pt x="29744" y="24622"/>
                  </a:lnTo>
                  <a:lnTo>
                    <a:pt x="30943" y="25596"/>
                  </a:lnTo>
                  <a:lnTo>
                    <a:pt x="32142" y="26569"/>
                  </a:lnTo>
                  <a:lnTo>
                    <a:pt x="33342" y="27542"/>
                  </a:lnTo>
                  <a:lnTo>
                    <a:pt x="34542" y="28514"/>
                  </a:lnTo>
                  <a:lnTo>
                    <a:pt x="35743" y="29485"/>
                  </a:lnTo>
                  <a:lnTo>
                    <a:pt x="36945" y="30455"/>
                  </a:lnTo>
                  <a:lnTo>
                    <a:pt x="38148" y="31424"/>
                  </a:lnTo>
                  <a:lnTo>
                    <a:pt x="39351" y="32393"/>
                  </a:lnTo>
                  <a:lnTo>
                    <a:pt x="40555" y="33360"/>
                  </a:lnTo>
                  <a:lnTo>
                    <a:pt x="41759" y="34327"/>
                  </a:lnTo>
                  <a:lnTo>
                    <a:pt x="42965" y="35293"/>
                  </a:lnTo>
                  <a:lnTo>
                    <a:pt x="44170" y="36259"/>
                  </a:lnTo>
                  <a:lnTo>
                    <a:pt x="45377" y="37223"/>
                  </a:lnTo>
                  <a:lnTo>
                    <a:pt x="46584" y="38186"/>
                  </a:lnTo>
                  <a:lnTo>
                    <a:pt x="47792" y="39149"/>
                  </a:lnTo>
                  <a:lnTo>
                    <a:pt x="49000" y="40111"/>
                  </a:lnTo>
                  <a:lnTo>
                    <a:pt x="50210" y="41072"/>
                  </a:lnTo>
                  <a:lnTo>
                    <a:pt x="51419" y="42032"/>
                  </a:lnTo>
                  <a:lnTo>
                    <a:pt x="52630" y="42992"/>
                  </a:lnTo>
                  <a:lnTo>
                    <a:pt x="53841" y="43950"/>
                  </a:lnTo>
                  <a:lnTo>
                    <a:pt x="55053" y="44908"/>
                  </a:lnTo>
                  <a:lnTo>
                    <a:pt x="56265" y="45865"/>
                  </a:lnTo>
                  <a:lnTo>
                    <a:pt x="57478" y="46821"/>
                  </a:lnTo>
                  <a:lnTo>
                    <a:pt x="58692" y="47776"/>
                  </a:lnTo>
                  <a:lnTo>
                    <a:pt x="59906" y="48731"/>
                  </a:lnTo>
                  <a:lnTo>
                    <a:pt x="61121" y="49684"/>
                  </a:lnTo>
                  <a:lnTo>
                    <a:pt x="62337" y="50637"/>
                  </a:lnTo>
                  <a:lnTo>
                    <a:pt x="63554" y="51589"/>
                  </a:lnTo>
                  <a:lnTo>
                    <a:pt x="64771" y="52540"/>
                  </a:lnTo>
                  <a:lnTo>
                    <a:pt x="65988" y="53490"/>
                  </a:lnTo>
                  <a:lnTo>
                    <a:pt x="67207" y="54439"/>
                  </a:lnTo>
                  <a:lnTo>
                    <a:pt x="68426" y="55388"/>
                  </a:lnTo>
                  <a:lnTo>
                    <a:pt x="69645" y="56336"/>
                  </a:lnTo>
                  <a:lnTo>
                    <a:pt x="70865" y="57283"/>
                  </a:lnTo>
                  <a:lnTo>
                    <a:pt x="72086" y="58229"/>
                  </a:lnTo>
                  <a:lnTo>
                    <a:pt x="73308" y="59174"/>
                  </a:lnTo>
                  <a:lnTo>
                    <a:pt x="74530" y="60118"/>
                  </a:lnTo>
                  <a:lnTo>
                    <a:pt x="75753" y="61062"/>
                  </a:lnTo>
                  <a:lnTo>
                    <a:pt x="76976" y="62005"/>
                  </a:lnTo>
                  <a:lnTo>
                    <a:pt x="78201" y="62946"/>
                  </a:lnTo>
                  <a:lnTo>
                    <a:pt x="79425" y="63887"/>
                  </a:lnTo>
                  <a:lnTo>
                    <a:pt x="80651" y="64828"/>
                  </a:lnTo>
                  <a:lnTo>
                    <a:pt x="81877" y="65767"/>
                  </a:lnTo>
                  <a:lnTo>
                    <a:pt x="83104" y="66705"/>
                  </a:lnTo>
                  <a:lnTo>
                    <a:pt x="84331" y="67643"/>
                  </a:lnTo>
                  <a:lnTo>
                    <a:pt x="85559" y="68580"/>
                  </a:lnTo>
                  <a:lnTo>
                    <a:pt x="86788" y="69516"/>
                  </a:lnTo>
                  <a:lnTo>
                    <a:pt x="88017" y="70451"/>
                  </a:lnTo>
                  <a:lnTo>
                    <a:pt x="89247" y="71385"/>
                  </a:lnTo>
                  <a:lnTo>
                    <a:pt x="90478" y="72319"/>
                  </a:lnTo>
                  <a:lnTo>
                    <a:pt x="91709" y="73251"/>
                  </a:lnTo>
                  <a:lnTo>
                    <a:pt x="92941" y="74183"/>
                  </a:lnTo>
                  <a:lnTo>
                    <a:pt x="94173" y="75114"/>
                  </a:lnTo>
                  <a:lnTo>
                    <a:pt x="95406" y="76044"/>
                  </a:lnTo>
                  <a:lnTo>
                    <a:pt x="96640" y="76973"/>
                  </a:lnTo>
                  <a:lnTo>
                    <a:pt x="97874" y="77902"/>
                  </a:lnTo>
                  <a:lnTo>
                    <a:pt x="99110" y="78829"/>
                  </a:lnTo>
                  <a:lnTo>
                    <a:pt x="100345" y="79756"/>
                  </a:lnTo>
                  <a:lnTo>
                    <a:pt x="101582" y="80682"/>
                  </a:lnTo>
                  <a:lnTo>
                    <a:pt x="102819" y="81607"/>
                  </a:lnTo>
                  <a:lnTo>
                    <a:pt x="104056" y="82531"/>
                  </a:lnTo>
                  <a:lnTo>
                    <a:pt x="105294" y="83454"/>
                  </a:lnTo>
                  <a:lnTo>
                    <a:pt x="106533" y="84377"/>
                  </a:lnTo>
                  <a:lnTo>
                    <a:pt x="107773" y="85298"/>
                  </a:lnTo>
                  <a:lnTo>
                    <a:pt x="109013" y="86219"/>
                  </a:lnTo>
                  <a:lnTo>
                    <a:pt x="110254" y="87139"/>
                  </a:lnTo>
                  <a:lnTo>
                    <a:pt x="111495" y="88058"/>
                  </a:lnTo>
                  <a:lnTo>
                    <a:pt x="112737" y="88976"/>
                  </a:lnTo>
                  <a:lnTo>
                    <a:pt x="113980" y="89893"/>
                  </a:lnTo>
                  <a:lnTo>
                    <a:pt x="115223" y="90810"/>
                  </a:lnTo>
                  <a:lnTo>
                    <a:pt x="116467" y="91726"/>
                  </a:lnTo>
                  <a:lnTo>
                    <a:pt x="117711" y="92640"/>
                  </a:lnTo>
                  <a:lnTo>
                    <a:pt x="118956" y="93554"/>
                  </a:lnTo>
                  <a:lnTo>
                    <a:pt x="120202" y="94467"/>
                  </a:lnTo>
                  <a:lnTo>
                    <a:pt x="121449" y="95380"/>
                  </a:lnTo>
                  <a:lnTo>
                    <a:pt x="122696" y="96291"/>
                  </a:lnTo>
                  <a:lnTo>
                    <a:pt x="123943" y="97201"/>
                  </a:lnTo>
                  <a:lnTo>
                    <a:pt x="125192" y="98111"/>
                  </a:lnTo>
                  <a:lnTo>
                    <a:pt x="126440" y="99020"/>
                  </a:lnTo>
                  <a:lnTo>
                    <a:pt x="127690" y="99928"/>
                  </a:lnTo>
                  <a:lnTo>
                    <a:pt x="128940" y="100835"/>
                  </a:lnTo>
                  <a:lnTo>
                    <a:pt x="130191" y="101741"/>
                  </a:lnTo>
                  <a:lnTo>
                    <a:pt x="131442" y="102646"/>
                  </a:lnTo>
                  <a:lnTo>
                    <a:pt x="132694" y="103551"/>
                  </a:lnTo>
                  <a:lnTo>
                    <a:pt x="133947" y="104455"/>
                  </a:lnTo>
                  <a:lnTo>
                    <a:pt x="135200" y="105357"/>
                  </a:lnTo>
                  <a:lnTo>
                    <a:pt x="136454" y="106259"/>
                  </a:lnTo>
                  <a:lnTo>
                    <a:pt x="137708" y="107160"/>
                  </a:lnTo>
                  <a:lnTo>
                    <a:pt x="138964" y="108061"/>
                  </a:lnTo>
                  <a:lnTo>
                    <a:pt x="140219" y="108960"/>
                  </a:lnTo>
                  <a:lnTo>
                    <a:pt x="141476" y="109858"/>
                  </a:lnTo>
                  <a:lnTo>
                    <a:pt x="142733" y="110756"/>
                  </a:lnTo>
                  <a:lnTo>
                    <a:pt x="143990" y="111653"/>
                  </a:lnTo>
                  <a:lnTo>
                    <a:pt x="145248" y="112549"/>
                  </a:lnTo>
                  <a:lnTo>
                    <a:pt x="146507" y="113444"/>
                  </a:lnTo>
                  <a:lnTo>
                    <a:pt x="147767" y="114338"/>
                  </a:lnTo>
                  <a:lnTo>
                    <a:pt x="149027" y="115231"/>
                  </a:lnTo>
                  <a:lnTo>
                    <a:pt x="150287" y="116124"/>
                  </a:lnTo>
                  <a:lnTo>
                    <a:pt x="151548" y="117015"/>
                  </a:lnTo>
                  <a:lnTo>
                    <a:pt x="152810" y="117906"/>
                  </a:lnTo>
                  <a:lnTo>
                    <a:pt x="154073" y="118796"/>
                  </a:lnTo>
                  <a:lnTo>
                    <a:pt x="155336" y="119685"/>
                  </a:lnTo>
                  <a:lnTo>
                    <a:pt x="156600" y="120573"/>
                  </a:lnTo>
                  <a:lnTo>
                    <a:pt x="157864" y="121460"/>
                  </a:lnTo>
                  <a:lnTo>
                    <a:pt x="159129" y="122347"/>
                  </a:lnTo>
                  <a:lnTo>
                    <a:pt x="160394" y="123232"/>
                  </a:lnTo>
                  <a:lnTo>
                    <a:pt x="161660" y="124117"/>
                  </a:lnTo>
                  <a:lnTo>
                    <a:pt x="162927" y="125000"/>
                  </a:lnTo>
                  <a:lnTo>
                    <a:pt x="164194" y="125883"/>
                  </a:lnTo>
                  <a:lnTo>
                    <a:pt x="165462" y="126765"/>
                  </a:lnTo>
                  <a:lnTo>
                    <a:pt x="166731" y="127647"/>
                  </a:lnTo>
                  <a:lnTo>
                    <a:pt x="168000" y="128527"/>
                  </a:lnTo>
                  <a:lnTo>
                    <a:pt x="169270" y="129406"/>
                  </a:lnTo>
                  <a:lnTo>
                    <a:pt x="170540" y="130285"/>
                  </a:lnTo>
                  <a:lnTo>
                    <a:pt x="171811" y="131163"/>
                  </a:lnTo>
                  <a:lnTo>
                    <a:pt x="173083" y="132039"/>
                  </a:lnTo>
                  <a:lnTo>
                    <a:pt x="174355" y="132915"/>
                  </a:lnTo>
                  <a:lnTo>
                    <a:pt x="175628" y="133790"/>
                  </a:lnTo>
                  <a:lnTo>
                    <a:pt x="176901" y="134665"/>
                  </a:lnTo>
                  <a:lnTo>
                    <a:pt x="178175" y="135538"/>
                  </a:lnTo>
                  <a:lnTo>
                    <a:pt x="179449" y="136410"/>
                  </a:lnTo>
                  <a:lnTo>
                    <a:pt x="180725" y="137282"/>
                  </a:lnTo>
                  <a:lnTo>
                    <a:pt x="182000" y="138153"/>
                  </a:lnTo>
                  <a:lnTo>
                    <a:pt x="183277" y="139023"/>
                  </a:lnTo>
                  <a:lnTo>
                    <a:pt x="184554" y="139891"/>
                  </a:lnTo>
                  <a:lnTo>
                    <a:pt x="185831" y="140760"/>
                  </a:lnTo>
                  <a:lnTo>
                    <a:pt x="187109" y="141627"/>
                  </a:lnTo>
                  <a:lnTo>
                    <a:pt x="188388" y="142493"/>
                  </a:lnTo>
                  <a:lnTo>
                    <a:pt x="189667" y="143359"/>
                  </a:lnTo>
                  <a:lnTo>
                    <a:pt x="190947" y="144223"/>
                  </a:lnTo>
                  <a:lnTo>
                    <a:pt x="192228" y="145087"/>
                  </a:lnTo>
                  <a:lnTo>
                    <a:pt x="193509" y="145950"/>
                  </a:lnTo>
                  <a:lnTo>
                    <a:pt x="194790" y="146812"/>
                  </a:lnTo>
                  <a:lnTo>
                    <a:pt x="196073" y="147673"/>
                  </a:lnTo>
                  <a:lnTo>
                    <a:pt x="197356" y="148533"/>
                  </a:lnTo>
                  <a:lnTo>
                    <a:pt x="198639" y="149392"/>
                  </a:lnTo>
                  <a:lnTo>
                    <a:pt x="199923" y="150251"/>
                  </a:lnTo>
                  <a:lnTo>
                    <a:pt x="201208" y="151108"/>
                  </a:lnTo>
                  <a:lnTo>
                    <a:pt x="202493" y="151965"/>
                  </a:lnTo>
                  <a:lnTo>
                    <a:pt x="203779" y="152820"/>
                  </a:lnTo>
                  <a:lnTo>
                    <a:pt x="205065" y="153675"/>
                  </a:lnTo>
                  <a:lnTo>
                    <a:pt x="206352" y="154529"/>
                  </a:lnTo>
                  <a:lnTo>
                    <a:pt x="207640" y="155383"/>
                  </a:lnTo>
                  <a:lnTo>
                    <a:pt x="208928" y="156235"/>
                  </a:lnTo>
                  <a:lnTo>
                    <a:pt x="210217" y="157086"/>
                  </a:lnTo>
                  <a:lnTo>
                    <a:pt x="211506" y="157937"/>
                  </a:lnTo>
                  <a:lnTo>
                    <a:pt x="212796" y="158786"/>
                  </a:lnTo>
                  <a:lnTo>
                    <a:pt x="214086" y="159635"/>
                  </a:lnTo>
                  <a:lnTo>
                    <a:pt x="215377" y="160483"/>
                  </a:lnTo>
                  <a:lnTo>
                    <a:pt x="216669" y="161330"/>
                  </a:lnTo>
                  <a:lnTo>
                    <a:pt x="217961" y="162176"/>
                  </a:lnTo>
                  <a:lnTo>
                    <a:pt x="219254" y="163021"/>
                  </a:lnTo>
                  <a:lnTo>
                    <a:pt x="220547" y="163865"/>
                  </a:lnTo>
                  <a:lnTo>
                    <a:pt x="221841" y="164709"/>
                  </a:lnTo>
                  <a:lnTo>
                    <a:pt x="223136" y="165551"/>
                  </a:lnTo>
                  <a:lnTo>
                    <a:pt x="224431" y="166393"/>
                  </a:lnTo>
                  <a:lnTo>
                    <a:pt x="225727" y="167233"/>
                  </a:lnTo>
                  <a:lnTo>
                    <a:pt x="227023" y="168073"/>
                  </a:lnTo>
                  <a:lnTo>
                    <a:pt x="228320" y="168912"/>
                  </a:lnTo>
                  <a:lnTo>
                    <a:pt x="229617" y="169750"/>
                  </a:lnTo>
                  <a:lnTo>
                    <a:pt x="230915" y="170587"/>
                  </a:lnTo>
                  <a:lnTo>
                    <a:pt x="232214" y="171424"/>
                  </a:lnTo>
                  <a:lnTo>
                    <a:pt x="233513" y="172259"/>
                  </a:lnTo>
                  <a:lnTo>
                    <a:pt x="234813" y="173094"/>
                  </a:lnTo>
                  <a:lnTo>
                    <a:pt x="236113" y="173927"/>
                  </a:lnTo>
                  <a:lnTo>
                    <a:pt x="237414" y="174760"/>
                  </a:lnTo>
                  <a:lnTo>
                    <a:pt x="238715" y="175592"/>
                  </a:lnTo>
                  <a:lnTo>
                    <a:pt x="240017" y="176423"/>
                  </a:lnTo>
                  <a:lnTo>
                    <a:pt x="241320" y="177253"/>
                  </a:lnTo>
                  <a:lnTo>
                    <a:pt x="242623" y="178082"/>
                  </a:lnTo>
                  <a:lnTo>
                    <a:pt x="243927" y="178910"/>
                  </a:lnTo>
                  <a:lnTo>
                    <a:pt x="245231" y="179737"/>
                  </a:lnTo>
                  <a:lnTo>
                    <a:pt x="246536" y="180564"/>
                  </a:lnTo>
                  <a:lnTo>
                    <a:pt x="247841" y="181390"/>
                  </a:lnTo>
                  <a:lnTo>
                    <a:pt x="249147" y="182214"/>
                  </a:lnTo>
                  <a:lnTo>
                    <a:pt x="250454" y="183038"/>
                  </a:lnTo>
                  <a:lnTo>
                    <a:pt x="251761" y="183861"/>
                  </a:lnTo>
                  <a:lnTo>
                    <a:pt x="253069" y="184683"/>
                  </a:lnTo>
                  <a:lnTo>
                    <a:pt x="254377" y="185504"/>
                  </a:lnTo>
                  <a:lnTo>
                    <a:pt x="255686" y="186324"/>
                  </a:lnTo>
                  <a:lnTo>
                    <a:pt x="256995" y="187143"/>
                  </a:lnTo>
                  <a:lnTo>
                    <a:pt x="258305" y="187962"/>
                  </a:lnTo>
                  <a:lnTo>
                    <a:pt x="259615" y="188779"/>
                  </a:lnTo>
                  <a:lnTo>
                    <a:pt x="260926" y="189596"/>
                  </a:lnTo>
                  <a:lnTo>
                    <a:pt x="262238" y="190412"/>
                  </a:lnTo>
                  <a:lnTo>
                    <a:pt x="263550" y="191226"/>
                  </a:lnTo>
                  <a:lnTo>
                    <a:pt x="264863" y="192040"/>
                  </a:lnTo>
                  <a:lnTo>
                    <a:pt x="266176" y="192853"/>
                  </a:lnTo>
                  <a:lnTo>
                    <a:pt x="267490" y="193665"/>
                  </a:lnTo>
                  <a:lnTo>
                    <a:pt x="268804" y="194477"/>
                  </a:lnTo>
                  <a:lnTo>
                    <a:pt x="270119" y="195287"/>
                  </a:lnTo>
                  <a:lnTo>
                    <a:pt x="271435" y="196096"/>
                  </a:lnTo>
                  <a:lnTo>
                    <a:pt x="272751" y="196905"/>
                  </a:lnTo>
                  <a:lnTo>
                    <a:pt x="274068" y="197712"/>
                  </a:lnTo>
                  <a:lnTo>
                    <a:pt x="275385" y="198519"/>
                  </a:lnTo>
                  <a:lnTo>
                    <a:pt x="276702" y="199325"/>
                  </a:lnTo>
                  <a:lnTo>
                    <a:pt x="278021" y="200130"/>
                  </a:lnTo>
                  <a:lnTo>
                    <a:pt x="279339" y="200934"/>
                  </a:lnTo>
                  <a:lnTo>
                    <a:pt x="280659" y="201737"/>
                  </a:lnTo>
                  <a:lnTo>
                    <a:pt x="281979" y="202539"/>
                  </a:lnTo>
                  <a:lnTo>
                    <a:pt x="283299" y="203340"/>
                  </a:lnTo>
                  <a:lnTo>
                    <a:pt x="284620" y="204141"/>
                  </a:lnTo>
                  <a:lnTo>
                    <a:pt x="285942" y="204940"/>
                  </a:lnTo>
                  <a:lnTo>
                    <a:pt x="287264" y="205739"/>
                  </a:lnTo>
                  <a:lnTo>
                    <a:pt x="288587" y="206536"/>
                  </a:lnTo>
                  <a:lnTo>
                    <a:pt x="289910" y="207333"/>
                  </a:lnTo>
                  <a:lnTo>
                    <a:pt x="291234" y="208129"/>
                  </a:lnTo>
                  <a:lnTo>
                    <a:pt x="292558" y="208924"/>
                  </a:lnTo>
                  <a:lnTo>
                    <a:pt x="293883" y="209718"/>
                  </a:lnTo>
                  <a:lnTo>
                    <a:pt x="295208" y="210511"/>
                  </a:lnTo>
                  <a:lnTo>
                    <a:pt x="296534" y="211303"/>
                  </a:lnTo>
                  <a:lnTo>
                    <a:pt x="297861" y="212094"/>
                  </a:lnTo>
                  <a:lnTo>
                    <a:pt x="299188" y="212885"/>
                  </a:lnTo>
                  <a:lnTo>
                    <a:pt x="300515" y="213674"/>
                  </a:lnTo>
                  <a:lnTo>
                    <a:pt x="301843" y="214463"/>
                  </a:lnTo>
                  <a:lnTo>
                    <a:pt x="303172" y="215250"/>
                  </a:lnTo>
                  <a:lnTo>
                    <a:pt x="304501" y="216037"/>
                  </a:lnTo>
                  <a:lnTo>
                    <a:pt x="305831" y="216823"/>
                  </a:lnTo>
                  <a:lnTo>
                    <a:pt x="307161" y="217608"/>
                  </a:lnTo>
                  <a:lnTo>
                    <a:pt x="308492" y="218392"/>
                  </a:lnTo>
                  <a:lnTo>
                    <a:pt x="309823" y="219175"/>
                  </a:lnTo>
                  <a:lnTo>
                    <a:pt x="311155" y="219957"/>
                  </a:lnTo>
                  <a:lnTo>
                    <a:pt x="312487" y="220738"/>
                  </a:lnTo>
                  <a:lnTo>
                    <a:pt x="313820" y="221518"/>
                  </a:lnTo>
                </a:path>
              </a:pathLst>
            </a:custGeom>
            <a:ln w="22859" cap="rnd">
              <a:solidFill>
                <a:srgbClr val="39D6D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l7163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91439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l7164"/>
            <p:cNvSpPr/>
            <p:nvPr/>
          </p:nvSpPr>
          <p:spPr>
            <a:xfrm>
              <a:off x="8020456" y="4566350"/>
              <a:ext cx="19701" cy="33029"/>
            </a:xfrm>
            <a:custGeom>
              <a:avLst/>
              <a:pathLst>
                <a:path w="19701" h="33029">
                  <a:moveTo>
                    <a:pt x="0" y="33029"/>
                  </a:moveTo>
                  <a:lnTo>
                    <a:pt x="80" y="32897"/>
                  </a:lnTo>
                  <a:lnTo>
                    <a:pt x="160" y="32765"/>
                  </a:lnTo>
                  <a:lnTo>
                    <a:pt x="240" y="32633"/>
                  </a:lnTo>
                  <a:lnTo>
                    <a:pt x="320" y="32501"/>
                  </a:lnTo>
                  <a:lnTo>
                    <a:pt x="401" y="32369"/>
                  </a:lnTo>
                  <a:lnTo>
                    <a:pt x="481" y="32237"/>
                  </a:lnTo>
                  <a:lnTo>
                    <a:pt x="561" y="32105"/>
                  </a:lnTo>
                  <a:lnTo>
                    <a:pt x="641" y="31973"/>
                  </a:lnTo>
                  <a:lnTo>
                    <a:pt x="721" y="31841"/>
                  </a:lnTo>
                  <a:lnTo>
                    <a:pt x="802" y="31709"/>
                  </a:lnTo>
                  <a:lnTo>
                    <a:pt x="882" y="31577"/>
                  </a:lnTo>
                  <a:lnTo>
                    <a:pt x="962" y="31445"/>
                  </a:lnTo>
                  <a:lnTo>
                    <a:pt x="1042" y="31313"/>
                  </a:lnTo>
                  <a:lnTo>
                    <a:pt x="1122" y="31181"/>
                  </a:lnTo>
                  <a:lnTo>
                    <a:pt x="1202" y="31049"/>
                  </a:lnTo>
                  <a:lnTo>
                    <a:pt x="1282" y="30917"/>
                  </a:lnTo>
                  <a:lnTo>
                    <a:pt x="1362" y="30785"/>
                  </a:lnTo>
                  <a:lnTo>
                    <a:pt x="1443" y="30653"/>
                  </a:lnTo>
                  <a:lnTo>
                    <a:pt x="1523" y="30521"/>
                  </a:lnTo>
                  <a:lnTo>
                    <a:pt x="1603" y="30389"/>
                  </a:lnTo>
                  <a:lnTo>
                    <a:pt x="1683" y="30256"/>
                  </a:lnTo>
                  <a:lnTo>
                    <a:pt x="1763" y="30124"/>
                  </a:lnTo>
                  <a:lnTo>
                    <a:pt x="1843" y="29992"/>
                  </a:lnTo>
                  <a:lnTo>
                    <a:pt x="1923" y="29860"/>
                  </a:lnTo>
                  <a:lnTo>
                    <a:pt x="2003" y="29728"/>
                  </a:lnTo>
                  <a:lnTo>
                    <a:pt x="2083" y="29596"/>
                  </a:lnTo>
                  <a:lnTo>
                    <a:pt x="2163" y="29464"/>
                  </a:lnTo>
                  <a:lnTo>
                    <a:pt x="2243" y="29332"/>
                  </a:lnTo>
                  <a:lnTo>
                    <a:pt x="2323" y="29200"/>
                  </a:lnTo>
                  <a:lnTo>
                    <a:pt x="2403" y="29067"/>
                  </a:lnTo>
                  <a:lnTo>
                    <a:pt x="2483" y="28935"/>
                  </a:lnTo>
                  <a:lnTo>
                    <a:pt x="2563" y="28803"/>
                  </a:lnTo>
                  <a:lnTo>
                    <a:pt x="2643" y="28671"/>
                  </a:lnTo>
                  <a:lnTo>
                    <a:pt x="2723" y="28539"/>
                  </a:lnTo>
                  <a:lnTo>
                    <a:pt x="2803" y="28407"/>
                  </a:lnTo>
                  <a:lnTo>
                    <a:pt x="2883" y="28275"/>
                  </a:lnTo>
                  <a:lnTo>
                    <a:pt x="2963" y="28142"/>
                  </a:lnTo>
                  <a:lnTo>
                    <a:pt x="3043" y="28010"/>
                  </a:lnTo>
                  <a:lnTo>
                    <a:pt x="3122" y="27878"/>
                  </a:lnTo>
                  <a:lnTo>
                    <a:pt x="3202" y="27746"/>
                  </a:lnTo>
                  <a:lnTo>
                    <a:pt x="3282" y="27614"/>
                  </a:lnTo>
                  <a:lnTo>
                    <a:pt x="3362" y="27481"/>
                  </a:lnTo>
                  <a:lnTo>
                    <a:pt x="3442" y="27349"/>
                  </a:lnTo>
                  <a:lnTo>
                    <a:pt x="3522" y="27217"/>
                  </a:lnTo>
                  <a:lnTo>
                    <a:pt x="3602" y="27085"/>
                  </a:lnTo>
                  <a:lnTo>
                    <a:pt x="3682" y="26953"/>
                  </a:lnTo>
                  <a:lnTo>
                    <a:pt x="3761" y="26820"/>
                  </a:lnTo>
                  <a:lnTo>
                    <a:pt x="3841" y="26688"/>
                  </a:lnTo>
                  <a:lnTo>
                    <a:pt x="3921" y="26556"/>
                  </a:lnTo>
                  <a:lnTo>
                    <a:pt x="4001" y="26424"/>
                  </a:lnTo>
                  <a:lnTo>
                    <a:pt x="4081" y="26291"/>
                  </a:lnTo>
                  <a:lnTo>
                    <a:pt x="4160" y="26159"/>
                  </a:lnTo>
                  <a:lnTo>
                    <a:pt x="4240" y="26027"/>
                  </a:lnTo>
                  <a:lnTo>
                    <a:pt x="4320" y="25895"/>
                  </a:lnTo>
                  <a:lnTo>
                    <a:pt x="4400" y="25762"/>
                  </a:lnTo>
                  <a:lnTo>
                    <a:pt x="4479" y="25630"/>
                  </a:lnTo>
                  <a:lnTo>
                    <a:pt x="4559" y="25498"/>
                  </a:lnTo>
                  <a:lnTo>
                    <a:pt x="4639" y="25366"/>
                  </a:lnTo>
                  <a:lnTo>
                    <a:pt x="4719" y="25233"/>
                  </a:lnTo>
                  <a:lnTo>
                    <a:pt x="4798" y="25101"/>
                  </a:lnTo>
                  <a:lnTo>
                    <a:pt x="4878" y="24969"/>
                  </a:lnTo>
                  <a:lnTo>
                    <a:pt x="4958" y="24836"/>
                  </a:lnTo>
                  <a:lnTo>
                    <a:pt x="5037" y="24704"/>
                  </a:lnTo>
                  <a:lnTo>
                    <a:pt x="5117" y="24572"/>
                  </a:lnTo>
                  <a:lnTo>
                    <a:pt x="5197" y="24439"/>
                  </a:lnTo>
                  <a:lnTo>
                    <a:pt x="5276" y="24307"/>
                  </a:lnTo>
                  <a:lnTo>
                    <a:pt x="5356" y="24175"/>
                  </a:lnTo>
                  <a:lnTo>
                    <a:pt x="5436" y="24042"/>
                  </a:lnTo>
                  <a:lnTo>
                    <a:pt x="5515" y="23910"/>
                  </a:lnTo>
                  <a:lnTo>
                    <a:pt x="5595" y="23778"/>
                  </a:lnTo>
                  <a:lnTo>
                    <a:pt x="5675" y="23645"/>
                  </a:lnTo>
                  <a:lnTo>
                    <a:pt x="5754" y="23513"/>
                  </a:lnTo>
                  <a:lnTo>
                    <a:pt x="5834" y="23381"/>
                  </a:lnTo>
                  <a:lnTo>
                    <a:pt x="5913" y="23248"/>
                  </a:lnTo>
                  <a:lnTo>
                    <a:pt x="5993" y="23116"/>
                  </a:lnTo>
                  <a:lnTo>
                    <a:pt x="6073" y="22983"/>
                  </a:lnTo>
                  <a:lnTo>
                    <a:pt x="6152" y="22851"/>
                  </a:lnTo>
                  <a:lnTo>
                    <a:pt x="6232" y="22719"/>
                  </a:lnTo>
                  <a:lnTo>
                    <a:pt x="6311" y="22586"/>
                  </a:lnTo>
                  <a:lnTo>
                    <a:pt x="6391" y="22454"/>
                  </a:lnTo>
                  <a:lnTo>
                    <a:pt x="6470" y="22321"/>
                  </a:lnTo>
                  <a:lnTo>
                    <a:pt x="6550" y="22189"/>
                  </a:lnTo>
                  <a:lnTo>
                    <a:pt x="6629" y="22057"/>
                  </a:lnTo>
                  <a:lnTo>
                    <a:pt x="6709" y="21924"/>
                  </a:lnTo>
                  <a:lnTo>
                    <a:pt x="6788" y="21792"/>
                  </a:lnTo>
                  <a:lnTo>
                    <a:pt x="6868" y="21659"/>
                  </a:lnTo>
                  <a:lnTo>
                    <a:pt x="6947" y="21527"/>
                  </a:lnTo>
                  <a:lnTo>
                    <a:pt x="7027" y="21394"/>
                  </a:lnTo>
                  <a:lnTo>
                    <a:pt x="7106" y="21262"/>
                  </a:lnTo>
                  <a:lnTo>
                    <a:pt x="7186" y="21130"/>
                  </a:lnTo>
                  <a:lnTo>
                    <a:pt x="7265" y="20997"/>
                  </a:lnTo>
                  <a:lnTo>
                    <a:pt x="7344" y="20865"/>
                  </a:lnTo>
                  <a:lnTo>
                    <a:pt x="7424" y="20732"/>
                  </a:lnTo>
                  <a:lnTo>
                    <a:pt x="7503" y="20600"/>
                  </a:lnTo>
                  <a:lnTo>
                    <a:pt x="7583" y="20467"/>
                  </a:lnTo>
                  <a:lnTo>
                    <a:pt x="7662" y="20335"/>
                  </a:lnTo>
                  <a:lnTo>
                    <a:pt x="7741" y="20202"/>
                  </a:lnTo>
                  <a:lnTo>
                    <a:pt x="7821" y="20070"/>
                  </a:lnTo>
                  <a:lnTo>
                    <a:pt x="7900" y="19937"/>
                  </a:lnTo>
                  <a:lnTo>
                    <a:pt x="7979" y="19805"/>
                  </a:lnTo>
                  <a:lnTo>
                    <a:pt x="8059" y="19672"/>
                  </a:lnTo>
                  <a:lnTo>
                    <a:pt x="8138" y="19540"/>
                  </a:lnTo>
                  <a:lnTo>
                    <a:pt x="8217" y="19407"/>
                  </a:lnTo>
                  <a:lnTo>
                    <a:pt x="8297" y="19274"/>
                  </a:lnTo>
                  <a:lnTo>
                    <a:pt x="8376" y="19142"/>
                  </a:lnTo>
                  <a:lnTo>
                    <a:pt x="8455" y="19009"/>
                  </a:lnTo>
                  <a:lnTo>
                    <a:pt x="8535" y="18877"/>
                  </a:lnTo>
                  <a:lnTo>
                    <a:pt x="8614" y="18744"/>
                  </a:lnTo>
                  <a:lnTo>
                    <a:pt x="8693" y="18612"/>
                  </a:lnTo>
                  <a:lnTo>
                    <a:pt x="8772" y="18479"/>
                  </a:lnTo>
                  <a:lnTo>
                    <a:pt x="8852" y="18347"/>
                  </a:lnTo>
                  <a:lnTo>
                    <a:pt x="8931" y="18214"/>
                  </a:lnTo>
                  <a:lnTo>
                    <a:pt x="9010" y="18081"/>
                  </a:lnTo>
                  <a:lnTo>
                    <a:pt x="9089" y="17949"/>
                  </a:lnTo>
                  <a:lnTo>
                    <a:pt x="9169" y="17816"/>
                  </a:lnTo>
                  <a:lnTo>
                    <a:pt x="9248" y="17684"/>
                  </a:lnTo>
                  <a:lnTo>
                    <a:pt x="9327" y="17551"/>
                  </a:lnTo>
                  <a:lnTo>
                    <a:pt x="9406" y="17418"/>
                  </a:lnTo>
                  <a:lnTo>
                    <a:pt x="9485" y="17286"/>
                  </a:lnTo>
                  <a:lnTo>
                    <a:pt x="9565" y="17153"/>
                  </a:lnTo>
                  <a:lnTo>
                    <a:pt x="9644" y="17021"/>
                  </a:lnTo>
                  <a:lnTo>
                    <a:pt x="9723" y="16888"/>
                  </a:lnTo>
                  <a:lnTo>
                    <a:pt x="9802" y="16755"/>
                  </a:lnTo>
                  <a:lnTo>
                    <a:pt x="9881" y="16623"/>
                  </a:lnTo>
                  <a:lnTo>
                    <a:pt x="9960" y="16490"/>
                  </a:lnTo>
                  <a:lnTo>
                    <a:pt x="10039" y="16357"/>
                  </a:lnTo>
                  <a:lnTo>
                    <a:pt x="10118" y="16225"/>
                  </a:lnTo>
                  <a:lnTo>
                    <a:pt x="10198" y="16092"/>
                  </a:lnTo>
                  <a:lnTo>
                    <a:pt x="10277" y="15959"/>
                  </a:lnTo>
                  <a:lnTo>
                    <a:pt x="10356" y="15827"/>
                  </a:lnTo>
                  <a:lnTo>
                    <a:pt x="10435" y="15694"/>
                  </a:lnTo>
                  <a:lnTo>
                    <a:pt x="10514" y="15561"/>
                  </a:lnTo>
                  <a:lnTo>
                    <a:pt x="10593" y="15429"/>
                  </a:lnTo>
                  <a:lnTo>
                    <a:pt x="10672" y="15296"/>
                  </a:lnTo>
                  <a:lnTo>
                    <a:pt x="10751" y="15163"/>
                  </a:lnTo>
                  <a:lnTo>
                    <a:pt x="10830" y="15030"/>
                  </a:lnTo>
                  <a:lnTo>
                    <a:pt x="10909" y="14898"/>
                  </a:lnTo>
                  <a:lnTo>
                    <a:pt x="10988" y="14765"/>
                  </a:lnTo>
                  <a:lnTo>
                    <a:pt x="11067" y="14632"/>
                  </a:lnTo>
                  <a:lnTo>
                    <a:pt x="11146" y="14500"/>
                  </a:lnTo>
                  <a:lnTo>
                    <a:pt x="11225" y="14367"/>
                  </a:lnTo>
                  <a:lnTo>
                    <a:pt x="11304" y="14234"/>
                  </a:lnTo>
                  <a:lnTo>
                    <a:pt x="11383" y="14101"/>
                  </a:lnTo>
                  <a:lnTo>
                    <a:pt x="11462" y="13969"/>
                  </a:lnTo>
                  <a:lnTo>
                    <a:pt x="11541" y="13836"/>
                  </a:lnTo>
                  <a:lnTo>
                    <a:pt x="11620" y="13703"/>
                  </a:lnTo>
                  <a:lnTo>
                    <a:pt x="11699" y="13570"/>
                  </a:lnTo>
                  <a:lnTo>
                    <a:pt x="11778" y="13438"/>
                  </a:lnTo>
                  <a:lnTo>
                    <a:pt x="11856" y="13305"/>
                  </a:lnTo>
                  <a:lnTo>
                    <a:pt x="11935" y="13172"/>
                  </a:lnTo>
                  <a:lnTo>
                    <a:pt x="12014" y="13039"/>
                  </a:lnTo>
                  <a:lnTo>
                    <a:pt x="12093" y="12906"/>
                  </a:lnTo>
                  <a:lnTo>
                    <a:pt x="12172" y="12774"/>
                  </a:lnTo>
                  <a:lnTo>
                    <a:pt x="12251" y="12641"/>
                  </a:lnTo>
                  <a:lnTo>
                    <a:pt x="12330" y="12508"/>
                  </a:lnTo>
                  <a:lnTo>
                    <a:pt x="12409" y="12375"/>
                  </a:lnTo>
                  <a:lnTo>
                    <a:pt x="12487" y="12242"/>
                  </a:lnTo>
                  <a:lnTo>
                    <a:pt x="12566" y="12109"/>
                  </a:lnTo>
                  <a:lnTo>
                    <a:pt x="12645" y="11977"/>
                  </a:lnTo>
                  <a:lnTo>
                    <a:pt x="12724" y="11844"/>
                  </a:lnTo>
                  <a:lnTo>
                    <a:pt x="12803" y="11711"/>
                  </a:lnTo>
                  <a:lnTo>
                    <a:pt x="12881" y="11578"/>
                  </a:lnTo>
                  <a:lnTo>
                    <a:pt x="12960" y="11445"/>
                  </a:lnTo>
                  <a:lnTo>
                    <a:pt x="13039" y="11312"/>
                  </a:lnTo>
                  <a:lnTo>
                    <a:pt x="13118" y="11180"/>
                  </a:lnTo>
                  <a:lnTo>
                    <a:pt x="13196" y="11047"/>
                  </a:lnTo>
                  <a:lnTo>
                    <a:pt x="13275" y="10914"/>
                  </a:lnTo>
                  <a:lnTo>
                    <a:pt x="13354" y="10781"/>
                  </a:lnTo>
                  <a:lnTo>
                    <a:pt x="13433" y="10648"/>
                  </a:lnTo>
                  <a:lnTo>
                    <a:pt x="13511" y="10515"/>
                  </a:lnTo>
                  <a:lnTo>
                    <a:pt x="13590" y="10382"/>
                  </a:lnTo>
                  <a:lnTo>
                    <a:pt x="13669" y="10249"/>
                  </a:lnTo>
                  <a:lnTo>
                    <a:pt x="13747" y="10116"/>
                  </a:lnTo>
                  <a:lnTo>
                    <a:pt x="13826" y="9983"/>
                  </a:lnTo>
                  <a:lnTo>
                    <a:pt x="13905" y="9851"/>
                  </a:lnTo>
                  <a:lnTo>
                    <a:pt x="13983" y="9718"/>
                  </a:lnTo>
                  <a:lnTo>
                    <a:pt x="14062" y="9585"/>
                  </a:lnTo>
                  <a:lnTo>
                    <a:pt x="14141" y="9452"/>
                  </a:lnTo>
                  <a:lnTo>
                    <a:pt x="14219" y="9319"/>
                  </a:lnTo>
                  <a:lnTo>
                    <a:pt x="14298" y="9186"/>
                  </a:lnTo>
                  <a:lnTo>
                    <a:pt x="14377" y="9053"/>
                  </a:lnTo>
                  <a:lnTo>
                    <a:pt x="14455" y="8920"/>
                  </a:lnTo>
                  <a:lnTo>
                    <a:pt x="14534" y="8787"/>
                  </a:lnTo>
                  <a:lnTo>
                    <a:pt x="14612" y="8654"/>
                  </a:lnTo>
                  <a:lnTo>
                    <a:pt x="14691" y="8521"/>
                  </a:lnTo>
                  <a:lnTo>
                    <a:pt x="14770" y="8388"/>
                  </a:lnTo>
                  <a:lnTo>
                    <a:pt x="14848" y="8255"/>
                  </a:lnTo>
                  <a:lnTo>
                    <a:pt x="14927" y="8122"/>
                  </a:lnTo>
                  <a:lnTo>
                    <a:pt x="15005" y="7989"/>
                  </a:lnTo>
                  <a:lnTo>
                    <a:pt x="15084" y="7856"/>
                  </a:lnTo>
                  <a:lnTo>
                    <a:pt x="15162" y="7723"/>
                  </a:lnTo>
                  <a:lnTo>
                    <a:pt x="15241" y="7590"/>
                  </a:lnTo>
                  <a:lnTo>
                    <a:pt x="15319" y="7457"/>
                  </a:lnTo>
                  <a:lnTo>
                    <a:pt x="15398" y="7324"/>
                  </a:lnTo>
                  <a:lnTo>
                    <a:pt x="15476" y="7191"/>
                  </a:lnTo>
                  <a:lnTo>
                    <a:pt x="15555" y="7058"/>
                  </a:lnTo>
                  <a:lnTo>
                    <a:pt x="15633" y="6925"/>
                  </a:lnTo>
                  <a:lnTo>
                    <a:pt x="15712" y="6792"/>
                  </a:lnTo>
                  <a:lnTo>
                    <a:pt x="15790" y="6659"/>
                  </a:lnTo>
                  <a:lnTo>
                    <a:pt x="15869" y="6526"/>
                  </a:lnTo>
                  <a:lnTo>
                    <a:pt x="15947" y="6393"/>
                  </a:lnTo>
                  <a:lnTo>
                    <a:pt x="16025" y="6260"/>
                  </a:lnTo>
                  <a:lnTo>
                    <a:pt x="16104" y="6127"/>
                  </a:lnTo>
                  <a:lnTo>
                    <a:pt x="16182" y="5994"/>
                  </a:lnTo>
                  <a:lnTo>
                    <a:pt x="16261" y="5860"/>
                  </a:lnTo>
                  <a:lnTo>
                    <a:pt x="16339" y="5727"/>
                  </a:lnTo>
                  <a:lnTo>
                    <a:pt x="16417" y="5594"/>
                  </a:lnTo>
                  <a:lnTo>
                    <a:pt x="16496" y="5461"/>
                  </a:lnTo>
                  <a:lnTo>
                    <a:pt x="16574" y="5328"/>
                  </a:lnTo>
                  <a:lnTo>
                    <a:pt x="16652" y="5195"/>
                  </a:lnTo>
                  <a:lnTo>
                    <a:pt x="16731" y="5062"/>
                  </a:lnTo>
                  <a:lnTo>
                    <a:pt x="16809" y="4929"/>
                  </a:lnTo>
                  <a:lnTo>
                    <a:pt x="16887" y="4796"/>
                  </a:lnTo>
                  <a:lnTo>
                    <a:pt x="16966" y="4662"/>
                  </a:lnTo>
                  <a:lnTo>
                    <a:pt x="17044" y="4529"/>
                  </a:lnTo>
                  <a:lnTo>
                    <a:pt x="17122" y="4396"/>
                  </a:lnTo>
                  <a:lnTo>
                    <a:pt x="17201" y="4263"/>
                  </a:lnTo>
                  <a:lnTo>
                    <a:pt x="17279" y="4130"/>
                  </a:lnTo>
                  <a:lnTo>
                    <a:pt x="17357" y="3997"/>
                  </a:lnTo>
                  <a:lnTo>
                    <a:pt x="17435" y="3864"/>
                  </a:lnTo>
                  <a:lnTo>
                    <a:pt x="17514" y="3730"/>
                  </a:lnTo>
                  <a:lnTo>
                    <a:pt x="17592" y="3597"/>
                  </a:lnTo>
                  <a:lnTo>
                    <a:pt x="17670" y="3464"/>
                  </a:lnTo>
                  <a:lnTo>
                    <a:pt x="17748" y="3331"/>
                  </a:lnTo>
                  <a:lnTo>
                    <a:pt x="17827" y="3198"/>
                  </a:lnTo>
                  <a:lnTo>
                    <a:pt x="17905" y="3064"/>
                  </a:lnTo>
                  <a:lnTo>
                    <a:pt x="17983" y="2931"/>
                  </a:lnTo>
                  <a:lnTo>
                    <a:pt x="18061" y="2798"/>
                  </a:lnTo>
                  <a:lnTo>
                    <a:pt x="18139" y="2665"/>
                  </a:lnTo>
                  <a:lnTo>
                    <a:pt x="18218" y="2532"/>
                  </a:lnTo>
                  <a:lnTo>
                    <a:pt x="18296" y="2398"/>
                  </a:lnTo>
                  <a:lnTo>
                    <a:pt x="18374" y="2265"/>
                  </a:lnTo>
                  <a:lnTo>
                    <a:pt x="18452" y="2132"/>
                  </a:lnTo>
                  <a:lnTo>
                    <a:pt x="18530" y="1999"/>
                  </a:lnTo>
                  <a:lnTo>
                    <a:pt x="18608" y="1865"/>
                  </a:lnTo>
                  <a:lnTo>
                    <a:pt x="18686" y="1732"/>
                  </a:lnTo>
                  <a:lnTo>
                    <a:pt x="18764" y="1599"/>
                  </a:lnTo>
                  <a:lnTo>
                    <a:pt x="18843" y="1466"/>
                  </a:lnTo>
                  <a:lnTo>
                    <a:pt x="18921" y="1332"/>
                  </a:lnTo>
                  <a:lnTo>
                    <a:pt x="18999" y="1199"/>
                  </a:lnTo>
                  <a:lnTo>
                    <a:pt x="19077" y="1066"/>
                  </a:lnTo>
                  <a:lnTo>
                    <a:pt x="19155" y="933"/>
                  </a:lnTo>
                  <a:lnTo>
                    <a:pt x="19233" y="799"/>
                  </a:lnTo>
                  <a:lnTo>
                    <a:pt x="19311" y="666"/>
                  </a:lnTo>
                  <a:lnTo>
                    <a:pt x="19389" y="533"/>
                  </a:lnTo>
                  <a:lnTo>
                    <a:pt x="19467" y="399"/>
                  </a:lnTo>
                  <a:lnTo>
                    <a:pt x="19545" y="266"/>
                  </a:lnTo>
                  <a:lnTo>
                    <a:pt x="19623" y="133"/>
                  </a:lnTo>
                  <a:lnTo>
                    <a:pt x="19701" y="0"/>
                  </a:lnTo>
                </a:path>
              </a:pathLst>
            </a:custGeom>
            <a:ln w="22859" cap="rnd">
              <a:solidFill>
                <a:srgbClr val="7E57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l7165"/>
            <p:cNvSpPr/>
            <p:nvPr/>
          </p:nvSpPr>
          <p:spPr>
            <a:xfrm>
              <a:off x="4557326" y="5020976"/>
              <a:ext cx="2861143" cy="621941"/>
            </a:xfrm>
            <a:custGeom>
              <a:avLst/>
              <a:pathLst>
                <a:path w="2861143" h="621941">
                  <a:moveTo>
                    <a:pt x="0" y="0"/>
                  </a:moveTo>
                  <a:lnTo>
                    <a:pt x="9030" y="8677"/>
                  </a:lnTo>
                  <a:lnTo>
                    <a:pt x="18109" y="17304"/>
                  </a:lnTo>
                  <a:lnTo>
                    <a:pt x="27237" y="25879"/>
                  </a:lnTo>
                  <a:lnTo>
                    <a:pt x="36414" y="34403"/>
                  </a:lnTo>
                  <a:lnTo>
                    <a:pt x="45638" y="42874"/>
                  </a:lnTo>
                  <a:lnTo>
                    <a:pt x="54910" y="51293"/>
                  </a:lnTo>
                  <a:lnTo>
                    <a:pt x="64230" y="59660"/>
                  </a:lnTo>
                  <a:lnTo>
                    <a:pt x="73597" y="67973"/>
                  </a:lnTo>
                  <a:lnTo>
                    <a:pt x="83010" y="76234"/>
                  </a:lnTo>
                  <a:lnTo>
                    <a:pt x="92471" y="84441"/>
                  </a:lnTo>
                  <a:lnTo>
                    <a:pt x="101977" y="92594"/>
                  </a:lnTo>
                  <a:lnTo>
                    <a:pt x="111530" y="100694"/>
                  </a:lnTo>
                  <a:lnTo>
                    <a:pt x="121128" y="108739"/>
                  </a:lnTo>
                  <a:lnTo>
                    <a:pt x="130772" y="116730"/>
                  </a:lnTo>
                  <a:lnTo>
                    <a:pt x="140460" y="124666"/>
                  </a:lnTo>
                  <a:lnTo>
                    <a:pt x="150194" y="132548"/>
                  </a:lnTo>
                  <a:lnTo>
                    <a:pt x="159972" y="140374"/>
                  </a:lnTo>
                  <a:lnTo>
                    <a:pt x="169794" y="148144"/>
                  </a:lnTo>
                  <a:lnTo>
                    <a:pt x="179659" y="155859"/>
                  </a:lnTo>
                  <a:lnTo>
                    <a:pt x="189568" y="163519"/>
                  </a:lnTo>
                  <a:lnTo>
                    <a:pt x="199521" y="171121"/>
                  </a:lnTo>
                  <a:lnTo>
                    <a:pt x="209516" y="178668"/>
                  </a:lnTo>
                  <a:lnTo>
                    <a:pt x="219554" y="186158"/>
                  </a:lnTo>
                  <a:lnTo>
                    <a:pt x="229634" y="193591"/>
                  </a:lnTo>
                  <a:lnTo>
                    <a:pt x="239756" y="200966"/>
                  </a:lnTo>
                  <a:lnTo>
                    <a:pt x="249919" y="208285"/>
                  </a:lnTo>
                  <a:lnTo>
                    <a:pt x="260124" y="215546"/>
                  </a:lnTo>
                  <a:lnTo>
                    <a:pt x="270369" y="222749"/>
                  </a:lnTo>
                  <a:lnTo>
                    <a:pt x="280655" y="229893"/>
                  </a:lnTo>
                  <a:lnTo>
                    <a:pt x="290982" y="236980"/>
                  </a:lnTo>
                  <a:lnTo>
                    <a:pt x="301348" y="244008"/>
                  </a:lnTo>
                  <a:lnTo>
                    <a:pt x="311754" y="250977"/>
                  </a:lnTo>
                  <a:lnTo>
                    <a:pt x="322199" y="257888"/>
                  </a:lnTo>
                  <a:lnTo>
                    <a:pt x="332683" y="264739"/>
                  </a:lnTo>
                  <a:lnTo>
                    <a:pt x="343206" y="271530"/>
                  </a:lnTo>
                  <a:lnTo>
                    <a:pt x="353767" y="278262"/>
                  </a:lnTo>
                  <a:lnTo>
                    <a:pt x="364366" y="284935"/>
                  </a:lnTo>
                  <a:lnTo>
                    <a:pt x="375002" y="291547"/>
                  </a:lnTo>
                  <a:lnTo>
                    <a:pt x="385676" y="298099"/>
                  </a:lnTo>
                  <a:lnTo>
                    <a:pt x="396386" y="304590"/>
                  </a:lnTo>
                  <a:lnTo>
                    <a:pt x="407134" y="311021"/>
                  </a:lnTo>
                  <a:lnTo>
                    <a:pt x="417917" y="317390"/>
                  </a:lnTo>
                  <a:lnTo>
                    <a:pt x="428736" y="323699"/>
                  </a:lnTo>
                  <a:lnTo>
                    <a:pt x="439591" y="329947"/>
                  </a:lnTo>
                  <a:lnTo>
                    <a:pt x="450481" y="336132"/>
                  </a:lnTo>
                  <a:lnTo>
                    <a:pt x="461405" y="342257"/>
                  </a:lnTo>
                  <a:lnTo>
                    <a:pt x="472364" y="348319"/>
                  </a:lnTo>
                  <a:lnTo>
                    <a:pt x="483358" y="354319"/>
                  </a:lnTo>
                  <a:lnTo>
                    <a:pt x="494385" y="360257"/>
                  </a:lnTo>
                  <a:lnTo>
                    <a:pt x="505445" y="366132"/>
                  </a:lnTo>
                  <a:lnTo>
                    <a:pt x="516539" y="371945"/>
                  </a:lnTo>
                  <a:lnTo>
                    <a:pt x="527665" y="377695"/>
                  </a:lnTo>
                  <a:lnTo>
                    <a:pt x="538823" y="383382"/>
                  </a:lnTo>
                  <a:lnTo>
                    <a:pt x="550014" y="389005"/>
                  </a:lnTo>
                  <a:lnTo>
                    <a:pt x="561236" y="394566"/>
                  </a:lnTo>
                  <a:lnTo>
                    <a:pt x="572490" y="400062"/>
                  </a:lnTo>
                  <a:lnTo>
                    <a:pt x="583774" y="405495"/>
                  </a:lnTo>
                  <a:lnTo>
                    <a:pt x="595089" y="410864"/>
                  </a:lnTo>
                  <a:lnTo>
                    <a:pt x="606434" y="416169"/>
                  </a:lnTo>
                  <a:lnTo>
                    <a:pt x="617809" y="421410"/>
                  </a:lnTo>
                  <a:lnTo>
                    <a:pt x="629213" y="426586"/>
                  </a:lnTo>
                  <a:lnTo>
                    <a:pt x="640647" y="431698"/>
                  </a:lnTo>
                  <a:lnTo>
                    <a:pt x="652109" y="436745"/>
                  </a:lnTo>
                  <a:lnTo>
                    <a:pt x="663600" y="441727"/>
                  </a:lnTo>
                  <a:lnTo>
                    <a:pt x="675118" y="446644"/>
                  </a:lnTo>
                  <a:lnTo>
                    <a:pt x="686665" y="451495"/>
                  </a:lnTo>
                  <a:lnTo>
                    <a:pt x="698238" y="456281"/>
                  </a:lnTo>
                  <a:lnTo>
                    <a:pt x="709839" y="461002"/>
                  </a:lnTo>
                  <a:lnTo>
                    <a:pt x="721466" y="465657"/>
                  </a:lnTo>
                  <a:lnTo>
                    <a:pt x="733119" y="470246"/>
                  </a:lnTo>
                  <a:lnTo>
                    <a:pt x="744797" y="474769"/>
                  </a:lnTo>
                  <a:lnTo>
                    <a:pt x="756502" y="479226"/>
                  </a:lnTo>
                  <a:lnTo>
                    <a:pt x="768231" y="483617"/>
                  </a:lnTo>
                  <a:lnTo>
                    <a:pt x="779985" y="487941"/>
                  </a:lnTo>
                  <a:lnTo>
                    <a:pt x="791763" y="492199"/>
                  </a:lnTo>
                  <a:lnTo>
                    <a:pt x="803565" y="496390"/>
                  </a:lnTo>
                  <a:lnTo>
                    <a:pt x="815391" y="500514"/>
                  </a:lnTo>
                  <a:lnTo>
                    <a:pt x="827239" y="504572"/>
                  </a:lnTo>
                  <a:lnTo>
                    <a:pt x="839111" y="508562"/>
                  </a:lnTo>
                  <a:lnTo>
                    <a:pt x="851005" y="512485"/>
                  </a:lnTo>
                  <a:lnTo>
                    <a:pt x="862921" y="516340"/>
                  </a:lnTo>
                  <a:lnTo>
                    <a:pt x="874858" y="520128"/>
                  </a:lnTo>
                  <a:lnTo>
                    <a:pt x="886817" y="523849"/>
                  </a:lnTo>
                  <a:lnTo>
                    <a:pt x="898797" y="527502"/>
                  </a:lnTo>
                  <a:lnTo>
                    <a:pt x="910797" y="531087"/>
                  </a:lnTo>
                  <a:lnTo>
                    <a:pt x="922817" y="534604"/>
                  </a:lnTo>
                  <a:lnTo>
                    <a:pt x="934857" y="538053"/>
                  </a:lnTo>
                  <a:lnTo>
                    <a:pt x="946916" y="541434"/>
                  </a:lnTo>
                  <a:lnTo>
                    <a:pt x="958994" y="544746"/>
                  </a:lnTo>
                  <a:lnTo>
                    <a:pt x="971091" y="547990"/>
                  </a:lnTo>
                  <a:lnTo>
                    <a:pt x="983205" y="551166"/>
                  </a:lnTo>
                  <a:lnTo>
                    <a:pt x="995338" y="554273"/>
                  </a:lnTo>
                  <a:lnTo>
                    <a:pt x="1007488" y="557312"/>
                  </a:lnTo>
                  <a:lnTo>
                    <a:pt x="1019655" y="560281"/>
                  </a:lnTo>
                  <a:lnTo>
                    <a:pt x="1031839" y="563182"/>
                  </a:lnTo>
                  <a:lnTo>
                    <a:pt x="1044038" y="566014"/>
                  </a:lnTo>
                  <a:lnTo>
                    <a:pt x="1056254" y="568777"/>
                  </a:lnTo>
                  <a:lnTo>
                    <a:pt x="1068485" y="571470"/>
                  </a:lnTo>
                  <a:lnTo>
                    <a:pt x="1080731" y="574095"/>
                  </a:lnTo>
                  <a:lnTo>
                    <a:pt x="1092992" y="576650"/>
                  </a:lnTo>
                  <a:lnTo>
                    <a:pt x="1105267" y="579135"/>
                  </a:lnTo>
                  <a:lnTo>
                    <a:pt x="1117556" y="581551"/>
                  </a:lnTo>
                  <a:lnTo>
                    <a:pt x="1129858" y="583898"/>
                  </a:lnTo>
                  <a:lnTo>
                    <a:pt x="1142173" y="586175"/>
                  </a:lnTo>
                  <a:lnTo>
                    <a:pt x="1154502" y="588382"/>
                  </a:lnTo>
                  <a:lnTo>
                    <a:pt x="1166842" y="590520"/>
                  </a:lnTo>
                  <a:lnTo>
                    <a:pt x="1179194" y="592587"/>
                  </a:lnTo>
                  <a:lnTo>
                    <a:pt x="1191558" y="594585"/>
                  </a:lnTo>
                  <a:lnTo>
                    <a:pt x="1203933" y="596513"/>
                  </a:lnTo>
                  <a:lnTo>
                    <a:pt x="1216318" y="598371"/>
                  </a:lnTo>
                  <a:lnTo>
                    <a:pt x="1228714" y="600158"/>
                  </a:lnTo>
                  <a:lnTo>
                    <a:pt x="1241120" y="601876"/>
                  </a:lnTo>
                  <a:lnTo>
                    <a:pt x="1253536" y="603523"/>
                  </a:lnTo>
                  <a:lnTo>
                    <a:pt x="1265960" y="605100"/>
                  </a:lnTo>
                  <a:lnTo>
                    <a:pt x="1278393" y="606607"/>
                  </a:lnTo>
                  <a:lnTo>
                    <a:pt x="1290835" y="608043"/>
                  </a:lnTo>
                  <a:lnTo>
                    <a:pt x="1303284" y="609409"/>
                  </a:lnTo>
                  <a:lnTo>
                    <a:pt x="1315741" y="610705"/>
                  </a:lnTo>
                  <a:lnTo>
                    <a:pt x="1328205" y="611930"/>
                  </a:lnTo>
                  <a:lnTo>
                    <a:pt x="1340676" y="613084"/>
                  </a:lnTo>
                  <a:lnTo>
                    <a:pt x="1353153" y="614168"/>
                  </a:lnTo>
                  <a:lnTo>
                    <a:pt x="1365636" y="615181"/>
                  </a:lnTo>
                  <a:lnTo>
                    <a:pt x="1378125" y="616124"/>
                  </a:lnTo>
                  <a:lnTo>
                    <a:pt x="1390618" y="616996"/>
                  </a:lnTo>
                  <a:lnTo>
                    <a:pt x="1403117" y="617798"/>
                  </a:lnTo>
                  <a:lnTo>
                    <a:pt x="1415620" y="618528"/>
                  </a:lnTo>
                  <a:lnTo>
                    <a:pt x="1428126" y="619188"/>
                  </a:lnTo>
                  <a:lnTo>
                    <a:pt x="1440637" y="619777"/>
                  </a:lnTo>
                  <a:lnTo>
                    <a:pt x="1453150" y="620295"/>
                  </a:lnTo>
                  <a:lnTo>
                    <a:pt x="1465666" y="620743"/>
                  </a:lnTo>
                  <a:lnTo>
                    <a:pt x="1478185" y="621120"/>
                  </a:lnTo>
                  <a:lnTo>
                    <a:pt x="1490705" y="621426"/>
                  </a:lnTo>
                  <a:lnTo>
                    <a:pt x="1503227" y="621661"/>
                  </a:lnTo>
                  <a:lnTo>
                    <a:pt x="1515750" y="621825"/>
                  </a:lnTo>
                  <a:lnTo>
                    <a:pt x="1528274" y="621918"/>
                  </a:lnTo>
                  <a:lnTo>
                    <a:pt x="1540798" y="621941"/>
                  </a:lnTo>
                  <a:lnTo>
                    <a:pt x="1553322" y="621893"/>
                  </a:lnTo>
                  <a:lnTo>
                    <a:pt x="1565846" y="621773"/>
                  </a:lnTo>
                  <a:lnTo>
                    <a:pt x="1578368" y="621583"/>
                  </a:lnTo>
                  <a:lnTo>
                    <a:pt x="1590890" y="621323"/>
                  </a:lnTo>
                  <a:lnTo>
                    <a:pt x="1603410" y="620991"/>
                  </a:lnTo>
                  <a:lnTo>
                    <a:pt x="1615927" y="620588"/>
                  </a:lnTo>
                  <a:lnTo>
                    <a:pt x="1628442" y="620115"/>
                  </a:lnTo>
                  <a:lnTo>
                    <a:pt x="1640955" y="619571"/>
                  </a:lnTo>
                  <a:lnTo>
                    <a:pt x="1653464" y="618956"/>
                  </a:lnTo>
                  <a:lnTo>
                    <a:pt x="1665969" y="618271"/>
                  </a:lnTo>
                  <a:lnTo>
                    <a:pt x="1678470" y="617514"/>
                  </a:lnTo>
                  <a:lnTo>
                    <a:pt x="1690967" y="616687"/>
                  </a:lnTo>
                  <a:lnTo>
                    <a:pt x="1703459" y="615790"/>
                  </a:lnTo>
                  <a:lnTo>
                    <a:pt x="1715946" y="614821"/>
                  </a:lnTo>
                  <a:lnTo>
                    <a:pt x="1728427" y="613782"/>
                  </a:lnTo>
                  <a:lnTo>
                    <a:pt x="1740902" y="612673"/>
                  </a:lnTo>
                  <a:lnTo>
                    <a:pt x="1753370" y="611492"/>
                  </a:lnTo>
                  <a:lnTo>
                    <a:pt x="1765832" y="610242"/>
                  </a:lnTo>
                  <a:lnTo>
                    <a:pt x="1778286" y="608921"/>
                  </a:lnTo>
                  <a:lnTo>
                    <a:pt x="1790732" y="607529"/>
                  </a:lnTo>
                  <a:lnTo>
                    <a:pt x="1803171" y="606067"/>
                  </a:lnTo>
                  <a:lnTo>
                    <a:pt x="1815601" y="604535"/>
                  </a:lnTo>
                  <a:lnTo>
                    <a:pt x="1828022" y="602932"/>
                  </a:lnTo>
                  <a:lnTo>
                    <a:pt x="1840434" y="601259"/>
                  </a:lnTo>
                  <a:lnTo>
                    <a:pt x="1852836" y="599516"/>
                  </a:lnTo>
                  <a:lnTo>
                    <a:pt x="1865228" y="597703"/>
                  </a:lnTo>
                  <a:lnTo>
                    <a:pt x="1877610" y="595820"/>
                  </a:lnTo>
                  <a:lnTo>
                    <a:pt x="1889981" y="593867"/>
                  </a:lnTo>
                  <a:lnTo>
                    <a:pt x="1902341" y="591844"/>
                  </a:lnTo>
                  <a:lnTo>
                    <a:pt x="1914689" y="589751"/>
                  </a:lnTo>
                  <a:lnTo>
                    <a:pt x="1927025" y="587588"/>
                  </a:lnTo>
                  <a:lnTo>
                    <a:pt x="1939348" y="585355"/>
                  </a:lnTo>
                  <a:lnTo>
                    <a:pt x="1951659" y="583053"/>
                  </a:lnTo>
                  <a:lnTo>
                    <a:pt x="1963956" y="580681"/>
                  </a:lnTo>
                  <a:lnTo>
                    <a:pt x="1976240" y="578239"/>
                  </a:lnTo>
                  <a:lnTo>
                    <a:pt x="1988510" y="575729"/>
                  </a:lnTo>
                  <a:lnTo>
                    <a:pt x="2000766" y="573148"/>
                  </a:lnTo>
                  <a:lnTo>
                    <a:pt x="2013006" y="570499"/>
                  </a:lnTo>
                  <a:lnTo>
                    <a:pt x="2025232" y="567780"/>
                  </a:lnTo>
                  <a:lnTo>
                    <a:pt x="2037442" y="564992"/>
                  </a:lnTo>
                  <a:lnTo>
                    <a:pt x="2049636" y="562135"/>
                  </a:lnTo>
                  <a:lnTo>
                    <a:pt x="2061813" y="559209"/>
                  </a:lnTo>
                  <a:lnTo>
                    <a:pt x="2073974" y="556215"/>
                  </a:lnTo>
                  <a:lnTo>
                    <a:pt x="2086118" y="553151"/>
                  </a:lnTo>
                  <a:lnTo>
                    <a:pt x="2098244" y="550019"/>
                  </a:lnTo>
                  <a:lnTo>
                    <a:pt x="2110352" y="546819"/>
                  </a:lnTo>
                  <a:lnTo>
                    <a:pt x="2122442" y="543550"/>
                  </a:lnTo>
                  <a:lnTo>
                    <a:pt x="2134513" y="540212"/>
                  </a:lnTo>
                  <a:lnTo>
                    <a:pt x="2146566" y="536807"/>
                  </a:lnTo>
                  <a:lnTo>
                    <a:pt x="2158598" y="533333"/>
                  </a:lnTo>
                  <a:lnTo>
                    <a:pt x="2170611" y="529791"/>
                  </a:lnTo>
                  <a:lnTo>
                    <a:pt x="2182604" y="526181"/>
                  </a:lnTo>
                  <a:lnTo>
                    <a:pt x="2194576" y="522504"/>
                  </a:lnTo>
                  <a:lnTo>
                    <a:pt x="2206527" y="518759"/>
                  </a:lnTo>
                  <a:lnTo>
                    <a:pt x="2218457" y="514946"/>
                  </a:lnTo>
                  <a:lnTo>
                    <a:pt x="2230365" y="511066"/>
                  </a:lnTo>
                  <a:lnTo>
                    <a:pt x="2242250" y="507119"/>
                  </a:lnTo>
                  <a:lnTo>
                    <a:pt x="2254114" y="503104"/>
                  </a:lnTo>
                  <a:lnTo>
                    <a:pt x="2265954" y="499022"/>
                  </a:lnTo>
                  <a:lnTo>
                    <a:pt x="2277771" y="494874"/>
                  </a:lnTo>
                  <a:lnTo>
                    <a:pt x="2289565" y="490659"/>
                  </a:lnTo>
                  <a:lnTo>
                    <a:pt x="2301334" y="486377"/>
                  </a:lnTo>
                  <a:lnTo>
                    <a:pt x="2313079" y="482028"/>
                  </a:lnTo>
                  <a:lnTo>
                    <a:pt x="2324799" y="477613"/>
                  </a:lnTo>
                  <a:lnTo>
                    <a:pt x="2336494" y="473132"/>
                  </a:lnTo>
                  <a:lnTo>
                    <a:pt x="2348164" y="468585"/>
                  </a:lnTo>
                  <a:lnTo>
                    <a:pt x="2359807" y="463972"/>
                  </a:lnTo>
                  <a:lnTo>
                    <a:pt x="2371425" y="459293"/>
                  </a:lnTo>
                  <a:lnTo>
                    <a:pt x="2383015" y="454549"/>
                  </a:lnTo>
                  <a:lnTo>
                    <a:pt x="2394579" y="449738"/>
                  </a:lnTo>
                  <a:lnTo>
                    <a:pt x="2406115" y="444863"/>
                  </a:lnTo>
                  <a:lnTo>
                    <a:pt x="2417624" y="439923"/>
                  </a:lnTo>
                  <a:lnTo>
                    <a:pt x="2429104" y="434917"/>
                  </a:lnTo>
                  <a:lnTo>
                    <a:pt x="2440556" y="429847"/>
                  </a:lnTo>
                  <a:lnTo>
                    <a:pt x="2451979" y="424711"/>
                  </a:lnTo>
                  <a:lnTo>
                    <a:pt x="2463373" y="419512"/>
                  </a:lnTo>
                  <a:lnTo>
                    <a:pt x="2474737" y="414248"/>
                  </a:lnTo>
                  <a:lnTo>
                    <a:pt x="2486071" y="408919"/>
                  </a:lnTo>
                  <a:lnTo>
                    <a:pt x="2497375" y="403527"/>
                  </a:lnTo>
                  <a:lnTo>
                    <a:pt x="2508648" y="398071"/>
                  </a:lnTo>
                  <a:lnTo>
                    <a:pt x="2519890" y="392551"/>
                  </a:lnTo>
                  <a:lnTo>
                    <a:pt x="2531101" y="386968"/>
                  </a:lnTo>
                  <a:lnTo>
                    <a:pt x="2542280" y="381321"/>
                  </a:lnTo>
                  <a:lnTo>
                    <a:pt x="2553427" y="375611"/>
                  </a:lnTo>
                  <a:lnTo>
                    <a:pt x="2564541" y="369839"/>
                  </a:lnTo>
                  <a:lnTo>
                    <a:pt x="2575623" y="364003"/>
                  </a:lnTo>
                  <a:lnTo>
                    <a:pt x="2586671" y="358105"/>
                  </a:lnTo>
                  <a:lnTo>
                    <a:pt x="2597686" y="352144"/>
                  </a:lnTo>
                  <a:lnTo>
                    <a:pt x="2608667" y="346122"/>
                  </a:lnTo>
                  <a:lnTo>
                    <a:pt x="2619613" y="340037"/>
                  </a:lnTo>
                  <a:lnTo>
                    <a:pt x="2630525" y="333890"/>
                  </a:lnTo>
                  <a:lnTo>
                    <a:pt x="2641402" y="327682"/>
                  </a:lnTo>
                  <a:lnTo>
                    <a:pt x="2652244" y="321412"/>
                  </a:lnTo>
                  <a:lnTo>
                    <a:pt x="2663050" y="315081"/>
                  </a:lnTo>
                  <a:lnTo>
                    <a:pt x="2673821" y="308689"/>
                  </a:lnTo>
                  <a:lnTo>
                    <a:pt x="2684554" y="302237"/>
                  </a:lnTo>
                  <a:lnTo>
                    <a:pt x="2695252" y="295723"/>
                  </a:lnTo>
                  <a:lnTo>
                    <a:pt x="2705912" y="289149"/>
                  </a:lnTo>
                  <a:lnTo>
                    <a:pt x="2716535" y="282515"/>
                  </a:lnTo>
                  <a:lnTo>
                    <a:pt x="2727120" y="275821"/>
                  </a:lnTo>
                  <a:lnTo>
                    <a:pt x="2737667" y="269068"/>
                  </a:lnTo>
                  <a:lnTo>
                    <a:pt x="2748175" y="262254"/>
                  </a:lnTo>
                  <a:lnTo>
                    <a:pt x="2758645" y="255382"/>
                  </a:lnTo>
                  <a:lnTo>
                    <a:pt x="2769076" y="248450"/>
                  </a:lnTo>
                  <a:lnTo>
                    <a:pt x="2779468" y="241459"/>
                  </a:lnTo>
                  <a:lnTo>
                    <a:pt x="2789820" y="234410"/>
                  </a:lnTo>
                  <a:lnTo>
                    <a:pt x="2800132" y="227302"/>
                  </a:lnTo>
                  <a:lnTo>
                    <a:pt x="2810403" y="220136"/>
                  </a:lnTo>
                  <a:lnTo>
                    <a:pt x="2820634" y="212912"/>
                  </a:lnTo>
                  <a:lnTo>
                    <a:pt x="2830823" y="205630"/>
                  </a:lnTo>
                  <a:lnTo>
                    <a:pt x="2840972" y="198291"/>
                  </a:lnTo>
                  <a:lnTo>
                    <a:pt x="2851078" y="190894"/>
                  </a:lnTo>
                  <a:lnTo>
                    <a:pt x="2861143" y="183441"/>
                  </a:lnTo>
                </a:path>
              </a:pathLst>
            </a:custGeom>
            <a:ln w="9143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l7166"/>
            <p:cNvSpPr/>
            <p:nvPr/>
          </p:nvSpPr>
          <p:spPr>
            <a:xfrm>
              <a:off x="4530491" y="5048743"/>
              <a:ext cx="2911047" cy="632789"/>
            </a:xfrm>
            <a:custGeom>
              <a:avLst/>
              <a:pathLst>
                <a:path w="2911047" h="632789">
                  <a:moveTo>
                    <a:pt x="0" y="0"/>
                  </a:moveTo>
                  <a:lnTo>
                    <a:pt x="9187" y="8829"/>
                  </a:lnTo>
                  <a:lnTo>
                    <a:pt x="18425" y="17606"/>
                  </a:lnTo>
                  <a:lnTo>
                    <a:pt x="27712" y="26331"/>
                  </a:lnTo>
                  <a:lnTo>
                    <a:pt x="37049" y="35003"/>
                  </a:lnTo>
                  <a:lnTo>
                    <a:pt x="46434" y="43622"/>
                  </a:lnTo>
                  <a:lnTo>
                    <a:pt x="55868" y="52188"/>
                  </a:lnTo>
                  <a:lnTo>
                    <a:pt x="65350" y="60700"/>
                  </a:lnTo>
                  <a:lnTo>
                    <a:pt x="74880" y="69159"/>
                  </a:lnTo>
                  <a:lnTo>
                    <a:pt x="84458" y="77563"/>
                  </a:lnTo>
                  <a:lnTo>
                    <a:pt x="94084" y="85914"/>
                  </a:lnTo>
                  <a:lnTo>
                    <a:pt x="103756" y="94209"/>
                  </a:lnTo>
                  <a:lnTo>
                    <a:pt x="113475" y="102450"/>
                  </a:lnTo>
                  <a:lnTo>
                    <a:pt x="123241" y="110636"/>
                  </a:lnTo>
                  <a:lnTo>
                    <a:pt x="133053" y="118766"/>
                  </a:lnTo>
                  <a:lnTo>
                    <a:pt x="142910" y="126841"/>
                  </a:lnTo>
                  <a:lnTo>
                    <a:pt x="152813" y="134859"/>
                  </a:lnTo>
                  <a:lnTo>
                    <a:pt x="162762" y="142822"/>
                  </a:lnTo>
                  <a:lnTo>
                    <a:pt x="172755" y="150728"/>
                  </a:lnTo>
                  <a:lnTo>
                    <a:pt x="182793" y="158578"/>
                  </a:lnTo>
                  <a:lnTo>
                    <a:pt x="192875" y="166371"/>
                  </a:lnTo>
                  <a:lnTo>
                    <a:pt x="203001" y="174106"/>
                  </a:lnTo>
                  <a:lnTo>
                    <a:pt x="213170" y="181784"/>
                  </a:lnTo>
                  <a:lnTo>
                    <a:pt x="223383" y="189405"/>
                  </a:lnTo>
                  <a:lnTo>
                    <a:pt x="233639" y="196967"/>
                  </a:lnTo>
                  <a:lnTo>
                    <a:pt x="243937" y="204472"/>
                  </a:lnTo>
                  <a:lnTo>
                    <a:pt x="254278" y="211918"/>
                  </a:lnTo>
                  <a:lnTo>
                    <a:pt x="264661" y="219305"/>
                  </a:lnTo>
                  <a:lnTo>
                    <a:pt x="275085" y="226634"/>
                  </a:lnTo>
                  <a:lnTo>
                    <a:pt x="285551" y="233903"/>
                  </a:lnTo>
                  <a:lnTo>
                    <a:pt x="296057" y="241113"/>
                  </a:lnTo>
                  <a:lnTo>
                    <a:pt x="306604" y="248264"/>
                  </a:lnTo>
                  <a:lnTo>
                    <a:pt x="317192" y="255355"/>
                  </a:lnTo>
                  <a:lnTo>
                    <a:pt x="327819" y="262386"/>
                  </a:lnTo>
                  <a:lnTo>
                    <a:pt x="338486" y="269356"/>
                  </a:lnTo>
                  <a:lnTo>
                    <a:pt x="349192" y="276266"/>
                  </a:lnTo>
                  <a:lnTo>
                    <a:pt x="359937" y="283116"/>
                  </a:lnTo>
                  <a:lnTo>
                    <a:pt x="370721" y="289904"/>
                  </a:lnTo>
                  <a:lnTo>
                    <a:pt x="381543" y="296632"/>
                  </a:lnTo>
                  <a:lnTo>
                    <a:pt x="392403" y="303298"/>
                  </a:lnTo>
                  <a:lnTo>
                    <a:pt x="403300" y="309903"/>
                  </a:lnTo>
                  <a:lnTo>
                    <a:pt x="414235" y="316445"/>
                  </a:lnTo>
                  <a:lnTo>
                    <a:pt x="425206" y="322926"/>
                  </a:lnTo>
                  <a:lnTo>
                    <a:pt x="436214" y="329345"/>
                  </a:lnTo>
                  <a:lnTo>
                    <a:pt x="447258" y="335701"/>
                  </a:lnTo>
                  <a:lnTo>
                    <a:pt x="458338" y="341995"/>
                  </a:lnTo>
                  <a:lnTo>
                    <a:pt x="469453" y="348226"/>
                  </a:lnTo>
                  <a:lnTo>
                    <a:pt x="480603" y="354394"/>
                  </a:lnTo>
                  <a:lnTo>
                    <a:pt x="491788" y="360499"/>
                  </a:lnTo>
                  <a:lnTo>
                    <a:pt x="503008" y="366540"/>
                  </a:lnTo>
                  <a:lnTo>
                    <a:pt x="514261" y="372518"/>
                  </a:lnTo>
                  <a:lnTo>
                    <a:pt x="525548" y="378432"/>
                  </a:lnTo>
                  <a:lnTo>
                    <a:pt x="536868" y="384283"/>
                  </a:lnTo>
                  <a:lnTo>
                    <a:pt x="548222" y="390069"/>
                  </a:lnTo>
                  <a:lnTo>
                    <a:pt x="559607" y="395790"/>
                  </a:lnTo>
                  <a:lnTo>
                    <a:pt x="571025" y="401448"/>
                  </a:lnTo>
                  <a:lnTo>
                    <a:pt x="582475" y="407040"/>
                  </a:lnTo>
                  <a:lnTo>
                    <a:pt x="593956" y="412568"/>
                  </a:lnTo>
                  <a:lnTo>
                    <a:pt x="605468" y="418031"/>
                  </a:lnTo>
                  <a:lnTo>
                    <a:pt x="617011" y="423428"/>
                  </a:lnTo>
                  <a:lnTo>
                    <a:pt x="628585" y="428760"/>
                  </a:lnTo>
                  <a:lnTo>
                    <a:pt x="640188" y="434027"/>
                  </a:lnTo>
                  <a:lnTo>
                    <a:pt x="651821" y="439227"/>
                  </a:lnTo>
                  <a:lnTo>
                    <a:pt x="663483" y="444362"/>
                  </a:lnTo>
                  <a:lnTo>
                    <a:pt x="675174" y="449431"/>
                  </a:lnTo>
                  <a:lnTo>
                    <a:pt x="686894" y="454434"/>
                  </a:lnTo>
                  <a:lnTo>
                    <a:pt x="698641" y="459370"/>
                  </a:lnTo>
                  <a:lnTo>
                    <a:pt x="710417" y="464240"/>
                  </a:lnTo>
                  <a:lnTo>
                    <a:pt x="722220" y="469043"/>
                  </a:lnTo>
                  <a:lnTo>
                    <a:pt x="734049" y="473779"/>
                  </a:lnTo>
                  <a:lnTo>
                    <a:pt x="745906" y="478448"/>
                  </a:lnTo>
                  <a:lnTo>
                    <a:pt x="757788" y="483050"/>
                  </a:lnTo>
                  <a:lnTo>
                    <a:pt x="769696" y="487585"/>
                  </a:lnTo>
                  <a:lnTo>
                    <a:pt x="781630" y="492052"/>
                  </a:lnTo>
                  <a:lnTo>
                    <a:pt x="793589" y="496452"/>
                  </a:lnTo>
                  <a:lnTo>
                    <a:pt x="805573" y="500784"/>
                  </a:lnTo>
                  <a:lnTo>
                    <a:pt x="817581" y="505048"/>
                  </a:lnTo>
                  <a:lnTo>
                    <a:pt x="829613" y="509244"/>
                  </a:lnTo>
                  <a:lnTo>
                    <a:pt x="841668" y="513372"/>
                  </a:lnTo>
                  <a:lnTo>
                    <a:pt x="853747" y="517432"/>
                  </a:lnTo>
                  <a:lnTo>
                    <a:pt x="865848" y="521423"/>
                  </a:lnTo>
                  <a:lnTo>
                    <a:pt x="877972" y="525346"/>
                  </a:lnTo>
                  <a:lnTo>
                    <a:pt x="890117" y="529200"/>
                  </a:lnTo>
                  <a:lnTo>
                    <a:pt x="902285" y="532986"/>
                  </a:lnTo>
                  <a:lnTo>
                    <a:pt x="914473" y="536702"/>
                  </a:lnTo>
                  <a:lnTo>
                    <a:pt x="926683" y="540350"/>
                  </a:lnTo>
                  <a:lnTo>
                    <a:pt x="938912" y="543928"/>
                  </a:lnTo>
                  <a:lnTo>
                    <a:pt x="951162" y="547437"/>
                  </a:lnTo>
                  <a:lnTo>
                    <a:pt x="963432" y="550877"/>
                  </a:lnTo>
                  <a:lnTo>
                    <a:pt x="975721" y="554248"/>
                  </a:lnTo>
                  <a:lnTo>
                    <a:pt x="988028" y="557548"/>
                  </a:lnTo>
                  <a:lnTo>
                    <a:pt x="1000354" y="560779"/>
                  </a:lnTo>
                  <a:lnTo>
                    <a:pt x="1012699" y="563941"/>
                  </a:lnTo>
                  <a:lnTo>
                    <a:pt x="1025061" y="567032"/>
                  </a:lnTo>
                  <a:lnTo>
                    <a:pt x="1037440" y="570054"/>
                  </a:lnTo>
                  <a:lnTo>
                    <a:pt x="1049836" y="573005"/>
                  </a:lnTo>
                  <a:lnTo>
                    <a:pt x="1062248" y="575886"/>
                  </a:lnTo>
                  <a:lnTo>
                    <a:pt x="1074677" y="578697"/>
                  </a:lnTo>
                  <a:lnTo>
                    <a:pt x="1087121" y="581438"/>
                  </a:lnTo>
                  <a:lnTo>
                    <a:pt x="1099581" y="584108"/>
                  </a:lnTo>
                  <a:lnTo>
                    <a:pt x="1112056" y="586707"/>
                  </a:lnTo>
                  <a:lnTo>
                    <a:pt x="1124545" y="589236"/>
                  </a:lnTo>
                  <a:lnTo>
                    <a:pt x="1137048" y="591695"/>
                  </a:lnTo>
                  <a:lnTo>
                    <a:pt x="1149565" y="594082"/>
                  </a:lnTo>
                  <a:lnTo>
                    <a:pt x="1162095" y="596399"/>
                  </a:lnTo>
                  <a:lnTo>
                    <a:pt x="1174638" y="598645"/>
                  </a:lnTo>
                  <a:lnTo>
                    <a:pt x="1187194" y="600820"/>
                  </a:lnTo>
                  <a:lnTo>
                    <a:pt x="1199762" y="602923"/>
                  </a:lnTo>
                  <a:lnTo>
                    <a:pt x="1212341" y="604956"/>
                  </a:lnTo>
                  <a:lnTo>
                    <a:pt x="1224932" y="606917"/>
                  </a:lnTo>
                  <a:lnTo>
                    <a:pt x="1237533" y="608807"/>
                  </a:lnTo>
                  <a:lnTo>
                    <a:pt x="1250145" y="610626"/>
                  </a:lnTo>
                  <a:lnTo>
                    <a:pt x="1262768" y="612374"/>
                  </a:lnTo>
                  <a:lnTo>
                    <a:pt x="1275400" y="614050"/>
                  </a:lnTo>
                  <a:lnTo>
                    <a:pt x="1288041" y="615654"/>
                  </a:lnTo>
                  <a:lnTo>
                    <a:pt x="1300691" y="617187"/>
                  </a:lnTo>
                  <a:lnTo>
                    <a:pt x="1313349" y="618649"/>
                  </a:lnTo>
                  <a:lnTo>
                    <a:pt x="1326016" y="620038"/>
                  </a:lnTo>
                  <a:lnTo>
                    <a:pt x="1338690" y="621357"/>
                  </a:lnTo>
                  <a:lnTo>
                    <a:pt x="1351371" y="622603"/>
                  </a:lnTo>
                  <a:lnTo>
                    <a:pt x="1364060" y="623778"/>
                  </a:lnTo>
                  <a:lnTo>
                    <a:pt x="1376755" y="624880"/>
                  </a:lnTo>
                  <a:lnTo>
                    <a:pt x="1389455" y="625911"/>
                  </a:lnTo>
                  <a:lnTo>
                    <a:pt x="1402162" y="626870"/>
                  </a:lnTo>
                  <a:lnTo>
                    <a:pt x="1414873" y="627758"/>
                  </a:lnTo>
                  <a:lnTo>
                    <a:pt x="1427590" y="628573"/>
                  </a:lnTo>
                  <a:lnTo>
                    <a:pt x="1440311" y="629316"/>
                  </a:lnTo>
                  <a:lnTo>
                    <a:pt x="1453036" y="629988"/>
                  </a:lnTo>
                  <a:lnTo>
                    <a:pt x="1465764" y="630587"/>
                  </a:lnTo>
                  <a:lnTo>
                    <a:pt x="1478496" y="631115"/>
                  </a:lnTo>
                  <a:lnTo>
                    <a:pt x="1491230" y="631570"/>
                  </a:lnTo>
                  <a:lnTo>
                    <a:pt x="1503967" y="631953"/>
                  </a:lnTo>
                  <a:lnTo>
                    <a:pt x="1516706" y="632264"/>
                  </a:lnTo>
                  <a:lnTo>
                    <a:pt x="1529446" y="632504"/>
                  </a:lnTo>
                  <a:lnTo>
                    <a:pt x="1542188" y="632671"/>
                  </a:lnTo>
                  <a:lnTo>
                    <a:pt x="1554930" y="632766"/>
                  </a:lnTo>
                  <a:lnTo>
                    <a:pt x="1567672" y="632789"/>
                  </a:lnTo>
                  <a:lnTo>
                    <a:pt x="1580415" y="632740"/>
                  </a:lnTo>
                  <a:lnTo>
                    <a:pt x="1593157" y="632618"/>
                  </a:lnTo>
                  <a:lnTo>
                    <a:pt x="1605898" y="632425"/>
                  </a:lnTo>
                  <a:lnTo>
                    <a:pt x="1618638" y="632160"/>
                  </a:lnTo>
                  <a:lnTo>
                    <a:pt x="1631376" y="631822"/>
                  </a:lnTo>
                  <a:lnTo>
                    <a:pt x="1644112" y="631413"/>
                  </a:lnTo>
                  <a:lnTo>
                    <a:pt x="1656845" y="630931"/>
                  </a:lnTo>
                  <a:lnTo>
                    <a:pt x="1669576" y="630378"/>
                  </a:lnTo>
                  <a:lnTo>
                    <a:pt x="1682303" y="629752"/>
                  </a:lnTo>
                  <a:lnTo>
                    <a:pt x="1695027" y="629054"/>
                  </a:lnTo>
                  <a:lnTo>
                    <a:pt x="1707746" y="628285"/>
                  </a:lnTo>
                  <a:lnTo>
                    <a:pt x="1720461" y="627443"/>
                  </a:lnTo>
                  <a:lnTo>
                    <a:pt x="1733171" y="626530"/>
                  </a:lnTo>
                  <a:lnTo>
                    <a:pt x="1745875" y="625545"/>
                  </a:lnTo>
                  <a:lnTo>
                    <a:pt x="1758574" y="624488"/>
                  </a:lnTo>
                  <a:lnTo>
                    <a:pt x="1771266" y="623359"/>
                  </a:lnTo>
                  <a:lnTo>
                    <a:pt x="1783952" y="622158"/>
                  </a:lnTo>
                  <a:lnTo>
                    <a:pt x="1796631" y="620886"/>
                  </a:lnTo>
                  <a:lnTo>
                    <a:pt x="1809302" y="619541"/>
                  </a:lnTo>
                  <a:lnTo>
                    <a:pt x="1821966" y="618126"/>
                  </a:lnTo>
                  <a:lnTo>
                    <a:pt x="1834622" y="616638"/>
                  </a:lnTo>
                  <a:lnTo>
                    <a:pt x="1847268" y="615079"/>
                  </a:lnTo>
                  <a:lnTo>
                    <a:pt x="1859906" y="613449"/>
                  </a:lnTo>
                  <a:lnTo>
                    <a:pt x="1872535" y="611747"/>
                  </a:lnTo>
                  <a:lnTo>
                    <a:pt x="1885153" y="609973"/>
                  </a:lnTo>
                  <a:lnTo>
                    <a:pt x="1897762" y="608128"/>
                  </a:lnTo>
                  <a:lnTo>
                    <a:pt x="1910359" y="606212"/>
                  </a:lnTo>
                  <a:lnTo>
                    <a:pt x="1922946" y="604225"/>
                  </a:lnTo>
                  <a:lnTo>
                    <a:pt x="1935521" y="602167"/>
                  </a:lnTo>
                  <a:lnTo>
                    <a:pt x="1948085" y="600037"/>
                  </a:lnTo>
                  <a:lnTo>
                    <a:pt x="1960636" y="597836"/>
                  </a:lnTo>
                  <a:lnTo>
                    <a:pt x="1973174" y="595565"/>
                  </a:lnTo>
                  <a:lnTo>
                    <a:pt x="1985700" y="593222"/>
                  </a:lnTo>
                  <a:lnTo>
                    <a:pt x="1998211" y="590809"/>
                  </a:lnTo>
                  <a:lnTo>
                    <a:pt x="2010710" y="588325"/>
                  </a:lnTo>
                  <a:lnTo>
                    <a:pt x="2023193" y="585770"/>
                  </a:lnTo>
                  <a:lnTo>
                    <a:pt x="2035663" y="583145"/>
                  </a:lnTo>
                  <a:lnTo>
                    <a:pt x="2048117" y="580449"/>
                  </a:lnTo>
                  <a:lnTo>
                    <a:pt x="2060556" y="577683"/>
                  </a:lnTo>
                  <a:lnTo>
                    <a:pt x="2072978" y="574847"/>
                  </a:lnTo>
                  <a:lnTo>
                    <a:pt x="2085385" y="571940"/>
                  </a:lnTo>
                  <a:lnTo>
                    <a:pt x="2097775" y="568963"/>
                  </a:lnTo>
                  <a:lnTo>
                    <a:pt x="2110148" y="565916"/>
                  </a:lnTo>
                  <a:lnTo>
                    <a:pt x="2122504" y="562799"/>
                  </a:lnTo>
                  <a:lnTo>
                    <a:pt x="2134841" y="559613"/>
                  </a:lnTo>
                  <a:lnTo>
                    <a:pt x="2147161" y="556356"/>
                  </a:lnTo>
                  <a:lnTo>
                    <a:pt x="2159461" y="553030"/>
                  </a:lnTo>
                  <a:lnTo>
                    <a:pt x="2171743" y="549634"/>
                  </a:lnTo>
                  <a:lnTo>
                    <a:pt x="2184006" y="546169"/>
                  </a:lnTo>
                  <a:lnTo>
                    <a:pt x="2196248" y="542635"/>
                  </a:lnTo>
                  <a:lnTo>
                    <a:pt x="2208471" y="539032"/>
                  </a:lnTo>
                  <a:lnTo>
                    <a:pt x="2220673" y="535359"/>
                  </a:lnTo>
                  <a:lnTo>
                    <a:pt x="2232853" y="531617"/>
                  </a:lnTo>
                  <a:lnTo>
                    <a:pt x="2245013" y="527807"/>
                  </a:lnTo>
                  <a:lnTo>
                    <a:pt x="2257151" y="523928"/>
                  </a:lnTo>
                  <a:lnTo>
                    <a:pt x="2269266" y="519980"/>
                  </a:lnTo>
                  <a:lnTo>
                    <a:pt x="2281360" y="515964"/>
                  </a:lnTo>
                  <a:lnTo>
                    <a:pt x="2293430" y="511879"/>
                  </a:lnTo>
                  <a:lnTo>
                    <a:pt x="2305477" y="507726"/>
                  </a:lnTo>
                  <a:lnTo>
                    <a:pt x="2317500" y="503505"/>
                  </a:lnTo>
                  <a:lnTo>
                    <a:pt x="2329499" y="499217"/>
                  </a:lnTo>
                  <a:lnTo>
                    <a:pt x="2341474" y="494860"/>
                  </a:lnTo>
                  <a:lnTo>
                    <a:pt x="2353423" y="490436"/>
                  </a:lnTo>
                  <a:lnTo>
                    <a:pt x="2365348" y="485944"/>
                  </a:lnTo>
                  <a:lnTo>
                    <a:pt x="2377247" y="481385"/>
                  </a:lnTo>
                  <a:lnTo>
                    <a:pt x="2389120" y="476758"/>
                  </a:lnTo>
                  <a:lnTo>
                    <a:pt x="2400967" y="472065"/>
                  </a:lnTo>
                  <a:lnTo>
                    <a:pt x="2412787" y="467304"/>
                  </a:lnTo>
                  <a:lnTo>
                    <a:pt x="2424580" y="462477"/>
                  </a:lnTo>
                  <a:lnTo>
                    <a:pt x="2436345" y="457583"/>
                  </a:lnTo>
                  <a:lnTo>
                    <a:pt x="2448082" y="452622"/>
                  </a:lnTo>
                  <a:lnTo>
                    <a:pt x="2459792" y="447596"/>
                  </a:lnTo>
                  <a:lnTo>
                    <a:pt x="2471472" y="442503"/>
                  </a:lnTo>
                  <a:lnTo>
                    <a:pt x="2483124" y="437344"/>
                  </a:lnTo>
                  <a:lnTo>
                    <a:pt x="2494746" y="432119"/>
                  </a:lnTo>
                  <a:lnTo>
                    <a:pt x="2506338" y="426829"/>
                  </a:lnTo>
                  <a:lnTo>
                    <a:pt x="2517901" y="421473"/>
                  </a:lnTo>
                  <a:lnTo>
                    <a:pt x="2529433" y="416052"/>
                  </a:lnTo>
                  <a:lnTo>
                    <a:pt x="2540934" y="410565"/>
                  </a:lnTo>
                  <a:lnTo>
                    <a:pt x="2552403" y="405014"/>
                  </a:lnTo>
                  <a:lnTo>
                    <a:pt x="2563842" y="399398"/>
                  </a:lnTo>
                  <a:lnTo>
                    <a:pt x="2575248" y="393717"/>
                  </a:lnTo>
                  <a:lnTo>
                    <a:pt x="2586622" y="387972"/>
                  </a:lnTo>
                  <a:lnTo>
                    <a:pt x="2597963" y="382163"/>
                  </a:lnTo>
                  <a:lnTo>
                    <a:pt x="2609271" y="376289"/>
                  </a:lnTo>
                  <a:lnTo>
                    <a:pt x="2620546" y="370352"/>
                  </a:lnTo>
                  <a:lnTo>
                    <a:pt x="2631787" y="364351"/>
                  </a:lnTo>
                  <a:lnTo>
                    <a:pt x="2642994" y="358286"/>
                  </a:lnTo>
                  <a:lnTo>
                    <a:pt x="2654167" y="352159"/>
                  </a:lnTo>
                  <a:lnTo>
                    <a:pt x="2665304" y="345968"/>
                  </a:lnTo>
                  <a:lnTo>
                    <a:pt x="2676407" y="339714"/>
                  </a:lnTo>
                  <a:lnTo>
                    <a:pt x="2687473" y="333397"/>
                  </a:lnTo>
                  <a:lnTo>
                    <a:pt x="2698504" y="327018"/>
                  </a:lnTo>
                  <a:lnTo>
                    <a:pt x="2709499" y="320577"/>
                  </a:lnTo>
                  <a:lnTo>
                    <a:pt x="2720457" y="314073"/>
                  </a:lnTo>
                  <a:lnTo>
                    <a:pt x="2731378" y="307508"/>
                  </a:lnTo>
                  <a:lnTo>
                    <a:pt x="2742262" y="300881"/>
                  </a:lnTo>
                  <a:lnTo>
                    <a:pt x="2753108" y="294193"/>
                  </a:lnTo>
                  <a:lnTo>
                    <a:pt x="2763916" y="287443"/>
                  </a:lnTo>
                  <a:lnTo>
                    <a:pt x="2774686" y="280632"/>
                  </a:lnTo>
                  <a:lnTo>
                    <a:pt x="2785417" y="273761"/>
                  </a:lnTo>
                  <a:lnTo>
                    <a:pt x="2796109" y="266828"/>
                  </a:lnTo>
                  <a:lnTo>
                    <a:pt x="2806761" y="259836"/>
                  </a:lnTo>
                  <a:lnTo>
                    <a:pt x="2817374" y="252783"/>
                  </a:lnTo>
                  <a:lnTo>
                    <a:pt x="2827947" y="245671"/>
                  </a:lnTo>
                  <a:lnTo>
                    <a:pt x="2838479" y="238498"/>
                  </a:lnTo>
                  <a:lnTo>
                    <a:pt x="2848971" y="231267"/>
                  </a:lnTo>
                  <a:lnTo>
                    <a:pt x="2859422" y="223976"/>
                  </a:lnTo>
                  <a:lnTo>
                    <a:pt x="2869831" y="216626"/>
                  </a:lnTo>
                  <a:lnTo>
                    <a:pt x="2880198" y="209217"/>
                  </a:lnTo>
                  <a:lnTo>
                    <a:pt x="2890524" y="201750"/>
                  </a:lnTo>
                  <a:lnTo>
                    <a:pt x="2900807" y="194224"/>
                  </a:lnTo>
                  <a:lnTo>
                    <a:pt x="2911047" y="18664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l7167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68" name="pl7168"/>
            <p:cNvSpPr/>
            <p:nvPr/>
          </p:nvSpPr>
          <p:spPr>
            <a:xfrm>
              <a:off x="4045420" y="4361554"/>
              <a:ext cx="33033" cy="69460"/>
            </a:xfrm>
            <a:custGeom>
              <a:avLst/>
              <a:pathLst>
                <a:path w="33033" h="69460">
                  <a:moveTo>
                    <a:pt x="0" y="0"/>
                  </a:moveTo>
                  <a:lnTo>
                    <a:pt x="127" y="281"/>
                  </a:lnTo>
                  <a:lnTo>
                    <a:pt x="255" y="562"/>
                  </a:lnTo>
                  <a:lnTo>
                    <a:pt x="383" y="843"/>
                  </a:lnTo>
                  <a:lnTo>
                    <a:pt x="511" y="1124"/>
                  </a:lnTo>
                  <a:lnTo>
                    <a:pt x="639" y="1405"/>
                  </a:lnTo>
                  <a:lnTo>
                    <a:pt x="768" y="1686"/>
                  </a:lnTo>
                  <a:lnTo>
                    <a:pt x="896" y="1967"/>
                  </a:lnTo>
                  <a:lnTo>
                    <a:pt x="1024" y="2248"/>
                  </a:lnTo>
                  <a:lnTo>
                    <a:pt x="1152" y="2530"/>
                  </a:lnTo>
                  <a:lnTo>
                    <a:pt x="1280" y="2811"/>
                  </a:lnTo>
                  <a:lnTo>
                    <a:pt x="1409" y="3092"/>
                  </a:lnTo>
                  <a:lnTo>
                    <a:pt x="1537" y="3373"/>
                  </a:lnTo>
                  <a:lnTo>
                    <a:pt x="1665" y="3654"/>
                  </a:lnTo>
                  <a:lnTo>
                    <a:pt x="1794" y="3935"/>
                  </a:lnTo>
                  <a:lnTo>
                    <a:pt x="1922" y="4215"/>
                  </a:lnTo>
                  <a:lnTo>
                    <a:pt x="2051" y="4496"/>
                  </a:lnTo>
                  <a:lnTo>
                    <a:pt x="2179" y="4777"/>
                  </a:lnTo>
                  <a:lnTo>
                    <a:pt x="2308" y="5058"/>
                  </a:lnTo>
                  <a:lnTo>
                    <a:pt x="2436" y="5339"/>
                  </a:lnTo>
                  <a:lnTo>
                    <a:pt x="2565" y="5620"/>
                  </a:lnTo>
                  <a:lnTo>
                    <a:pt x="2694" y="5901"/>
                  </a:lnTo>
                  <a:lnTo>
                    <a:pt x="2822" y="6182"/>
                  </a:lnTo>
                  <a:lnTo>
                    <a:pt x="2951" y="6462"/>
                  </a:lnTo>
                  <a:lnTo>
                    <a:pt x="3080" y="6743"/>
                  </a:lnTo>
                  <a:lnTo>
                    <a:pt x="3209" y="7024"/>
                  </a:lnTo>
                  <a:lnTo>
                    <a:pt x="3338" y="7305"/>
                  </a:lnTo>
                  <a:lnTo>
                    <a:pt x="3467" y="7585"/>
                  </a:lnTo>
                  <a:lnTo>
                    <a:pt x="3596" y="7866"/>
                  </a:lnTo>
                  <a:lnTo>
                    <a:pt x="3725" y="8147"/>
                  </a:lnTo>
                  <a:lnTo>
                    <a:pt x="3854" y="8427"/>
                  </a:lnTo>
                  <a:lnTo>
                    <a:pt x="3983" y="8708"/>
                  </a:lnTo>
                  <a:lnTo>
                    <a:pt x="4112" y="8989"/>
                  </a:lnTo>
                  <a:lnTo>
                    <a:pt x="4241" y="9269"/>
                  </a:lnTo>
                  <a:lnTo>
                    <a:pt x="4370" y="9550"/>
                  </a:lnTo>
                  <a:lnTo>
                    <a:pt x="4499" y="9831"/>
                  </a:lnTo>
                  <a:lnTo>
                    <a:pt x="4629" y="10111"/>
                  </a:lnTo>
                  <a:lnTo>
                    <a:pt x="4758" y="10392"/>
                  </a:lnTo>
                  <a:lnTo>
                    <a:pt x="4887" y="10672"/>
                  </a:lnTo>
                  <a:lnTo>
                    <a:pt x="5017" y="10953"/>
                  </a:lnTo>
                  <a:lnTo>
                    <a:pt x="5146" y="11233"/>
                  </a:lnTo>
                  <a:lnTo>
                    <a:pt x="5275" y="11514"/>
                  </a:lnTo>
                  <a:lnTo>
                    <a:pt x="5405" y="11794"/>
                  </a:lnTo>
                  <a:lnTo>
                    <a:pt x="5534" y="12075"/>
                  </a:lnTo>
                  <a:lnTo>
                    <a:pt x="5664" y="12355"/>
                  </a:lnTo>
                  <a:lnTo>
                    <a:pt x="5794" y="12635"/>
                  </a:lnTo>
                  <a:lnTo>
                    <a:pt x="5923" y="12916"/>
                  </a:lnTo>
                  <a:lnTo>
                    <a:pt x="6053" y="13196"/>
                  </a:lnTo>
                  <a:lnTo>
                    <a:pt x="6183" y="13477"/>
                  </a:lnTo>
                  <a:lnTo>
                    <a:pt x="6312" y="13757"/>
                  </a:lnTo>
                  <a:lnTo>
                    <a:pt x="6442" y="14037"/>
                  </a:lnTo>
                  <a:lnTo>
                    <a:pt x="6572" y="14317"/>
                  </a:lnTo>
                  <a:lnTo>
                    <a:pt x="6702" y="14598"/>
                  </a:lnTo>
                  <a:lnTo>
                    <a:pt x="6832" y="14878"/>
                  </a:lnTo>
                  <a:lnTo>
                    <a:pt x="6962" y="15158"/>
                  </a:lnTo>
                  <a:lnTo>
                    <a:pt x="7092" y="15439"/>
                  </a:lnTo>
                  <a:lnTo>
                    <a:pt x="7222" y="15719"/>
                  </a:lnTo>
                  <a:lnTo>
                    <a:pt x="7352" y="15999"/>
                  </a:lnTo>
                  <a:lnTo>
                    <a:pt x="7482" y="16279"/>
                  </a:lnTo>
                  <a:lnTo>
                    <a:pt x="7612" y="16559"/>
                  </a:lnTo>
                  <a:lnTo>
                    <a:pt x="7742" y="16839"/>
                  </a:lnTo>
                  <a:lnTo>
                    <a:pt x="7872" y="17120"/>
                  </a:lnTo>
                  <a:lnTo>
                    <a:pt x="8003" y="17400"/>
                  </a:lnTo>
                  <a:lnTo>
                    <a:pt x="8133" y="17680"/>
                  </a:lnTo>
                  <a:lnTo>
                    <a:pt x="8263" y="17960"/>
                  </a:lnTo>
                  <a:lnTo>
                    <a:pt x="8394" y="18240"/>
                  </a:lnTo>
                  <a:lnTo>
                    <a:pt x="8524" y="18520"/>
                  </a:lnTo>
                  <a:lnTo>
                    <a:pt x="8655" y="18800"/>
                  </a:lnTo>
                  <a:lnTo>
                    <a:pt x="8785" y="19080"/>
                  </a:lnTo>
                  <a:lnTo>
                    <a:pt x="8916" y="19360"/>
                  </a:lnTo>
                  <a:lnTo>
                    <a:pt x="9046" y="19640"/>
                  </a:lnTo>
                  <a:lnTo>
                    <a:pt x="9177" y="19920"/>
                  </a:lnTo>
                  <a:lnTo>
                    <a:pt x="9307" y="20200"/>
                  </a:lnTo>
                  <a:lnTo>
                    <a:pt x="9438" y="20480"/>
                  </a:lnTo>
                  <a:lnTo>
                    <a:pt x="9569" y="20760"/>
                  </a:lnTo>
                  <a:lnTo>
                    <a:pt x="9700" y="21039"/>
                  </a:lnTo>
                  <a:lnTo>
                    <a:pt x="9830" y="21319"/>
                  </a:lnTo>
                  <a:lnTo>
                    <a:pt x="9961" y="21599"/>
                  </a:lnTo>
                  <a:lnTo>
                    <a:pt x="10092" y="21879"/>
                  </a:lnTo>
                  <a:lnTo>
                    <a:pt x="10223" y="22159"/>
                  </a:lnTo>
                  <a:lnTo>
                    <a:pt x="10354" y="22438"/>
                  </a:lnTo>
                  <a:lnTo>
                    <a:pt x="10485" y="22718"/>
                  </a:lnTo>
                  <a:lnTo>
                    <a:pt x="10616" y="22998"/>
                  </a:lnTo>
                  <a:lnTo>
                    <a:pt x="10747" y="23278"/>
                  </a:lnTo>
                  <a:lnTo>
                    <a:pt x="10878" y="23557"/>
                  </a:lnTo>
                  <a:lnTo>
                    <a:pt x="11009" y="23837"/>
                  </a:lnTo>
                  <a:lnTo>
                    <a:pt x="11140" y="24117"/>
                  </a:lnTo>
                  <a:lnTo>
                    <a:pt x="11272" y="24396"/>
                  </a:lnTo>
                  <a:lnTo>
                    <a:pt x="11403" y="24676"/>
                  </a:lnTo>
                  <a:lnTo>
                    <a:pt x="11534" y="24956"/>
                  </a:lnTo>
                  <a:lnTo>
                    <a:pt x="11665" y="25235"/>
                  </a:lnTo>
                  <a:lnTo>
                    <a:pt x="11797" y="25515"/>
                  </a:lnTo>
                  <a:lnTo>
                    <a:pt x="11928" y="25794"/>
                  </a:lnTo>
                  <a:lnTo>
                    <a:pt x="12060" y="26074"/>
                  </a:lnTo>
                  <a:lnTo>
                    <a:pt x="12191" y="26354"/>
                  </a:lnTo>
                  <a:lnTo>
                    <a:pt x="12323" y="26633"/>
                  </a:lnTo>
                  <a:lnTo>
                    <a:pt x="12454" y="26913"/>
                  </a:lnTo>
                  <a:lnTo>
                    <a:pt x="12586" y="27192"/>
                  </a:lnTo>
                  <a:lnTo>
                    <a:pt x="12718" y="27472"/>
                  </a:lnTo>
                  <a:lnTo>
                    <a:pt x="12849" y="27751"/>
                  </a:lnTo>
                  <a:lnTo>
                    <a:pt x="12981" y="28030"/>
                  </a:lnTo>
                  <a:lnTo>
                    <a:pt x="13113" y="28310"/>
                  </a:lnTo>
                  <a:lnTo>
                    <a:pt x="13244" y="28589"/>
                  </a:lnTo>
                  <a:lnTo>
                    <a:pt x="13376" y="28869"/>
                  </a:lnTo>
                  <a:lnTo>
                    <a:pt x="13508" y="29148"/>
                  </a:lnTo>
                  <a:lnTo>
                    <a:pt x="13640" y="29427"/>
                  </a:lnTo>
                  <a:lnTo>
                    <a:pt x="13772" y="29707"/>
                  </a:lnTo>
                  <a:lnTo>
                    <a:pt x="13904" y="29986"/>
                  </a:lnTo>
                  <a:lnTo>
                    <a:pt x="14036" y="30265"/>
                  </a:lnTo>
                  <a:lnTo>
                    <a:pt x="14168" y="30544"/>
                  </a:lnTo>
                  <a:lnTo>
                    <a:pt x="14300" y="30824"/>
                  </a:lnTo>
                  <a:lnTo>
                    <a:pt x="14432" y="31103"/>
                  </a:lnTo>
                  <a:lnTo>
                    <a:pt x="14564" y="31382"/>
                  </a:lnTo>
                  <a:lnTo>
                    <a:pt x="14697" y="31661"/>
                  </a:lnTo>
                  <a:lnTo>
                    <a:pt x="14829" y="31940"/>
                  </a:lnTo>
                  <a:lnTo>
                    <a:pt x="14961" y="32220"/>
                  </a:lnTo>
                  <a:lnTo>
                    <a:pt x="15094" y="32499"/>
                  </a:lnTo>
                  <a:lnTo>
                    <a:pt x="15226" y="32778"/>
                  </a:lnTo>
                  <a:lnTo>
                    <a:pt x="15358" y="33057"/>
                  </a:lnTo>
                  <a:lnTo>
                    <a:pt x="15491" y="33336"/>
                  </a:lnTo>
                  <a:lnTo>
                    <a:pt x="15623" y="33615"/>
                  </a:lnTo>
                  <a:lnTo>
                    <a:pt x="15756" y="33894"/>
                  </a:lnTo>
                  <a:lnTo>
                    <a:pt x="15888" y="34173"/>
                  </a:lnTo>
                  <a:lnTo>
                    <a:pt x="16021" y="34452"/>
                  </a:lnTo>
                  <a:lnTo>
                    <a:pt x="16154" y="34731"/>
                  </a:lnTo>
                  <a:lnTo>
                    <a:pt x="16286" y="35010"/>
                  </a:lnTo>
                  <a:lnTo>
                    <a:pt x="16419" y="35289"/>
                  </a:lnTo>
                  <a:lnTo>
                    <a:pt x="16552" y="35568"/>
                  </a:lnTo>
                  <a:lnTo>
                    <a:pt x="16684" y="35847"/>
                  </a:lnTo>
                  <a:lnTo>
                    <a:pt x="16817" y="36126"/>
                  </a:lnTo>
                  <a:lnTo>
                    <a:pt x="16950" y="36405"/>
                  </a:lnTo>
                  <a:lnTo>
                    <a:pt x="17083" y="36684"/>
                  </a:lnTo>
                  <a:lnTo>
                    <a:pt x="17216" y="36962"/>
                  </a:lnTo>
                  <a:lnTo>
                    <a:pt x="17349" y="37241"/>
                  </a:lnTo>
                  <a:lnTo>
                    <a:pt x="17482" y="37520"/>
                  </a:lnTo>
                  <a:lnTo>
                    <a:pt x="17615" y="37799"/>
                  </a:lnTo>
                  <a:lnTo>
                    <a:pt x="17748" y="38078"/>
                  </a:lnTo>
                  <a:lnTo>
                    <a:pt x="17881" y="38356"/>
                  </a:lnTo>
                  <a:lnTo>
                    <a:pt x="18014" y="38635"/>
                  </a:lnTo>
                  <a:lnTo>
                    <a:pt x="18148" y="38914"/>
                  </a:lnTo>
                  <a:lnTo>
                    <a:pt x="18281" y="39192"/>
                  </a:lnTo>
                  <a:lnTo>
                    <a:pt x="18414" y="39471"/>
                  </a:lnTo>
                  <a:lnTo>
                    <a:pt x="18548" y="39750"/>
                  </a:lnTo>
                  <a:lnTo>
                    <a:pt x="18681" y="40028"/>
                  </a:lnTo>
                  <a:lnTo>
                    <a:pt x="18814" y="40307"/>
                  </a:lnTo>
                  <a:lnTo>
                    <a:pt x="18948" y="40586"/>
                  </a:lnTo>
                  <a:lnTo>
                    <a:pt x="19081" y="40864"/>
                  </a:lnTo>
                  <a:lnTo>
                    <a:pt x="19215" y="41143"/>
                  </a:lnTo>
                  <a:lnTo>
                    <a:pt x="19348" y="41421"/>
                  </a:lnTo>
                  <a:lnTo>
                    <a:pt x="19482" y="41700"/>
                  </a:lnTo>
                  <a:lnTo>
                    <a:pt x="19615" y="41978"/>
                  </a:lnTo>
                  <a:lnTo>
                    <a:pt x="19749" y="42257"/>
                  </a:lnTo>
                  <a:lnTo>
                    <a:pt x="19883" y="42535"/>
                  </a:lnTo>
                  <a:lnTo>
                    <a:pt x="20017" y="42814"/>
                  </a:lnTo>
                  <a:lnTo>
                    <a:pt x="20150" y="43092"/>
                  </a:lnTo>
                  <a:lnTo>
                    <a:pt x="20284" y="43371"/>
                  </a:lnTo>
                  <a:lnTo>
                    <a:pt x="20418" y="43649"/>
                  </a:lnTo>
                  <a:lnTo>
                    <a:pt x="20552" y="43927"/>
                  </a:lnTo>
                  <a:lnTo>
                    <a:pt x="20686" y="44206"/>
                  </a:lnTo>
                  <a:lnTo>
                    <a:pt x="20820" y="44484"/>
                  </a:lnTo>
                  <a:lnTo>
                    <a:pt x="20954" y="44763"/>
                  </a:lnTo>
                  <a:lnTo>
                    <a:pt x="21088" y="45041"/>
                  </a:lnTo>
                  <a:lnTo>
                    <a:pt x="21222" y="45319"/>
                  </a:lnTo>
                  <a:lnTo>
                    <a:pt x="21356" y="45597"/>
                  </a:lnTo>
                  <a:lnTo>
                    <a:pt x="21490" y="45876"/>
                  </a:lnTo>
                  <a:lnTo>
                    <a:pt x="21624" y="46154"/>
                  </a:lnTo>
                  <a:lnTo>
                    <a:pt x="21759" y="46432"/>
                  </a:lnTo>
                  <a:lnTo>
                    <a:pt x="21893" y="46710"/>
                  </a:lnTo>
                  <a:lnTo>
                    <a:pt x="22027" y="46989"/>
                  </a:lnTo>
                  <a:lnTo>
                    <a:pt x="22162" y="47267"/>
                  </a:lnTo>
                  <a:lnTo>
                    <a:pt x="22296" y="47545"/>
                  </a:lnTo>
                  <a:lnTo>
                    <a:pt x="22430" y="47823"/>
                  </a:lnTo>
                  <a:lnTo>
                    <a:pt x="22565" y="48101"/>
                  </a:lnTo>
                  <a:lnTo>
                    <a:pt x="22699" y="48379"/>
                  </a:lnTo>
                  <a:lnTo>
                    <a:pt x="22834" y="48657"/>
                  </a:lnTo>
                  <a:lnTo>
                    <a:pt x="22969" y="48935"/>
                  </a:lnTo>
                  <a:lnTo>
                    <a:pt x="23103" y="49213"/>
                  </a:lnTo>
                  <a:lnTo>
                    <a:pt x="23238" y="49491"/>
                  </a:lnTo>
                  <a:lnTo>
                    <a:pt x="23373" y="49769"/>
                  </a:lnTo>
                  <a:lnTo>
                    <a:pt x="23507" y="50047"/>
                  </a:lnTo>
                  <a:lnTo>
                    <a:pt x="23642" y="50325"/>
                  </a:lnTo>
                  <a:lnTo>
                    <a:pt x="23777" y="50603"/>
                  </a:lnTo>
                  <a:lnTo>
                    <a:pt x="23912" y="50881"/>
                  </a:lnTo>
                  <a:lnTo>
                    <a:pt x="24047" y="51159"/>
                  </a:lnTo>
                  <a:lnTo>
                    <a:pt x="24182" y="51437"/>
                  </a:lnTo>
                  <a:lnTo>
                    <a:pt x="24317" y="51715"/>
                  </a:lnTo>
                  <a:lnTo>
                    <a:pt x="24452" y="51993"/>
                  </a:lnTo>
                  <a:lnTo>
                    <a:pt x="24587" y="52270"/>
                  </a:lnTo>
                  <a:lnTo>
                    <a:pt x="24722" y="52548"/>
                  </a:lnTo>
                  <a:lnTo>
                    <a:pt x="24857" y="52826"/>
                  </a:lnTo>
                  <a:lnTo>
                    <a:pt x="24992" y="53104"/>
                  </a:lnTo>
                  <a:lnTo>
                    <a:pt x="25127" y="53382"/>
                  </a:lnTo>
                  <a:lnTo>
                    <a:pt x="25262" y="53659"/>
                  </a:lnTo>
                  <a:lnTo>
                    <a:pt x="25398" y="53937"/>
                  </a:lnTo>
                  <a:lnTo>
                    <a:pt x="25533" y="54215"/>
                  </a:lnTo>
                  <a:lnTo>
                    <a:pt x="25668" y="54492"/>
                  </a:lnTo>
                  <a:lnTo>
                    <a:pt x="25804" y="54770"/>
                  </a:lnTo>
                  <a:lnTo>
                    <a:pt x="25939" y="55048"/>
                  </a:lnTo>
                  <a:lnTo>
                    <a:pt x="26075" y="55325"/>
                  </a:lnTo>
                  <a:lnTo>
                    <a:pt x="26210" y="55603"/>
                  </a:lnTo>
                  <a:lnTo>
                    <a:pt x="26346" y="55881"/>
                  </a:lnTo>
                  <a:lnTo>
                    <a:pt x="26481" y="56158"/>
                  </a:lnTo>
                  <a:lnTo>
                    <a:pt x="26617" y="56436"/>
                  </a:lnTo>
                  <a:lnTo>
                    <a:pt x="26752" y="56713"/>
                  </a:lnTo>
                  <a:lnTo>
                    <a:pt x="26888" y="56991"/>
                  </a:lnTo>
                  <a:lnTo>
                    <a:pt x="27024" y="57268"/>
                  </a:lnTo>
                  <a:lnTo>
                    <a:pt x="27160" y="57546"/>
                  </a:lnTo>
                  <a:lnTo>
                    <a:pt x="27295" y="57823"/>
                  </a:lnTo>
                  <a:lnTo>
                    <a:pt x="27431" y="58101"/>
                  </a:lnTo>
                  <a:lnTo>
                    <a:pt x="27567" y="58378"/>
                  </a:lnTo>
                  <a:lnTo>
                    <a:pt x="27703" y="58655"/>
                  </a:lnTo>
                  <a:lnTo>
                    <a:pt x="27839" y="58933"/>
                  </a:lnTo>
                  <a:lnTo>
                    <a:pt x="27975" y="59210"/>
                  </a:lnTo>
                  <a:lnTo>
                    <a:pt x="28111" y="59488"/>
                  </a:lnTo>
                  <a:lnTo>
                    <a:pt x="28247" y="59765"/>
                  </a:lnTo>
                  <a:lnTo>
                    <a:pt x="28383" y="60042"/>
                  </a:lnTo>
                  <a:lnTo>
                    <a:pt x="28519" y="60320"/>
                  </a:lnTo>
                  <a:lnTo>
                    <a:pt x="28655" y="60597"/>
                  </a:lnTo>
                  <a:lnTo>
                    <a:pt x="28792" y="60874"/>
                  </a:lnTo>
                  <a:lnTo>
                    <a:pt x="28928" y="61151"/>
                  </a:lnTo>
                  <a:lnTo>
                    <a:pt x="29064" y="61429"/>
                  </a:lnTo>
                  <a:lnTo>
                    <a:pt x="29201" y="61706"/>
                  </a:lnTo>
                  <a:lnTo>
                    <a:pt x="29337" y="61983"/>
                  </a:lnTo>
                  <a:lnTo>
                    <a:pt x="29473" y="62260"/>
                  </a:lnTo>
                  <a:lnTo>
                    <a:pt x="29610" y="62537"/>
                  </a:lnTo>
                  <a:lnTo>
                    <a:pt x="29746" y="62814"/>
                  </a:lnTo>
                  <a:lnTo>
                    <a:pt x="29883" y="63091"/>
                  </a:lnTo>
                  <a:lnTo>
                    <a:pt x="30019" y="63369"/>
                  </a:lnTo>
                  <a:lnTo>
                    <a:pt x="30156" y="63646"/>
                  </a:lnTo>
                  <a:lnTo>
                    <a:pt x="30293" y="63923"/>
                  </a:lnTo>
                  <a:lnTo>
                    <a:pt x="30429" y="64200"/>
                  </a:lnTo>
                  <a:lnTo>
                    <a:pt x="30566" y="64477"/>
                  </a:lnTo>
                  <a:lnTo>
                    <a:pt x="30703" y="64754"/>
                  </a:lnTo>
                  <a:lnTo>
                    <a:pt x="30840" y="65031"/>
                  </a:lnTo>
                  <a:lnTo>
                    <a:pt x="30976" y="65308"/>
                  </a:lnTo>
                  <a:lnTo>
                    <a:pt x="31113" y="65585"/>
                  </a:lnTo>
                  <a:lnTo>
                    <a:pt x="31250" y="65861"/>
                  </a:lnTo>
                  <a:lnTo>
                    <a:pt x="31387" y="66138"/>
                  </a:lnTo>
                  <a:lnTo>
                    <a:pt x="31524" y="66415"/>
                  </a:lnTo>
                  <a:lnTo>
                    <a:pt x="31661" y="66692"/>
                  </a:lnTo>
                  <a:lnTo>
                    <a:pt x="31798" y="66969"/>
                  </a:lnTo>
                  <a:lnTo>
                    <a:pt x="31935" y="67246"/>
                  </a:lnTo>
                  <a:lnTo>
                    <a:pt x="32072" y="67523"/>
                  </a:lnTo>
                  <a:lnTo>
                    <a:pt x="32209" y="67799"/>
                  </a:lnTo>
                  <a:lnTo>
                    <a:pt x="32347" y="68076"/>
                  </a:lnTo>
                  <a:lnTo>
                    <a:pt x="32484" y="68353"/>
                  </a:lnTo>
                  <a:lnTo>
                    <a:pt x="32621" y="68630"/>
                  </a:lnTo>
                  <a:lnTo>
                    <a:pt x="32759" y="68906"/>
                  </a:lnTo>
                  <a:lnTo>
                    <a:pt x="32896" y="69183"/>
                  </a:lnTo>
                  <a:lnTo>
                    <a:pt x="33033" y="69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69" name="pl7169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91439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l7170"/>
            <p:cNvSpPr/>
            <p:nvPr/>
          </p:nvSpPr>
          <p:spPr>
            <a:xfrm>
              <a:off x="7878993" y="4790062"/>
              <a:ext cx="11684" cy="15272"/>
            </a:xfrm>
            <a:custGeom>
              <a:avLst/>
              <a:pathLst>
                <a:path w="11684" h="15272">
                  <a:moveTo>
                    <a:pt x="0" y="15272"/>
                  </a:moveTo>
                  <a:lnTo>
                    <a:pt x="47" y="15211"/>
                  </a:lnTo>
                  <a:lnTo>
                    <a:pt x="94" y="15150"/>
                  </a:lnTo>
                  <a:lnTo>
                    <a:pt x="141" y="15089"/>
                  </a:lnTo>
                  <a:lnTo>
                    <a:pt x="188" y="15028"/>
                  </a:lnTo>
                  <a:lnTo>
                    <a:pt x="235" y="14966"/>
                  </a:lnTo>
                  <a:lnTo>
                    <a:pt x="283" y="14905"/>
                  </a:lnTo>
                  <a:lnTo>
                    <a:pt x="330" y="14844"/>
                  </a:lnTo>
                  <a:lnTo>
                    <a:pt x="377" y="14783"/>
                  </a:lnTo>
                  <a:lnTo>
                    <a:pt x="424" y="14722"/>
                  </a:lnTo>
                  <a:lnTo>
                    <a:pt x="471" y="14661"/>
                  </a:lnTo>
                  <a:lnTo>
                    <a:pt x="518" y="14599"/>
                  </a:lnTo>
                  <a:lnTo>
                    <a:pt x="566" y="14538"/>
                  </a:lnTo>
                  <a:lnTo>
                    <a:pt x="613" y="14477"/>
                  </a:lnTo>
                  <a:lnTo>
                    <a:pt x="660" y="14416"/>
                  </a:lnTo>
                  <a:lnTo>
                    <a:pt x="707" y="14355"/>
                  </a:lnTo>
                  <a:lnTo>
                    <a:pt x="754" y="14294"/>
                  </a:lnTo>
                  <a:lnTo>
                    <a:pt x="801" y="14233"/>
                  </a:lnTo>
                  <a:lnTo>
                    <a:pt x="849" y="14171"/>
                  </a:lnTo>
                  <a:lnTo>
                    <a:pt x="896" y="14110"/>
                  </a:lnTo>
                  <a:lnTo>
                    <a:pt x="943" y="14049"/>
                  </a:lnTo>
                  <a:lnTo>
                    <a:pt x="990" y="13988"/>
                  </a:lnTo>
                  <a:lnTo>
                    <a:pt x="1037" y="13927"/>
                  </a:lnTo>
                  <a:lnTo>
                    <a:pt x="1084" y="13866"/>
                  </a:lnTo>
                  <a:lnTo>
                    <a:pt x="1131" y="13804"/>
                  </a:lnTo>
                  <a:lnTo>
                    <a:pt x="1179" y="13743"/>
                  </a:lnTo>
                  <a:lnTo>
                    <a:pt x="1226" y="13682"/>
                  </a:lnTo>
                  <a:lnTo>
                    <a:pt x="1273" y="13621"/>
                  </a:lnTo>
                  <a:lnTo>
                    <a:pt x="1320" y="13560"/>
                  </a:lnTo>
                  <a:lnTo>
                    <a:pt x="1367" y="13498"/>
                  </a:lnTo>
                  <a:lnTo>
                    <a:pt x="1414" y="13437"/>
                  </a:lnTo>
                  <a:lnTo>
                    <a:pt x="1461" y="13376"/>
                  </a:lnTo>
                  <a:lnTo>
                    <a:pt x="1508" y="13315"/>
                  </a:lnTo>
                  <a:lnTo>
                    <a:pt x="1556" y="13254"/>
                  </a:lnTo>
                  <a:lnTo>
                    <a:pt x="1603" y="13193"/>
                  </a:lnTo>
                  <a:lnTo>
                    <a:pt x="1650" y="13131"/>
                  </a:lnTo>
                  <a:lnTo>
                    <a:pt x="1697" y="13070"/>
                  </a:lnTo>
                  <a:lnTo>
                    <a:pt x="1744" y="13009"/>
                  </a:lnTo>
                  <a:lnTo>
                    <a:pt x="1791" y="12948"/>
                  </a:lnTo>
                  <a:lnTo>
                    <a:pt x="1838" y="12887"/>
                  </a:lnTo>
                  <a:lnTo>
                    <a:pt x="1885" y="12825"/>
                  </a:lnTo>
                  <a:lnTo>
                    <a:pt x="1932" y="12764"/>
                  </a:lnTo>
                  <a:lnTo>
                    <a:pt x="1980" y="12703"/>
                  </a:lnTo>
                  <a:lnTo>
                    <a:pt x="2027" y="12642"/>
                  </a:lnTo>
                  <a:lnTo>
                    <a:pt x="2074" y="12581"/>
                  </a:lnTo>
                  <a:lnTo>
                    <a:pt x="2121" y="12519"/>
                  </a:lnTo>
                  <a:lnTo>
                    <a:pt x="2168" y="12458"/>
                  </a:lnTo>
                  <a:lnTo>
                    <a:pt x="2215" y="12397"/>
                  </a:lnTo>
                  <a:lnTo>
                    <a:pt x="2262" y="12336"/>
                  </a:lnTo>
                  <a:lnTo>
                    <a:pt x="2309" y="12275"/>
                  </a:lnTo>
                  <a:lnTo>
                    <a:pt x="2356" y="12213"/>
                  </a:lnTo>
                  <a:lnTo>
                    <a:pt x="2403" y="12152"/>
                  </a:lnTo>
                  <a:lnTo>
                    <a:pt x="2450" y="12091"/>
                  </a:lnTo>
                  <a:lnTo>
                    <a:pt x="2497" y="12030"/>
                  </a:lnTo>
                  <a:lnTo>
                    <a:pt x="2545" y="11968"/>
                  </a:lnTo>
                  <a:lnTo>
                    <a:pt x="2592" y="11907"/>
                  </a:lnTo>
                  <a:lnTo>
                    <a:pt x="2639" y="11846"/>
                  </a:lnTo>
                  <a:lnTo>
                    <a:pt x="2686" y="11785"/>
                  </a:lnTo>
                  <a:lnTo>
                    <a:pt x="2733" y="11724"/>
                  </a:lnTo>
                  <a:lnTo>
                    <a:pt x="2780" y="11662"/>
                  </a:lnTo>
                  <a:lnTo>
                    <a:pt x="2827" y="11601"/>
                  </a:lnTo>
                  <a:lnTo>
                    <a:pt x="2874" y="11540"/>
                  </a:lnTo>
                  <a:lnTo>
                    <a:pt x="2921" y="11479"/>
                  </a:lnTo>
                  <a:lnTo>
                    <a:pt x="2968" y="11417"/>
                  </a:lnTo>
                  <a:lnTo>
                    <a:pt x="3015" y="11356"/>
                  </a:lnTo>
                  <a:lnTo>
                    <a:pt x="3062" y="11295"/>
                  </a:lnTo>
                  <a:lnTo>
                    <a:pt x="3109" y="11234"/>
                  </a:lnTo>
                  <a:lnTo>
                    <a:pt x="3156" y="11172"/>
                  </a:lnTo>
                  <a:lnTo>
                    <a:pt x="3203" y="11111"/>
                  </a:lnTo>
                  <a:lnTo>
                    <a:pt x="3250" y="11050"/>
                  </a:lnTo>
                  <a:lnTo>
                    <a:pt x="3297" y="10989"/>
                  </a:lnTo>
                  <a:lnTo>
                    <a:pt x="3345" y="10927"/>
                  </a:lnTo>
                  <a:lnTo>
                    <a:pt x="3392" y="10866"/>
                  </a:lnTo>
                  <a:lnTo>
                    <a:pt x="3439" y="10805"/>
                  </a:lnTo>
                  <a:lnTo>
                    <a:pt x="3486" y="10744"/>
                  </a:lnTo>
                  <a:lnTo>
                    <a:pt x="3533" y="10682"/>
                  </a:lnTo>
                  <a:lnTo>
                    <a:pt x="3580" y="10621"/>
                  </a:lnTo>
                  <a:lnTo>
                    <a:pt x="3627" y="10560"/>
                  </a:lnTo>
                  <a:lnTo>
                    <a:pt x="3674" y="10499"/>
                  </a:lnTo>
                  <a:lnTo>
                    <a:pt x="3721" y="10437"/>
                  </a:lnTo>
                  <a:lnTo>
                    <a:pt x="3768" y="10376"/>
                  </a:lnTo>
                  <a:lnTo>
                    <a:pt x="3815" y="10315"/>
                  </a:lnTo>
                  <a:lnTo>
                    <a:pt x="3862" y="10254"/>
                  </a:lnTo>
                  <a:lnTo>
                    <a:pt x="3909" y="10192"/>
                  </a:lnTo>
                  <a:lnTo>
                    <a:pt x="3956" y="10131"/>
                  </a:lnTo>
                  <a:lnTo>
                    <a:pt x="4003" y="10070"/>
                  </a:lnTo>
                  <a:lnTo>
                    <a:pt x="4050" y="10008"/>
                  </a:lnTo>
                  <a:lnTo>
                    <a:pt x="4097" y="9947"/>
                  </a:lnTo>
                  <a:lnTo>
                    <a:pt x="4144" y="9886"/>
                  </a:lnTo>
                  <a:lnTo>
                    <a:pt x="4191" y="9825"/>
                  </a:lnTo>
                  <a:lnTo>
                    <a:pt x="4238" y="9763"/>
                  </a:lnTo>
                  <a:lnTo>
                    <a:pt x="4285" y="9702"/>
                  </a:lnTo>
                  <a:lnTo>
                    <a:pt x="4332" y="9641"/>
                  </a:lnTo>
                  <a:lnTo>
                    <a:pt x="4379" y="9580"/>
                  </a:lnTo>
                  <a:lnTo>
                    <a:pt x="4426" y="9518"/>
                  </a:lnTo>
                  <a:lnTo>
                    <a:pt x="4473" y="9457"/>
                  </a:lnTo>
                  <a:lnTo>
                    <a:pt x="4520" y="9396"/>
                  </a:lnTo>
                  <a:lnTo>
                    <a:pt x="4567" y="9334"/>
                  </a:lnTo>
                  <a:lnTo>
                    <a:pt x="4614" y="9273"/>
                  </a:lnTo>
                  <a:lnTo>
                    <a:pt x="4661" y="9212"/>
                  </a:lnTo>
                  <a:lnTo>
                    <a:pt x="4708" y="9150"/>
                  </a:lnTo>
                  <a:lnTo>
                    <a:pt x="4755" y="9089"/>
                  </a:lnTo>
                  <a:lnTo>
                    <a:pt x="4802" y="9028"/>
                  </a:lnTo>
                  <a:lnTo>
                    <a:pt x="4849" y="8967"/>
                  </a:lnTo>
                  <a:lnTo>
                    <a:pt x="4896" y="8905"/>
                  </a:lnTo>
                  <a:lnTo>
                    <a:pt x="4943" y="8844"/>
                  </a:lnTo>
                  <a:lnTo>
                    <a:pt x="4990" y="8783"/>
                  </a:lnTo>
                  <a:lnTo>
                    <a:pt x="5037" y="8721"/>
                  </a:lnTo>
                  <a:lnTo>
                    <a:pt x="5084" y="8660"/>
                  </a:lnTo>
                  <a:lnTo>
                    <a:pt x="5130" y="8599"/>
                  </a:lnTo>
                  <a:lnTo>
                    <a:pt x="5177" y="8537"/>
                  </a:lnTo>
                  <a:lnTo>
                    <a:pt x="5224" y="8476"/>
                  </a:lnTo>
                  <a:lnTo>
                    <a:pt x="5271" y="8415"/>
                  </a:lnTo>
                  <a:lnTo>
                    <a:pt x="5318" y="8354"/>
                  </a:lnTo>
                  <a:lnTo>
                    <a:pt x="5365" y="8292"/>
                  </a:lnTo>
                  <a:lnTo>
                    <a:pt x="5412" y="8231"/>
                  </a:lnTo>
                  <a:lnTo>
                    <a:pt x="5459" y="8170"/>
                  </a:lnTo>
                  <a:lnTo>
                    <a:pt x="5506" y="8108"/>
                  </a:lnTo>
                  <a:lnTo>
                    <a:pt x="5553" y="8047"/>
                  </a:lnTo>
                  <a:lnTo>
                    <a:pt x="5600" y="7986"/>
                  </a:lnTo>
                  <a:lnTo>
                    <a:pt x="5647" y="7924"/>
                  </a:lnTo>
                  <a:lnTo>
                    <a:pt x="5694" y="7863"/>
                  </a:lnTo>
                  <a:lnTo>
                    <a:pt x="5741" y="7802"/>
                  </a:lnTo>
                  <a:lnTo>
                    <a:pt x="5788" y="7740"/>
                  </a:lnTo>
                  <a:lnTo>
                    <a:pt x="5835" y="7679"/>
                  </a:lnTo>
                  <a:lnTo>
                    <a:pt x="5882" y="7618"/>
                  </a:lnTo>
                  <a:lnTo>
                    <a:pt x="5928" y="7556"/>
                  </a:lnTo>
                  <a:lnTo>
                    <a:pt x="5975" y="7495"/>
                  </a:lnTo>
                  <a:lnTo>
                    <a:pt x="6022" y="7434"/>
                  </a:lnTo>
                  <a:lnTo>
                    <a:pt x="6069" y="7372"/>
                  </a:lnTo>
                  <a:lnTo>
                    <a:pt x="6116" y="7311"/>
                  </a:lnTo>
                  <a:lnTo>
                    <a:pt x="6163" y="7250"/>
                  </a:lnTo>
                  <a:lnTo>
                    <a:pt x="6210" y="7188"/>
                  </a:lnTo>
                  <a:lnTo>
                    <a:pt x="6257" y="7127"/>
                  </a:lnTo>
                  <a:lnTo>
                    <a:pt x="6304" y="7065"/>
                  </a:lnTo>
                  <a:lnTo>
                    <a:pt x="6351" y="7004"/>
                  </a:lnTo>
                  <a:lnTo>
                    <a:pt x="6398" y="6943"/>
                  </a:lnTo>
                  <a:lnTo>
                    <a:pt x="6444" y="6881"/>
                  </a:lnTo>
                  <a:lnTo>
                    <a:pt x="6491" y="6820"/>
                  </a:lnTo>
                  <a:lnTo>
                    <a:pt x="6538" y="6759"/>
                  </a:lnTo>
                  <a:lnTo>
                    <a:pt x="6585" y="6697"/>
                  </a:lnTo>
                  <a:lnTo>
                    <a:pt x="6632" y="6636"/>
                  </a:lnTo>
                  <a:lnTo>
                    <a:pt x="6679" y="6575"/>
                  </a:lnTo>
                  <a:lnTo>
                    <a:pt x="6726" y="6513"/>
                  </a:lnTo>
                  <a:lnTo>
                    <a:pt x="6773" y="6452"/>
                  </a:lnTo>
                  <a:lnTo>
                    <a:pt x="6820" y="6391"/>
                  </a:lnTo>
                  <a:lnTo>
                    <a:pt x="6867" y="6329"/>
                  </a:lnTo>
                  <a:lnTo>
                    <a:pt x="6913" y="6268"/>
                  </a:lnTo>
                  <a:lnTo>
                    <a:pt x="6960" y="6206"/>
                  </a:lnTo>
                  <a:lnTo>
                    <a:pt x="7007" y="6145"/>
                  </a:lnTo>
                  <a:lnTo>
                    <a:pt x="7054" y="6084"/>
                  </a:lnTo>
                  <a:lnTo>
                    <a:pt x="7101" y="6022"/>
                  </a:lnTo>
                  <a:lnTo>
                    <a:pt x="7148" y="5961"/>
                  </a:lnTo>
                  <a:lnTo>
                    <a:pt x="7195" y="5900"/>
                  </a:lnTo>
                  <a:lnTo>
                    <a:pt x="7241" y="5838"/>
                  </a:lnTo>
                  <a:lnTo>
                    <a:pt x="7288" y="5777"/>
                  </a:lnTo>
                  <a:lnTo>
                    <a:pt x="7335" y="5715"/>
                  </a:lnTo>
                  <a:lnTo>
                    <a:pt x="7382" y="5654"/>
                  </a:lnTo>
                  <a:lnTo>
                    <a:pt x="7429" y="5593"/>
                  </a:lnTo>
                  <a:lnTo>
                    <a:pt x="7476" y="5531"/>
                  </a:lnTo>
                  <a:lnTo>
                    <a:pt x="7523" y="5470"/>
                  </a:lnTo>
                  <a:lnTo>
                    <a:pt x="7569" y="5408"/>
                  </a:lnTo>
                  <a:lnTo>
                    <a:pt x="7616" y="5347"/>
                  </a:lnTo>
                  <a:lnTo>
                    <a:pt x="7663" y="5286"/>
                  </a:lnTo>
                  <a:lnTo>
                    <a:pt x="7710" y="5224"/>
                  </a:lnTo>
                  <a:lnTo>
                    <a:pt x="7757" y="5163"/>
                  </a:lnTo>
                  <a:lnTo>
                    <a:pt x="7804" y="5101"/>
                  </a:lnTo>
                  <a:lnTo>
                    <a:pt x="7851" y="5040"/>
                  </a:lnTo>
                  <a:lnTo>
                    <a:pt x="7897" y="4979"/>
                  </a:lnTo>
                  <a:lnTo>
                    <a:pt x="7944" y="4917"/>
                  </a:lnTo>
                  <a:lnTo>
                    <a:pt x="7991" y="4856"/>
                  </a:lnTo>
                  <a:lnTo>
                    <a:pt x="8038" y="4794"/>
                  </a:lnTo>
                  <a:lnTo>
                    <a:pt x="8085" y="4733"/>
                  </a:lnTo>
                  <a:lnTo>
                    <a:pt x="8132" y="4672"/>
                  </a:lnTo>
                  <a:lnTo>
                    <a:pt x="8178" y="4610"/>
                  </a:lnTo>
                  <a:lnTo>
                    <a:pt x="8225" y="4549"/>
                  </a:lnTo>
                  <a:lnTo>
                    <a:pt x="8272" y="4487"/>
                  </a:lnTo>
                  <a:lnTo>
                    <a:pt x="8319" y="4426"/>
                  </a:lnTo>
                  <a:lnTo>
                    <a:pt x="8366" y="4364"/>
                  </a:lnTo>
                  <a:lnTo>
                    <a:pt x="8412" y="4303"/>
                  </a:lnTo>
                  <a:lnTo>
                    <a:pt x="8459" y="4242"/>
                  </a:lnTo>
                  <a:lnTo>
                    <a:pt x="8506" y="4180"/>
                  </a:lnTo>
                  <a:lnTo>
                    <a:pt x="8553" y="4119"/>
                  </a:lnTo>
                  <a:lnTo>
                    <a:pt x="8600" y="4057"/>
                  </a:lnTo>
                  <a:lnTo>
                    <a:pt x="8646" y="3996"/>
                  </a:lnTo>
                  <a:lnTo>
                    <a:pt x="8693" y="3934"/>
                  </a:lnTo>
                  <a:lnTo>
                    <a:pt x="8740" y="3873"/>
                  </a:lnTo>
                  <a:lnTo>
                    <a:pt x="8787" y="3812"/>
                  </a:lnTo>
                  <a:lnTo>
                    <a:pt x="8834" y="3750"/>
                  </a:lnTo>
                  <a:lnTo>
                    <a:pt x="8880" y="3689"/>
                  </a:lnTo>
                  <a:lnTo>
                    <a:pt x="8927" y="3627"/>
                  </a:lnTo>
                  <a:lnTo>
                    <a:pt x="8974" y="3566"/>
                  </a:lnTo>
                  <a:lnTo>
                    <a:pt x="9021" y="3504"/>
                  </a:lnTo>
                  <a:lnTo>
                    <a:pt x="9068" y="3443"/>
                  </a:lnTo>
                  <a:lnTo>
                    <a:pt x="9114" y="3382"/>
                  </a:lnTo>
                  <a:lnTo>
                    <a:pt x="9161" y="3320"/>
                  </a:lnTo>
                  <a:lnTo>
                    <a:pt x="9208" y="3259"/>
                  </a:lnTo>
                  <a:lnTo>
                    <a:pt x="9255" y="3197"/>
                  </a:lnTo>
                  <a:lnTo>
                    <a:pt x="9301" y="3136"/>
                  </a:lnTo>
                  <a:lnTo>
                    <a:pt x="9348" y="3074"/>
                  </a:lnTo>
                  <a:lnTo>
                    <a:pt x="9395" y="3013"/>
                  </a:lnTo>
                  <a:lnTo>
                    <a:pt x="9442" y="2951"/>
                  </a:lnTo>
                  <a:lnTo>
                    <a:pt x="9489" y="2890"/>
                  </a:lnTo>
                  <a:lnTo>
                    <a:pt x="9535" y="2828"/>
                  </a:lnTo>
                  <a:lnTo>
                    <a:pt x="9582" y="2767"/>
                  </a:lnTo>
                  <a:lnTo>
                    <a:pt x="9629" y="2706"/>
                  </a:lnTo>
                  <a:lnTo>
                    <a:pt x="9676" y="2644"/>
                  </a:lnTo>
                  <a:lnTo>
                    <a:pt x="9722" y="2583"/>
                  </a:lnTo>
                  <a:lnTo>
                    <a:pt x="9769" y="2521"/>
                  </a:lnTo>
                  <a:lnTo>
                    <a:pt x="9816" y="2460"/>
                  </a:lnTo>
                  <a:lnTo>
                    <a:pt x="9863" y="2398"/>
                  </a:lnTo>
                  <a:lnTo>
                    <a:pt x="9909" y="2337"/>
                  </a:lnTo>
                  <a:lnTo>
                    <a:pt x="9956" y="2275"/>
                  </a:lnTo>
                  <a:lnTo>
                    <a:pt x="10003" y="2214"/>
                  </a:lnTo>
                  <a:lnTo>
                    <a:pt x="10050" y="2152"/>
                  </a:lnTo>
                  <a:lnTo>
                    <a:pt x="10096" y="2091"/>
                  </a:lnTo>
                  <a:lnTo>
                    <a:pt x="10143" y="2029"/>
                  </a:lnTo>
                  <a:lnTo>
                    <a:pt x="10190" y="1968"/>
                  </a:lnTo>
                  <a:lnTo>
                    <a:pt x="10236" y="1906"/>
                  </a:lnTo>
                  <a:lnTo>
                    <a:pt x="10283" y="1845"/>
                  </a:lnTo>
                  <a:lnTo>
                    <a:pt x="10330" y="1783"/>
                  </a:lnTo>
                  <a:lnTo>
                    <a:pt x="10377" y="1722"/>
                  </a:lnTo>
                  <a:lnTo>
                    <a:pt x="10423" y="1660"/>
                  </a:lnTo>
                  <a:lnTo>
                    <a:pt x="10470" y="1599"/>
                  </a:lnTo>
                  <a:lnTo>
                    <a:pt x="10517" y="1537"/>
                  </a:lnTo>
                  <a:lnTo>
                    <a:pt x="10564" y="1476"/>
                  </a:lnTo>
                  <a:lnTo>
                    <a:pt x="10610" y="1414"/>
                  </a:lnTo>
                  <a:lnTo>
                    <a:pt x="10657" y="1353"/>
                  </a:lnTo>
                  <a:lnTo>
                    <a:pt x="10704" y="1291"/>
                  </a:lnTo>
                  <a:lnTo>
                    <a:pt x="10750" y="1230"/>
                  </a:lnTo>
                  <a:lnTo>
                    <a:pt x="10797" y="1168"/>
                  </a:lnTo>
                  <a:lnTo>
                    <a:pt x="10844" y="1107"/>
                  </a:lnTo>
                  <a:lnTo>
                    <a:pt x="10890" y="1045"/>
                  </a:lnTo>
                  <a:lnTo>
                    <a:pt x="10937" y="984"/>
                  </a:lnTo>
                  <a:lnTo>
                    <a:pt x="10984" y="922"/>
                  </a:lnTo>
                  <a:lnTo>
                    <a:pt x="11031" y="861"/>
                  </a:lnTo>
                  <a:lnTo>
                    <a:pt x="11077" y="799"/>
                  </a:lnTo>
                  <a:lnTo>
                    <a:pt x="11124" y="738"/>
                  </a:lnTo>
                  <a:lnTo>
                    <a:pt x="11171" y="676"/>
                  </a:lnTo>
                  <a:lnTo>
                    <a:pt x="11217" y="615"/>
                  </a:lnTo>
                  <a:lnTo>
                    <a:pt x="11264" y="553"/>
                  </a:lnTo>
                  <a:lnTo>
                    <a:pt x="11311" y="492"/>
                  </a:lnTo>
                  <a:lnTo>
                    <a:pt x="11357" y="430"/>
                  </a:lnTo>
                  <a:lnTo>
                    <a:pt x="11404" y="369"/>
                  </a:lnTo>
                  <a:lnTo>
                    <a:pt x="11451" y="307"/>
                  </a:lnTo>
                  <a:lnTo>
                    <a:pt x="11497" y="246"/>
                  </a:lnTo>
                  <a:lnTo>
                    <a:pt x="11544" y="184"/>
                  </a:lnTo>
                  <a:lnTo>
                    <a:pt x="11591" y="123"/>
                  </a:lnTo>
                  <a:lnTo>
                    <a:pt x="11637" y="61"/>
                  </a:lnTo>
                  <a:lnTo>
                    <a:pt x="11684" y="0"/>
                  </a:lnTo>
                </a:path>
              </a:pathLst>
            </a:custGeom>
            <a:ln w="22859" cap="rnd">
              <a:solidFill>
                <a:srgbClr val="FF5CB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l7171"/>
            <p:cNvSpPr/>
            <p:nvPr/>
          </p:nvSpPr>
          <p:spPr>
            <a:xfrm>
              <a:off x="4477836" y="4940117"/>
              <a:ext cx="2694828" cy="702799"/>
            </a:xfrm>
            <a:custGeom>
              <a:avLst/>
              <a:pathLst>
                <a:path w="2694828" h="702799">
                  <a:moveTo>
                    <a:pt x="0" y="0"/>
                  </a:moveTo>
                  <a:lnTo>
                    <a:pt x="8079" y="8604"/>
                  </a:lnTo>
                  <a:lnTo>
                    <a:pt x="16204" y="17165"/>
                  </a:lnTo>
                  <a:lnTo>
                    <a:pt x="24374" y="25683"/>
                  </a:lnTo>
                  <a:lnTo>
                    <a:pt x="32590" y="34158"/>
                  </a:lnTo>
                  <a:lnTo>
                    <a:pt x="40851" y="42588"/>
                  </a:lnTo>
                  <a:lnTo>
                    <a:pt x="49156" y="50974"/>
                  </a:lnTo>
                  <a:lnTo>
                    <a:pt x="57507" y="59316"/>
                  </a:lnTo>
                  <a:lnTo>
                    <a:pt x="65901" y="67613"/>
                  </a:lnTo>
                  <a:lnTo>
                    <a:pt x="74340" y="75866"/>
                  </a:lnTo>
                  <a:lnTo>
                    <a:pt x="82822" y="84073"/>
                  </a:lnTo>
                  <a:lnTo>
                    <a:pt x="91349" y="92235"/>
                  </a:lnTo>
                  <a:lnTo>
                    <a:pt x="99918" y="100351"/>
                  </a:lnTo>
                  <a:lnTo>
                    <a:pt x="108531" y="108421"/>
                  </a:lnTo>
                  <a:lnTo>
                    <a:pt x="117187" y="116446"/>
                  </a:lnTo>
                  <a:lnTo>
                    <a:pt x="125885" y="124424"/>
                  </a:lnTo>
                  <a:lnTo>
                    <a:pt x="134626" y="132356"/>
                  </a:lnTo>
                  <a:lnTo>
                    <a:pt x="143409" y="140241"/>
                  </a:lnTo>
                  <a:lnTo>
                    <a:pt x="152233" y="148079"/>
                  </a:lnTo>
                  <a:lnTo>
                    <a:pt x="161100" y="155869"/>
                  </a:lnTo>
                  <a:lnTo>
                    <a:pt x="170008" y="163613"/>
                  </a:lnTo>
                  <a:lnTo>
                    <a:pt x="178957" y="171309"/>
                  </a:lnTo>
                  <a:lnTo>
                    <a:pt x="187947" y="178957"/>
                  </a:lnTo>
                  <a:lnTo>
                    <a:pt x="196977" y="186557"/>
                  </a:lnTo>
                  <a:lnTo>
                    <a:pt x="206048" y="194109"/>
                  </a:lnTo>
                  <a:lnTo>
                    <a:pt x="215159" y="201612"/>
                  </a:lnTo>
                  <a:lnTo>
                    <a:pt x="224310" y="209067"/>
                  </a:lnTo>
                  <a:lnTo>
                    <a:pt x="233501" y="216473"/>
                  </a:lnTo>
                  <a:lnTo>
                    <a:pt x="242731" y="223829"/>
                  </a:lnTo>
                  <a:lnTo>
                    <a:pt x="252000" y="231137"/>
                  </a:lnTo>
                  <a:lnTo>
                    <a:pt x="261308" y="238394"/>
                  </a:lnTo>
                  <a:lnTo>
                    <a:pt x="270654" y="245602"/>
                  </a:lnTo>
                  <a:lnTo>
                    <a:pt x="280039" y="252761"/>
                  </a:lnTo>
                  <a:lnTo>
                    <a:pt x="289462" y="259869"/>
                  </a:lnTo>
                  <a:lnTo>
                    <a:pt x="298922" y="266926"/>
                  </a:lnTo>
                  <a:lnTo>
                    <a:pt x="308420" y="273934"/>
                  </a:lnTo>
                  <a:lnTo>
                    <a:pt x="317955" y="280890"/>
                  </a:lnTo>
                  <a:lnTo>
                    <a:pt x="327527" y="287795"/>
                  </a:lnTo>
                  <a:lnTo>
                    <a:pt x="337136" y="294650"/>
                  </a:lnTo>
                  <a:lnTo>
                    <a:pt x="346781" y="301453"/>
                  </a:lnTo>
                  <a:lnTo>
                    <a:pt x="356463" y="308204"/>
                  </a:lnTo>
                  <a:lnTo>
                    <a:pt x="366180" y="314904"/>
                  </a:lnTo>
                  <a:lnTo>
                    <a:pt x="375933" y="321552"/>
                  </a:lnTo>
                  <a:lnTo>
                    <a:pt x="385721" y="328148"/>
                  </a:lnTo>
                  <a:lnTo>
                    <a:pt x="395544" y="334691"/>
                  </a:lnTo>
                  <a:lnTo>
                    <a:pt x="405402" y="341182"/>
                  </a:lnTo>
                  <a:lnTo>
                    <a:pt x="415294" y="347621"/>
                  </a:lnTo>
                  <a:lnTo>
                    <a:pt x="425221" y="354006"/>
                  </a:lnTo>
                  <a:lnTo>
                    <a:pt x="435181" y="360339"/>
                  </a:lnTo>
                  <a:lnTo>
                    <a:pt x="445175" y="366618"/>
                  </a:lnTo>
                  <a:lnTo>
                    <a:pt x="455203" y="372844"/>
                  </a:lnTo>
                  <a:lnTo>
                    <a:pt x="465263" y="379017"/>
                  </a:lnTo>
                  <a:lnTo>
                    <a:pt x="475356" y="385136"/>
                  </a:lnTo>
                  <a:lnTo>
                    <a:pt x="485482" y="391201"/>
                  </a:lnTo>
                  <a:lnTo>
                    <a:pt x="495640" y="397211"/>
                  </a:lnTo>
                  <a:lnTo>
                    <a:pt x="505830" y="403168"/>
                  </a:lnTo>
                  <a:lnTo>
                    <a:pt x="516051" y="409070"/>
                  </a:lnTo>
                  <a:lnTo>
                    <a:pt x="526304" y="414918"/>
                  </a:lnTo>
                  <a:lnTo>
                    <a:pt x="536588" y="420710"/>
                  </a:lnTo>
                  <a:lnTo>
                    <a:pt x="546902" y="426448"/>
                  </a:lnTo>
                  <a:lnTo>
                    <a:pt x="557247" y="432131"/>
                  </a:lnTo>
                  <a:lnTo>
                    <a:pt x="567622" y="437759"/>
                  </a:lnTo>
                  <a:lnTo>
                    <a:pt x="578027" y="443331"/>
                  </a:lnTo>
                  <a:lnTo>
                    <a:pt x="588462" y="448848"/>
                  </a:lnTo>
                  <a:lnTo>
                    <a:pt x="598925" y="454309"/>
                  </a:lnTo>
                  <a:lnTo>
                    <a:pt x="609418" y="459714"/>
                  </a:lnTo>
                  <a:lnTo>
                    <a:pt x="619939" y="465063"/>
                  </a:lnTo>
                  <a:lnTo>
                    <a:pt x="630489" y="470356"/>
                  </a:lnTo>
                  <a:lnTo>
                    <a:pt x="641067" y="475592"/>
                  </a:lnTo>
                  <a:lnTo>
                    <a:pt x="651672" y="480772"/>
                  </a:lnTo>
                  <a:lnTo>
                    <a:pt x="662306" y="485896"/>
                  </a:lnTo>
                  <a:lnTo>
                    <a:pt x="672966" y="490963"/>
                  </a:lnTo>
                  <a:lnTo>
                    <a:pt x="683653" y="495973"/>
                  </a:lnTo>
                  <a:lnTo>
                    <a:pt x="694366" y="500925"/>
                  </a:lnTo>
                  <a:lnTo>
                    <a:pt x="705106" y="505821"/>
                  </a:lnTo>
                  <a:lnTo>
                    <a:pt x="715872" y="510659"/>
                  </a:lnTo>
                  <a:lnTo>
                    <a:pt x="726664" y="515440"/>
                  </a:lnTo>
                  <a:lnTo>
                    <a:pt x="737480" y="520163"/>
                  </a:lnTo>
                  <a:lnTo>
                    <a:pt x="748322" y="524829"/>
                  </a:lnTo>
                  <a:lnTo>
                    <a:pt x="759189" y="529436"/>
                  </a:lnTo>
                  <a:lnTo>
                    <a:pt x="770080" y="533986"/>
                  </a:lnTo>
                  <a:lnTo>
                    <a:pt x="780995" y="538477"/>
                  </a:lnTo>
                  <a:lnTo>
                    <a:pt x="791934" y="542911"/>
                  </a:lnTo>
                  <a:lnTo>
                    <a:pt x="802896" y="547286"/>
                  </a:lnTo>
                  <a:lnTo>
                    <a:pt x="813882" y="551602"/>
                  </a:lnTo>
                  <a:lnTo>
                    <a:pt x="824890" y="555860"/>
                  </a:lnTo>
                  <a:lnTo>
                    <a:pt x="835921" y="560059"/>
                  </a:lnTo>
                  <a:lnTo>
                    <a:pt x="846974" y="564199"/>
                  </a:lnTo>
                  <a:lnTo>
                    <a:pt x="858049" y="568280"/>
                  </a:lnTo>
                  <a:lnTo>
                    <a:pt x="869146" y="572302"/>
                  </a:lnTo>
                  <a:lnTo>
                    <a:pt x="880263" y="576265"/>
                  </a:lnTo>
                  <a:lnTo>
                    <a:pt x="891402" y="580168"/>
                  </a:lnTo>
                  <a:lnTo>
                    <a:pt x="902562" y="584012"/>
                  </a:lnTo>
                  <a:lnTo>
                    <a:pt x="913742" y="587797"/>
                  </a:lnTo>
                  <a:lnTo>
                    <a:pt x="924942" y="591521"/>
                  </a:lnTo>
                  <a:lnTo>
                    <a:pt x="936161" y="595186"/>
                  </a:lnTo>
                  <a:lnTo>
                    <a:pt x="947400" y="598792"/>
                  </a:lnTo>
                  <a:lnTo>
                    <a:pt x="958658" y="602337"/>
                  </a:lnTo>
                  <a:lnTo>
                    <a:pt x="969935" y="605822"/>
                  </a:lnTo>
                  <a:lnTo>
                    <a:pt x="981230" y="609247"/>
                  </a:lnTo>
                  <a:lnTo>
                    <a:pt x="992544" y="612612"/>
                  </a:lnTo>
                  <a:lnTo>
                    <a:pt x="1003875" y="615916"/>
                  </a:lnTo>
                  <a:lnTo>
                    <a:pt x="1015223" y="619160"/>
                  </a:lnTo>
                  <a:lnTo>
                    <a:pt x="1026589" y="622343"/>
                  </a:lnTo>
                  <a:lnTo>
                    <a:pt x="1037971" y="625466"/>
                  </a:lnTo>
                  <a:lnTo>
                    <a:pt x="1049370" y="628528"/>
                  </a:lnTo>
                  <a:lnTo>
                    <a:pt x="1060785" y="631529"/>
                  </a:lnTo>
                  <a:lnTo>
                    <a:pt x="1072216" y="634470"/>
                  </a:lnTo>
                  <a:lnTo>
                    <a:pt x="1083663" y="637349"/>
                  </a:lnTo>
                  <a:lnTo>
                    <a:pt x="1095124" y="640167"/>
                  </a:lnTo>
                  <a:lnTo>
                    <a:pt x="1106601" y="642924"/>
                  </a:lnTo>
                  <a:lnTo>
                    <a:pt x="1118092" y="645620"/>
                  </a:lnTo>
                  <a:lnTo>
                    <a:pt x="1129597" y="648255"/>
                  </a:lnTo>
                  <a:lnTo>
                    <a:pt x="1141116" y="650828"/>
                  </a:lnTo>
                  <a:lnTo>
                    <a:pt x="1152649" y="653339"/>
                  </a:lnTo>
                  <a:lnTo>
                    <a:pt x="1164195" y="655790"/>
                  </a:lnTo>
                  <a:lnTo>
                    <a:pt x="1175754" y="658178"/>
                  </a:lnTo>
                  <a:lnTo>
                    <a:pt x="1187325" y="660505"/>
                  </a:lnTo>
                  <a:lnTo>
                    <a:pt x="1198909" y="662770"/>
                  </a:lnTo>
                  <a:lnTo>
                    <a:pt x="1210505" y="664974"/>
                  </a:lnTo>
                  <a:lnTo>
                    <a:pt x="1222112" y="667116"/>
                  </a:lnTo>
                  <a:lnTo>
                    <a:pt x="1233730" y="669195"/>
                  </a:lnTo>
                  <a:lnTo>
                    <a:pt x="1245359" y="671213"/>
                  </a:lnTo>
                  <a:lnTo>
                    <a:pt x="1256999" y="673169"/>
                  </a:lnTo>
                  <a:lnTo>
                    <a:pt x="1268649" y="675062"/>
                  </a:lnTo>
                  <a:lnTo>
                    <a:pt x="1280310" y="676894"/>
                  </a:lnTo>
                  <a:lnTo>
                    <a:pt x="1291979" y="678663"/>
                  </a:lnTo>
                  <a:lnTo>
                    <a:pt x="1303658" y="680370"/>
                  </a:lnTo>
                  <a:lnTo>
                    <a:pt x="1315346" y="682015"/>
                  </a:lnTo>
                  <a:lnTo>
                    <a:pt x="1327043" y="683597"/>
                  </a:lnTo>
                  <a:lnTo>
                    <a:pt x="1338747" y="685117"/>
                  </a:lnTo>
                  <a:lnTo>
                    <a:pt x="1350460" y="686575"/>
                  </a:lnTo>
                  <a:lnTo>
                    <a:pt x="1362180" y="687970"/>
                  </a:lnTo>
                  <a:lnTo>
                    <a:pt x="1373908" y="689303"/>
                  </a:lnTo>
                  <a:lnTo>
                    <a:pt x="1385642" y="690573"/>
                  </a:lnTo>
                  <a:lnTo>
                    <a:pt x="1397384" y="691780"/>
                  </a:lnTo>
                  <a:lnTo>
                    <a:pt x="1409131" y="692925"/>
                  </a:lnTo>
                  <a:lnTo>
                    <a:pt x="1420884" y="694008"/>
                  </a:lnTo>
                  <a:lnTo>
                    <a:pt x="1432643" y="695027"/>
                  </a:lnTo>
                  <a:lnTo>
                    <a:pt x="1444407" y="695984"/>
                  </a:lnTo>
                  <a:lnTo>
                    <a:pt x="1456176" y="696878"/>
                  </a:lnTo>
                  <a:lnTo>
                    <a:pt x="1467950" y="697710"/>
                  </a:lnTo>
                  <a:lnTo>
                    <a:pt x="1479728" y="698478"/>
                  </a:lnTo>
                  <a:lnTo>
                    <a:pt x="1491510" y="699184"/>
                  </a:lnTo>
                  <a:lnTo>
                    <a:pt x="1503296" y="699827"/>
                  </a:lnTo>
                  <a:lnTo>
                    <a:pt x="1515084" y="700407"/>
                  </a:lnTo>
                  <a:lnTo>
                    <a:pt x="1526876" y="700925"/>
                  </a:lnTo>
                  <a:lnTo>
                    <a:pt x="1538670" y="701379"/>
                  </a:lnTo>
                  <a:lnTo>
                    <a:pt x="1550467" y="701771"/>
                  </a:lnTo>
                  <a:lnTo>
                    <a:pt x="1562266" y="702099"/>
                  </a:lnTo>
                  <a:lnTo>
                    <a:pt x="1574066" y="702365"/>
                  </a:lnTo>
                  <a:lnTo>
                    <a:pt x="1585867" y="702568"/>
                  </a:lnTo>
                  <a:lnTo>
                    <a:pt x="1597669" y="702708"/>
                  </a:lnTo>
                  <a:lnTo>
                    <a:pt x="1609472" y="702785"/>
                  </a:lnTo>
                  <a:lnTo>
                    <a:pt x="1621275" y="702799"/>
                  </a:lnTo>
                  <a:lnTo>
                    <a:pt x="1633078" y="702750"/>
                  </a:lnTo>
                  <a:lnTo>
                    <a:pt x="1644880" y="702638"/>
                  </a:lnTo>
                  <a:lnTo>
                    <a:pt x="1656682" y="702463"/>
                  </a:lnTo>
                  <a:lnTo>
                    <a:pt x="1668483" y="702226"/>
                  </a:lnTo>
                  <a:lnTo>
                    <a:pt x="1680282" y="701925"/>
                  </a:lnTo>
                  <a:lnTo>
                    <a:pt x="1692080" y="701562"/>
                  </a:lnTo>
                  <a:lnTo>
                    <a:pt x="1703875" y="701135"/>
                  </a:lnTo>
                  <a:lnTo>
                    <a:pt x="1715668" y="700646"/>
                  </a:lnTo>
                  <a:lnTo>
                    <a:pt x="1727458" y="700094"/>
                  </a:lnTo>
                  <a:lnTo>
                    <a:pt x="1739245" y="699479"/>
                  </a:lnTo>
                  <a:lnTo>
                    <a:pt x="1751028" y="698801"/>
                  </a:lnTo>
                  <a:lnTo>
                    <a:pt x="1762808" y="698061"/>
                  </a:lnTo>
                  <a:lnTo>
                    <a:pt x="1774584" y="697258"/>
                  </a:lnTo>
                  <a:lnTo>
                    <a:pt x="1786355" y="696391"/>
                  </a:lnTo>
                  <a:lnTo>
                    <a:pt x="1798122" y="695463"/>
                  </a:lnTo>
                  <a:lnTo>
                    <a:pt x="1809883" y="694471"/>
                  </a:lnTo>
                  <a:lnTo>
                    <a:pt x="1821639" y="693417"/>
                  </a:lnTo>
                  <a:lnTo>
                    <a:pt x="1833389" y="692300"/>
                  </a:lnTo>
                  <a:lnTo>
                    <a:pt x="1845133" y="691120"/>
                  </a:lnTo>
                  <a:lnTo>
                    <a:pt x="1856870" y="689878"/>
                  </a:lnTo>
                  <a:lnTo>
                    <a:pt x="1868601" y="688573"/>
                  </a:lnTo>
                  <a:lnTo>
                    <a:pt x="1880325" y="687206"/>
                  </a:lnTo>
                  <a:lnTo>
                    <a:pt x="1892041" y="685777"/>
                  </a:lnTo>
                  <a:lnTo>
                    <a:pt x="1903749" y="684284"/>
                  </a:lnTo>
                  <a:lnTo>
                    <a:pt x="1915449" y="682730"/>
                  </a:lnTo>
                  <a:lnTo>
                    <a:pt x="1927141" y="681113"/>
                  </a:lnTo>
                  <a:lnTo>
                    <a:pt x="1938824" y="679434"/>
                  </a:lnTo>
                  <a:lnTo>
                    <a:pt x="1950498" y="677692"/>
                  </a:lnTo>
                  <a:lnTo>
                    <a:pt x="1962163" y="675889"/>
                  </a:lnTo>
                  <a:lnTo>
                    <a:pt x="1973817" y="674023"/>
                  </a:lnTo>
                  <a:lnTo>
                    <a:pt x="1985462" y="672095"/>
                  </a:lnTo>
                  <a:lnTo>
                    <a:pt x="1997096" y="670105"/>
                  </a:lnTo>
                  <a:lnTo>
                    <a:pt x="2008719" y="668053"/>
                  </a:lnTo>
                  <a:lnTo>
                    <a:pt x="2020331" y="665939"/>
                  </a:lnTo>
                  <a:lnTo>
                    <a:pt x="2031932" y="663763"/>
                  </a:lnTo>
                  <a:lnTo>
                    <a:pt x="2043521" y="661525"/>
                  </a:lnTo>
                  <a:lnTo>
                    <a:pt x="2055098" y="659226"/>
                  </a:lnTo>
                  <a:lnTo>
                    <a:pt x="2066662" y="656865"/>
                  </a:lnTo>
                  <a:lnTo>
                    <a:pt x="2078214" y="654442"/>
                  </a:lnTo>
                  <a:lnTo>
                    <a:pt x="2089753" y="651958"/>
                  </a:lnTo>
                  <a:lnTo>
                    <a:pt x="2101278" y="649412"/>
                  </a:lnTo>
                  <a:lnTo>
                    <a:pt x="2112790" y="646805"/>
                  </a:lnTo>
                  <a:lnTo>
                    <a:pt x="2124287" y="644137"/>
                  </a:lnTo>
                  <a:lnTo>
                    <a:pt x="2135770" y="641407"/>
                  </a:lnTo>
                  <a:lnTo>
                    <a:pt x="2147238" y="638616"/>
                  </a:lnTo>
                  <a:lnTo>
                    <a:pt x="2158692" y="635764"/>
                  </a:lnTo>
                  <a:lnTo>
                    <a:pt x="2170130" y="632851"/>
                  </a:lnTo>
                  <a:lnTo>
                    <a:pt x="2181552" y="629877"/>
                  </a:lnTo>
                  <a:lnTo>
                    <a:pt x="2192958" y="626842"/>
                  </a:lnTo>
                  <a:lnTo>
                    <a:pt x="2204348" y="623747"/>
                  </a:lnTo>
                  <a:lnTo>
                    <a:pt x="2215721" y="620590"/>
                  </a:lnTo>
                  <a:lnTo>
                    <a:pt x="2227077" y="617373"/>
                  </a:lnTo>
                  <a:lnTo>
                    <a:pt x="2238416" y="614096"/>
                  </a:lnTo>
                  <a:lnTo>
                    <a:pt x="2249738" y="610758"/>
                  </a:lnTo>
                  <a:lnTo>
                    <a:pt x="2261041" y="607360"/>
                  </a:lnTo>
                  <a:lnTo>
                    <a:pt x="2272326" y="603902"/>
                  </a:lnTo>
                  <a:lnTo>
                    <a:pt x="2283592" y="600384"/>
                  </a:lnTo>
                  <a:lnTo>
                    <a:pt x="2294840" y="596805"/>
                  </a:lnTo>
                  <a:lnTo>
                    <a:pt x="2306068" y="593167"/>
                  </a:lnTo>
                  <a:lnTo>
                    <a:pt x="2317277" y="589469"/>
                  </a:lnTo>
                  <a:lnTo>
                    <a:pt x="2328466" y="585711"/>
                  </a:lnTo>
                  <a:lnTo>
                    <a:pt x="2339635" y="581894"/>
                  </a:lnTo>
                  <a:lnTo>
                    <a:pt x="2350783" y="578017"/>
                  </a:lnTo>
                  <a:lnTo>
                    <a:pt x="2361910" y="574080"/>
                  </a:lnTo>
                  <a:lnTo>
                    <a:pt x="2373016" y="570085"/>
                  </a:lnTo>
                  <a:lnTo>
                    <a:pt x="2384101" y="566030"/>
                  </a:lnTo>
                  <a:lnTo>
                    <a:pt x="2395164" y="561916"/>
                  </a:lnTo>
                  <a:lnTo>
                    <a:pt x="2406205" y="557744"/>
                  </a:lnTo>
                  <a:lnTo>
                    <a:pt x="2417223" y="553512"/>
                  </a:lnTo>
                  <a:lnTo>
                    <a:pt x="2428219" y="549222"/>
                  </a:lnTo>
                  <a:lnTo>
                    <a:pt x="2439192" y="544873"/>
                  </a:lnTo>
                  <a:lnTo>
                    <a:pt x="2450141" y="540466"/>
                  </a:lnTo>
                  <a:lnTo>
                    <a:pt x="2461067" y="536001"/>
                  </a:lnTo>
                  <a:lnTo>
                    <a:pt x="2471969" y="531477"/>
                  </a:lnTo>
                  <a:lnTo>
                    <a:pt x="2482846" y="526895"/>
                  </a:lnTo>
                  <a:lnTo>
                    <a:pt x="2493699" y="522256"/>
                  </a:lnTo>
                  <a:lnTo>
                    <a:pt x="2504527" y="517558"/>
                  </a:lnTo>
                  <a:lnTo>
                    <a:pt x="2515330" y="512803"/>
                  </a:lnTo>
                  <a:lnTo>
                    <a:pt x="2526107" y="507990"/>
                  </a:lnTo>
                  <a:lnTo>
                    <a:pt x="2536859" y="503120"/>
                  </a:lnTo>
                  <a:lnTo>
                    <a:pt x="2547584" y="498193"/>
                  </a:lnTo>
                  <a:lnTo>
                    <a:pt x="2558283" y="493209"/>
                  </a:lnTo>
                  <a:lnTo>
                    <a:pt x="2568955" y="488168"/>
                  </a:lnTo>
                  <a:lnTo>
                    <a:pt x="2579601" y="483069"/>
                  </a:lnTo>
                  <a:lnTo>
                    <a:pt x="2590219" y="477915"/>
                  </a:lnTo>
                  <a:lnTo>
                    <a:pt x="2600809" y="472703"/>
                  </a:lnTo>
                  <a:lnTo>
                    <a:pt x="2611371" y="467435"/>
                  </a:lnTo>
                  <a:lnTo>
                    <a:pt x="2621905" y="462111"/>
                  </a:lnTo>
                  <a:lnTo>
                    <a:pt x="2632411" y="456731"/>
                  </a:lnTo>
                  <a:lnTo>
                    <a:pt x="2642887" y="451295"/>
                  </a:lnTo>
                  <a:lnTo>
                    <a:pt x="2653335" y="445804"/>
                  </a:lnTo>
                  <a:lnTo>
                    <a:pt x="2663753" y="440256"/>
                  </a:lnTo>
                  <a:lnTo>
                    <a:pt x="2674142" y="434653"/>
                  </a:lnTo>
                  <a:lnTo>
                    <a:pt x="2684500" y="428995"/>
                  </a:lnTo>
                  <a:lnTo>
                    <a:pt x="2694828" y="423282"/>
                  </a:lnTo>
                </a:path>
              </a:pathLst>
            </a:custGeom>
            <a:ln w="9143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l7172"/>
            <p:cNvSpPr/>
            <p:nvPr/>
          </p:nvSpPr>
          <p:spPr>
            <a:xfrm>
              <a:off x="4449614" y="4966474"/>
              <a:ext cx="2741831" cy="715057"/>
            </a:xfrm>
            <a:custGeom>
              <a:avLst/>
              <a:pathLst>
                <a:path w="2741831" h="715057">
                  <a:moveTo>
                    <a:pt x="0" y="0"/>
                  </a:moveTo>
                  <a:lnTo>
                    <a:pt x="8220" y="8754"/>
                  </a:lnTo>
                  <a:lnTo>
                    <a:pt x="16486" y="17465"/>
                  </a:lnTo>
                  <a:lnTo>
                    <a:pt x="24799" y="26131"/>
                  </a:lnTo>
                  <a:lnTo>
                    <a:pt x="33158" y="34753"/>
                  </a:lnTo>
                  <a:lnTo>
                    <a:pt x="41563" y="43331"/>
                  </a:lnTo>
                  <a:lnTo>
                    <a:pt x="50014" y="51863"/>
                  </a:lnTo>
                  <a:lnTo>
                    <a:pt x="58510" y="60351"/>
                  </a:lnTo>
                  <a:lnTo>
                    <a:pt x="67051" y="68793"/>
                  </a:lnTo>
                  <a:lnTo>
                    <a:pt x="75636" y="77189"/>
                  </a:lnTo>
                  <a:lnTo>
                    <a:pt x="84267" y="85539"/>
                  </a:lnTo>
                  <a:lnTo>
                    <a:pt x="92942" y="93843"/>
                  </a:lnTo>
                  <a:lnTo>
                    <a:pt x="101661" y="102101"/>
                  </a:lnTo>
                  <a:lnTo>
                    <a:pt x="110424" y="110312"/>
                  </a:lnTo>
                  <a:lnTo>
                    <a:pt x="119231" y="118477"/>
                  </a:lnTo>
                  <a:lnTo>
                    <a:pt x="128081" y="126594"/>
                  </a:lnTo>
                  <a:lnTo>
                    <a:pt x="136974" y="134664"/>
                  </a:lnTo>
                  <a:lnTo>
                    <a:pt x="145910" y="142687"/>
                  </a:lnTo>
                  <a:lnTo>
                    <a:pt x="154889" y="150661"/>
                  </a:lnTo>
                  <a:lnTo>
                    <a:pt x="163910" y="158588"/>
                  </a:lnTo>
                  <a:lnTo>
                    <a:pt x="172973" y="166467"/>
                  </a:lnTo>
                  <a:lnTo>
                    <a:pt x="182078" y="174297"/>
                  </a:lnTo>
                  <a:lnTo>
                    <a:pt x="191225" y="182078"/>
                  </a:lnTo>
                  <a:lnTo>
                    <a:pt x="200413" y="189811"/>
                  </a:lnTo>
                  <a:lnTo>
                    <a:pt x="209642" y="197494"/>
                  </a:lnTo>
                  <a:lnTo>
                    <a:pt x="218912" y="205129"/>
                  </a:lnTo>
                  <a:lnTo>
                    <a:pt x="228223" y="212713"/>
                  </a:lnTo>
                  <a:lnTo>
                    <a:pt x="237574" y="220248"/>
                  </a:lnTo>
                  <a:lnTo>
                    <a:pt x="246964" y="227733"/>
                  </a:lnTo>
                  <a:lnTo>
                    <a:pt x="256395" y="235168"/>
                  </a:lnTo>
                  <a:lnTo>
                    <a:pt x="265865" y="242552"/>
                  </a:lnTo>
                  <a:lnTo>
                    <a:pt x="275375" y="249886"/>
                  </a:lnTo>
                  <a:lnTo>
                    <a:pt x="284923" y="257169"/>
                  </a:lnTo>
                  <a:lnTo>
                    <a:pt x="294510" y="264401"/>
                  </a:lnTo>
                  <a:lnTo>
                    <a:pt x="304136" y="271582"/>
                  </a:lnTo>
                  <a:lnTo>
                    <a:pt x="313799" y="278711"/>
                  </a:lnTo>
                  <a:lnTo>
                    <a:pt x="323501" y="285789"/>
                  </a:lnTo>
                  <a:lnTo>
                    <a:pt x="333240" y="292815"/>
                  </a:lnTo>
                  <a:lnTo>
                    <a:pt x="343017" y="299789"/>
                  </a:lnTo>
                  <a:lnTo>
                    <a:pt x="352830" y="306711"/>
                  </a:lnTo>
                  <a:lnTo>
                    <a:pt x="362680" y="313580"/>
                  </a:lnTo>
                  <a:lnTo>
                    <a:pt x="372567" y="320397"/>
                  </a:lnTo>
                  <a:lnTo>
                    <a:pt x="382490" y="327161"/>
                  </a:lnTo>
                  <a:lnTo>
                    <a:pt x="392449" y="333871"/>
                  </a:lnTo>
                  <a:lnTo>
                    <a:pt x="402443" y="340529"/>
                  </a:lnTo>
                  <a:lnTo>
                    <a:pt x="412473" y="347133"/>
                  </a:lnTo>
                  <a:lnTo>
                    <a:pt x="422538" y="353684"/>
                  </a:lnTo>
                  <a:lnTo>
                    <a:pt x="432638" y="360181"/>
                  </a:lnTo>
                  <a:lnTo>
                    <a:pt x="442772" y="366624"/>
                  </a:lnTo>
                  <a:lnTo>
                    <a:pt x="452940" y="373013"/>
                  </a:lnTo>
                  <a:lnTo>
                    <a:pt x="463142" y="379348"/>
                  </a:lnTo>
                  <a:lnTo>
                    <a:pt x="473378" y="385628"/>
                  </a:lnTo>
                  <a:lnTo>
                    <a:pt x="483648" y="391853"/>
                  </a:lnTo>
                  <a:lnTo>
                    <a:pt x="493950" y="398024"/>
                  </a:lnTo>
                  <a:lnTo>
                    <a:pt x="504285" y="404139"/>
                  </a:lnTo>
                  <a:lnTo>
                    <a:pt x="514652" y="410200"/>
                  </a:lnTo>
                  <a:lnTo>
                    <a:pt x="525052" y="416205"/>
                  </a:lnTo>
                  <a:lnTo>
                    <a:pt x="535484" y="422155"/>
                  </a:lnTo>
                  <a:lnTo>
                    <a:pt x="545947" y="428048"/>
                  </a:lnTo>
                  <a:lnTo>
                    <a:pt x="556441" y="433886"/>
                  </a:lnTo>
                  <a:lnTo>
                    <a:pt x="566966" y="439668"/>
                  </a:lnTo>
                  <a:lnTo>
                    <a:pt x="577523" y="445394"/>
                  </a:lnTo>
                  <a:lnTo>
                    <a:pt x="588109" y="451064"/>
                  </a:lnTo>
                  <a:lnTo>
                    <a:pt x="598725" y="456676"/>
                  </a:lnTo>
                  <a:lnTo>
                    <a:pt x="609372" y="462233"/>
                  </a:lnTo>
                  <a:lnTo>
                    <a:pt x="620047" y="467732"/>
                  </a:lnTo>
                  <a:lnTo>
                    <a:pt x="630752" y="473174"/>
                  </a:lnTo>
                  <a:lnTo>
                    <a:pt x="641486" y="478560"/>
                  </a:lnTo>
                  <a:lnTo>
                    <a:pt x="652248" y="483888"/>
                  </a:lnTo>
                  <a:lnTo>
                    <a:pt x="663039" y="489158"/>
                  </a:lnTo>
                  <a:lnTo>
                    <a:pt x="673857" y="494371"/>
                  </a:lnTo>
                  <a:lnTo>
                    <a:pt x="684704" y="499526"/>
                  </a:lnTo>
                  <a:lnTo>
                    <a:pt x="695577" y="504623"/>
                  </a:lnTo>
                  <a:lnTo>
                    <a:pt x="706477" y="509662"/>
                  </a:lnTo>
                  <a:lnTo>
                    <a:pt x="717405" y="514643"/>
                  </a:lnTo>
                  <a:lnTo>
                    <a:pt x="728358" y="519566"/>
                  </a:lnTo>
                  <a:lnTo>
                    <a:pt x="739338" y="524430"/>
                  </a:lnTo>
                  <a:lnTo>
                    <a:pt x="750343" y="529236"/>
                  </a:lnTo>
                  <a:lnTo>
                    <a:pt x="761374" y="533983"/>
                  </a:lnTo>
                  <a:lnTo>
                    <a:pt x="772430" y="538671"/>
                  </a:lnTo>
                  <a:lnTo>
                    <a:pt x="783511" y="543300"/>
                  </a:lnTo>
                  <a:lnTo>
                    <a:pt x="794617" y="547870"/>
                  </a:lnTo>
                  <a:lnTo>
                    <a:pt x="805746" y="552380"/>
                  </a:lnTo>
                  <a:lnTo>
                    <a:pt x="816900" y="556831"/>
                  </a:lnTo>
                  <a:lnTo>
                    <a:pt x="828077" y="561223"/>
                  </a:lnTo>
                  <a:lnTo>
                    <a:pt x="839277" y="565555"/>
                  </a:lnTo>
                  <a:lnTo>
                    <a:pt x="850501" y="569827"/>
                  </a:lnTo>
                  <a:lnTo>
                    <a:pt x="861747" y="574039"/>
                  </a:lnTo>
                  <a:lnTo>
                    <a:pt x="873015" y="578192"/>
                  </a:lnTo>
                  <a:lnTo>
                    <a:pt x="884305" y="582284"/>
                  </a:lnTo>
                  <a:lnTo>
                    <a:pt x="895617" y="586316"/>
                  </a:lnTo>
                  <a:lnTo>
                    <a:pt x="906950" y="590287"/>
                  </a:lnTo>
                  <a:lnTo>
                    <a:pt x="918304" y="594198"/>
                  </a:lnTo>
                  <a:lnTo>
                    <a:pt x="929679" y="598049"/>
                  </a:lnTo>
                  <a:lnTo>
                    <a:pt x="941074" y="601839"/>
                  </a:lnTo>
                  <a:lnTo>
                    <a:pt x="952490" y="605568"/>
                  </a:lnTo>
                  <a:lnTo>
                    <a:pt x="963925" y="609236"/>
                  </a:lnTo>
                  <a:lnTo>
                    <a:pt x="975379" y="612843"/>
                  </a:lnTo>
                  <a:lnTo>
                    <a:pt x="986853" y="616389"/>
                  </a:lnTo>
                  <a:lnTo>
                    <a:pt x="998345" y="619873"/>
                  </a:lnTo>
                  <a:lnTo>
                    <a:pt x="1009855" y="623297"/>
                  </a:lnTo>
                  <a:lnTo>
                    <a:pt x="1021384" y="626659"/>
                  </a:lnTo>
                  <a:lnTo>
                    <a:pt x="1032931" y="629959"/>
                  </a:lnTo>
                  <a:lnTo>
                    <a:pt x="1044494" y="633198"/>
                  </a:lnTo>
                  <a:lnTo>
                    <a:pt x="1056075" y="636375"/>
                  </a:lnTo>
                  <a:lnTo>
                    <a:pt x="1067673" y="639491"/>
                  </a:lnTo>
                  <a:lnTo>
                    <a:pt x="1079287" y="642544"/>
                  </a:lnTo>
                  <a:lnTo>
                    <a:pt x="1090918" y="645536"/>
                  </a:lnTo>
                  <a:lnTo>
                    <a:pt x="1102564" y="648465"/>
                  </a:lnTo>
                  <a:lnTo>
                    <a:pt x="1114226" y="651333"/>
                  </a:lnTo>
                  <a:lnTo>
                    <a:pt x="1125902" y="654138"/>
                  </a:lnTo>
                  <a:lnTo>
                    <a:pt x="1137594" y="656881"/>
                  </a:lnTo>
                  <a:lnTo>
                    <a:pt x="1149300" y="659561"/>
                  </a:lnTo>
                  <a:lnTo>
                    <a:pt x="1161020" y="662179"/>
                  </a:lnTo>
                  <a:lnTo>
                    <a:pt x="1172754" y="664735"/>
                  </a:lnTo>
                  <a:lnTo>
                    <a:pt x="1184501" y="667228"/>
                  </a:lnTo>
                  <a:lnTo>
                    <a:pt x="1196261" y="669658"/>
                  </a:lnTo>
                  <a:lnTo>
                    <a:pt x="1208035" y="672026"/>
                  </a:lnTo>
                  <a:lnTo>
                    <a:pt x="1219820" y="674330"/>
                  </a:lnTo>
                  <a:lnTo>
                    <a:pt x="1231618" y="676572"/>
                  </a:lnTo>
                  <a:lnTo>
                    <a:pt x="1243428" y="678751"/>
                  </a:lnTo>
                  <a:lnTo>
                    <a:pt x="1255249" y="680867"/>
                  </a:lnTo>
                  <a:lnTo>
                    <a:pt x="1267081" y="682920"/>
                  </a:lnTo>
                  <a:lnTo>
                    <a:pt x="1278924" y="684910"/>
                  </a:lnTo>
                  <a:lnTo>
                    <a:pt x="1290777" y="686837"/>
                  </a:lnTo>
                  <a:lnTo>
                    <a:pt x="1302640" y="688700"/>
                  </a:lnTo>
                  <a:lnTo>
                    <a:pt x="1314514" y="690500"/>
                  </a:lnTo>
                  <a:lnTo>
                    <a:pt x="1326396" y="692237"/>
                  </a:lnTo>
                  <a:lnTo>
                    <a:pt x="1338288" y="693910"/>
                  </a:lnTo>
                  <a:lnTo>
                    <a:pt x="1350189" y="695520"/>
                  </a:lnTo>
                  <a:lnTo>
                    <a:pt x="1362098" y="697067"/>
                  </a:lnTo>
                  <a:lnTo>
                    <a:pt x="1374015" y="698550"/>
                  </a:lnTo>
                  <a:lnTo>
                    <a:pt x="1385939" y="699970"/>
                  </a:lnTo>
                  <a:lnTo>
                    <a:pt x="1397871" y="701325"/>
                  </a:lnTo>
                  <a:lnTo>
                    <a:pt x="1409811" y="702618"/>
                  </a:lnTo>
                  <a:lnTo>
                    <a:pt x="1421756" y="703846"/>
                  </a:lnTo>
                  <a:lnTo>
                    <a:pt x="1433709" y="705011"/>
                  </a:lnTo>
                  <a:lnTo>
                    <a:pt x="1445667" y="706112"/>
                  </a:lnTo>
                  <a:lnTo>
                    <a:pt x="1457631" y="707150"/>
                  </a:lnTo>
                  <a:lnTo>
                    <a:pt x="1469601" y="708123"/>
                  </a:lnTo>
                  <a:lnTo>
                    <a:pt x="1481575" y="709033"/>
                  </a:lnTo>
                  <a:lnTo>
                    <a:pt x="1493554" y="709879"/>
                  </a:lnTo>
                  <a:lnTo>
                    <a:pt x="1505537" y="710661"/>
                  </a:lnTo>
                  <a:lnTo>
                    <a:pt x="1517525" y="711379"/>
                  </a:lnTo>
                  <a:lnTo>
                    <a:pt x="1529516" y="712033"/>
                  </a:lnTo>
                  <a:lnTo>
                    <a:pt x="1541510" y="712624"/>
                  </a:lnTo>
                  <a:lnTo>
                    <a:pt x="1553508" y="713150"/>
                  </a:lnTo>
                  <a:lnTo>
                    <a:pt x="1565508" y="713612"/>
                  </a:lnTo>
                  <a:lnTo>
                    <a:pt x="1577510" y="714011"/>
                  </a:lnTo>
                  <a:lnTo>
                    <a:pt x="1589514" y="714345"/>
                  </a:lnTo>
                  <a:lnTo>
                    <a:pt x="1601520" y="714615"/>
                  </a:lnTo>
                  <a:lnTo>
                    <a:pt x="1613527" y="714822"/>
                  </a:lnTo>
                  <a:lnTo>
                    <a:pt x="1625535" y="714964"/>
                  </a:lnTo>
                  <a:lnTo>
                    <a:pt x="1637544" y="715043"/>
                  </a:lnTo>
                  <a:lnTo>
                    <a:pt x="1649553" y="715057"/>
                  </a:lnTo>
                  <a:lnTo>
                    <a:pt x="1661562" y="715007"/>
                  </a:lnTo>
                  <a:lnTo>
                    <a:pt x="1673570" y="714893"/>
                  </a:lnTo>
                  <a:lnTo>
                    <a:pt x="1685578" y="714716"/>
                  </a:lnTo>
                  <a:lnTo>
                    <a:pt x="1697584" y="714474"/>
                  </a:lnTo>
                  <a:lnTo>
                    <a:pt x="1709589" y="714168"/>
                  </a:lnTo>
                  <a:lnTo>
                    <a:pt x="1721593" y="713798"/>
                  </a:lnTo>
                  <a:lnTo>
                    <a:pt x="1733594" y="713365"/>
                  </a:lnTo>
                  <a:lnTo>
                    <a:pt x="1745592" y="712867"/>
                  </a:lnTo>
                  <a:lnTo>
                    <a:pt x="1757588" y="712305"/>
                  </a:lnTo>
                  <a:lnTo>
                    <a:pt x="1769581" y="711679"/>
                  </a:lnTo>
                  <a:lnTo>
                    <a:pt x="1781570" y="710990"/>
                  </a:lnTo>
                  <a:lnTo>
                    <a:pt x="1793555" y="710236"/>
                  </a:lnTo>
                  <a:lnTo>
                    <a:pt x="1805536" y="709419"/>
                  </a:lnTo>
                  <a:lnTo>
                    <a:pt x="1817513" y="708538"/>
                  </a:lnTo>
                  <a:lnTo>
                    <a:pt x="1829484" y="707593"/>
                  </a:lnTo>
                  <a:lnTo>
                    <a:pt x="1841451" y="706584"/>
                  </a:lnTo>
                  <a:lnTo>
                    <a:pt x="1853412" y="705511"/>
                  </a:lnTo>
                  <a:lnTo>
                    <a:pt x="1865367" y="704375"/>
                  </a:lnTo>
                  <a:lnTo>
                    <a:pt x="1877315" y="703175"/>
                  </a:lnTo>
                  <a:lnTo>
                    <a:pt x="1889258" y="701911"/>
                  </a:lnTo>
                  <a:lnTo>
                    <a:pt x="1901193" y="700583"/>
                  </a:lnTo>
                  <a:lnTo>
                    <a:pt x="1913121" y="699192"/>
                  </a:lnTo>
                  <a:lnTo>
                    <a:pt x="1925042" y="697738"/>
                  </a:lnTo>
                  <a:lnTo>
                    <a:pt x="1936954" y="696220"/>
                  </a:lnTo>
                  <a:lnTo>
                    <a:pt x="1948858" y="694638"/>
                  </a:lnTo>
                  <a:lnTo>
                    <a:pt x="1960754" y="692993"/>
                  </a:lnTo>
                  <a:lnTo>
                    <a:pt x="1972641" y="691284"/>
                  </a:lnTo>
                  <a:lnTo>
                    <a:pt x="1984518" y="689512"/>
                  </a:lnTo>
                  <a:lnTo>
                    <a:pt x="1996386" y="687677"/>
                  </a:lnTo>
                  <a:lnTo>
                    <a:pt x="2008244" y="685779"/>
                  </a:lnTo>
                  <a:lnTo>
                    <a:pt x="2020092" y="683817"/>
                  </a:lnTo>
                  <a:lnTo>
                    <a:pt x="2031929" y="681793"/>
                  </a:lnTo>
                  <a:lnTo>
                    <a:pt x="2043755" y="679705"/>
                  </a:lnTo>
                  <a:lnTo>
                    <a:pt x="2055570" y="677554"/>
                  </a:lnTo>
                  <a:lnTo>
                    <a:pt x="2067373" y="675340"/>
                  </a:lnTo>
                  <a:lnTo>
                    <a:pt x="2079164" y="673064"/>
                  </a:lnTo>
                  <a:lnTo>
                    <a:pt x="2090943" y="670724"/>
                  </a:lnTo>
                  <a:lnTo>
                    <a:pt x="2102709" y="668322"/>
                  </a:lnTo>
                  <a:lnTo>
                    <a:pt x="2114462" y="665857"/>
                  </a:lnTo>
                  <a:lnTo>
                    <a:pt x="2126202" y="663329"/>
                  </a:lnTo>
                  <a:lnTo>
                    <a:pt x="2137928" y="660739"/>
                  </a:lnTo>
                  <a:lnTo>
                    <a:pt x="2149641" y="658087"/>
                  </a:lnTo>
                  <a:lnTo>
                    <a:pt x="2161339" y="655372"/>
                  </a:lnTo>
                  <a:lnTo>
                    <a:pt x="2173022" y="652594"/>
                  </a:lnTo>
                  <a:lnTo>
                    <a:pt x="2184690" y="649755"/>
                  </a:lnTo>
                  <a:lnTo>
                    <a:pt x="2196343" y="646853"/>
                  </a:lnTo>
                  <a:lnTo>
                    <a:pt x="2207981" y="643889"/>
                  </a:lnTo>
                  <a:lnTo>
                    <a:pt x="2219602" y="640863"/>
                  </a:lnTo>
                  <a:lnTo>
                    <a:pt x="2231207" y="637775"/>
                  </a:lnTo>
                  <a:lnTo>
                    <a:pt x="2242796" y="634626"/>
                  </a:lnTo>
                  <a:lnTo>
                    <a:pt x="2254368" y="631415"/>
                  </a:lnTo>
                  <a:lnTo>
                    <a:pt x="2265922" y="628142"/>
                  </a:lnTo>
                  <a:lnTo>
                    <a:pt x="2277459" y="624807"/>
                  </a:lnTo>
                  <a:lnTo>
                    <a:pt x="2288977" y="621411"/>
                  </a:lnTo>
                  <a:lnTo>
                    <a:pt x="2300478" y="617954"/>
                  </a:lnTo>
                  <a:lnTo>
                    <a:pt x="2311960" y="614435"/>
                  </a:lnTo>
                  <a:lnTo>
                    <a:pt x="2323423" y="610855"/>
                  </a:lnTo>
                  <a:lnTo>
                    <a:pt x="2334866" y="607215"/>
                  </a:lnTo>
                  <a:lnTo>
                    <a:pt x="2346290" y="603513"/>
                  </a:lnTo>
                  <a:lnTo>
                    <a:pt x="2357695" y="599750"/>
                  </a:lnTo>
                  <a:lnTo>
                    <a:pt x="2369079" y="595927"/>
                  </a:lnTo>
                  <a:lnTo>
                    <a:pt x="2380442" y="592043"/>
                  </a:lnTo>
                  <a:lnTo>
                    <a:pt x="2391785" y="588098"/>
                  </a:lnTo>
                  <a:lnTo>
                    <a:pt x="2403106" y="584093"/>
                  </a:lnTo>
                  <a:lnTo>
                    <a:pt x="2414406" y="580028"/>
                  </a:lnTo>
                  <a:lnTo>
                    <a:pt x="2425684" y="575903"/>
                  </a:lnTo>
                  <a:lnTo>
                    <a:pt x="2436940" y="571717"/>
                  </a:lnTo>
                  <a:lnTo>
                    <a:pt x="2448174" y="567472"/>
                  </a:lnTo>
                  <a:lnTo>
                    <a:pt x="2459384" y="563166"/>
                  </a:lnTo>
                  <a:lnTo>
                    <a:pt x="2470572" y="558801"/>
                  </a:lnTo>
                  <a:lnTo>
                    <a:pt x="2481736" y="554377"/>
                  </a:lnTo>
                  <a:lnTo>
                    <a:pt x="2492876" y="549893"/>
                  </a:lnTo>
                  <a:lnTo>
                    <a:pt x="2503992" y="545349"/>
                  </a:lnTo>
                  <a:lnTo>
                    <a:pt x="2515084" y="540747"/>
                  </a:lnTo>
                  <a:lnTo>
                    <a:pt x="2526152" y="536085"/>
                  </a:lnTo>
                  <a:lnTo>
                    <a:pt x="2537194" y="531365"/>
                  </a:lnTo>
                  <a:lnTo>
                    <a:pt x="2548211" y="526585"/>
                  </a:lnTo>
                  <a:lnTo>
                    <a:pt x="2559202" y="521747"/>
                  </a:lnTo>
                  <a:lnTo>
                    <a:pt x="2570167" y="516851"/>
                  </a:lnTo>
                  <a:lnTo>
                    <a:pt x="2581106" y="511896"/>
                  </a:lnTo>
                  <a:lnTo>
                    <a:pt x="2592019" y="506883"/>
                  </a:lnTo>
                  <a:lnTo>
                    <a:pt x="2602904" y="501811"/>
                  </a:lnTo>
                  <a:lnTo>
                    <a:pt x="2613763" y="496682"/>
                  </a:lnTo>
                  <a:lnTo>
                    <a:pt x="2624594" y="491495"/>
                  </a:lnTo>
                  <a:lnTo>
                    <a:pt x="2635397" y="486250"/>
                  </a:lnTo>
                  <a:lnTo>
                    <a:pt x="2646172" y="480948"/>
                  </a:lnTo>
                  <a:lnTo>
                    <a:pt x="2656918" y="475588"/>
                  </a:lnTo>
                  <a:lnTo>
                    <a:pt x="2667636" y="470171"/>
                  </a:lnTo>
                  <a:lnTo>
                    <a:pt x="2678325" y="464698"/>
                  </a:lnTo>
                  <a:lnTo>
                    <a:pt x="2688984" y="459167"/>
                  </a:lnTo>
                  <a:lnTo>
                    <a:pt x="2699614" y="453579"/>
                  </a:lnTo>
                  <a:lnTo>
                    <a:pt x="2710214" y="447935"/>
                  </a:lnTo>
                  <a:lnTo>
                    <a:pt x="2720784" y="442234"/>
                  </a:lnTo>
                  <a:lnTo>
                    <a:pt x="2731323" y="436478"/>
                  </a:lnTo>
                  <a:lnTo>
                    <a:pt x="2741831" y="430665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l7173"/>
            <p:cNvSpPr/>
            <p:nvPr/>
          </p:nvSpPr>
          <p:spPr>
            <a:xfrm>
              <a:off x="7131138" y="5339978"/>
              <a:ext cx="82562" cy="45960"/>
            </a:xfrm>
            <a:custGeom>
              <a:avLst/>
              <a:pathLst>
                <a:path w="82562" h="45960">
                  <a:moveTo>
                    <a:pt x="0" y="45960"/>
                  </a:moveTo>
                  <a:lnTo>
                    <a:pt x="335" y="45782"/>
                  </a:lnTo>
                  <a:lnTo>
                    <a:pt x="670" y="45605"/>
                  </a:lnTo>
                  <a:lnTo>
                    <a:pt x="1006" y="45427"/>
                  </a:lnTo>
                  <a:lnTo>
                    <a:pt x="1341" y="45249"/>
                  </a:lnTo>
                  <a:lnTo>
                    <a:pt x="1676" y="45072"/>
                  </a:lnTo>
                  <a:lnTo>
                    <a:pt x="2012" y="44894"/>
                  </a:lnTo>
                  <a:lnTo>
                    <a:pt x="2347" y="44716"/>
                  </a:lnTo>
                  <a:lnTo>
                    <a:pt x="2682" y="44538"/>
                  </a:lnTo>
                  <a:lnTo>
                    <a:pt x="3017" y="44360"/>
                  </a:lnTo>
                  <a:lnTo>
                    <a:pt x="3353" y="44182"/>
                  </a:lnTo>
                  <a:lnTo>
                    <a:pt x="3688" y="44004"/>
                  </a:lnTo>
                  <a:lnTo>
                    <a:pt x="4023" y="43826"/>
                  </a:lnTo>
                  <a:lnTo>
                    <a:pt x="4358" y="43648"/>
                  </a:lnTo>
                  <a:lnTo>
                    <a:pt x="4693" y="43469"/>
                  </a:lnTo>
                  <a:lnTo>
                    <a:pt x="5028" y="43291"/>
                  </a:lnTo>
                  <a:lnTo>
                    <a:pt x="5363" y="43113"/>
                  </a:lnTo>
                  <a:lnTo>
                    <a:pt x="5698" y="42934"/>
                  </a:lnTo>
                  <a:lnTo>
                    <a:pt x="6033" y="42756"/>
                  </a:lnTo>
                  <a:lnTo>
                    <a:pt x="6368" y="42577"/>
                  </a:lnTo>
                  <a:lnTo>
                    <a:pt x="6703" y="42399"/>
                  </a:lnTo>
                  <a:lnTo>
                    <a:pt x="7038" y="42220"/>
                  </a:lnTo>
                  <a:lnTo>
                    <a:pt x="7372" y="42041"/>
                  </a:lnTo>
                  <a:lnTo>
                    <a:pt x="7707" y="41863"/>
                  </a:lnTo>
                  <a:lnTo>
                    <a:pt x="8042" y="41684"/>
                  </a:lnTo>
                  <a:lnTo>
                    <a:pt x="8377" y="41505"/>
                  </a:lnTo>
                  <a:lnTo>
                    <a:pt x="8711" y="41326"/>
                  </a:lnTo>
                  <a:lnTo>
                    <a:pt x="9046" y="41147"/>
                  </a:lnTo>
                  <a:lnTo>
                    <a:pt x="9381" y="40968"/>
                  </a:lnTo>
                  <a:lnTo>
                    <a:pt x="9715" y="40789"/>
                  </a:lnTo>
                  <a:lnTo>
                    <a:pt x="10050" y="40610"/>
                  </a:lnTo>
                  <a:lnTo>
                    <a:pt x="10384" y="40430"/>
                  </a:lnTo>
                  <a:lnTo>
                    <a:pt x="10719" y="40251"/>
                  </a:lnTo>
                  <a:lnTo>
                    <a:pt x="11053" y="40072"/>
                  </a:lnTo>
                  <a:lnTo>
                    <a:pt x="11388" y="39892"/>
                  </a:lnTo>
                  <a:lnTo>
                    <a:pt x="11722" y="39713"/>
                  </a:lnTo>
                  <a:lnTo>
                    <a:pt x="12057" y="39533"/>
                  </a:lnTo>
                  <a:lnTo>
                    <a:pt x="12391" y="39354"/>
                  </a:lnTo>
                  <a:lnTo>
                    <a:pt x="12725" y="39174"/>
                  </a:lnTo>
                  <a:lnTo>
                    <a:pt x="13059" y="38994"/>
                  </a:lnTo>
                  <a:lnTo>
                    <a:pt x="13394" y="38815"/>
                  </a:lnTo>
                  <a:lnTo>
                    <a:pt x="13728" y="38635"/>
                  </a:lnTo>
                  <a:lnTo>
                    <a:pt x="14062" y="38455"/>
                  </a:lnTo>
                  <a:lnTo>
                    <a:pt x="14396" y="38275"/>
                  </a:lnTo>
                  <a:lnTo>
                    <a:pt x="14730" y="38095"/>
                  </a:lnTo>
                  <a:lnTo>
                    <a:pt x="15065" y="37915"/>
                  </a:lnTo>
                  <a:lnTo>
                    <a:pt x="15399" y="37735"/>
                  </a:lnTo>
                  <a:lnTo>
                    <a:pt x="15733" y="37555"/>
                  </a:lnTo>
                  <a:lnTo>
                    <a:pt x="16067" y="37375"/>
                  </a:lnTo>
                  <a:lnTo>
                    <a:pt x="16401" y="37194"/>
                  </a:lnTo>
                  <a:lnTo>
                    <a:pt x="16735" y="37014"/>
                  </a:lnTo>
                  <a:lnTo>
                    <a:pt x="17069" y="36834"/>
                  </a:lnTo>
                  <a:lnTo>
                    <a:pt x="17402" y="36653"/>
                  </a:lnTo>
                  <a:lnTo>
                    <a:pt x="17736" y="36473"/>
                  </a:lnTo>
                  <a:lnTo>
                    <a:pt x="18070" y="36292"/>
                  </a:lnTo>
                  <a:lnTo>
                    <a:pt x="18404" y="36112"/>
                  </a:lnTo>
                  <a:lnTo>
                    <a:pt x="18738" y="35931"/>
                  </a:lnTo>
                  <a:lnTo>
                    <a:pt x="19071" y="35750"/>
                  </a:lnTo>
                  <a:lnTo>
                    <a:pt x="19405" y="35570"/>
                  </a:lnTo>
                  <a:lnTo>
                    <a:pt x="19739" y="35389"/>
                  </a:lnTo>
                  <a:lnTo>
                    <a:pt x="20072" y="35208"/>
                  </a:lnTo>
                  <a:lnTo>
                    <a:pt x="20406" y="35027"/>
                  </a:lnTo>
                  <a:lnTo>
                    <a:pt x="20740" y="34846"/>
                  </a:lnTo>
                  <a:lnTo>
                    <a:pt x="21073" y="34665"/>
                  </a:lnTo>
                  <a:lnTo>
                    <a:pt x="21407" y="34484"/>
                  </a:lnTo>
                  <a:lnTo>
                    <a:pt x="21740" y="34303"/>
                  </a:lnTo>
                  <a:lnTo>
                    <a:pt x="22074" y="34121"/>
                  </a:lnTo>
                  <a:lnTo>
                    <a:pt x="22407" y="33940"/>
                  </a:lnTo>
                  <a:lnTo>
                    <a:pt x="22740" y="33759"/>
                  </a:lnTo>
                  <a:lnTo>
                    <a:pt x="23074" y="33577"/>
                  </a:lnTo>
                  <a:lnTo>
                    <a:pt x="23407" y="33396"/>
                  </a:lnTo>
                  <a:lnTo>
                    <a:pt x="23740" y="33214"/>
                  </a:lnTo>
                  <a:lnTo>
                    <a:pt x="24074" y="33033"/>
                  </a:lnTo>
                  <a:lnTo>
                    <a:pt x="24407" y="32851"/>
                  </a:lnTo>
                  <a:lnTo>
                    <a:pt x="24740" y="32669"/>
                  </a:lnTo>
                  <a:lnTo>
                    <a:pt x="25073" y="32488"/>
                  </a:lnTo>
                  <a:lnTo>
                    <a:pt x="25406" y="32306"/>
                  </a:lnTo>
                  <a:lnTo>
                    <a:pt x="25740" y="32124"/>
                  </a:lnTo>
                  <a:lnTo>
                    <a:pt x="26073" y="31942"/>
                  </a:lnTo>
                  <a:lnTo>
                    <a:pt x="26406" y="31760"/>
                  </a:lnTo>
                  <a:lnTo>
                    <a:pt x="26739" y="31578"/>
                  </a:lnTo>
                  <a:lnTo>
                    <a:pt x="27072" y="31396"/>
                  </a:lnTo>
                  <a:lnTo>
                    <a:pt x="27405" y="31214"/>
                  </a:lnTo>
                  <a:lnTo>
                    <a:pt x="27738" y="31032"/>
                  </a:lnTo>
                  <a:lnTo>
                    <a:pt x="28070" y="30849"/>
                  </a:lnTo>
                  <a:lnTo>
                    <a:pt x="28403" y="30667"/>
                  </a:lnTo>
                  <a:lnTo>
                    <a:pt x="28736" y="30485"/>
                  </a:lnTo>
                  <a:lnTo>
                    <a:pt x="29069" y="30302"/>
                  </a:lnTo>
                  <a:lnTo>
                    <a:pt x="29402" y="30120"/>
                  </a:lnTo>
                  <a:lnTo>
                    <a:pt x="29734" y="29937"/>
                  </a:lnTo>
                  <a:lnTo>
                    <a:pt x="30067" y="29755"/>
                  </a:lnTo>
                  <a:lnTo>
                    <a:pt x="30400" y="29572"/>
                  </a:lnTo>
                  <a:lnTo>
                    <a:pt x="30732" y="29389"/>
                  </a:lnTo>
                  <a:lnTo>
                    <a:pt x="31065" y="29207"/>
                  </a:lnTo>
                  <a:lnTo>
                    <a:pt x="31398" y="29024"/>
                  </a:lnTo>
                  <a:lnTo>
                    <a:pt x="31730" y="28841"/>
                  </a:lnTo>
                  <a:lnTo>
                    <a:pt x="32063" y="28658"/>
                  </a:lnTo>
                  <a:lnTo>
                    <a:pt x="32395" y="28475"/>
                  </a:lnTo>
                  <a:lnTo>
                    <a:pt x="32728" y="28292"/>
                  </a:lnTo>
                  <a:lnTo>
                    <a:pt x="33060" y="28109"/>
                  </a:lnTo>
                  <a:lnTo>
                    <a:pt x="33392" y="27926"/>
                  </a:lnTo>
                  <a:lnTo>
                    <a:pt x="33725" y="27742"/>
                  </a:lnTo>
                  <a:lnTo>
                    <a:pt x="34057" y="27559"/>
                  </a:lnTo>
                  <a:lnTo>
                    <a:pt x="34389" y="27376"/>
                  </a:lnTo>
                  <a:lnTo>
                    <a:pt x="34722" y="27192"/>
                  </a:lnTo>
                  <a:lnTo>
                    <a:pt x="35054" y="27009"/>
                  </a:lnTo>
                  <a:lnTo>
                    <a:pt x="35386" y="26825"/>
                  </a:lnTo>
                  <a:lnTo>
                    <a:pt x="35718" y="26642"/>
                  </a:lnTo>
                  <a:lnTo>
                    <a:pt x="36050" y="26458"/>
                  </a:lnTo>
                  <a:lnTo>
                    <a:pt x="36383" y="26274"/>
                  </a:lnTo>
                  <a:lnTo>
                    <a:pt x="36715" y="26091"/>
                  </a:lnTo>
                  <a:lnTo>
                    <a:pt x="37047" y="25907"/>
                  </a:lnTo>
                  <a:lnTo>
                    <a:pt x="37379" y="25723"/>
                  </a:lnTo>
                  <a:lnTo>
                    <a:pt x="37711" y="25539"/>
                  </a:lnTo>
                  <a:lnTo>
                    <a:pt x="38043" y="25355"/>
                  </a:lnTo>
                  <a:lnTo>
                    <a:pt x="38375" y="25171"/>
                  </a:lnTo>
                  <a:lnTo>
                    <a:pt x="38706" y="24987"/>
                  </a:lnTo>
                  <a:lnTo>
                    <a:pt x="39038" y="24803"/>
                  </a:lnTo>
                  <a:lnTo>
                    <a:pt x="39370" y="24619"/>
                  </a:lnTo>
                  <a:lnTo>
                    <a:pt x="39702" y="24434"/>
                  </a:lnTo>
                  <a:lnTo>
                    <a:pt x="40034" y="24250"/>
                  </a:lnTo>
                  <a:lnTo>
                    <a:pt x="40365" y="24066"/>
                  </a:lnTo>
                  <a:lnTo>
                    <a:pt x="40697" y="23881"/>
                  </a:lnTo>
                  <a:lnTo>
                    <a:pt x="41029" y="23697"/>
                  </a:lnTo>
                  <a:lnTo>
                    <a:pt x="41360" y="23512"/>
                  </a:lnTo>
                  <a:lnTo>
                    <a:pt x="41692" y="23328"/>
                  </a:lnTo>
                  <a:lnTo>
                    <a:pt x="42024" y="23143"/>
                  </a:lnTo>
                  <a:lnTo>
                    <a:pt x="42355" y="22958"/>
                  </a:lnTo>
                  <a:lnTo>
                    <a:pt x="42687" y="22774"/>
                  </a:lnTo>
                  <a:lnTo>
                    <a:pt x="43018" y="22589"/>
                  </a:lnTo>
                  <a:lnTo>
                    <a:pt x="43350" y="22404"/>
                  </a:lnTo>
                  <a:lnTo>
                    <a:pt x="43681" y="22219"/>
                  </a:lnTo>
                  <a:lnTo>
                    <a:pt x="44012" y="22034"/>
                  </a:lnTo>
                  <a:lnTo>
                    <a:pt x="44344" y="21849"/>
                  </a:lnTo>
                  <a:lnTo>
                    <a:pt x="44675" y="21664"/>
                  </a:lnTo>
                  <a:lnTo>
                    <a:pt x="45006" y="21479"/>
                  </a:lnTo>
                  <a:lnTo>
                    <a:pt x="45338" y="21294"/>
                  </a:lnTo>
                  <a:lnTo>
                    <a:pt x="45669" y="21108"/>
                  </a:lnTo>
                  <a:lnTo>
                    <a:pt x="46000" y="20923"/>
                  </a:lnTo>
                  <a:lnTo>
                    <a:pt x="46331" y="20738"/>
                  </a:lnTo>
                  <a:lnTo>
                    <a:pt x="46662" y="20552"/>
                  </a:lnTo>
                  <a:lnTo>
                    <a:pt x="46993" y="20367"/>
                  </a:lnTo>
                  <a:lnTo>
                    <a:pt x="47324" y="20181"/>
                  </a:lnTo>
                  <a:lnTo>
                    <a:pt x="47655" y="19995"/>
                  </a:lnTo>
                  <a:lnTo>
                    <a:pt x="47986" y="19810"/>
                  </a:lnTo>
                  <a:lnTo>
                    <a:pt x="48317" y="19624"/>
                  </a:lnTo>
                  <a:lnTo>
                    <a:pt x="48648" y="19438"/>
                  </a:lnTo>
                  <a:lnTo>
                    <a:pt x="48979" y="19252"/>
                  </a:lnTo>
                  <a:lnTo>
                    <a:pt x="49310" y="19066"/>
                  </a:lnTo>
                  <a:lnTo>
                    <a:pt x="49641" y="18881"/>
                  </a:lnTo>
                  <a:lnTo>
                    <a:pt x="49972" y="18695"/>
                  </a:lnTo>
                  <a:lnTo>
                    <a:pt x="50303" y="18508"/>
                  </a:lnTo>
                  <a:lnTo>
                    <a:pt x="50633" y="18322"/>
                  </a:lnTo>
                  <a:lnTo>
                    <a:pt x="50964" y="18136"/>
                  </a:lnTo>
                  <a:lnTo>
                    <a:pt x="51295" y="17950"/>
                  </a:lnTo>
                  <a:lnTo>
                    <a:pt x="51625" y="17764"/>
                  </a:lnTo>
                  <a:lnTo>
                    <a:pt x="51956" y="17577"/>
                  </a:lnTo>
                  <a:lnTo>
                    <a:pt x="52287" y="17391"/>
                  </a:lnTo>
                  <a:lnTo>
                    <a:pt x="52617" y="17204"/>
                  </a:lnTo>
                  <a:lnTo>
                    <a:pt x="52948" y="17018"/>
                  </a:lnTo>
                  <a:lnTo>
                    <a:pt x="53278" y="16831"/>
                  </a:lnTo>
                  <a:lnTo>
                    <a:pt x="53609" y="16645"/>
                  </a:lnTo>
                  <a:lnTo>
                    <a:pt x="53939" y="16458"/>
                  </a:lnTo>
                  <a:lnTo>
                    <a:pt x="54269" y="16271"/>
                  </a:lnTo>
                  <a:lnTo>
                    <a:pt x="54600" y="16084"/>
                  </a:lnTo>
                  <a:lnTo>
                    <a:pt x="54930" y="15898"/>
                  </a:lnTo>
                  <a:lnTo>
                    <a:pt x="55260" y="15711"/>
                  </a:lnTo>
                  <a:lnTo>
                    <a:pt x="55591" y="15524"/>
                  </a:lnTo>
                  <a:lnTo>
                    <a:pt x="55921" y="15337"/>
                  </a:lnTo>
                  <a:lnTo>
                    <a:pt x="56251" y="15150"/>
                  </a:lnTo>
                  <a:lnTo>
                    <a:pt x="56581" y="14962"/>
                  </a:lnTo>
                  <a:lnTo>
                    <a:pt x="56911" y="14775"/>
                  </a:lnTo>
                  <a:lnTo>
                    <a:pt x="57242" y="14588"/>
                  </a:lnTo>
                  <a:lnTo>
                    <a:pt x="57572" y="14401"/>
                  </a:lnTo>
                  <a:lnTo>
                    <a:pt x="57902" y="14213"/>
                  </a:lnTo>
                  <a:lnTo>
                    <a:pt x="58232" y="14026"/>
                  </a:lnTo>
                  <a:lnTo>
                    <a:pt x="58562" y="13838"/>
                  </a:lnTo>
                  <a:lnTo>
                    <a:pt x="58892" y="13651"/>
                  </a:lnTo>
                  <a:lnTo>
                    <a:pt x="59221" y="13463"/>
                  </a:lnTo>
                  <a:lnTo>
                    <a:pt x="59551" y="13276"/>
                  </a:lnTo>
                  <a:lnTo>
                    <a:pt x="59881" y="13088"/>
                  </a:lnTo>
                  <a:lnTo>
                    <a:pt x="60211" y="12900"/>
                  </a:lnTo>
                  <a:lnTo>
                    <a:pt x="60541" y="12712"/>
                  </a:lnTo>
                  <a:lnTo>
                    <a:pt x="60871" y="12524"/>
                  </a:lnTo>
                  <a:lnTo>
                    <a:pt x="61200" y="12336"/>
                  </a:lnTo>
                  <a:lnTo>
                    <a:pt x="61530" y="12148"/>
                  </a:lnTo>
                  <a:lnTo>
                    <a:pt x="61860" y="11960"/>
                  </a:lnTo>
                  <a:lnTo>
                    <a:pt x="62189" y="11772"/>
                  </a:lnTo>
                  <a:lnTo>
                    <a:pt x="62519" y="11584"/>
                  </a:lnTo>
                  <a:lnTo>
                    <a:pt x="62848" y="11396"/>
                  </a:lnTo>
                  <a:lnTo>
                    <a:pt x="63178" y="11208"/>
                  </a:lnTo>
                  <a:lnTo>
                    <a:pt x="63507" y="11019"/>
                  </a:lnTo>
                  <a:lnTo>
                    <a:pt x="63837" y="10831"/>
                  </a:lnTo>
                  <a:lnTo>
                    <a:pt x="64166" y="10642"/>
                  </a:lnTo>
                  <a:lnTo>
                    <a:pt x="64496" y="10454"/>
                  </a:lnTo>
                  <a:lnTo>
                    <a:pt x="64825" y="10265"/>
                  </a:lnTo>
                  <a:lnTo>
                    <a:pt x="65154" y="10077"/>
                  </a:lnTo>
                  <a:lnTo>
                    <a:pt x="65484" y="9888"/>
                  </a:lnTo>
                  <a:lnTo>
                    <a:pt x="65813" y="9699"/>
                  </a:lnTo>
                  <a:lnTo>
                    <a:pt x="66142" y="9511"/>
                  </a:lnTo>
                  <a:lnTo>
                    <a:pt x="66471" y="9322"/>
                  </a:lnTo>
                  <a:lnTo>
                    <a:pt x="66801" y="9133"/>
                  </a:lnTo>
                  <a:lnTo>
                    <a:pt x="67130" y="8944"/>
                  </a:lnTo>
                  <a:lnTo>
                    <a:pt x="67459" y="8755"/>
                  </a:lnTo>
                  <a:lnTo>
                    <a:pt x="67788" y="8566"/>
                  </a:lnTo>
                  <a:lnTo>
                    <a:pt x="68117" y="8377"/>
                  </a:lnTo>
                  <a:lnTo>
                    <a:pt x="68446" y="8187"/>
                  </a:lnTo>
                  <a:lnTo>
                    <a:pt x="68775" y="7998"/>
                  </a:lnTo>
                  <a:lnTo>
                    <a:pt x="69104" y="7809"/>
                  </a:lnTo>
                  <a:lnTo>
                    <a:pt x="69433" y="7620"/>
                  </a:lnTo>
                  <a:lnTo>
                    <a:pt x="69762" y="7430"/>
                  </a:lnTo>
                  <a:lnTo>
                    <a:pt x="70090" y="7241"/>
                  </a:lnTo>
                  <a:lnTo>
                    <a:pt x="70419" y="7051"/>
                  </a:lnTo>
                  <a:lnTo>
                    <a:pt x="70748" y="6862"/>
                  </a:lnTo>
                  <a:lnTo>
                    <a:pt x="71077" y="6672"/>
                  </a:lnTo>
                  <a:lnTo>
                    <a:pt x="71406" y="6482"/>
                  </a:lnTo>
                  <a:lnTo>
                    <a:pt x="71734" y="6293"/>
                  </a:lnTo>
                  <a:lnTo>
                    <a:pt x="72063" y="6103"/>
                  </a:lnTo>
                  <a:lnTo>
                    <a:pt x="72391" y="5913"/>
                  </a:lnTo>
                  <a:lnTo>
                    <a:pt x="72720" y="5723"/>
                  </a:lnTo>
                  <a:lnTo>
                    <a:pt x="73049" y="5533"/>
                  </a:lnTo>
                  <a:lnTo>
                    <a:pt x="73377" y="5343"/>
                  </a:lnTo>
                  <a:lnTo>
                    <a:pt x="73706" y="5153"/>
                  </a:lnTo>
                  <a:lnTo>
                    <a:pt x="74034" y="4963"/>
                  </a:lnTo>
                  <a:lnTo>
                    <a:pt x="74363" y="4773"/>
                  </a:lnTo>
                  <a:lnTo>
                    <a:pt x="74691" y="4582"/>
                  </a:lnTo>
                  <a:lnTo>
                    <a:pt x="75019" y="4392"/>
                  </a:lnTo>
                  <a:lnTo>
                    <a:pt x="75348" y="4202"/>
                  </a:lnTo>
                  <a:lnTo>
                    <a:pt x="75676" y="4011"/>
                  </a:lnTo>
                  <a:lnTo>
                    <a:pt x="76004" y="3821"/>
                  </a:lnTo>
                  <a:lnTo>
                    <a:pt x="76332" y="3630"/>
                  </a:lnTo>
                  <a:lnTo>
                    <a:pt x="76661" y="3440"/>
                  </a:lnTo>
                  <a:lnTo>
                    <a:pt x="76989" y="3249"/>
                  </a:lnTo>
                  <a:lnTo>
                    <a:pt x="77317" y="3058"/>
                  </a:lnTo>
                  <a:lnTo>
                    <a:pt x="77645" y="2868"/>
                  </a:lnTo>
                  <a:lnTo>
                    <a:pt x="77973" y="2677"/>
                  </a:lnTo>
                  <a:lnTo>
                    <a:pt x="78301" y="2486"/>
                  </a:lnTo>
                  <a:lnTo>
                    <a:pt x="78629" y="2295"/>
                  </a:lnTo>
                  <a:lnTo>
                    <a:pt x="78957" y="2104"/>
                  </a:lnTo>
                  <a:lnTo>
                    <a:pt x="79285" y="1913"/>
                  </a:lnTo>
                  <a:lnTo>
                    <a:pt x="79613" y="1722"/>
                  </a:lnTo>
                  <a:lnTo>
                    <a:pt x="79941" y="1531"/>
                  </a:lnTo>
                  <a:lnTo>
                    <a:pt x="80269" y="1340"/>
                  </a:lnTo>
                  <a:lnTo>
                    <a:pt x="80596" y="1148"/>
                  </a:lnTo>
                  <a:lnTo>
                    <a:pt x="80924" y="957"/>
                  </a:lnTo>
                  <a:lnTo>
                    <a:pt x="81252" y="766"/>
                  </a:lnTo>
                  <a:lnTo>
                    <a:pt x="81580" y="574"/>
                  </a:lnTo>
                  <a:lnTo>
                    <a:pt x="81907" y="383"/>
                  </a:lnTo>
                  <a:lnTo>
                    <a:pt x="82235" y="191"/>
                  </a:lnTo>
                  <a:lnTo>
                    <a:pt x="82562" y="0"/>
                  </a:lnTo>
                </a:path>
              </a:pathLst>
            </a:custGeom>
            <a:ln w="9143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l7174"/>
            <p:cNvSpPr/>
            <p:nvPr/>
          </p:nvSpPr>
          <p:spPr>
            <a:xfrm>
              <a:off x="7149195" y="5373310"/>
              <a:ext cx="84003" cy="46761"/>
            </a:xfrm>
            <a:custGeom>
              <a:avLst/>
              <a:pathLst>
                <a:path w="84003" h="46761">
                  <a:moveTo>
                    <a:pt x="0" y="46761"/>
                  </a:moveTo>
                  <a:lnTo>
                    <a:pt x="341" y="46581"/>
                  </a:lnTo>
                  <a:lnTo>
                    <a:pt x="682" y="46400"/>
                  </a:lnTo>
                  <a:lnTo>
                    <a:pt x="1023" y="46219"/>
                  </a:lnTo>
                  <a:lnTo>
                    <a:pt x="1365" y="46038"/>
                  </a:lnTo>
                  <a:lnTo>
                    <a:pt x="1706" y="45858"/>
                  </a:lnTo>
                  <a:lnTo>
                    <a:pt x="2047" y="45677"/>
                  </a:lnTo>
                  <a:lnTo>
                    <a:pt x="2388" y="45496"/>
                  </a:lnTo>
                  <a:lnTo>
                    <a:pt x="2729" y="45315"/>
                  </a:lnTo>
                  <a:lnTo>
                    <a:pt x="3070" y="45134"/>
                  </a:lnTo>
                  <a:lnTo>
                    <a:pt x="3411" y="44953"/>
                  </a:lnTo>
                  <a:lnTo>
                    <a:pt x="3752" y="44771"/>
                  </a:lnTo>
                  <a:lnTo>
                    <a:pt x="4093" y="44590"/>
                  </a:lnTo>
                  <a:lnTo>
                    <a:pt x="4434" y="44409"/>
                  </a:lnTo>
                  <a:lnTo>
                    <a:pt x="4775" y="44228"/>
                  </a:lnTo>
                  <a:lnTo>
                    <a:pt x="5116" y="44046"/>
                  </a:lnTo>
                  <a:lnTo>
                    <a:pt x="5457" y="43865"/>
                  </a:lnTo>
                  <a:lnTo>
                    <a:pt x="5797" y="43683"/>
                  </a:lnTo>
                  <a:lnTo>
                    <a:pt x="6138" y="43502"/>
                  </a:lnTo>
                  <a:lnTo>
                    <a:pt x="6479" y="43320"/>
                  </a:lnTo>
                  <a:lnTo>
                    <a:pt x="6820" y="43138"/>
                  </a:lnTo>
                  <a:lnTo>
                    <a:pt x="7160" y="42956"/>
                  </a:lnTo>
                  <a:lnTo>
                    <a:pt x="7501" y="42775"/>
                  </a:lnTo>
                  <a:lnTo>
                    <a:pt x="7842" y="42593"/>
                  </a:lnTo>
                  <a:lnTo>
                    <a:pt x="8182" y="42411"/>
                  </a:lnTo>
                  <a:lnTo>
                    <a:pt x="8523" y="42229"/>
                  </a:lnTo>
                  <a:lnTo>
                    <a:pt x="8863" y="42047"/>
                  </a:lnTo>
                  <a:lnTo>
                    <a:pt x="9204" y="41865"/>
                  </a:lnTo>
                  <a:lnTo>
                    <a:pt x="9544" y="41682"/>
                  </a:lnTo>
                  <a:lnTo>
                    <a:pt x="9885" y="41500"/>
                  </a:lnTo>
                  <a:lnTo>
                    <a:pt x="10225" y="41318"/>
                  </a:lnTo>
                  <a:lnTo>
                    <a:pt x="10565" y="41135"/>
                  </a:lnTo>
                  <a:lnTo>
                    <a:pt x="10906" y="40953"/>
                  </a:lnTo>
                  <a:lnTo>
                    <a:pt x="11246" y="40771"/>
                  </a:lnTo>
                  <a:lnTo>
                    <a:pt x="11586" y="40588"/>
                  </a:lnTo>
                  <a:lnTo>
                    <a:pt x="11927" y="40406"/>
                  </a:lnTo>
                  <a:lnTo>
                    <a:pt x="12267" y="40223"/>
                  </a:lnTo>
                  <a:lnTo>
                    <a:pt x="12607" y="40040"/>
                  </a:lnTo>
                  <a:lnTo>
                    <a:pt x="12947" y="39857"/>
                  </a:lnTo>
                  <a:lnTo>
                    <a:pt x="13287" y="39675"/>
                  </a:lnTo>
                  <a:lnTo>
                    <a:pt x="13627" y="39492"/>
                  </a:lnTo>
                  <a:lnTo>
                    <a:pt x="13967" y="39309"/>
                  </a:lnTo>
                  <a:lnTo>
                    <a:pt x="14307" y="39126"/>
                  </a:lnTo>
                  <a:lnTo>
                    <a:pt x="14647" y="38943"/>
                  </a:lnTo>
                  <a:lnTo>
                    <a:pt x="14987" y="38760"/>
                  </a:lnTo>
                  <a:lnTo>
                    <a:pt x="15327" y="38576"/>
                  </a:lnTo>
                  <a:lnTo>
                    <a:pt x="15667" y="38393"/>
                  </a:lnTo>
                  <a:lnTo>
                    <a:pt x="16007" y="38210"/>
                  </a:lnTo>
                  <a:lnTo>
                    <a:pt x="16347" y="38027"/>
                  </a:lnTo>
                  <a:lnTo>
                    <a:pt x="16687" y="37843"/>
                  </a:lnTo>
                  <a:lnTo>
                    <a:pt x="17027" y="37660"/>
                  </a:lnTo>
                  <a:lnTo>
                    <a:pt x="17366" y="37476"/>
                  </a:lnTo>
                  <a:lnTo>
                    <a:pt x="17706" y="37293"/>
                  </a:lnTo>
                  <a:lnTo>
                    <a:pt x="18046" y="37109"/>
                  </a:lnTo>
                  <a:lnTo>
                    <a:pt x="18385" y="36925"/>
                  </a:lnTo>
                  <a:lnTo>
                    <a:pt x="18725" y="36742"/>
                  </a:lnTo>
                  <a:lnTo>
                    <a:pt x="19064" y="36558"/>
                  </a:lnTo>
                  <a:lnTo>
                    <a:pt x="19404" y="36374"/>
                  </a:lnTo>
                  <a:lnTo>
                    <a:pt x="19744" y="36190"/>
                  </a:lnTo>
                  <a:lnTo>
                    <a:pt x="20083" y="36006"/>
                  </a:lnTo>
                  <a:lnTo>
                    <a:pt x="20423" y="35822"/>
                  </a:lnTo>
                  <a:lnTo>
                    <a:pt x="20762" y="35638"/>
                  </a:lnTo>
                  <a:lnTo>
                    <a:pt x="21101" y="35454"/>
                  </a:lnTo>
                  <a:lnTo>
                    <a:pt x="21441" y="35269"/>
                  </a:lnTo>
                  <a:lnTo>
                    <a:pt x="21780" y="35085"/>
                  </a:lnTo>
                  <a:lnTo>
                    <a:pt x="22119" y="34901"/>
                  </a:lnTo>
                  <a:lnTo>
                    <a:pt x="22459" y="34716"/>
                  </a:lnTo>
                  <a:lnTo>
                    <a:pt x="22798" y="34532"/>
                  </a:lnTo>
                  <a:lnTo>
                    <a:pt x="23137" y="34348"/>
                  </a:lnTo>
                  <a:lnTo>
                    <a:pt x="23476" y="34163"/>
                  </a:lnTo>
                  <a:lnTo>
                    <a:pt x="23815" y="33978"/>
                  </a:lnTo>
                  <a:lnTo>
                    <a:pt x="24154" y="33794"/>
                  </a:lnTo>
                  <a:lnTo>
                    <a:pt x="24494" y="33609"/>
                  </a:lnTo>
                  <a:lnTo>
                    <a:pt x="24833" y="33424"/>
                  </a:lnTo>
                  <a:lnTo>
                    <a:pt x="25172" y="33239"/>
                  </a:lnTo>
                  <a:lnTo>
                    <a:pt x="25511" y="33054"/>
                  </a:lnTo>
                  <a:lnTo>
                    <a:pt x="25850" y="32869"/>
                  </a:lnTo>
                  <a:lnTo>
                    <a:pt x="26188" y="32684"/>
                  </a:lnTo>
                  <a:lnTo>
                    <a:pt x="26527" y="32499"/>
                  </a:lnTo>
                  <a:lnTo>
                    <a:pt x="26866" y="32314"/>
                  </a:lnTo>
                  <a:lnTo>
                    <a:pt x="27205" y="32129"/>
                  </a:lnTo>
                  <a:lnTo>
                    <a:pt x="27544" y="31944"/>
                  </a:lnTo>
                  <a:lnTo>
                    <a:pt x="27883" y="31758"/>
                  </a:lnTo>
                  <a:lnTo>
                    <a:pt x="28221" y="31573"/>
                  </a:lnTo>
                  <a:lnTo>
                    <a:pt x="28560" y="31388"/>
                  </a:lnTo>
                  <a:lnTo>
                    <a:pt x="28899" y="31202"/>
                  </a:lnTo>
                  <a:lnTo>
                    <a:pt x="29237" y="31016"/>
                  </a:lnTo>
                  <a:lnTo>
                    <a:pt x="29576" y="30831"/>
                  </a:lnTo>
                  <a:lnTo>
                    <a:pt x="29915" y="30645"/>
                  </a:lnTo>
                  <a:lnTo>
                    <a:pt x="30253" y="30459"/>
                  </a:lnTo>
                  <a:lnTo>
                    <a:pt x="30592" y="30274"/>
                  </a:lnTo>
                  <a:lnTo>
                    <a:pt x="30930" y="30088"/>
                  </a:lnTo>
                  <a:lnTo>
                    <a:pt x="31268" y="29902"/>
                  </a:lnTo>
                  <a:lnTo>
                    <a:pt x="31607" y="29716"/>
                  </a:lnTo>
                  <a:lnTo>
                    <a:pt x="31945" y="29530"/>
                  </a:lnTo>
                  <a:lnTo>
                    <a:pt x="32284" y="29344"/>
                  </a:lnTo>
                  <a:lnTo>
                    <a:pt x="32622" y="29158"/>
                  </a:lnTo>
                  <a:lnTo>
                    <a:pt x="32960" y="28972"/>
                  </a:lnTo>
                  <a:lnTo>
                    <a:pt x="33298" y="28785"/>
                  </a:lnTo>
                  <a:lnTo>
                    <a:pt x="33637" y="28599"/>
                  </a:lnTo>
                  <a:lnTo>
                    <a:pt x="33975" y="28413"/>
                  </a:lnTo>
                  <a:lnTo>
                    <a:pt x="34313" y="28226"/>
                  </a:lnTo>
                  <a:lnTo>
                    <a:pt x="34651" y="28040"/>
                  </a:lnTo>
                  <a:lnTo>
                    <a:pt x="34989" y="27853"/>
                  </a:lnTo>
                  <a:lnTo>
                    <a:pt x="35327" y="27667"/>
                  </a:lnTo>
                  <a:lnTo>
                    <a:pt x="35665" y="27480"/>
                  </a:lnTo>
                  <a:lnTo>
                    <a:pt x="36003" y="27293"/>
                  </a:lnTo>
                  <a:lnTo>
                    <a:pt x="36341" y="27106"/>
                  </a:lnTo>
                  <a:lnTo>
                    <a:pt x="36679" y="26920"/>
                  </a:lnTo>
                  <a:lnTo>
                    <a:pt x="37017" y="26733"/>
                  </a:lnTo>
                  <a:lnTo>
                    <a:pt x="37355" y="26546"/>
                  </a:lnTo>
                  <a:lnTo>
                    <a:pt x="37693" y="26359"/>
                  </a:lnTo>
                  <a:lnTo>
                    <a:pt x="38031" y="26172"/>
                  </a:lnTo>
                  <a:lnTo>
                    <a:pt x="38368" y="25985"/>
                  </a:lnTo>
                  <a:lnTo>
                    <a:pt x="38706" y="25797"/>
                  </a:lnTo>
                  <a:lnTo>
                    <a:pt x="39044" y="25610"/>
                  </a:lnTo>
                  <a:lnTo>
                    <a:pt x="39382" y="25423"/>
                  </a:lnTo>
                  <a:lnTo>
                    <a:pt x="39719" y="25236"/>
                  </a:lnTo>
                  <a:lnTo>
                    <a:pt x="40057" y="25048"/>
                  </a:lnTo>
                  <a:lnTo>
                    <a:pt x="40394" y="24861"/>
                  </a:lnTo>
                  <a:lnTo>
                    <a:pt x="40732" y="24673"/>
                  </a:lnTo>
                  <a:lnTo>
                    <a:pt x="41069" y="24486"/>
                  </a:lnTo>
                  <a:lnTo>
                    <a:pt x="41407" y="24298"/>
                  </a:lnTo>
                  <a:lnTo>
                    <a:pt x="41744" y="24110"/>
                  </a:lnTo>
                  <a:lnTo>
                    <a:pt x="42082" y="23922"/>
                  </a:lnTo>
                  <a:lnTo>
                    <a:pt x="42419" y="23735"/>
                  </a:lnTo>
                  <a:lnTo>
                    <a:pt x="42757" y="23547"/>
                  </a:lnTo>
                  <a:lnTo>
                    <a:pt x="43094" y="23359"/>
                  </a:lnTo>
                  <a:lnTo>
                    <a:pt x="43431" y="23171"/>
                  </a:lnTo>
                  <a:lnTo>
                    <a:pt x="43768" y="22983"/>
                  </a:lnTo>
                  <a:lnTo>
                    <a:pt x="44106" y="22795"/>
                  </a:lnTo>
                  <a:lnTo>
                    <a:pt x="44443" y="22607"/>
                  </a:lnTo>
                  <a:lnTo>
                    <a:pt x="44780" y="22418"/>
                  </a:lnTo>
                  <a:lnTo>
                    <a:pt x="45117" y="22230"/>
                  </a:lnTo>
                  <a:lnTo>
                    <a:pt x="45454" y="22042"/>
                  </a:lnTo>
                  <a:lnTo>
                    <a:pt x="45791" y="21853"/>
                  </a:lnTo>
                  <a:lnTo>
                    <a:pt x="46128" y="21665"/>
                  </a:lnTo>
                  <a:lnTo>
                    <a:pt x="46465" y="21476"/>
                  </a:lnTo>
                  <a:lnTo>
                    <a:pt x="46802" y="21288"/>
                  </a:lnTo>
                  <a:lnTo>
                    <a:pt x="47139" y="21099"/>
                  </a:lnTo>
                  <a:lnTo>
                    <a:pt x="47476" y="20911"/>
                  </a:lnTo>
                  <a:lnTo>
                    <a:pt x="47813" y="20722"/>
                  </a:lnTo>
                  <a:lnTo>
                    <a:pt x="48150" y="20533"/>
                  </a:lnTo>
                  <a:lnTo>
                    <a:pt x="48487" y="20344"/>
                  </a:lnTo>
                  <a:lnTo>
                    <a:pt x="48823" y="20155"/>
                  </a:lnTo>
                  <a:lnTo>
                    <a:pt x="49160" y="19966"/>
                  </a:lnTo>
                  <a:lnTo>
                    <a:pt x="49497" y="19777"/>
                  </a:lnTo>
                  <a:lnTo>
                    <a:pt x="49834" y="19588"/>
                  </a:lnTo>
                  <a:lnTo>
                    <a:pt x="50170" y="19399"/>
                  </a:lnTo>
                  <a:lnTo>
                    <a:pt x="50507" y="19210"/>
                  </a:lnTo>
                  <a:lnTo>
                    <a:pt x="50843" y="19021"/>
                  </a:lnTo>
                  <a:lnTo>
                    <a:pt x="51180" y="18831"/>
                  </a:lnTo>
                  <a:lnTo>
                    <a:pt x="51516" y="18642"/>
                  </a:lnTo>
                  <a:lnTo>
                    <a:pt x="51853" y="18452"/>
                  </a:lnTo>
                  <a:lnTo>
                    <a:pt x="52189" y="18263"/>
                  </a:lnTo>
                  <a:lnTo>
                    <a:pt x="52526" y="18073"/>
                  </a:lnTo>
                  <a:lnTo>
                    <a:pt x="52862" y="17884"/>
                  </a:lnTo>
                  <a:lnTo>
                    <a:pt x="53199" y="17694"/>
                  </a:lnTo>
                  <a:lnTo>
                    <a:pt x="53535" y="17504"/>
                  </a:lnTo>
                  <a:lnTo>
                    <a:pt x="53871" y="17315"/>
                  </a:lnTo>
                  <a:lnTo>
                    <a:pt x="54207" y="17125"/>
                  </a:lnTo>
                  <a:lnTo>
                    <a:pt x="54544" y="16935"/>
                  </a:lnTo>
                  <a:lnTo>
                    <a:pt x="54880" y="16745"/>
                  </a:lnTo>
                  <a:lnTo>
                    <a:pt x="55216" y="16555"/>
                  </a:lnTo>
                  <a:lnTo>
                    <a:pt x="55552" y="16365"/>
                  </a:lnTo>
                  <a:lnTo>
                    <a:pt x="55888" y="16175"/>
                  </a:lnTo>
                  <a:lnTo>
                    <a:pt x="56224" y="15985"/>
                  </a:lnTo>
                  <a:lnTo>
                    <a:pt x="56560" y="15794"/>
                  </a:lnTo>
                  <a:lnTo>
                    <a:pt x="56896" y="15604"/>
                  </a:lnTo>
                  <a:lnTo>
                    <a:pt x="57232" y="15414"/>
                  </a:lnTo>
                  <a:lnTo>
                    <a:pt x="57568" y="15223"/>
                  </a:lnTo>
                  <a:lnTo>
                    <a:pt x="57904" y="15033"/>
                  </a:lnTo>
                  <a:lnTo>
                    <a:pt x="58240" y="14842"/>
                  </a:lnTo>
                  <a:lnTo>
                    <a:pt x="58576" y="14652"/>
                  </a:lnTo>
                  <a:lnTo>
                    <a:pt x="58912" y="14461"/>
                  </a:lnTo>
                  <a:lnTo>
                    <a:pt x="59247" y="14270"/>
                  </a:lnTo>
                  <a:lnTo>
                    <a:pt x="59583" y="14080"/>
                  </a:lnTo>
                  <a:lnTo>
                    <a:pt x="59919" y="13889"/>
                  </a:lnTo>
                  <a:lnTo>
                    <a:pt x="60254" y="13698"/>
                  </a:lnTo>
                  <a:lnTo>
                    <a:pt x="60590" y="13507"/>
                  </a:lnTo>
                  <a:lnTo>
                    <a:pt x="60926" y="13316"/>
                  </a:lnTo>
                  <a:lnTo>
                    <a:pt x="61261" y="13125"/>
                  </a:lnTo>
                  <a:lnTo>
                    <a:pt x="61597" y="12934"/>
                  </a:lnTo>
                  <a:lnTo>
                    <a:pt x="61932" y="12743"/>
                  </a:lnTo>
                  <a:lnTo>
                    <a:pt x="62268" y="12552"/>
                  </a:lnTo>
                  <a:lnTo>
                    <a:pt x="62603" y="12360"/>
                  </a:lnTo>
                  <a:lnTo>
                    <a:pt x="62939" y="12169"/>
                  </a:lnTo>
                  <a:lnTo>
                    <a:pt x="63274" y="11978"/>
                  </a:lnTo>
                  <a:lnTo>
                    <a:pt x="63609" y="11786"/>
                  </a:lnTo>
                  <a:lnTo>
                    <a:pt x="63945" y="11595"/>
                  </a:lnTo>
                  <a:lnTo>
                    <a:pt x="64280" y="11403"/>
                  </a:lnTo>
                  <a:lnTo>
                    <a:pt x="64615" y="11211"/>
                  </a:lnTo>
                  <a:lnTo>
                    <a:pt x="64950" y="11020"/>
                  </a:lnTo>
                  <a:lnTo>
                    <a:pt x="65285" y="10828"/>
                  </a:lnTo>
                  <a:lnTo>
                    <a:pt x="65621" y="10636"/>
                  </a:lnTo>
                  <a:lnTo>
                    <a:pt x="65956" y="10444"/>
                  </a:lnTo>
                  <a:lnTo>
                    <a:pt x="66291" y="10253"/>
                  </a:lnTo>
                  <a:lnTo>
                    <a:pt x="66626" y="10061"/>
                  </a:lnTo>
                  <a:lnTo>
                    <a:pt x="66961" y="9869"/>
                  </a:lnTo>
                  <a:lnTo>
                    <a:pt x="67296" y="9676"/>
                  </a:lnTo>
                  <a:lnTo>
                    <a:pt x="67631" y="9484"/>
                  </a:lnTo>
                  <a:lnTo>
                    <a:pt x="67966" y="9292"/>
                  </a:lnTo>
                  <a:lnTo>
                    <a:pt x="68301" y="9100"/>
                  </a:lnTo>
                  <a:lnTo>
                    <a:pt x="68635" y="8908"/>
                  </a:lnTo>
                  <a:lnTo>
                    <a:pt x="68970" y="8715"/>
                  </a:lnTo>
                  <a:lnTo>
                    <a:pt x="69305" y="8523"/>
                  </a:lnTo>
                  <a:lnTo>
                    <a:pt x="69640" y="8330"/>
                  </a:lnTo>
                  <a:lnTo>
                    <a:pt x="69974" y="8138"/>
                  </a:lnTo>
                  <a:lnTo>
                    <a:pt x="70309" y="7945"/>
                  </a:lnTo>
                  <a:lnTo>
                    <a:pt x="70644" y="7753"/>
                  </a:lnTo>
                  <a:lnTo>
                    <a:pt x="70978" y="7560"/>
                  </a:lnTo>
                  <a:lnTo>
                    <a:pt x="71313" y="7367"/>
                  </a:lnTo>
                  <a:lnTo>
                    <a:pt x="71648" y="7174"/>
                  </a:lnTo>
                  <a:lnTo>
                    <a:pt x="71982" y="6981"/>
                  </a:lnTo>
                  <a:lnTo>
                    <a:pt x="72317" y="6788"/>
                  </a:lnTo>
                  <a:lnTo>
                    <a:pt x="72651" y="6595"/>
                  </a:lnTo>
                  <a:lnTo>
                    <a:pt x="72985" y="6402"/>
                  </a:lnTo>
                  <a:lnTo>
                    <a:pt x="73320" y="6209"/>
                  </a:lnTo>
                  <a:lnTo>
                    <a:pt x="73654" y="6016"/>
                  </a:lnTo>
                  <a:lnTo>
                    <a:pt x="73988" y="5823"/>
                  </a:lnTo>
                  <a:lnTo>
                    <a:pt x="74323" y="5630"/>
                  </a:lnTo>
                  <a:lnTo>
                    <a:pt x="74657" y="5436"/>
                  </a:lnTo>
                  <a:lnTo>
                    <a:pt x="74991" y="5243"/>
                  </a:lnTo>
                  <a:lnTo>
                    <a:pt x="75325" y="5049"/>
                  </a:lnTo>
                  <a:lnTo>
                    <a:pt x="75660" y="4856"/>
                  </a:lnTo>
                  <a:lnTo>
                    <a:pt x="75994" y="4662"/>
                  </a:lnTo>
                  <a:lnTo>
                    <a:pt x="76328" y="4469"/>
                  </a:lnTo>
                  <a:lnTo>
                    <a:pt x="76662" y="4275"/>
                  </a:lnTo>
                  <a:lnTo>
                    <a:pt x="76996" y="4081"/>
                  </a:lnTo>
                  <a:lnTo>
                    <a:pt x="77330" y="3887"/>
                  </a:lnTo>
                  <a:lnTo>
                    <a:pt x="77664" y="3694"/>
                  </a:lnTo>
                  <a:lnTo>
                    <a:pt x="77998" y="3500"/>
                  </a:lnTo>
                  <a:lnTo>
                    <a:pt x="78332" y="3306"/>
                  </a:lnTo>
                  <a:lnTo>
                    <a:pt x="78665" y="3112"/>
                  </a:lnTo>
                  <a:lnTo>
                    <a:pt x="78999" y="2918"/>
                  </a:lnTo>
                  <a:lnTo>
                    <a:pt x="79333" y="2723"/>
                  </a:lnTo>
                  <a:lnTo>
                    <a:pt x="79667" y="2529"/>
                  </a:lnTo>
                  <a:lnTo>
                    <a:pt x="80000" y="2335"/>
                  </a:lnTo>
                  <a:lnTo>
                    <a:pt x="80334" y="2141"/>
                  </a:lnTo>
                  <a:lnTo>
                    <a:pt x="80668" y="1946"/>
                  </a:lnTo>
                  <a:lnTo>
                    <a:pt x="81001" y="1752"/>
                  </a:lnTo>
                  <a:lnTo>
                    <a:pt x="81335" y="1557"/>
                  </a:lnTo>
                  <a:lnTo>
                    <a:pt x="81669" y="1363"/>
                  </a:lnTo>
                  <a:lnTo>
                    <a:pt x="82002" y="1168"/>
                  </a:lnTo>
                  <a:lnTo>
                    <a:pt x="82336" y="974"/>
                  </a:lnTo>
                  <a:lnTo>
                    <a:pt x="82669" y="779"/>
                  </a:lnTo>
                  <a:lnTo>
                    <a:pt x="83002" y="584"/>
                  </a:lnTo>
                  <a:lnTo>
                    <a:pt x="83336" y="389"/>
                  </a:lnTo>
                  <a:lnTo>
                    <a:pt x="83669" y="194"/>
                  </a:lnTo>
                  <a:lnTo>
                    <a:pt x="84003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l717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91439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l7176"/>
            <p:cNvSpPr/>
            <p:nvPr/>
          </p:nvSpPr>
          <p:spPr>
            <a:xfrm>
              <a:off x="5216105" y="5502635"/>
              <a:ext cx="17734" cy="7434"/>
            </a:xfrm>
            <a:custGeom>
              <a:avLst/>
              <a:pathLst>
                <a:path w="17734" h="7434">
                  <a:moveTo>
                    <a:pt x="0" y="0"/>
                  </a:moveTo>
                  <a:lnTo>
                    <a:pt x="71" y="30"/>
                  </a:lnTo>
                  <a:lnTo>
                    <a:pt x="142" y="60"/>
                  </a:lnTo>
                  <a:lnTo>
                    <a:pt x="213" y="90"/>
                  </a:lnTo>
                  <a:lnTo>
                    <a:pt x="284" y="120"/>
                  </a:lnTo>
                  <a:lnTo>
                    <a:pt x="355" y="150"/>
                  </a:lnTo>
                  <a:lnTo>
                    <a:pt x="426" y="180"/>
                  </a:lnTo>
                  <a:lnTo>
                    <a:pt x="497" y="211"/>
                  </a:lnTo>
                  <a:lnTo>
                    <a:pt x="568" y="241"/>
                  </a:lnTo>
                  <a:lnTo>
                    <a:pt x="639" y="271"/>
                  </a:lnTo>
                  <a:lnTo>
                    <a:pt x="710" y="301"/>
                  </a:lnTo>
                  <a:lnTo>
                    <a:pt x="782" y="331"/>
                  </a:lnTo>
                  <a:lnTo>
                    <a:pt x="853" y="361"/>
                  </a:lnTo>
                  <a:lnTo>
                    <a:pt x="924" y="391"/>
                  </a:lnTo>
                  <a:lnTo>
                    <a:pt x="995" y="422"/>
                  </a:lnTo>
                  <a:lnTo>
                    <a:pt x="1066" y="452"/>
                  </a:lnTo>
                  <a:lnTo>
                    <a:pt x="1137" y="482"/>
                  </a:lnTo>
                  <a:lnTo>
                    <a:pt x="1208" y="512"/>
                  </a:lnTo>
                  <a:lnTo>
                    <a:pt x="1279" y="542"/>
                  </a:lnTo>
                  <a:lnTo>
                    <a:pt x="1350" y="572"/>
                  </a:lnTo>
                  <a:lnTo>
                    <a:pt x="1422" y="602"/>
                  </a:lnTo>
                  <a:lnTo>
                    <a:pt x="1493" y="632"/>
                  </a:lnTo>
                  <a:lnTo>
                    <a:pt x="1564" y="662"/>
                  </a:lnTo>
                  <a:lnTo>
                    <a:pt x="1635" y="693"/>
                  </a:lnTo>
                  <a:lnTo>
                    <a:pt x="1706" y="723"/>
                  </a:lnTo>
                  <a:lnTo>
                    <a:pt x="1777" y="753"/>
                  </a:lnTo>
                  <a:lnTo>
                    <a:pt x="1848" y="783"/>
                  </a:lnTo>
                  <a:lnTo>
                    <a:pt x="1919" y="813"/>
                  </a:lnTo>
                  <a:lnTo>
                    <a:pt x="1991" y="843"/>
                  </a:lnTo>
                  <a:lnTo>
                    <a:pt x="2062" y="873"/>
                  </a:lnTo>
                  <a:lnTo>
                    <a:pt x="2133" y="903"/>
                  </a:lnTo>
                  <a:lnTo>
                    <a:pt x="2204" y="933"/>
                  </a:lnTo>
                  <a:lnTo>
                    <a:pt x="2275" y="963"/>
                  </a:lnTo>
                  <a:lnTo>
                    <a:pt x="2346" y="994"/>
                  </a:lnTo>
                  <a:lnTo>
                    <a:pt x="2417" y="1024"/>
                  </a:lnTo>
                  <a:lnTo>
                    <a:pt x="2488" y="1054"/>
                  </a:lnTo>
                  <a:lnTo>
                    <a:pt x="2560" y="1084"/>
                  </a:lnTo>
                  <a:lnTo>
                    <a:pt x="2631" y="1114"/>
                  </a:lnTo>
                  <a:lnTo>
                    <a:pt x="2702" y="1144"/>
                  </a:lnTo>
                  <a:lnTo>
                    <a:pt x="2773" y="1174"/>
                  </a:lnTo>
                  <a:lnTo>
                    <a:pt x="2844" y="1204"/>
                  </a:lnTo>
                  <a:lnTo>
                    <a:pt x="2915" y="1234"/>
                  </a:lnTo>
                  <a:lnTo>
                    <a:pt x="2986" y="1264"/>
                  </a:lnTo>
                  <a:lnTo>
                    <a:pt x="3058" y="1294"/>
                  </a:lnTo>
                  <a:lnTo>
                    <a:pt x="3129" y="1324"/>
                  </a:lnTo>
                  <a:lnTo>
                    <a:pt x="3200" y="1354"/>
                  </a:lnTo>
                  <a:lnTo>
                    <a:pt x="3271" y="1384"/>
                  </a:lnTo>
                  <a:lnTo>
                    <a:pt x="3342" y="1414"/>
                  </a:lnTo>
                  <a:lnTo>
                    <a:pt x="3413" y="1444"/>
                  </a:lnTo>
                  <a:lnTo>
                    <a:pt x="3484" y="1475"/>
                  </a:lnTo>
                  <a:lnTo>
                    <a:pt x="3556" y="1505"/>
                  </a:lnTo>
                  <a:lnTo>
                    <a:pt x="3627" y="1535"/>
                  </a:lnTo>
                  <a:lnTo>
                    <a:pt x="3698" y="1565"/>
                  </a:lnTo>
                  <a:lnTo>
                    <a:pt x="3769" y="1595"/>
                  </a:lnTo>
                  <a:lnTo>
                    <a:pt x="3840" y="1625"/>
                  </a:lnTo>
                  <a:lnTo>
                    <a:pt x="3911" y="1655"/>
                  </a:lnTo>
                  <a:lnTo>
                    <a:pt x="3982" y="1685"/>
                  </a:lnTo>
                  <a:lnTo>
                    <a:pt x="4054" y="1715"/>
                  </a:lnTo>
                  <a:lnTo>
                    <a:pt x="4125" y="1745"/>
                  </a:lnTo>
                  <a:lnTo>
                    <a:pt x="4196" y="1775"/>
                  </a:lnTo>
                  <a:lnTo>
                    <a:pt x="4267" y="1805"/>
                  </a:lnTo>
                  <a:lnTo>
                    <a:pt x="4338" y="1835"/>
                  </a:lnTo>
                  <a:lnTo>
                    <a:pt x="4409" y="1865"/>
                  </a:lnTo>
                  <a:lnTo>
                    <a:pt x="4480" y="1895"/>
                  </a:lnTo>
                  <a:lnTo>
                    <a:pt x="4552" y="1925"/>
                  </a:lnTo>
                  <a:lnTo>
                    <a:pt x="4623" y="1955"/>
                  </a:lnTo>
                  <a:lnTo>
                    <a:pt x="4694" y="1985"/>
                  </a:lnTo>
                  <a:lnTo>
                    <a:pt x="4765" y="2015"/>
                  </a:lnTo>
                  <a:lnTo>
                    <a:pt x="4836" y="2045"/>
                  </a:lnTo>
                  <a:lnTo>
                    <a:pt x="4907" y="2075"/>
                  </a:lnTo>
                  <a:lnTo>
                    <a:pt x="4979" y="2105"/>
                  </a:lnTo>
                  <a:lnTo>
                    <a:pt x="5050" y="2135"/>
                  </a:lnTo>
                  <a:lnTo>
                    <a:pt x="5121" y="2165"/>
                  </a:lnTo>
                  <a:lnTo>
                    <a:pt x="5192" y="2195"/>
                  </a:lnTo>
                  <a:lnTo>
                    <a:pt x="5263" y="2225"/>
                  </a:lnTo>
                  <a:lnTo>
                    <a:pt x="5334" y="2255"/>
                  </a:lnTo>
                  <a:lnTo>
                    <a:pt x="5406" y="2285"/>
                  </a:lnTo>
                  <a:lnTo>
                    <a:pt x="5477" y="2315"/>
                  </a:lnTo>
                  <a:lnTo>
                    <a:pt x="5548" y="2345"/>
                  </a:lnTo>
                  <a:lnTo>
                    <a:pt x="5619" y="2375"/>
                  </a:lnTo>
                  <a:lnTo>
                    <a:pt x="5690" y="2405"/>
                  </a:lnTo>
                  <a:lnTo>
                    <a:pt x="5762" y="2435"/>
                  </a:lnTo>
                  <a:lnTo>
                    <a:pt x="5833" y="2465"/>
                  </a:lnTo>
                  <a:lnTo>
                    <a:pt x="5904" y="2495"/>
                  </a:lnTo>
                  <a:lnTo>
                    <a:pt x="5975" y="2524"/>
                  </a:lnTo>
                  <a:lnTo>
                    <a:pt x="6046" y="2554"/>
                  </a:lnTo>
                  <a:lnTo>
                    <a:pt x="6117" y="2584"/>
                  </a:lnTo>
                  <a:lnTo>
                    <a:pt x="6189" y="2614"/>
                  </a:lnTo>
                  <a:lnTo>
                    <a:pt x="6260" y="2644"/>
                  </a:lnTo>
                  <a:lnTo>
                    <a:pt x="6331" y="2674"/>
                  </a:lnTo>
                  <a:lnTo>
                    <a:pt x="6402" y="2704"/>
                  </a:lnTo>
                  <a:lnTo>
                    <a:pt x="6473" y="2734"/>
                  </a:lnTo>
                  <a:lnTo>
                    <a:pt x="6545" y="2764"/>
                  </a:lnTo>
                  <a:lnTo>
                    <a:pt x="6616" y="2794"/>
                  </a:lnTo>
                  <a:lnTo>
                    <a:pt x="6687" y="2824"/>
                  </a:lnTo>
                  <a:lnTo>
                    <a:pt x="6758" y="2854"/>
                  </a:lnTo>
                  <a:lnTo>
                    <a:pt x="6829" y="2884"/>
                  </a:lnTo>
                  <a:lnTo>
                    <a:pt x="6901" y="2914"/>
                  </a:lnTo>
                  <a:lnTo>
                    <a:pt x="6972" y="2944"/>
                  </a:lnTo>
                  <a:lnTo>
                    <a:pt x="7043" y="2974"/>
                  </a:lnTo>
                  <a:lnTo>
                    <a:pt x="7114" y="3003"/>
                  </a:lnTo>
                  <a:lnTo>
                    <a:pt x="7185" y="3033"/>
                  </a:lnTo>
                  <a:lnTo>
                    <a:pt x="7256" y="3063"/>
                  </a:lnTo>
                  <a:lnTo>
                    <a:pt x="7328" y="3093"/>
                  </a:lnTo>
                  <a:lnTo>
                    <a:pt x="7399" y="3123"/>
                  </a:lnTo>
                  <a:lnTo>
                    <a:pt x="7470" y="3153"/>
                  </a:lnTo>
                  <a:lnTo>
                    <a:pt x="7541" y="3183"/>
                  </a:lnTo>
                  <a:lnTo>
                    <a:pt x="7612" y="3213"/>
                  </a:lnTo>
                  <a:lnTo>
                    <a:pt x="7684" y="3243"/>
                  </a:lnTo>
                  <a:lnTo>
                    <a:pt x="7755" y="3273"/>
                  </a:lnTo>
                  <a:lnTo>
                    <a:pt x="7826" y="3303"/>
                  </a:lnTo>
                  <a:lnTo>
                    <a:pt x="7897" y="3332"/>
                  </a:lnTo>
                  <a:lnTo>
                    <a:pt x="7969" y="3362"/>
                  </a:lnTo>
                  <a:lnTo>
                    <a:pt x="8040" y="3392"/>
                  </a:lnTo>
                  <a:lnTo>
                    <a:pt x="8111" y="3422"/>
                  </a:lnTo>
                  <a:lnTo>
                    <a:pt x="8182" y="3452"/>
                  </a:lnTo>
                  <a:lnTo>
                    <a:pt x="8253" y="3482"/>
                  </a:lnTo>
                  <a:lnTo>
                    <a:pt x="8325" y="3512"/>
                  </a:lnTo>
                  <a:lnTo>
                    <a:pt x="8396" y="3542"/>
                  </a:lnTo>
                  <a:lnTo>
                    <a:pt x="8467" y="3571"/>
                  </a:lnTo>
                  <a:lnTo>
                    <a:pt x="8538" y="3601"/>
                  </a:lnTo>
                  <a:lnTo>
                    <a:pt x="8609" y="3631"/>
                  </a:lnTo>
                  <a:lnTo>
                    <a:pt x="8681" y="3661"/>
                  </a:lnTo>
                  <a:lnTo>
                    <a:pt x="8752" y="3691"/>
                  </a:lnTo>
                  <a:lnTo>
                    <a:pt x="8823" y="3721"/>
                  </a:lnTo>
                  <a:lnTo>
                    <a:pt x="8894" y="3751"/>
                  </a:lnTo>
                  <a:lnTo>
                    <a:pt x="8966" y="3781"/>
                  </a:lnTo>
                  <a:lnTo>
                    <a:pt x="9037" y="3810"/>
                  </a:lnTo>
                  <a:lnTo>
                    <a:pt x="9108" y="3840"/>
                  </a:lnTo>
                  <a:lnTo>
                    <a:pt x="9179" y="3870"/>
                  </a:lnTo>
                  <a:lnTo>
                    <a:pt x="9250" y="3900"/>
                  </a:lnTo>
                  <a:lnTo>
                    <a:pt x="9322" y="3930"/>
                  </a:lnTo>
                  <a:lnTo>
                    <a:pt x="9393" y="3960"/>
                  </a:lnTo>
                  <a:lnTo>
                    <a:pt x="9464" y="3989"/>
                  </a:lnTo>
                  <a:lnTo>
                    <a:pt x="9535" y="4019"/>
                  </a:lnTo>
                  <a:lnTo>
                    <a:pt x="9607" y="4049"/>
                  </a:lnTo>
                  <a:lnTo>
                    <a:pt x="9678" y="4079"/>
                  </a:lnTo>
                  <a:lnTo>
                    <a:pt x="9749" y="4109"/>
                  </a:lnTo>
                  <a:lnTo>
                    <a:pt x="9820" y="4139"/>
                  </a:lnTo>
                  <a:lnTo>
                    <a:pt x="9892" y="4168"/>
                  </a:lnTo>
                  <a:lnTo>
                    <a:pt x="9963" y="4198"/>
                  </a:lnTo>
                  <a:lnTo>
                    <a:pt x="10034" y="4228"/>
                  </a:lnTo>
                  <a:lnTo>
                    <a:pt x="10105" y="4258"/>
                  </a:lnTo>
                  <a:lnTo>
                    <a:pt x="10177" y="4288"/>
                  </a:lnTo>
                  <a:lnTo>
                    <a:pt x="10248" y="4318"/>
                  </a:lnTo>
                  <a:lnTo>
                    <a:pt x="10319" y="4347"/>
                  </a:lnTo>
                  <a:lnTo>
                    <a:pt x="10390" y="4377"/>
                  </a:lnTo>
                  <a:lnTo>
                    <a:pt x="10461" y="4407"/>
                  </a:lnTo>
                  <a:lnTo>
                    <a:pt x="10533" y="4437"/>
                  </a:lnTo>
                  <a:lnTo>
                    <a:pt x="10604" y="4467"/>
                  </a:lnTo>
                  <a:lnTo>
                    <a:pt x="10675" y="4496"/>
                  </a:lnTo>
                  <a:lnTo>
                    <a:pt x="10746" y="4526"/>
                  </a:lnTo>
                  <a:lnTo>
                    <a:pt x="10818" y="4556"/>
                  </a:lnTo>
                  <a:lnTo>
                    <a:pt x="10889" y="4586"/>
                  </a:lnTo>
                  <a:lnTo>
                    <a:pt x="10960" y="4615"/>
                  </a:lnTo>
                  <a:lnTo>
                    <a:pt x="11031" y="4645"/>
                  </a:lnTo>
                  <a:lnTo>
                    <a:pt x="11103" y="4675"/>
                  </a:lnTo>
                  <a:lnTo>
                    <a:pt x="11174" y="4705"/>
                  </a:lnTo>
                  <a:lnTo>
                    <a:pt x="11245" y="4735"/>
                  </a:lnTo>
                  <a:lnTo>
                    <a:pt x="11317" y="4764"/>
                  </a:lnTo>
                  <a:lnTo>
                    <a:pt x="11388" y="4794"/>
                  </a:lnTo>
                  <a:lnTo>
                    <a:pt x="11459" y="4824"/>
                  </a:lnTo>
                  <a:lnTo>
                    <a:pt x="11530" y="4854"/>
                  </a:lnTo>
                  <a:lnTo>
                    <a:pt x="11602" y="4883"/>
                  </a:lnTo>
                  <a:lnTo>
                    <a:pt x="11673" y="4913"/>
                  </a:lnTo>
                  <a:lnTo>
                    <a:pt x="11744" y="4943"/>
                  </a:lnTo>
                  <a:lnTo>
                    <a:pt x="11815" y="4973"/>
                  </a:lnTo>
                  <a:lnTo>
                    <a:pt x="11887" y="5003"/>
                  </a:lnTo>
                  <a:lnTo>
                    <a:pt x="11958" y="5032"/>
                  </a:lnTo>
                  <a:lnTo>
                    <a:pt x="12029" y="5062"/>
                  </a:lnTo>
                  <a:lnTo>
                    <a:pt x="12100" y="5092"/>
                  </a:lnTo>
                  <a:lnTo>
                    <a:pt x="12172" y="5122"/>
                  </a:lnTo>
                  <a:lnTo>
                    <a:pt x="12243" y="5151"/>
                  </a:lnTo>
                  <a:lnTo>
                    <a:pt x="12314" y="5181"/>
                  </a:lnTo>
                  <a:lnTo>
                    <a:pt x="12385" y="5211"/>
                  </a:lnTo>
                  <a:lnTo>
                    <a:pt x="12457" y="5240"/>
                  </a:lnTo>
                  <a:lnTo>
                    <a:pt x="12528" y="5270"/>
                  </a:lnTo>
                  <a:lnTo>
                    <a:pt x="12599" y="5300"/>
                  </a:lnTo>
                  <a:lnTo>
                    <a:pt x="12671" y="5330"/>
                  </a:lnTo>
                  <a:lnTo>
                    <a:pt x="12742" y="5359"/>
                  </a:lnTo>
                  <a:lnTo>
                    <a:pt x="12813" y="5389"/>
                  </a:lnTo>
                  <a:lnTo>
                    <a:pt x="12884" y="5419"/>
                  </a:lnTo>
                  <a:lnTo>
                    <a:pt x="12956" y="5449"/>
                  </a:lnTo>
                  <a:lnTo>
                    <a:pt x="13027" y="5478"/>
                  </a:lnTo>
                  <a:lnTo>
                    <a:pt x="13098" y="5508"/>
                  </a:lnTo>
                  <a:lnTo>
                    <a:pt x="13170" y="5538"/>
                  </a:lnTo>
                  <a:lnTo>
                    <a:pt x="13241" y="5567"/>
                  </a:lnTo>
                  <a:lnTo>
                    <a:pt x="13312" y="5597"/>
                  </a:lnTo>
                  <a:lnTo>
                    <a:pt x="13383" y="5627"/>
                  </a:lnTo>
                  <a:lnTo>
                    <a:pt x="13455" y="5657"/>
                  </a:lnTo>
                  <a:lnTo>
                    <a:pt x="13526" y="5686"/>
                  </a:lnTo>
                  <a:lnTo>
                    <a:pt x="13597" y="5716"/>
                  </a:lnTo>
                  <a:lnTo>
                    <a:pt x="13669" y="5746"/>
                  </a:lnTo>
                  <a:lnTo>
                    <a:pt x="13740" y="5775"/>
                  </a:lnTo>
                  <a:lnTo>
                    <a:pt x="13811" y="5805"/>
                  </a:lnTo>
                  <a:lnTo>
                    <a:pt x="13882" y="5835"/>
                  </a:lnTo>
                  <a:lnTo>
                    <a:pt x="13954" y="5864"/>
                  </a:lnTo>
                  <a:lnTo>
                    <a:pt x="14025" y="5894"/>
                  </a:lnTo>
                  <a:lnTo>
                    <a:pt x="14096" y="5924"/>
                  </a:lnTo>
                  <a:lnTo>
                    <a:pt x="14168" y="5953"/>
                  </a:lnTo>
                  <a:lnTo>
                    <a:pt x="14239" y="5983"/>
                  </a:lnTo>
                  <a:lnTo>
                    <a:pt x="14310" y="6013"/>
                  </a:lnTo>
                  <a:lnTo>
                    <a:pt x="14382" y="6042"/>
                  </a:lnTo>
                  <a:lnTo>
                    <a:pt x="14453" y="6072"/>
                  </a:lnTo>
                  <a:lnTo>
                    <a:pt x="14524" y="6102"/>
                  </a:lnTo>
                  <a:lnTo>
                    <a:pt x="14595" y="6131"/>
                  </a:lnTo>
                  <a:lnTo>
                    <a:pt x="14667" y="6161"/>
                  </a:lnTo>
                  <a:lnTo>
                    <a:pt x="14738" y="6191"/>
                  </a:lnTo>
                  <a:lnTo>
                    <a:pt x="14809" y="6220"/>
                  </a:lnTo>
                  <a:lnTo>
                    <a:pt x="14881" y="6250"/>
                  </a:lnTo>
                  <a:lnTo>
                    <a:pt x="14952" y="6280"/>
                  </a:lnTo>
                  <a:lnTo>
                    <a:pt x="15023" y="6309"/>
                  </a:lnTo>
                  <a:lnTo>
                    <a:pt x="15095" y="6339"/>
                  </a:lnTo>
                  <a:lnTo>
                    <a:pt x="15166" y="6369"/>
                  </a:lnTo>
                  <a:lnTo>
                    <a:pt x="15237" y="6398"/>
                  </a:lnTo>
                  <a:lnTo>
                    <a:pt x="15309" y="6428"/>
                  </a:lnTo>
                  <a:lnTo>
                    <a:pt x="15380" y="6458"/>
                  </a:lnTo>
                  <a:lnTo>
                    <a:pt x="15451" y="6487"/>
                  </a:lnTo>
                  <a:lnTo>
                    <a:pt x="15522" y="6517"/>
                  </a:lnTo>
                  <a:lnTo>
                    <a:pt x="15594" y="6546"/>
                  </a:lnTo>
                  <a:lnTo>
                    <a:pt x="15665" y="6576"/>
                  </a:lnTo>
                  <a:lnTo>
                    <a:pt x="15736" y="6606"/>
                  </a:lnTo>
                  <a:lnTo>
                    <a:pt x="15808" y="6635"/>
                  </a:lnTo>
                  <a:lnTo>
                    <a:pt x="15879" y="6665"/>
                  </a:lnTo>
                  <a:lnTo>
                    <a:pt x="15950" y="6695"/>
                  </a:lnTo>
                  <a:lnTo>
                    <a:pt x="16022" y="6724"/>
                  </a:lnTo>
                  <a:lnTo>
                    <a:pt x="16093" y="6754"/>
                  </a:lnTo>
                  <a:lnTo>
                    <a:pt x="16164" y="6783"/>
                  </a:lnTo>
                  <a:lnTo>
                    <a:pt x="16236" y="6813"/>
                  </a:lnTo>
                  <a:lnTo>
                    <a:pt x="16307" y="6843"/>
                  </a:lnTo>
                  <a:lnTo>
                    <a:pt x="16378" y="6872"/>
                  </a:lnTo>
                  <a:lnTo>
                    <a:pt x="16450" y="6902"/>
                  </a:lnTo>
                  <a:lnTo>
                    <a:pt x="16521" y="6931"/>
                  </a:lnTo>
                  <a:lnTo>
                    <a:pt x="16592" y="6961"/>
                  </a:lnTo>
                  <a:lnTo>
                    <a:pt x="16664" y="6991"/>
                  </a:lnTo>
                  <a:lnTo>
                    <a:pt x="16735" y="7020"/>
                  </a:lnTo>
                  <a:lnTo>
                    <a:pt x="16806" y="7050"/>
                  </a:lnTo>
                  <a:lnTo>
                    <a:pt x="16878" y="7079"/>
                  </a:lnTo>
                  <a:lnTo>
                    <a:pt x="16949" y="7109"/>
                  </a:lnTo>
                  <a:lnTo>
                    <a:pt x="17020" y="7138"/>
                  </a:lnTo>
                  <a:lnTo>
                    <a:pt x="17092" y="7168"/>
                  </a:lnTo>
                  <a:lnTo>
                    <a:pt x="17163" y="7198"/>
                  </a:lnTo>
                  <a:lnTo>
                    <a:pt x="17234" y="7227"/>
                  </a:lnTo>
                  <a:lnTo>
                    <a:pt x="17306" y="7257"/>
                  </a:lnTo>
                  <a:lnTo>
                    <a:pt x="17377" y="7286"/>
                  </a:lnTo>
                  <a:lnTo>
                    <a:pt x="17448" y="7316"/>
                  </a:lnTo>
                  <a:lnTo>
                    <a:pt x="17520" y="7345"/>
                  </a:lnTo>
                  <a:lnTo>
                    <a:pt x="17591" y="7375"/>
                  </a:lnTo>
                  <a:lnTo>
                    <a:pt x="17662" y="7405"/>
                  </a:lnTo>
                  <a:lnTo>
                    <a:pt x="17734" y="7434"/>
                  </a:lnTo>
                </a:path>
              </a:pathLst>
            </a:custGeom>
            <a:ln w="22859" cap="rnd">
              <a:solidFill>
                <a:srgbClr val="F04E9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g7177"/>
            <p:cNvSpPr/>
            <p:nvPr/>
          </p:nvSpPr>
          <p:spPr>
            <a:xfrm>
              <a:off x="3894918" y="26295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g7178"/>
            <p:cNvSpPr/>
            <p:nvPr/>
          </p:nvSpPr>
          <p:spPr>
            <a:xfrm>
              <a:off x="3891708" y="2638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g7179"/>
            <p:cNvSpPr/>
            <p:nvPr/>
          </p:nvSpPr>
          <p:spPr>
            <a:xfrm>
              <a:off x="4004850" y="23688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g7180"/>
            <p:cNvSpPr/>
            <p:nvPr/>
          </p:nvSpPr>
          <p:spPr>
            <a:xfrm>
              <a:off x="4000527" y="2377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g7181"/>
            <p:cNvSpPr/>
            <p:nvPr/>
          </p:nvSpPr>
          <p:spPr>
            <a:xfrm>
              <a:off x="4018045" y="23427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g7182"/>
            <p:cNvSpPr/>
            <p:nvPr/>
          </p:nvSpPr>
          <p:spPr>
            <a:xfrm>
              <a:off x="4013609" y="23514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g7183"/>
            <p:cNvSpPr/>
            <p:nvPr/>
          </p:nvSpPr>
          <p:spPr>
            <a:xfrm>
              <a:off x="4009211" y="2360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g7184"/>
            <p:cNvSpPr/>
            <p:nvPr/>
          </p:nvSpPr>
          <p:spPr>
            <a:xfrm>
              <a:off x="3996241" y="23863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g7185"/>
            <p:cNvSpPr/>
            <p:nvPr/>
          </p:nvSpPr>
          <p:spPr>
            <a:xfrm>
              <a:off x="3991992" y="239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g7186"/>
            <p:cNvSpPr/>
            <p:nvPr/>
          </p:nvSpPr>
          <p:spPr>
            <a:xfrm>
              <a:off x="3987781" y="24039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g7187"/>
            <p:cNvSpPr/>
            <p:nvPr/>
          </p:nvSpPr>
          <p:spPr>
            <a:xfrm>
              <a:off x="3983607" y="24127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g7188"/>
            <p:cNvSpPr/>
            <p:nvPr/>
          </p:nvSpPr>
          <p:spPr>
            <a:xfrm>
              <a:off x="3979471" y="2421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g7189"/>
            <p:cNvSpPr/>
            <p:nvPr/>
          </p:nvSpPr>
          <p:spPr>
            <a:xfrm>
              <a:off x="3975373" y="2430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g7190"/>
            <p:cNvSpPr/>
            <p:nvPr/>
          </p:nvSpPr>
          <p:spPr>
            <a:xfrm>
              <a:off x="3971313" y="2439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967291" y="24482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3963307" y="24571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3959361" y="2466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3955452" y="24750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3951583" y="24840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3947751" y="2492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3943958" y="25019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3940203" y="25109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3936487" y="25200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3932809" y="2529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3929170" y="253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3925570" y="25471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3922008" y="25562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3918485" y="2565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3915002" y="25745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3911557" y="2583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3908151" y="2592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3904784" y="26019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3901456" y="2611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3898168" y="26203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4322950" y="1890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4316582" y="18979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4310246" y="1905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4303941" y="1912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4361816" y="1846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4355261" y="18539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4348736" y="18612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4342243" y="18685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4335781" y="187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4329350" y="1883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4297669" y="1920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4291428" y="19278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4285219" y="1935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4279043" y="1942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272899" y="1950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266787" y="1958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260708" y="1965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254662" y="19734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248648" y="19811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242667" y="1988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236719" y="19965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230804" y="2004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224923" y="2012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219075" y="201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213260" y="2027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207478" y="2035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201731" y="20435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196017" y="20514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190337" y="20593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114424" y="2172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109263" y="21812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104138" y="2189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099049" y="2197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093995" y="220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088976" y="2214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083994" y="22230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079047" y="2231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074136" y="22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069262" y="2248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184690" y="2067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179078" y="2075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173500" y="208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167956" y="2091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4162447" y="20994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4156972" y="210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4151532" y="21156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4146126" y="21237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4140755" y="21319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4135419" y="214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4130117" y="2148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4124851" y="21564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4119620" y="21647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4064423" y="22568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4059621" y="22653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4054855" y="2273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4050125" y="22823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4045432" y="22909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4040776" y="22995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4036156" y="230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4031573" y="2316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4027026" y="2325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4022517" y="23340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3815965" y="2911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3813958" y="2920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3811993" y="29304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3810068" y="29399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3808184" y="294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3833480" y="2835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3831149" y="2844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3828858" y="2854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3826607" y="28636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3824397" y="28731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3822228" y="288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3820100" y="28922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3818012" y="29017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3888538" y="2647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85407" y="26572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82315" y="2666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79263" y="26757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76251" y="26850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73278" y="26943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70345" y="2703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867451" y="2712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864598" y="2722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861784" y="27316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859010" y="2741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856277" y="27503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853583" y="27597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850929" y="2769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848316" y="2778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845743" y="2787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843209" y="2797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840717" y="28068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838264" y="2816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835852" y="2825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801058" y="29879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799379" y="299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806341" y="2959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804539" y="2968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802778" y="2978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797740" y="3007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796144" y="3016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794588" y="30264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793073" y="3036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782440" y="31134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781297" y="3123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791600" y="30457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790167" y="3055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788776" y="3065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787426" y="3074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86118" y="3084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784851" y="3094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783625" y="3103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780195" y="3132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79135" y="3142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78116" y="3152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77138" y="31619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76202" y="31717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3770209" y="324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3769646" y="3259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3772873" y="3210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3772145" y="3220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3775308" y="318142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3774455" y="3191146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3773643" y="3200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3771458" y="3230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3770812" y="32398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3769126" y="32690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3768647" y="32788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3768209" y="32885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3767814" y="3298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3767460" y="33080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3767147" y="33178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3766876" y="332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3766647" y="3337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3766460" y="33470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3766314" y="33568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4940691" y="13880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4932172" y="13927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4923674" y="139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4915196" y="1402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4906739" y="14072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4898303" y="1412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4889888" y="14171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4881494" y="1422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4983586" y="13647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4974967" y="1369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4966368" y="1373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4957789" y="13785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4949230" y="1383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5035701" y="133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5026968" y="13423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5018253" y="1346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5009558" y="1351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5000881" y="1355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992224" y="1360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4873121" y="14271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4864770" y="14322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4856440" y="1437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4848133" y="1442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4839847" y="144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4831583" y="1452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4823342" y="145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4815123" y="146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4806927" y="1468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4798753" y="14739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4790602" y="1479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4782474" y="14846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4774370" y="1490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4766288" y="14955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4758230" y="1501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4750196" y="15066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4742185" y="15122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4734199" y="1517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4726236" y="1523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5540033" y="11575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5578157" y="1149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5568612" y="1151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5559077" y="11532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5549550" y="11553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5635598" y="11376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5626004" y="1139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5616419" y="11413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5606841" y="11432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5597271" y="1145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5587710" y="114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5502059" y="11666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5492590" y="116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5530525" y="1159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521027" y="11620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511538" y="11643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483132" y="1171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473683" y="11738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464246" y="1176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454819" y="11788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445403" y="1181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435998" y="11840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426604" y="1186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417222" y="11894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407851" y="1192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398492" y="11949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389145" y="1197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379810" y="12006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370487" y="1203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361177" y="12064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351879" y="12094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342594" y="12124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333322" y="1215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324063" y="1218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314818" y="1221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790010" y="11144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780316" y="1115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819121" y="11112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809413" y="11122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799709" y="111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877453" y="11060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867722" y="11067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857994" y="11076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848270" y="1108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838550" y="11093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828833" y="1110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965154" y="1100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955400" y="1101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945649" y="1101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935899" y="1102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926152" y="1102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6043223" y="1099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6033462" y="1099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6023701" y="1099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6013941" y="1099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6004181" y="1099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994423" y="11000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984665" y="1100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974909" y="1100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916407" y="11033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906664" y="1103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896924" y="11046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887187" y="1105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722261" y="1123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712606" y="112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5702956" y="11262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5741591" y="11205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5731923" y="11219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5770627" y="1116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5760943" y="111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751264" y="1119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693313" y="11277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683676" y="11292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674047" y="11308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664424" y="1132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654808" y="11342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645199" y="11359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287162" y="1231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305586" y="1224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296367" y="12280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277972" y="12346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186868" y="1269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177842" y="12733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168832" y="1277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141898" y="1288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159837" y="1280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150859" y="1284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132953" y="12925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5124025" y="12964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5195910" y="1265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5214041" y="12587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5204968" y="12623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5268795" y="1237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5259633" y="1241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5250485" y="1244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5241352" y="1248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5232233" y="12516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5223129" y="12551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5062011" y="13251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5053222" y="13293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5044452" y="13336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5088483" y="13126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5079641" y="1316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5115114" y="13004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5106219" y="1304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5097342" y="13085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5070817" y="1320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4718297" y="1529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4710383" y="15348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4678972" y="1558075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4702493" y="15406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4694628" y="154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4686788" y="15522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4671182" y="15639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4663416" y="156987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4655676" y="1575819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4647962" y="1581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4640273" y="1587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4632610" y="1593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4624972" y="159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4617361" y="16060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609776" y="161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602217" y="1618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594685" y="16245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587179" y="16308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579700" y="16370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572247" y="1643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564822" y="1649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542709" y="1668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557424" y="1656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550053" y="1662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535393" y="16753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401791" y="18039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449795" y="1755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442849" y="1762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435932" y="17690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429044" y="177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4422186" y="17829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4415358" y="1789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4408559" y="1796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4528105" y="1681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4520844" y="1688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4513612" y="1694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4506407" y="1701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4499231" y="1708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4492082" y="1714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4484963" y="1721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4477872" y="1728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4470809" y="1734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4463775" y="17417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4456771" y="1748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4395053" y="18110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4388344" y="18181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4381666" y="18252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4375019" y="18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4368402" y="183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3766210" y="33666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3766147" y="3376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8036708" y="2248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8051114" y="2273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8046348" y="22653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8041546" y="22568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8031833" y="22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8016993" y="2214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8026922" y="2231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8021975" y="22230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8011975" y="220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8006921" y="2197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8001831" y="2189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7996706" y="21812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7991545" y="2172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8312896" y="3036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311381" y="30264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309826" y="3016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308229" y="3007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306591" y="299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304912" y="29879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303191" y="2978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301430" y="2968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299628" y="2959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297785" y="294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295901" y="29399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293977" y="29304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8292011" y="2920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8290005" y="2911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287957" y="29017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285870" y="28922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283741" y="288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281572" y="28731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279362" y="28636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277112" y="2854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274821" y="2844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272489" y="2835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270117" y="2825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267705" y="2816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265253" y="28068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262760" y="2797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260227" y="2787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257653" y="2778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249692" y="27503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255040" y="2769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252386" y="27597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338155" y="3298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337760" y="32885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337322" y="32788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336843" y="32690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336323" y="3259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335761" y="324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335157" y="32398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334512" y="3230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339843" y="33861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339822" y="3376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339759" y="33666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339655" y="33568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339509" y="33470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339322" y="3337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39093" y="332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38822" y="33178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38510" y="33080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333825" y="3220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333096" y="3210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332326" y="3200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331515" y="3191146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330661" y="318142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329767" y="31717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328831" y="31619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327853" y="3152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326834" y="3142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325774" y="3132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324672" y="3123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323529" y="31134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322344" y="3103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321119" y="3094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319851" y="3084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318543" y="3074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317193" y="30650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315802" y="3055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314370" y="30457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246959" y="2741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244185" y="27316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235625" y="2703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241371" y="2722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238518" y="2712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232691" y="26943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229719" y="26850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226706" y="26757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217431" y="2647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223654" y="2666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220562" y="26572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214261" y="2638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211051" y="26295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207802" y="26203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204513" y="2611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201185" y="26019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197819" y="2592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194413" y="2583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190968" y="25745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187484" y="2565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183961" y="25562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180399" y="25471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176799" y="253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173160" y="2529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169482" y="25200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165766" y="25109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162011" y="25019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158218" y="2492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154387" y="24840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150517" y="24750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146609" y="2466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142662" y="24571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138678" y="24482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8134656" y="2439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8130596" y="2430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8118188" y="24039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8126498" y="2421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8122362" y="24127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8113977" y="239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8109729" y="23863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8105442" y="2377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8087924" y="23427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8101119" y="23688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8096758" y="2360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8092360" y="23514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8083452" y="23340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8078943" y="23253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8074396" y="23167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8069813" y="2308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8065194" y="22995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8060537" y="22909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8055844" y="22823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7938013" y="2091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7932469" y="208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7926891" y="2075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7986349" y="21647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7981118" y="21564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7975852" y="2148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7970551" y="214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7965214" y="21319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7959843" y="21237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7954438" y="21156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7948997" y="210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7943522" y="20994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7921279" y="2067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7915633" y="20593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909952" y="20514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904239" y="20435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898491" y="20356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892709" y="2027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886895" y="201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881046" y="2012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875165" y="2004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869250" y="19965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863302" y="19888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857321" y="19811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851308" y="19734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826926" y="1942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820750" y="1935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845261" y="1965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839182" y="19581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833070" y="1950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814541" y="19278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724303" y="18252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717625" y="18181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710917" y="18110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704178" y="18039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697410" y="1796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690611" y="1789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683783" y="17829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676925" y="177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670037" y="17690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770188" y="187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783019" y="1890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776619" y="1883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808300" y="1920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802028" y="1912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795723" y="1905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789387" y="18979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763726" y="18685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757233" y="18612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750708" y="18539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744153" y="1846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737567" y="1839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730950" y="18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663120" y="1762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656174" y="17553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649198" y="1748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642194" y="17417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635160" y="1734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628098" y="17282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621007" y="1721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613887" y="1714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606739" y="1708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599562" y="17015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592357" y="1694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585125" y="1688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577864" y="1681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570576" y="16753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563260" y="1668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555916" y="1662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548545" y="1656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541147" y="1649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533722" y="16433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526269" y="16370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518790" y="16308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511284" y="16245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503752" y="16183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496193" y="161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488608" y="16060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480997" y="1599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473359" y="1593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465696" y="1587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458007" y="1581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450293" y="1575819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442553" y="1569872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434787" y="15639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426997" y="1558075"/>
              <a:ext cx="85725" cy="85724"/>
            </a:xfrm>
            <a:custGeom>
              <a:avLst/>
              <a:pathLst>
                <a:path w="85725" h="85724">
                  <a:moveTo>
                    <a:pt x="0" y="85724"/>
                  </a:moveTo>
                  <a:lnTo>
                    <a:pt x="85725" y="85724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419181" y="15522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411341" y="154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403476" y="15406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395586" y="15348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387672" y="1529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379733" y="1523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371771" y="15178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363784" y="15122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355773" y="15066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347739" y="15011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339681" y="14955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331600" y="1490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323495" y="14846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315367" y="1479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307216" y="14739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299043" y="1468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290846" y="146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249529" y="1437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241199" y="14322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282627" y="145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274386" y="1452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266122" y="14475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257836" y="1442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232848" y="14271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224476" y="1422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216082" y="14171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207667" y="1412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199230" y="14072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7190773" y="1402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182295" y="13975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173797" y="13927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165278" y="13880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156739" y="1383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148180" y="13785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139601" y="13739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7131002" y="1369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7122383" y="13647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7113745" y="1360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7105088" y="1355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7096412" y="13511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7087716" y="13467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7079002" y="13423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7070268" y="133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7008627" y="13085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6999750" y="1304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6990856" y="13004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6981944" y="12964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6973016" y="12925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7043959" y="13251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7061517" y="13336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7052747" y="13293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7035152" y="13209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7026328" y="1316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7017486" y="13126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6964071" y="1288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6955110" y="1284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6946132" y="1280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6937138" y="1277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928127" y="127335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19101" y="1269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910059" y="12659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735482" y="1203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6726159" y="12006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6716824" y="11977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6707477" y="11949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6698118" y="1192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6688748" y="11894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6679365" y="11867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669972" y="118408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660567" y="1181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651150" y="11788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641724" y="1176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632286" y="11738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622838" y="11714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613379" y="116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603910" y="11666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594431" y="11643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744792" y="12064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901001" y="12623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891928" y="12587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882840" y="12551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873736" y="12516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864618" y="1248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855484" y="1244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846337" y="1241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837174" y="1237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827998" y="12346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818807" y="1231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809602" y="12280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800384" y="1224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791151" y="12216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781906" y="12185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772647" y="12154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763375" y="12124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754090" y="12094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489551" y="11413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479965" y="1139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508698" y="1145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499128" y="11432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565936" y="11575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584942" y="11620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575444" y="1159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556419" y="11553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546892" y="11532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537357" y="1151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527813" y="1149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518260" y="114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325653" y="11155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422293" y="1129296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412656" y="11277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470371" y="11376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460770" y="11359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451161" y="11342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441546" y="1132531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431923" y="1130893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403013" y="11262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393363" y="112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383708" y="11233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374046" y="11219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335342" y="1116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364378" y="11205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354705" y="1119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345026" y="11180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315959" y="11144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306260" y="11133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296556" y="11122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286848" y="11112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277136" y="11102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267420" y="11093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257699" y="1108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247975" y="110760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238248" y="11067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6228517" y="11060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6218782" y="11052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6170070" y="11022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6160320" y="1101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6150569" y="1101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6209045" y="11046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6199305" y="1103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6189563" y="11033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6179817" y="1102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6140815" y="1100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6101788" y="10998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6131060" y="1100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6121304" y="1100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6111546" y="11000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6092028" y="10996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6082268" y="10994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6072507" y="10993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6062746" y="10993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6052985" y="10992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3766314" y="34154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3766460" y="34251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3766126" y="33861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3766147" y="3395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3766210" y="34056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3766647" y="3434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3766876" y="344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3767147" y="34544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3767460" y="34642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3767814" y="3473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3768209" y="34837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3768647" y="34934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3769126" y="35032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3769646" y="3512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70209" y="352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70812" y="35324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71458" y="3542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72145" y="3551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72873" y="3561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73643" y="3571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774455" y="3581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775308" y="3590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776202" y="36005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777138" y="36102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778116" y="3620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779135" y="3629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780195" y="3639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781297" y="3649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782440" y="36588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783625" y="3668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784851" y="3678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786118" y="3687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787426" y="3697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788776" y="3707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790167" y="3716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791600" y="37265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793073" y="3736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794588" y="37458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796144" y="3755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797740" y="3765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799379" y="377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801058" y="37843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806341" y="3813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802778" y="3793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804539" y="3803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808184" y="382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815965" y="3860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810068" y="38322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811993" y="38418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813958" y="3851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818012" y="38705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824397" y="38990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820100" y="38800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822228" y="388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826607" y="39085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28858" y="3918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31149" y="3927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33480" y="3937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35852" y="3946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38264" y="3955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840717" y="39654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843209" y="3974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845743" y="3984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48316" y="3993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850929" y="4003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853583" y="40125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856277" y="40219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859010" y="4031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876251" y="40872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861784" y="40406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864598" y="4049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867451" y="4059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870345" y="4068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873278" y="40779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879263" y="40965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882315" y="4105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885407" y="41150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888538" y="4124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891708" y="4133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929170" y="423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922008" y="42159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925570" y="42250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894918" y="41427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898168" y="41519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901456" y="4161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904784" y="41703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908151" y="4179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911557" y="4188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915002" y="41977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3918485" y="4206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3951583" y="42882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3955452" y="42972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3959361" y="4306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3932809" y="4243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3936487" y="42522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3940203" y="42612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3943958" y="42702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3947751" y="4279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3963307" y="43150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3967291" y="43240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4004850" y="44034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3971313" y="4332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3975373" y="4341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3979471" y="4350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3983607" y="43594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3987781" y="43683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3991992" y="437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3996241" y="43858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4000527" y="4394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4009211" y="4412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4013609" y="44208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4018045" y="44295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4022517" y="44382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4027026" y="4446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040776" y="44727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4031573" y="4455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4036156" y="446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4045432" y="44813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4050125" y="44898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4054855" y="4498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4059621" y="45069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4064423" y="45154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069262" y="4523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074136" y="45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079047" y="4540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083994" y="45492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088976" y="4557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093995" y="456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099049" y="4574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104138" y="4582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124851" y="46157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130117" y="4623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119620" y="46075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109263" y="45909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114424" y="4599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135419" y="463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140755" y="46403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146126" y="46485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151532" y="46566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156972" y="466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162447" y="46728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167956" y="4680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173500" y="468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179078" y="4696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184690" y="4704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190337" y="47128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196017" y="47208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201731" y="47287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207478" y="4736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213260" y="4744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219075" y="475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224923" y="4760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230804" y="4767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236719" y="47757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242667" y="4783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248648" y="47911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254662" y="47988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260708" y="4806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266787" y="4814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272899" y="4821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316582" y="48742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322950" y="4881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279043" y="4829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285219" y="4836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291428" y="48444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297669" y="4851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303941" y="48594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310246" y="4866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329350" y="4889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335781" y="489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342243" y="49037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348736" y="49110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355261" y="49182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361816" y="4925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368402" y="493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375019" y="49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520844" y="5083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506407" y="5070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513612" y="5077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528105" y="5090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535393" y="50968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542709" y="5103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550053" y="5109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557424" y="5116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499231" y="5064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484963" y="5050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492082" y="5057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456771" y="5023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463775" y="50305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470809" y="5037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477872" y="5044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415358" y="4982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422186" y="49893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429044" y="499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435932" y="50031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381666" y="49470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388344" y="49541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395053" y="49612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401791" y="49683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408559" y="4975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442849" y="5010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449795" y="5016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564822" y="5122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572247" y="5128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750196" y="52656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758230" y="5271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694628" y="522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702493" y="52316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710383" y="52373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718297" y="5243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726236" y="5248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734199" y="5254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742185" y="52600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766288" y="52766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774370" y="5282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782474" y="52875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790602" y="5292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624972" y="517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609776" y="516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579700" y="51351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587179" y="51414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594685" y="51476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602217" y="5153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617361" y="51662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632610" y="5178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640273" y="5184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4647962" y="5190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4655676" y="5196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4663416" y="52024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4671182" y="52083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678972" y="5214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686788" y="52200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798753" y="52983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806927" y="5303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815123" y="530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823342" y="531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848133" y="5329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831583" y="5319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839847" y="532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856440" y="5334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864770" y="53400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873121" y="53451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881494" y="5350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889888" y="5355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898303" y="5360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5044452" y="54385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5009558" y="5421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5018253" y="5425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5026968" y="54299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5035701" y="543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5053222" y="54428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5062011" y="54471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5097342" y="54637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5088483" y="54596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5070817" y="5451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5079641" y="5455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4906739" y="53649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4915196" y="5369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4923674" y="537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4932172" y="53795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4940691" y="53842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4949230" y="5388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4957789" y="53936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4966368" y="5398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4974967" y="5402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4983586" y="54075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4992224" y="5412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5000881" y="5416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5106219" y="5467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5115114" y="54718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5124025" y="54758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5132953" y="54797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5141898" y="5483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5150859" y="5487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5159837" y="5491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5168832" y="5495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5177842" y="54989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7541147" y="5122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7548545" y="51161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7511284" y="514769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7518790" y="51414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7480997" y="517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7488608" y="51662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7496193" y="51600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7503752" y="5153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7526269" y="51351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7533722" y="5128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7555916" y="51097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7563260" y="5103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7570576" y="50968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7577864" y="50903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585125" y="50838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592357" y="50773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599562" y="5070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606739" y="50641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613887" y="5057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621007" y="5050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628098" y="5044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635160" y="50373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7307216" y="52983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7315367" y="5292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7274386" y="53195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7282627" y="531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7290846" y="5309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7299043" y="5303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7323495" y="52875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7331600" y="5282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7339681" y="52766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7347739" y="5271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7355773" y="52656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7363784" y="52600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7371771" y="5254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379733" y="52487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387672" y="52431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395586" y="52373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7419181" y="52200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403476" y="52316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411341" y="52258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6809602" y="55442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6818807" y="5540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6827998" y="55376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6837174" y="5534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6846337" y="5530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6855484" y="5527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6864618" y="5524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6873736" y="55206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6882840" y="55171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6891928" y="55135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6901001" y="55099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6910059" y="5506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6919101" y="5502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6928127" y="54989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6937138" y="54951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6946132" y="54913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6955110" y="5487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6964071" y="5483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6973016" y="547976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6981944" y="54758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7035152" y="545134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7017486" y="54596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7026328" y="5455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6990856" y="54718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6999750" y="5467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7008627" y="54637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7043959" y="54471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7052747" y="54428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7061517" y="54385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7113745" y="5412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7070268" y="543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7079002" y="54299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7087716" y="5425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7096412" y="5421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105088" y="54166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122383" y="54075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131002" y="54029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7139601" y="5398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7148180" y="53936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156739" y="5388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165278" y="53842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7173797" y="53795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7182295" y="537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7190773" y="5369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7199230" y="536498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7207667" y="5360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7249529" y="5334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7257836" y="5329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7266122" y="532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7216082" y="5355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7224476" y="53501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7232848" y="53451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7241199" y="53400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7442553" y="52024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7426997" y="52141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7434787" y="52083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7450293" y="519645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7458007" y="5190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7465696" y="51844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7473359" y="51784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5186868" y="5502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5195910" y="5506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5204968" y="55099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5214041" y="55135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5223129" y="55171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5232233" y="55206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5241352" y="55241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5250485" y="55275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5259633" y="55309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5268795" y="55343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5277972" y="553766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5287162" y="5540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5296367" y="55442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5305586" y="5547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314818" y="5550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324063" y="5553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333322" y="5556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342594" y="55598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351879" y="55628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361177" y="55658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370487" y="5568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379810" y="55716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407851" y="5580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389145" y="5574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398492" y="55773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417222" y="55828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426604" y="5585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435998" y="55881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445403" y="5590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454819" y="55933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464246" y="5595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473683" y="55984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483132" y="5600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492590" y="560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502059" y="56056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511538" y="56079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521027" y="56102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530525" y="5612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540033" y="56147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549550" y="56168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559077" y="56190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568612" y="5621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578157" y="5623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587710" y="562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597271" y="5627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606841" y="56290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616419" y="56309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626004" y="5632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635598" y="56345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645199" y="56363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654808" y="56380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664424" y="56397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674047" y="56413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683676" y="56429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693313" y="56445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702956" y="56460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712606" y="564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741591" y="56516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722261" y="5648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731923" y="56503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751264" y="5653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760943" y="565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770627" y="5655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780316" y="5656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790010" y="56578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799709" y="565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809413" y="56599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5819121" y="56610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5828833" y="5661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5838550" y="56629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5848270" y="5663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5857994" y="56646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5867722" y="56654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5877453" y="56662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5887187" y="5666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5896924" y="56676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5906664" y="5668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5916407" y="56689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5926152" y="5669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5935899" y="5669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5945649" y="5670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5955400" y="5670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5965154" y="5671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5974909" y="5671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5984665" y="5671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5994423" y="56722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6004181" y="5672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6013941" y="5672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6023701" y="5672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6033462" y="5672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6043223" y="5672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6052985" y="56729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6062746" y="5672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6072507" y="5672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6082268" y="56728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6140815" y="56713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6121304" y="56719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6131060" y="5671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6092028" y="56726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6101788" y="56724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111546" y="56722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150569" y="5670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160320" y="5670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170070" y="56699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179817" y="56694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189563" y="56689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199305" y="56683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209045" y="56676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218782" y="5666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228517" y="56662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238248" y="566547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247975" y="566466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257699" y="56638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267420" y="56629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325653" y="5656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335342" y="56554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277136" y="56619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286848" y="56610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296556" y="565998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306260" y="565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315959" y="565782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345026" y="5654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354705" y="56530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364378" y="56516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374046" y="56503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383708" y="56489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393363" y="56475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403013" y="56460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412656" y="56445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422293" y="5642978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431923" y="5641381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441546" y="5639743"/>
              <a:ext cx="85724" cy="85725"/>
            </a:xfrm>
            <a:custGeom>
              <a:avLst/>
              <a:pathLst>
                <a:path w="85724" h="85725">
                  <a:moveTo>
                    <a:pt x="0" y="85725"/>
                  </a:moveTo>
                  <a:lnTo>
                    <a:pt x="85724" y="85725"/>
                  </a:lnTo>
                  <a:lnTo>
                    <a:pt x="85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451161" y="56380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460770" y="56363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470371" y="56345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479965" y="56327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489551" y="56309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499128" y="56290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508698" y="562712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518260" y="56251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527813" y="56231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679365" y="55855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688748" y="55828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698118" y="5580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707477" y="55773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641724" y="55959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651150" y="55933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660567" y="5590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669972" y="55881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632286" y="55984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613379" y="56032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6622838" y="5600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6584942" y="56102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6594431" y="56079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6603910" y="560564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6565936" y="56147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6575444" y="56125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6537357" y="56211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6546892" y="56190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6556419" y="56168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6716824" y="5574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6726159" y="55716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6735482" y="55687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6744792" y="556584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6754090" y="55628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6763375" y="55598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6772647" y="555680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6781906" y="5553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6791151" y="5550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6800384" y="55474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7845261" y="48065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7833070" y="48217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7839182" y="4814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7789387" y="48742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7776619" y="48890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7783019" y="4881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7795723" y="486687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7802028" y="48594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7820750" y="48369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7808300" y="48519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7814541" y="48444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7826926" y="4829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7851308" y="47988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7857321" y="47911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683783" y="49893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690611" y="49823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697410" y="497534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704178" y="49683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710917" y="49612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642194" y="50305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649198" y="50237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656174" y="5016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663120" y="50100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670037" y="50031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676925" y="49962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717625" y="49541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724303" y="49470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750708" y="49182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730950" y="4939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737567" y="493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744153" y="492551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770188" y="4896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757233" y="49110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763726" y="49037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875165" y="4767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863302" y="4783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869250" y="47757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881046" y="476014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886895" y="47523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892709" y="474449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7898491" y="4736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7904239" y="47287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7909952" y="47208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7915633" y="471288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7921279" y="470492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7926891" y="46969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7932469" y="4688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7938013" y="468089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7943522" y="467283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7948997" y="46647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7954438" y="465664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7959843" y="46485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7975852" y="46239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7965214" y="46403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7970551" y="46321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7981118" y="46157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7986349" y="46075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7991545" y="45992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7996706" y="45909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8001831" y="45826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8021975" y="454923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8006921" y="45743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8011975" y="4566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8016993" y="45576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8026922" y="45408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8031833" y="453238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8270117" y="3946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8272489" y="393706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8274821" y="39275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8277112" y="39180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8279362" y="390859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8281572" y="38990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8283741" y="38895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285870" y="38800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287957" y="38705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290005" y="38609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292011" y="3851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293977" y="384185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295901" y="38322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297785" y="38227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303191" y="37939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299628" y="381311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301430" y="38035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304912" y="378431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306591" y="37746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308229" y="376507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309826" y="37554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311381" y="37458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312896" y="373616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314370" y="372651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315802" y="37168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317193" y="3707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318543" y="36975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319851" y="36878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21119" y="36781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22344" y="366849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23529" y="36588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24672" y="3649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25774" y="36394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26834" y="362970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27853" y="362000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28831" y="361028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29767" y="360057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30661" y="359085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31515" y="358112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332326" y="35714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333096" y="3561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333825" y="35519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334512" y="35421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335157" y="35324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335761" y="352271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336323" y="35129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336843" y="350322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337322" y="349347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337760" y="34837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338155" y="34739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338510" y="346421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338822" y="345445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339093" y="34446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339322" y="34349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339509" y="34251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339655" y="341542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339759" y="340566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339822" y="3395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055844" y="44898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060537" y="448133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065194" y="44727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036708" y="452392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041546" y="451544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046348" y="45069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051114" y="449843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069813" y="446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074396" y="4455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078943" y="444689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083452" y="443824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087924" y="442956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092360" y="442086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096758" y="4412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101119" y="440342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105442" y="43946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109729" y="43858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122362" y="43594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113977" y="43771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118188" y="436830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126498" y="435063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130596" y="434177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134656" y="433290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138678" y="432400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142662" y="431509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146609" y="430616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150517" y="42972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154387" y="428826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158218" y="427928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162011" y="42702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165766" y="426128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169482" y="425225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173160" y="424321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176799" y="42341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180399" y="422508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183961" y="421599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187484" y="42068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190968" y="419777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204513" y="416115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207802" y="415195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194413" y="418863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197819" y="417948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201185" y="41703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211051" y="414275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214261" y="413353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g8630"/>
            <p:cNvSpPr/>
            <p:nvPr/>
          </p:nvSpPr>
          <p:spPr>
            <a:xfrm>
              <a:off x="8217431" y="412430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1" name="pg8631"/>
            <p:cNvSpPr/>
            <p:nvPr/>
          </p:nvSpPr>
          <p:spPr>
            <a:xfrm>
              <a:off x="8232691" y="407794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2" name="pg8632"/>
            <p:cNvSpPr/>
            <p:nvPr/>
          </p:nvSpPr>
          <p:spPr>
            <a:xfrm>
              <a:off x="8229719" y="408724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3" name="pg8633"/>
            <p:cNvSpPr/>
            <p:nvPr/>
          </p:nvSpPr>
          <p:spPr>
            <a:xfrm>
              <a:off x="8220562" y="411505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4" name="pg8634"/>
            <p:cNvSpPr/>
            <p:nvPr/>
          </p:nvSpPr>
          <p:spPr>
            <a:xfrm>
              <a:off x="8223654" y="410579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5" name="pg8635"/>
            <p:cNvSpPr/>
            <p:nvPr/>
          </p:nvSpPr>
          <p:spPr>
            <a:xfrm>
              <a:off x="8226706" y="409652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6" name="pg8636"/>
            <p:cNvSpPr/>
            <p:nvPr/>
          </p:nvSpPr>
          <p:spPr>
            <a:xfrm>
              <a:off x="8235625" y="4068635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7" name="pg8637"/>
            <p:cNvSpPr/>
            <p:nvPr/>
          </p:nvSpPr>
          <p:spPr>
            <a:xfrm>
              <a:off x="8238518" y="4059312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8" name="pg8638"/>
            <p:cNvSpPr/>
            <p:nvPr/>
          </p:nvSpPr>
          <p:spPr>
            <a:xfrm>
              <a:off x="8241371" y="4049977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9" name="pg8639"/>
            <p:cNvSpPr/>
            <p:nvPr/>
          </p:nvSpPr>
          <p:spPr>
            <a:xfrm>
              <a:off x="8244185" y="404063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0" name="pg8640"/>
            <p:cNvSpPr/>
            <p:nvPr/>
          </p:nvSpPr>
          <p:spPr>
            <a:xfrm>
              <a:off x="8252386" y="401251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1" name="pg8641"/>
            <p:cNvSpPr/>
            <p:nvPr/>
          </p:nvSpPr>
          <p:spPr>
            <a:xfrm>
              <a:off x="8246959" y="4031271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2" name="pg8642"/>
            <p:cNvSpPr/>
            <p:nvPr/>
          </p:nvSpPr>
          <p:spPr>
            <a:xfrm>
              <a:off x="8249692" y="402190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3" name="pg8643"/>
            <p:cNvSpPr/>
            <p:nvPr/>
          </p:nvSpPr>
          <p:spPr>
            <a:xfrm>
              <a:off x="8255040" y="4003124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4" name="pg8644"/>
            <p:cNvSpPr/>
            <p:nvPr/>
          </p:nvSpPr>
          <p:spPr>
            <a:xfrm>
              <a:off x="8257653" y="3993719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5" name="pg8645"/>
            <p:cNvSpPr/>
            <p:nvPr/>
          </p:nvSpPr>
          <p:spPr>
            <a:xfrm>
              <a:off x="8260227" y="3984303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6" name="pg8646"/>
            <p:cNvSpPr/>
            <p:nvPr/>
          </p:nvSpPr>
          <p:spPr>
            <a:xfrm>
              <a:off x="8262760" y="3974876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7" name="pg8647"/>
            <p:cNvSpPr/>
            <p:nvPr/>
          </p:nvSpPr>
          <p:spPr>
            <a:xfrm>
              <a:off x="8265253" y="3965438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8" name="pg8648"/>
            <p:cNvSpPr/>
            <p:nvPr/>
          </p:nvSpPr>
          <p:spPr>
            <a:xfrm>
              <a:off x="8267705" y="3955990"/>
              <a:ext cx="85725" cy="85725"/>
            </a:xfrm>
            <a:custGeom>
              <a:avLst/>
              <a:pathLst>
                <a:path w="85725" h="85725">
                  <a:moveTo>
                    <a:pt x="0" y="85725"/>
                  </a:moveTo>
                  <a:lnTo>
                    <a:pt x="85725" y="85725"/>
                  </a:lnTo>
                  <a:lnTo>
                    <a:pt x="857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9" name="pt8649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0" name="tx8650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51" name="pt8651"/>
            <p:cNvSpPr/>
            <p:nvPr/>
          </p:nvSpPr>
          <p:spPr>
            <a:xfrm>
              <a:off x="5367456" y="3786939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2" name="tx8652"/>
            <p:cNvSpPr/>
            <p:nvPr/>
          </p:nvSpPr>
          <p:spPr>
            <a:xfrm>
              <a:off x="5383821" y="3885589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53" name="pt8653"/>
            <p:cNvSpPr/>
            <p:nvPr/>
          </p:nvSpPr>
          <p:spPr>
            <a:xfrm>
              <a:off x="5516528" y="3933922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4" name="tx8654"/>
            <p:cNvSpPr/>
            <p:nvPr/>
          </p:nvSpPr>
          <p:spPr>
            <a:xfrm>
              <a:off x="5526595" y="4011921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55" name="pt8655"/>
            <p:cNvSpPr/>
            <p:nvPr/>
          </p:nvSpPr>
          <p:spPr>
            <a:xfrm>
              <a:off x="5744588" y="3889023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6" name="tx8656"/>
            <p:cNvSpPr/>
            <p:nvPr/>
          </p:nvSpPr>
          <p:spPr>
            <a:xfrm>
              <a:off x="5756724" y="3977025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57" name="pt8657"/>
            <p:cNvSpPr/>
            <p:nvPr/>
          </p:nvSpPr>
          <p:spPr>
            <a:xfrm>
              <a:off x="5618607" y="399567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8" name="tx8658"/>
            <p:cNvSpPr/>
            <p:nvPr/>
          </p:nvSpPr>
          <p:spPr>
            <a:xfrm>
              <a:off x="5630743" y="4083822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59" name="pt8659"/>
            <p:cNvSpPr/>
            <p:nvPr/>
          </p:nvSpPr>
          <p:spPr>
            <a:xfrm>
              <a:off x="5936237" y="4535175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0" name="tx8660"/>
            <p:cNvSpPr/>
            <p:nvPr/>
          </p:nvSpPr>
          <p:spPr>
            <a:xfrm>
              <a:off x="5948372" y="4623284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61" name="pt8661"/>
            <p:cNvSpPr/>
            <p:nvPr/>
          </p:nvSpPr>
          <p:spPr>
            <a:xfrm>
              <a:off x="5924882" y="3770348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2" name="tx8662"/>
            <p:cNvSpPr/>
            <p:nvPr/>
          </p:nvSpPr>
          <p:spPr>
            <a:xfrm>
              <a:off x="5941246" y="3868998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63" name="pt8663"/>
            <p:cNvSpPr/>
            <p:nvPr/>
          </p:nvSpPr>
          <p:spPr>
            <a:xfrm>
              <a:off x="5967063" y="4235530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5979199" y="4323604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6138066" y="4053426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6154431" y="4152347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6284882" y="3835146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6301246" y="3933873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69" name="pt8669"/>
            <p:cNvSpPr/>
            <p:nvPr/>
          </p:nvSpPr>
          <p:spPr>
            <a:xfrm>
              <a:off x="6280595" y="4006104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0" name="tx8670"/>
            <p:cNvSpPr/>
            <p:nvPr/>
          </p:nvSpPr>
          <p:spPr>
            <a:xfrm>
              <a:off x="6296960" y="4104793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71" name="pt8671"/>
            <p:cNvSpPr/>
            <p:nvPr/>
          </p:nvSpPr>
          <p:spPr>
            <a:xfrm>
              <a:off x="6722985" y="4261498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2" name="tx8672"/>
            <p:cNvSpPr/>
            <p:nvPr/>
          </p:nvSpPr>
          <p:spPr>
            <a:xfrm>
              <a:off x="6739349" y="4360419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73" name="pt8673"/>
            <p:cNvSpPr/>
            <p:nvPr/>
          </p:nvSpPr>
          <p:spPr>
            <a:xfrm>
              <a:off x="6240236" y="3662862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4" name="tx8674"/>
            <p:cNvSpPr/>
            <p:nvPr/>
          </p:nvSpPr>
          <p:spPr>
            <a:xfrm>
              <a:off x="6256509" y="3771022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75" name="pt8675"/>
            <p:cNvSpPr/>
            <p:nvPr/>
          </p:nvSpPr>
          <p:spPr>
            <a:xfrm>
              <a:off x="6634530" y="3988765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6" name="tx8676"/>
            <p:cNvSpPr/>
            <p:nvPr/>
          </p:nvSpPr>
          <p:spPr>
            <a:xfrm>
              <a:off x="6644596" y="4066779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77" name="pt8677"/>
            <p:cNvSpPr/>
            <p:nvPr/>
          </p:nvSpPr>
          <p:spPr>
            <a:xfrm>
              <a:off x="6421387" y="3751587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6433523" y="383967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79" name="pt8679"/>
            <p:cNvSpPr/>
            <p:nvPr/>
          </p:nvSpPr>
          <p:spPr>
            <a:xfrm>
              <a:off x="6887041" y="3885716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0" name="tx8680"/>
            <p:cNvSpPr/>
            <p:nvPr/>
          </p:nvSpPr>
          <p:spPr>
            <a:xfrm>
              <a:off x="6899177" y="397386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81" name="pt8681"/>
            <p:cNvSpPr/>
            <p:nvPr/>
          </p:nvSpPr>
          <p:spPr>
            <a:xfrm>
              <a:off x="6573668" y="3807122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6585804" y="3895214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83" name="pt8683"/>
            <p:cNvSpPr/>
            <p:nvPr/>
          </p:nvSpPr>
          <p:spPr>
            <a:xfrm>
              <a:off x="7085963" y="3874119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4" name="tx8684"/>
            <p:cNvSpPr/>
            <p:nvPr/>
          </p:nvSpPr>
          <p:spPr>
            <a:xfrm>
              <a:off x="7096030" y="3952294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685" name="pt8685"/>
            <p:cNvSpPr/>
            <p:nvPr/>
          </p:nvSpPr>
          <p:spPr>
            <a:xfrm>
              <a:off x="6381146" y="3561811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6393281" y="3649956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87" name="pt8687"/>
            <p:cNvSpPr/>
            <p:nvPr/>
          </p:nvSpPr>
          <p:spPr>
            <a:xfrm>
              <a:off x="6769123" y="3719778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8" name="tx8688"/>
            <p:cNvSpPr/>
            <p:nvPr/>
          </p:nvSpPr>
          <p:spPr>
            <a:xfrm>
              <a:off x="6785395" y="3827809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689" name="pt8689"/>
            <p:cNvSpPr/>
            <p:nvPr/>
          </p:nvSpPr>
          <p:spPr>
            <a:xfrm>
              <a:off x="6476337" y="3625758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6468030" y="3733918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691" name="pt8691"/>
            <p:cNvSpPr/>
            <p:nvPr/>
          </p:nvSpPr>
          <p:spPr>
            <a:xfrm>
              <a:off x="6889002" y="3333411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2" name="tx8692"/>
            <p:cNvSpPr/>
            <p:nvPr/>
          </p:nvSpPr>
          <p:spPr>
            <a:xfrm>
              <a:off x="6905366" y="3432158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693" name="pt8693"/>
            <p:cNvSpPr/>
            <p:nvPr/>
          </p:nvSpPr>
          <p:spPr>
            <a:xfrm>
              <a:off x="6898556" y="3398025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6910691" y="3486099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695" name="pl8695"/>
            <p:cNvSpPr/>
            <p:nvPr/>
          </p:nvSpPr>
          <p:spPr>
            <a:xfrm>
              <a:off x="3092469" y="1369540"/>
              <a:ext cx="965312" cy="3143242"/>
            </a:xfrm>
            <a:custGeom>
              <a:avLst/>
              <a:pathLst>
                <a:path w="965312" h="3143242">
                  <a:moveTo>
                    <a:pt x="965312" y="314324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l8696"/>
            <p:cNvSpPr/>
            <p:nvPr/>
          </p:nvSpPr>
          <p:spPr>
            <a:xfrm>
              <a:off x="2899394" y="136954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tx8697"/>
            <p:cNvSpPr/>
            <p:nvPr/>
          </p:nvSpPr>
          <p:spPr>
            <a:xfrm>
              <a:off x="1260169" y="1304874"/>
              <a:ext cx="1145812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06A6A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sp>
          <p:nvSpPr>
            <p:cNvPr id="8698" name="pg8698"/>
            <p:cNvSpPr/>
            <p:nvPr/>
          </p:nvSpPr>
          <p:spPr>
            <a:xfrm>
              <a:off x="2541599" y="1333536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699" name="pic869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20509" y="1253695"/>
              <a:ext cx="343243" cy="231689"/>
            </a:xfrm>
            <a:prstGeom prst="rect">
              <a:avLst/>
            </a:prstGeom>
          </p:spPr>
        </p:pic>
        <p:sp>
          <p:nvSpPr>
            <p:cNvPr id="8700" name="pl8700"/>
            <p:cNvSpPr/>
            <p:nvPr/>
          </p:nvSpPr>
          <p:spPr>
            <a:xfrm>
              <a:off x="3092469" y="1957957"/>
              <a:ext cx="1140559" cy="2834202"/>
            </a:xfrm>
            <a:custGeom>
              <a:avLst/>
              <a:pathLst>
                <a:path w="1140559" h="2834202">
                  <a:moveTo>
                    <a:pt x="1140559" y="283420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l8701"/>
            <p:cNvSpPr/>
            <p:nvPr/>
          </p:nvSpPr>
          <p:spPr>
            <a:xfrm>
              <a:off x="2899394" y="1957957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tx8702"/>
            <p:cNvSpPr/>
            <p:nvPr/>
          </p:nvSpPr>
          <p:spPr>
            <a:xfrm>
              <a:off x="1254522" y="1867438"/>
              <a:ext cx="1151460" cy="1470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1A1A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8703" name="pg8703"/>
            <p:cNvSpPr/>
            <p:nvPr/>
          </p:nvSpPr>
          <p:spPr>
            <a:xfrm>
              <a:off x="2541599" y="1921953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04" name="pic870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20509" y="1842112"/>
              <a:ext cx="343243" cy="231689"/>
            </a:xfrm>
            <a:prstGeom prst="rect">
              <a:avLst/>
            </a:prstGeom>
          </p:spPr>
        </p:pic>
        <p:sp>
          <p:nvSpPr>
            <p:cNvPr id="8705" name="pl8705"/>
            <p:cNvSpPr/>
            <p:nvPr/>
          </p:nvSpPr>
          <p:spPr>
            <a:xfrm>
              <a:off x="3092469" y="2546374"/>
              <a:ext cx="1672220" cy="2768445"/>
            </a:xfrm>
            <a:custGeom>
              <a:avLst/>
              <a:pathLst>
                <a:path w="1672220" h="2768445">
                  <a:moveTo>
                    <a:pt x="1672220" y="2768445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l8706"/>
            <p:cNvSpPr/>
            <p:nvPr/>
          </p:nvSpPr>
          <p:spPr>
            <a:xfrm>
              <a:off x="2899394" y="2546374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tx8707"/>
            <p:cNvSpPr/>
            <p:nvPr/>
          </p:nvSpPr>
          <p:spPr>
            <a:xfrm>
              <a:off x="1548792" y="2481708"/>
              <a:ext cx="857190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39D6D0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8708" name="pg8708"/>
            <p:cNvSpPr/>
            <p:nvPr/>
          </p:nvSpPr>
          <p:spPr>
            <a:xfrm>
              <a:off x="2541599" y="2510370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09" name="pic870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20509" y="2430529"/>
              <a:ext cx="343243" cy="231689"/>
            </a:xfrm>
            <a:prstGeom prst="rect">
              <a:avLst/>
            </a:prstGeom>
          </p:spPr>
        </p:pic>
        <p:sp>
          <p:nvSpPr>
            <p:cNvPr id="8710" name="pl8710"/>
            <p:cNvSpPr/>
            <p:nvPr/>
          </p:nvSpPr>
          <p:spPr>
            <a:xfrm>
              <a:off x="3092469" y="3134791"/>
              <a:ext cx="1941405" cy="2343723"/>
            </a:xfrm>
            <a:custGeom>
              <a:avLst/>
              <a:pathLst>
                <a:path w="1941405" h="2343723">
                  <a:moveTo>
                    <a:pt x="1941405" y="234372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l8711"/>
            <p:cNvSpPr/>
            <p:nvPr/>
          </p:nvSpPr>
          <p:spPr>
            <a:xfrm>
              <a:off x="2899394" y="3134791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tx8712"/>
            <p:cNvSpPr/>
            <p:nvPr/>
          </p:nvSpPr>
          <p:spPr>
            <a:xfrm>
              <a:off x="1278669" y="3068815"/>
              <a:ext cx="1127313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FBF52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8713" name="pg8713"/>
            <p:cNvSpPr/>
            <p:nvPr/>
          </p:nvSpPr>
          <p:spPr>
            <a:xfrm>
              <a:off x="2541599" y="3098787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14" name="pic87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20509" y="3018946"/>
              <a:ext cx="343243" cy="231689"/>
            </a:xfrm>
            <a:prstGeom prst="rect">
              <a:avLst/>
            </a:prstGeom>
          </p:spPr>
        </p:pic>
        <p:sp>
          <p:nvSpPr>
            <p:cNvPr id="8715" name="pl8715"/>
            <p:cNvSpPr/>
            <p:nvPr/>
          </p:nvSpPr>
          <p:spPr>
            <a:xfrm>
              <a:off x="3092469" y="3723208"/>
              <a:ext cx="2110931" cy="1834602"/>
            </a:xfrm>
            <a:custGeom>
              <a:avLst/>
              <a:pathLst>
                <a:path w="2110931" h="1834602">
                  <a:moveTo>
                    <a:pt x="2110931" y="183460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l8716"/>
            <p:cNvSpPr/>
            <p:nvPr/>
          </p:nvSpPr>
          <p:spPr>
            <a:xfrm>
              <a:off x="2899394" y="3723208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tx8717"/>
            <p:cNvSpPr/>
            <p:nvPr/>
          </p:nvSpPr>
          <p:spPr>
            <a:xfrm>
              <a:off x="1223171" y="3625145"/>
              <a:ext cx="1182811" cy="1583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04E98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sp>
          <p:nvSpPr>
            <p:cNvPr id="8718" name="pg8718"/>
            <p:cNvSpPr/>
            <p:nvPr/>
          </p:nvSpPr>
          <p:spPr>
            <a:xfrm>
              <a:off x="2541599" y="3687203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19" name="pic87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20509" y="3607363"/>
              <a:ext cx="343243" cy="231689"/>
            </a:xfrm>
            <a:prstGeom prst="rect">
              <a:avLst/>
            </a:prstGeom>
          </p:spPr>
        </p:pic>
        <p:sp>
          <p:nvSpPr>
            <p:cNvPr id="8720" name="pl8720"/>
            <p:cNvSpPr/>
            <p:nvPr/>
          </p:nvSpPr>
          <p:spPr>
            <a:xfrm>
              <a:off x="3092469" y="4311625"/>
              <a:ext cx="2645198" cy="1397726"/>
            </a:xfrm>
            <a:custGeom>
              <a:avLst/>
              <a:pathLst>
                <a:path w="2645198" h="1397726">
                  <a:moveTo>
                    <a:pt x="2645198" y="1397726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l8721"/>
            <p:cNvSpPr/>
            <p:nvPr/>
          </p:nvSpPr>
          <p:spPr>
            <a:xfrm>
              <a:off x="2899394" y="4311625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tx8722"/>
            <p:cNvSpPr/>
            <p:nvPr/>
          </p:nvSpPr>
          <p:spPr>
            <a:xfrm>
              <a:off x="1418560" y="4211270"/>
              <a:ext cx="987422" cy="1606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F8C25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8723" name="pg8723"/>
            <p:cNvSpPr/>
            <p:nvPr/>
          </p:nvSpPr>
          <p:spPr>
            <a:xfrm>
              <a:off x="2541599" y="4275620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24" name="pic872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20509" y="4195780"/>
              <a:ext cx="343243" cy="231689"/>
            </a:xfrm>
            <a:prstGeom prst="rect">
              <a:avLst/>
            </a:prstGeom>
          </p:spPr>
        </p:pic>
        <p:sp>
          <p:nvSpPr>
            <p:cNvPr id="8725" name="pl8725"/>
            <p:cNvSpPr/>
            <p:nvPr/>
          </p:nvSpPr>
          <p:spPr>
            <a:xfrm>
              <a:off x="3092469" y="4900042"/>
              <a:ext cx="2796743" cy="828000"/>
            </a:xfrm>
            <a:custGeom>
              <a:avLst/>
              <a:pathLst>
                <a:path w="2796743" h="828000">
                  <a:moveTo>
                    <a:pt x="2796743" y="82800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l8726"/>
            <p:cNvSpPr/>
            <p:nvPr/>
          </p:nvSpPr>
          <p:spPr>
            <a:xfrm>
              <a:off x="2899394" y="4900042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tx8727"/>
            <p:cNvSpPr/>
            <p:nvPr/>
          </p:nvSpPr>
          <p:spPr>
            <a:xfrm>
              <a:off x="1193435" y="4838265"/>
              <a:ext cx="1212547" cy="1182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F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8728" name="pg8728"/>
            <p:cNvSpPr/>
            <p:nvPr/>
          </p:nvSpPr>
          <p:spPr>
            <a:xfrm>
              <a:off x="2541599" y="4864037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29" name="pic872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620509" y="4784197"/>
              <a:ext cx="343243" cy="231689"/>
            </a:xfrm>
            <a:prstGeom prst="rect">
              <a:avLst/>
            </a:prstGeom>
          </p:spPr>
        </p:pic>
        <p:sp>
          <p:nvSpPr>
            <p:cNvPr id="8730" name="pl8730"/>
            <p:cNvSpPr/>
            <p:nvPr/>
          </p:nvSpPr>
          <p:spPr>
            <a:xfrm>
              <a:off x="3092469" y="5488459"/>
              <a:ext cx="2855685" cy="244121"/>
            </a:xfrm>
            <a:custGeom>
              <a:avLst/>
              <a:pathLst>
                <a:path w="2855685" h="244121">
                  <a:moveTo>
                    <a:pt x="2855685" y="244121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l8731"/>
            <p:cNvSpPr/>
            <p:nvPr/>
          </p:nvSpPr>
          <p:spPr>
            <a:xfrm>
              <a:off x="2899394" y="5488459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tx8732"/>
            <p:cNvSpPr/>
            <p:nvPr/>
          </p:nvSpPr>
          <p:spPr>
            <a:xfrm>
              <a:off x="1123457" y="5427908"/>
              <a:ext cx="1282525" cy="11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7CC7F2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8733" name="pg8733"/>
            <p:cNvSpPr/>
            <p:nvPr/>
          </p:nvSpPr>
          <p:spPr>
            <a:xfrm>
              <a:off x="2541599" y="5452454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34" name="pic873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620509" y="5372614"/>
              <a:ext cx="343243" cy="231689"/>
            </a:xfrm>
            <a:prstGeom prst="rect">
              <a:avLst/>
            </a:prstGeom>
          </p:spPr>
        </p:pic>
        <p:sp>
          <p:nvSpPr>
            <p:cNvPr id="8735" name="pl8735"/>
            <p:cNvSpPr/>
            <p:nvPr/>
          </p:nvSpPr>
          <p:spPr>
            <a:xfrm>
              <a:off x="6718622" y="5488459"/>
              <a:ext cx="2380603" cy="163252"/>
            </a:xfrm>
            <a:custGeom>
              <a:avLst/>
              <a:pathLst>
                <a:path w="2380603" h="163252">
                  <a:moveTo>
                    <a:pt x="0" y="163252"/>
                  </a:moveTo>
                  <a:lnTo>
                    <a:pt x="238060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l8736"/>
            <p:cNvSpPr/>
            <p:nvPr/>
          </p:nvSpPr>
          <p:spPr>
            <a:xfrm>
              <a:off x="9099225" y="548845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tx8737"/>
            <p:cNvSpPr/>
            <p:nvPr/>
          </p:nvSpPr>
          <p:spPr>
            <a:xfrm>
              <a:off x="9785712" y="5421829"/>
              <a:ext cx="903602" cy="1269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13D7E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8738" name="pg8738"/>
            <p:cNvSpPr/>
            <p:nvPr/>
          </p:nvSpPr>
          <p:spPr>
            <a:xfrm>
              <a:off x="9578086" y="5452454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39" name="pic8739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27942" y="5372614"/>
              <a:ext cx="343243" cy="231689"/>
            </a:xfrm>
            <a:prstGeom prst="rect">
              <a:avLst/>
            </a:prstGeom>
          </p:spPr>
        </p:pic>
        <p:sp>
          <p:nvSpPr>
            <p:cNvPr id="8740" name="pl8740"/>
            <p:cNvSpPr/>
            <p:nvPr/>
          </p:nvSpPr>
          <p:spPr>
            <a:xfrm>
              <a:off x="7091675" y="5194250"/>
              <a:ext cx="2007550" cy="317205"/>
            </a:xfrm>
            <a:custGeom>
              <a:avLst/>
              <a:pathLst>
                <a:path w="2007550" h="317205">
                  <a:moveTo>
                    <a:pt x="0" y="317205"/>
                  </a:moveTo>
                  <a:lnTo>
                    <a:pt x="200755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l8741"/>
            <p:cNvSpPr/>
            <p:nvPr/>
          </p:nvSpPr>
          <p:spPr>
            <a:xfrm>
              <a:off x="9099225" y="519425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tx8742"/>
            <p:cNvSpPr/>
            <p:nvPr/>
          </p:nvSpPr>
          <p:spPr>
            <a:xfrm>
              <a:off x="9785712" y="5133700"/>
              <a:ext cx="1160427" cy="11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8ED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8743" name="pg8743"/>
            <p:cNvSpPr/>
            <p:nvPr/>
          </p:nvSpPr>
          <p:spPr>
            <a:xfrm>
              <a:off x="9578086" y="5158246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44" name="pic8744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27942" y="5078406"/>
              <a:ext cx="343243" cy="231689"/>
            </a:xfrm>
            <a:prstGeom prst="rect">
              <a:avLst/>
            </a:prstGeom>
          </p:spPr>
        </p:pic>
        <p:sp>
          <p:nvSpPr>
            <p:cNvPr id="8745" name="pl8745"/>
            <p:cNvSpPr/>
            <p:nvPr/>
          </p:nvSpPr>
          <p:spPr>
            <a:xfrm>
              <a:off x="7218575" y="4900042"/>
              <a:ext cx="1880650" cy="545831"/>
            </a:xfrm>
            <a:custGeom>
              <a:avLst/>
              <a:pathLst>
                <a:path w="1880650" h="545831">
                  <a:moveTo>
                    <a:pt x="0" y="545831"/>
                  </a:moveTo>
                  <a:lnTo>
                    <a:pt x="188065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l8746"/>
            <p:cNvSpPr/>
            <p:nvPr/>
          </p:nvSpPr>
          <p:spPr>
            <a:xfrm>
              <a:off x="9099225" y="4900042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tx8747"/>
            <p:cNvSpPr/>
            <p:nvPr/>
          </p:nvSpPr>
          <p:spPr>
            <a:xfrm>
              <a:off x="9785712" y="4833084"/>
              <a:ext cx="866358" cy="127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8E6AE8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8748" name="pg8748"/>
            <p:cNvSpPr/>
            <p:nvPr/>
          </p:nvSpPr>
          <p:spPr>
            <a:xfrm>
              <a:off x="9578086" y="4864037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49" name="pic874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27942" y="4784197"/>
              <a:ext cx="343243" cy="231689"/>
            </a:xfrm>
            <a:prstGeom prst="rect">
              <a:avLst/>
            </a:prstGeom>
          </p:spPr>
        </p:pic>
        <p:sp>
          <p:nvSpPr>
            <p:cNvPr id="8750" name="pl8750"/>
            <p:cNvSpPr/>
            <p:nvPr/>
          </p:nvSpPr>
          <p:spPr>
            <a:xfrm>
              <a:off x="7295208" y="4605833"/>
              <a:ext cx="1804017" cy="795431"/>
            </a:xfrm>
            <a:custGeom>
              <a:avLst/>
              <a:pathLst>
                <a:path w="1804017" h="795431">
                  <a:moveTo>
                    <a:pt x="0" y="795431"/>
                  </a:moveTo>
                  <a:lnTo>
                    <a:pt x="1804017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l8751"/>
            <p:cNvSpPr/>
            <p:nvPr/>
          </p:nvSpPr>
          <p:spPr>
            <a:xfrm>
              <a:off x="9099225" y="460583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tx8752"/>
            <p:cNvSpPr/>
            <p:nvPr/>
          </p:nvSpPr>
          <p:spPr>
            <a:xfrm>
              <a:off x="9785712" y="4539858"/>
              <a:ext cx="1117818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A8D8F8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8753" name="pg8753"/>
            <p:cNvSpPr/>
            <p:nvPr/>
          </p:nvSpPr>
          <p:spPr>
            <a:xfrm>
              <a:off x="9578086" y="4569829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54" name="pic8754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27942" y="4489989"/>
              <a:ext cx="343243" cy="231689"/>
            </a:xfrm>
            <a:prstGeom prst="rect">
              <a:avLst/>
            </a:prstGeom>
          </p:spPr>
        </p:pic>
        <p:sp>
          <p:nvSpPr>
            <p:cNvPr id="8755" name="pl8755"/>
            <p:cNvSpPr/>
            <p:nvPr/>
          </p:nvSpPr>
          <p:spPr>
            <a:xfrm>
              <a:off x="7494535" y="4311625"/>
              <a:ext cx="1604690" cy="953667"/>
            </a:xfrm>
            <a:custGeom>
              <a:avLst/>
              <a:pathLst>
                <a:path w="1604690" h="953667">
                  <a:moveTo>
                    <a:pt x="0" y="953667"/>
                  </a:moveTo>
                  <a:lnTo>
                    <a:pt x="160469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l8756"/>
            <p:cNvSpPr/>
            <p:nvPr/>
          </p:nvSpPr>
          <p:spPr>
            <a:xfrm>
              <a:off x="9099225" y="431162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tx8757"/>
            <p:cNvSpPr/>
            <p:nvPr/>
          </p:nvSpPr>
          <p:spPr>
            <a:xfrm>
              <a:off x="9785712" y="4244995"/>
              <a:ext cx="969005" cy="1269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1EB2D8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8758" name="pg8758"/>
            <p:cNvSpPr/>
            <p:nvPr/>
          </p:nvSpPr>
          <p:spPr>
            <a:xfrm>
              <a:off x="9578086" y="4275620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59" name="pic8759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27942" y="4195780"/>
              <a:ext cx="343243" cy="231689"/>
            </a:xfrm>
            <a:prstGeom prst="rect">
              <a:avLst/>
            </a:prstGeom>
          </p:spPr>
        </p:pic>
        <p:sp>
          <p:nvSpPr>
            <p:cNvPr id="8760" name="pl8760"/>
            <p:cNvSpPr/>
            <p:nvPr/>
          </p:nvSpPr>
          <p:spPr>
            <a:xfrm>
              <a:off x="7616587" y="4017416"/>
              <a:ext cx="1482638" cy="1148145"/>
            </a:xfrm>
            <a:custGeom>
              <a:avLst/>
              <a:pathLst>
                <a:path w="1482638" h="1148145">
                  <a:moveTo>
                    <a:pt x="0" y="1148145"/>
                  </a:moveTo>
                  <a:lnTo>
                    <a:pt x="148263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l8761"/>
            <p:cNvSpPr/>
            <p:nvPr/>
          </p:nvSpPr>
          <p:spPr>
            <a:xfrm>
              <a:off x="9099225" y="401741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tx8762"/>
            <p:cNvSpPr/>
            <p:nvPr/>
          </p:nvSpPr>
          <p:spPr>
            <a:xfrm>
              <a:off x="9785712" y="3924598"/>
              <a:ext cx="1343229" cy="1493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8E7CD7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sp>
          <p:nvSpPr>
            <p:cNvPr id="8763" name="pg8763"/>
            <p:cNvSpPr/>
            <p:nvPr/>
          </p:nvSpPr>
          <p:spPr>
            <a:xfrm>
              <a:off x="9578086" y="3981412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64" name="pic876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27942" y="3901572"/>
              <a:ext cx="343243" cy="231689"/>
            </a:xfrm>
            <a:prstGeom prst="rect">
              <a:avLst/>
            </a:prstGeom>
          </p:spPr>
        </p:pic>
        <p:sp>
          <p:nvSpPr>
            <p:cNvPr id="8765" name="pl8765"/>
            <p:cNvSpPr/>
            <p:nvPr/>
          </p:nvSpPr>
          <p:spPr>
            <a:xfrm>
              <a:off x="7812794" y="3723208"/>
              <a:ext cx="1286431" cy="1248643"/>
            </a:xfrm>
            <a:custGeom>
              <a:avLst/>
              <a:pathLst>
                <a:path w="1286431" h="1248643">
                  <a:moveTo>
                    <a:pt x="0" y="1248643"/>
                  </a:moveTo>
                  <a:lnTo>
                    <a:pt x="128643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l8766"/>
            <p:cNvSpPr/>
            <p:nvPr/>
          </p:nvSpPr>
          <p:spPr>
            <a:xfrm>
              <a:off x="9099225" y="372320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tx8767"/>
            <p:cNvSpPr/>
            <p:nvPr/>
          </p:nvSpPr>
          <p:spPr>
            <a:xfrm>
              <a:off x="9785712" y="3657232"/>
              <a:ext cx="1229469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9CCAE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8768" name="pg8768"/>
            <p:cNvSpPr/>
            <p:nvPr/>
          </p:nvSpPr>
          <p:spPr>
            <a:xfrm>
              <a:off x="9578086" y="3687203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69" name="pic876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27942" y="3607363"/>
              <a:ext cx="343243" cy="231689"/>
            </a:xfrm>
            <a:prstGeom prst="rect">
              <a:avLst/>
            </a:prstGeom>
          </p:spPr>
        </p:pic>
        <p:sp>
          <p:nvSpPr>
            <p:cNvPr id="8770" name="pl8770"/>
            <p:cNvSpPr/>
            <p:nvPr/>
          </p:nvSpPr>
          <p:spPr>
            <a:xfrm>
              <a:off x="7929151" y="3429000"/>
              <a:ext cx="1170074" cy="1402603"/>
            </a:xfrm>
            <a:custGeom>
              <a:avLst/>
              <a:pathLst>
                <a:path w="1170074" h="1402603">
                  <a:moveTo>
                    <a:pt x="0" y="1402603"/>
                  </a:moveTo>
                  <a:lnTo>
                    <a:pt x="1170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l8771"/>
            <p:cNvSpPr/>
            <p:nvPr/>
          </p:nvSpPr>
          <p:spPr>
            <a:xfrm>
              <a:off x="9099225" y="342900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tx8772"/>
            <p:cNvSpPr/>
            <p:nvPr/>
          </p:nvSpPr>
          <p:spPr>
            <a:xfrm>
              <a:off x="9785712" y="3368449"/>
              <a:ext cx="1099187" cy="11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5CB8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sp>
          <p:nvSpPr>
            <p:cNvPr id="8773" name="pg8773"/>
            <p:cNvSpPr/>
            <p:nvPr/>
          </p:nvSpPr>
          <p:spPr>
            <a:xfrm>
              <a:off x="9578086" y="3392995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74" name="pic8774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27942" y="3313155"/>
              <a:ext cx="343243" cy="231689"/>
            </a:xfrm>
            <a:prstGeom prst="rect">
              <a:avLst/>
            </a:prstGeom>
          </p:spPr>
        </p:pic>
        <p:sp>
          <p:nvSpPr>
            <p:cNvPr id="8775" name="pl8775"/>
            <p:cNvSpPr/>
            <p:nvPr/>
          </p:nvSpPr>
          <p:spPr>
            <a:xfrm>
              <a:off x="7995765" y="3134791"/>
              <a:ext cx="1103460" cy="1605166"/>
            </a:xfrm>
            <a:custGeom>
              <a:avLst/>
              <a:pathLst>
                <a:path w="1103460" h="1605166">
                  <a:moveTo>
                    <a:pt x="0" y="1605166"/>
                  </a:moveTo>
                  <a:lnTo>
                    <a:pt x="110346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l8776"/>
            <p:cNvSpPr/>
            <p:nvPr/>
          </p:nvSpPr>
          <p:spPr>
            <a:xfrm>
              <a:off x="9099225" y="313479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tx8777"/>
            <p:cNvSpPr/>
            <p:nvPr/>
          </p:nvSpPr>
          <p:spPr>
            <a:xfrm>
              <a:off x="9785712" y="3068815"/>
              <a:ext cx="1071242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71BFFF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8778" name="pg8778"/>
            <p:cNvSpPr/>
            <p:nvPr/>
          </p:nvSpPr>
          <p:spPr>
            <a:xfrm>
              <a:off x="9578086" y="3098787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79" name="pic8779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27942" y="3018946"/>
              <a:ext cx="343243" cy="231689"/>
            </a:xfrm>
            <a:prstGeom prst="rect">
              <a:avLst/>
            </a:prstGeom>
          </p:spPr>
        </p:pic>
        <p:sp>
          <p:nvSpPr>
            <p:cNvPr id="8780" name="pl8780"/>
            <p:cNvSpPr/>
            <p:nvPr/>
          </p:nvSpPr>
          <p:spPr>
            <a:xfrm>
              <a:off x="8020594" y="2840583"/>
              <a:ext cx="1078631" cy="1862641"/>
            </a:xfrm>
            <a:custGeom>
              <a:avLst/>
              <a:pathLst>
                <a:path w="1078631" h="1862641">
                  <a:moveTo>
                    <a:pt x="0" y="1862641"/>
                  </a:moveTo>
                  <a:lnTo>
                    <a:pt x="107863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l8781"/>
            <p:cNvSpPr/>
            <p:nvPr/>
          </p:nvSpPr>
          <p:spPr>
            <a:xfrm>
              <a:off x="9099225" y="284058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tx8782"/>
            <p:cNvSpPr/>
            <p:nvPr/>
          </p:nvSpPr>
          <p:spPr>
            <a:xfrm>
              <a:off x="9785712" y="2773952"/>
              <a:ext cx="922347" cy="1269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B2E84D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8783" name="pg8783"/>
            <p:cNvSpPr/>
            <p:nvPr/>
          </p:nvSpPr>
          <p:spPr>
            <a:xfrm>
              <a:off x="9578086" y="2804578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84" name="pic8784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724738"/>
              <a:ext cx="343243" cy="231689"/>
            </a:xfrm>
            <a:prstGeom prst="rect">
              <a:avLst/>
            </a:prstGeom>
          </p:spPr>
        </p:pic>
        <p:sp>
          <p:nvSpPr>
            <p:cNvPr id="8785" name="pl8785"/>
            <p:cNvSpPr/>
            <p:nvPr/>
          </p:nvSpPr>
          <p:spPr>
            <a:xfrm>
              <a:off x="8057802" y="2546374"/>
              <a:ext cx="1041423" cy="2098779"/>
            </a:xfrm>
            <a:custGeom>
              <a:avLst/>
              <a:pathLst>
                <a:path w="1041423" h="2098779">
                  <a:moveTo>
                    <a:pt x="0" y="2098779"/>
                  </a:moveTo>
                  <a:lnTo>
                    <a:pt x="104142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l8786"/>
            <p:cNvSpPr/>
            <p:nvPr/>
          </p:nvSpPr>
          <p:spPr>
            <a:xfrm>
              <a:off x="9099225" y="254637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tx8787"/>
            <p:cNvSpPr/>
            <p:nvPr/>
          </p:nvSpPr>
          <p:spPr>
            <a:xfrm>
              <a:off x="9785712" y="2479007"/>
              <a:ext cx="940764" cy="1276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4A100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sp>
          <p:nvSpPr>
            <p:cNvPr id="8788" name="pg8788"/>
            <p:cNvSpPr/>
            <p:nvPr/>
          </p:nvSpPr>
          <p:spPr>
            <a:xfrm>
              <a:off x="9578086" y="2510370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89" name="pic878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430529"/>
              <a:ext cx="343243" cy="231689"/>
            </a:xfrm>
            <a:prstGeom prst="rect">
              <a:avLst/>
            </a:prstGeom>
          </p:spPr>
        </p:pic>
        <p:sp>
          <p:nvSpPr>
            <p:cNvPr id="8790" name="pl8790"/>
            <p:cNvSpPr/>
            <p:nvPr/>
          </p:nvSpPr>
          <p:spPr>
            <a:xfrm>
              <a:off x="8078280" y="2252166"/>
              <a:ext cx="1020945" cy="2359314"/>
            </a:xfrm>
            <a:custGeom>
              <a:avLst/>
              <a:pathLst>
                <a:path w="1020945" h="2359314">
                  <a:moveTo>
                    <a:pt x="0" y="2359314"/>
                  </a:moveTo>
                  <a:lnTo>
                    <a:pt x="102094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l8791"/>
            <p:cNvSpPr/>
            <p:nvPr/>
          </p:nvSpPr>
          <p:spPr>
            <a:xfrm>
              <a:off x="9099225" y="225216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tx8792"/>
            <p:cNvSpPr/>
            <p:nvPr/>
          </p:nvSpPr>
          <p:spPr>
            <a:xfrm>
              <a:off x="9785712" y="2161646"/>
              <a:ext cx="1317093" cy="1470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7E57FF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sp>
          <p:nvSpPr>
            <p:cNvPr id="8793" name="pg8793"/>
            <p:cNvSpPr/>
            <p:nvPr/>
          </p:nvSpPr>
          <p:spPr>
            <a:xfrm>
              <a:off x="9578086" y="2216161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94" name="pic879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27942" y="2136321"/>
              <a:ext cx="343243" cy="231689"/>
            </a:xfrm>
            <a:prstGeom prst="rect">
              <a:avLst/>
            </a:prstGeom>
          </p:spPr>
        </p:pic>
        <p:sp>
          <p:nvSpPr>
            <p:cNvPr id="8795" name="pl8795"/>
            <p:cNvSpPr/>
            <p:nvPr/>
          </p:nvSpPr>
          <p:spPr>
            <a:xfrm>
              <a:off x="8093259" y="1957957"/>
              <a:ext cx="1005966" cy="2628041"/>
            </a:xfrm>
            <a:custGeom>
              <a:avLst/>
              <a:pathLst>
                <a:path w="1005966" h="2628041">
                  <a:moveTo>
                    <a:pt x="0" y="2628041"/>
                  </a:moveTo>
                  <a:lnTo>
                    <a:pt x="1005966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l8796"/>
            <p:cNvSpPr/>
            <p:nvPr/>
          </p:nvSpPr>
          <p:spPr>
            <a:xfrm>
              <a:off x="9099225" y="1957957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tx8797"/>
            <p:cNvSpPr/>
            <p:nvPr/>
          </p:nvSpPr>
          <p:spPr>
            <a:xfrm>
              <a:off x="9785712" y="1873589"/>
              <a:ext cx="1463325" cy="13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 b="1">
                  <a:solidFill>
                    <a:srgbClr val="F4B5FF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sp>
          <p:nvSpPr>
            <p:cNvPr id="8798" name="pg8798"/>
            <p:cNvSpPr/>
            <p:nvPr/>
          </p:nvSpPr>
          <p:spPr>
            <a:xfrm>
              <a:off x="9578086" y="1921953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799" name="pic8799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27942" y="1842112"/>
              <a:ext cx="343243" cy="231689"/>
            </a:xfrm>
            <a:prstGeom prst="rect">
              <a:avLst/>
            </a:prstGeom>
          </p:spPr>
        </p:pic>
        <p:sp>
          <p:nvSpPr>
            <p:cNvPr id="8800" name="pl8800"/>
            <p:cNvSpPr/>
            <p:nvPr/>
          </p:nvSpPr>
          <p:spPr>
            <a:xfrm>
              <a:off x="8385882" y="1663749"/>
              <a:ext cx="713343" cy="2055145"/>
            </a:xfrm>
            <a:custGeom>
              <a:avLst/>
              <a:pathLst>
                <a:path w="713343" h="2055145">
                  <a:moveTo>
                    <a:pt x="0" y="2055145"/>
                  </a:moveTo>
                  <a:lnTo>
                    <a:pt x="71334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l8801"/>
            <p:cNvSpPr/>
            <p:nvPr/>
          </p:nvSpPr>
          <p:spPr>
            <a:xfrm>
              <a:off x="9099225" y="166374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tx8802"/>
            <p:cNvSpPr/>
            <p:nvPr/>
          </p:nvSpPr>
          <p:spPr>
            <a:xfrm>
              <a:off x="9785712" y="1599083"/>
              <a:ext cx="1080737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E8F2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8803" name="pg8803"/>
            <p:cNvSpPr/>
            <p:nvPr/>
          </p:nvSpPr>
          <p:spPr>
            <a:xfrm>
              <a:off x="9578086" y="1627744"/>
              <a:ext cx="72009" cy="72009"/>
            </a:xfrm>
            <a:custGeom>
              <a:avLst/>
              <a:pathLst>
                <a:path w="72009" h="72009">
                  <a:moveTo>
                    <a:pt x="0" y="72009"/>
                  </a:moveTo>
                  <a:lnTo>
                    <a:pt x="72009" y="72009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804" name="pic8804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27942" y="1547904"/>
              <a:ext cx="343243" cy="231689"/>
            </a:xfrm>
            <a:prstGeom prst="rect">
              <a:avLst/>
            </a:prstGeom>
          </p:spPr>
        </p:pic>
        <p:sp>
          <p:nvSpPr>
            <p:cNvPr id="8805" name="pl8805"/>
            <p:cNvSpPr/>
            <p:nvPr/>
          </p:nvSpPr>
          <p:spPr>
            <a:xfrm>
              <a:off x="8404153" y="1369540"/>
              <a:ext cx="695072" cy="2064385"/>
            </a:xfrm>
            <a:custGeom>
              <a:avLst/>
              <a:pathLst>
                <a:path w="695072" h="2064385">
                  <a:moveTo>
                    <a:pt x="0" y="2064385"/>
                  </a:moveTo>
                  <a:lnTo>
                    <a:pt x="695072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l8806"/>
            <p:cNvSpPr/>
            <p:nvPr/>
          </p:nvSpPr>
          <p:spPr>
            <a:xfrm>
              <a:off x="9099225" y="136954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tx8807"/>
            <p:cNvSpPr/>
            <p:nvPr/>
          </p:nvSpPr>
          <p:spPr>
            <a:xfrm>
              <a:off x="9785712" y="1304874"/>
              <a:ext cx="1155553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19E51E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8808" name="pg8808"/>
            <p:cNvSpPr/>
            <p:nvPr/>
          </p:nvSpPr>
          <p:spPr>
            <a:xfrm>
              <a:off x="9578086" y="1333536"/>
              <a:ext cx="72009" cy="72008"/>
            </a:xfrm>
            <a:custGeom>
              <a:avLst/>
              <a:pathLst>
                <a:path w="72009" h="72008">
                  <a:moveTo>
                    <a:pt x="0" y="72008"/>
                  </a:moveTo>
                  <a:lnTo>
                    <a:pt x="72009" y="72008"/>
                  </a:lnTo>
                  <a:lnTo>
                    <a:pt x="720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pic>
          <p:nvPicPr>
            <p:cNvPr id="8809" name="pic8809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27942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2026-04-19T17:59:24Z</dcterms:modified>
  <cp:category/>
</cp:coreProperties>
</file>