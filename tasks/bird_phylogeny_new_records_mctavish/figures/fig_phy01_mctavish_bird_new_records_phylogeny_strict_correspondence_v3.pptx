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9143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9143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9143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9143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9143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9143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9143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9143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9143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9143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9143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9143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9143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9143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9143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9143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4918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1708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4850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0527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8045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3609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09211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6241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1992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7781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3607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79471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5373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1313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7291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3307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59361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5452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1583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7751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3958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0203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6487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2809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29170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5570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2008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8485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5002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1557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8151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4784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1456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8168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2950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6582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0246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3941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1816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5261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8736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2243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5781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29350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7669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1428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5219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79043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2899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6787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0708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4662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8648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2667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6719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0804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4923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1907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3260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7478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1731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6017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0337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4424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09263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4138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099049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399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88976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3994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79047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4136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9262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4690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79078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3500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7956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2447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6972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1532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6126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0755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5419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0117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4851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19620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4423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59621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4855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0125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5432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0776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6156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1573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7026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2517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596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3958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1993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0068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8184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3480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1149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8858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6607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4397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2228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010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8012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8538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5407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2315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79263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6251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3278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034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7451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4598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1784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59010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6277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3583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0929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8316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5743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3209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0717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8264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5852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1058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99379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6341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4539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2778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7740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6144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4588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3073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2440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1297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160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0167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8776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7426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6118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4851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3625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0195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79135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8116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7138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6202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0209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9646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2873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214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5308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445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3643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1458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0812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69126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8647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8209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7814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746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7147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6876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6647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6460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6314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0691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2172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3674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5196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6739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8303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89888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1494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3586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4967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6368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7789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49230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5701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6968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8253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09558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0881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2224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3121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4770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6440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8133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39847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1583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3342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5123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6927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8753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0602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2474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437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6288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8230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0196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2185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4199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6236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0033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8157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8612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59077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49550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5598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6004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6419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6841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7271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771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2059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2590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0525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1027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1538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3132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3683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4246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4819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5403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5998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6604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7222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7851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8492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89145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79810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0487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1177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1879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2594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3322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4063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4818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0010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0316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19121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09413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799709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7453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7722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7994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8270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855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8833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5154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5400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5649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5899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6152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3223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3462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3701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3941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4181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4423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4665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4909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6407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6664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6924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7187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2261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2606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2956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1591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1923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0627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0943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1264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3313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3676" y="11292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4047" y="1130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4424" y="1132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4808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5199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7162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5586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6367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7972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6868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7842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8832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1898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59837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0859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2953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4025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5910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4041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4968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8795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59633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0485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1352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2233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3129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2011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3222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4452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8483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79641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5114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6219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7342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0817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8297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0383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78972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2493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4628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6788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1182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3416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5676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7962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0273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2610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4972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7361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09776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2217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4685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7179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79700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2247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4822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2709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7424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0053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5393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1791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49795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2849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5932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29044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2186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5358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8559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8105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0844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3612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6407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499231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2082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4963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7872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0809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3775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6771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5053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8344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1666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5019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8402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6210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6147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6708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1114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6348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1546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1833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6993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6922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1975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197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6921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1831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6706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1545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2896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1381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09826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8229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6591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4912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3191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1430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99628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7785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5901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3977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2011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000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7957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587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3741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1572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79362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7112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4821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2489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0117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7705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5253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2760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0227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7653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9692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5040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2386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8155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7760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7322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6843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6323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5761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5157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4512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9843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39822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39759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39655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39509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39322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39093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8822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851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382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3096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2326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151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0661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29767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8831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7853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6834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5774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4672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3529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2344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1119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19851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8543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7193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5802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437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6959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4185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562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1371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8518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2691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29719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6706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7431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3654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0562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4261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1051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7802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4513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1185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7819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4413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0968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7484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3961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0399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6799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3160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69482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5766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2011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8218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4387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0517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6609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2662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8678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4656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0596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8188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6498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2362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3977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09729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5442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7924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1119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6758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2360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3452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8943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4396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69813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5194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0537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5844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8013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2469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6891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6349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1118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5852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0551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5214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59843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4438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48997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3522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1279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5633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09952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4239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8491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2709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689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1046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5165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69250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3302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7321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1308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6926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0750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5261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39182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3070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4541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4303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7625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0917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4178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7410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0611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3783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6925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0037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0188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3019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6619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8300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2028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5723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89387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3726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7233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0708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4153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7567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0950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3120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6174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49198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2194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5160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8098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1007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3887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6739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599562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2357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5125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7864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0576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3260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5916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8545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1147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3722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6269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8790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1284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3752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6193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8608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0997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3359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5696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8007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0293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2553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4787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6997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19181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1341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3476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5586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7672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79733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1771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3784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5773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7739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39681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160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3495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5367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7216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299043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0846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49529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1199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2627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4386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6122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7836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2848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4476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6082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7667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199230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0773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2295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3797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5278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6739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8180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39601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1002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2383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3745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5088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6412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7716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79002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0268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8627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99750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0856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1944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3016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3959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1517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2747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5152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6328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7486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4071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5110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6132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7138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8127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19101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0059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5482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6159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6824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7477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8118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8748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79365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69972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0567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1150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1724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2286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2838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3379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3910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4431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4792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1001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1928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2840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3736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4618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5484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6337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7174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7998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8807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09602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0384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1151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1906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2647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3375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4090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89551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9965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8698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99128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5936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4942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5444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6419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6892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7357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7813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826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5653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2293" y="1129296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2656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0371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0770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1161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1546" y="113253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1923" y="113089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3013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3363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3708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4046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5342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4378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4705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5026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5959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6260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6556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6848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7136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742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7699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7975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8248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8517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8782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0070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0320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0569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09045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199305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89563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79817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0815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1788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1060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1304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1546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2028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2268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2507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2746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2985" y="10992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6314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6460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6126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6147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6210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6647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6876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7147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746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7814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8209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8647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69126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69646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0209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0812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1458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214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2873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3643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445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5308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6202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7138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8116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79135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0195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1297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2440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3625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4851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6118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7426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8776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0167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160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3073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4588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6144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7740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799379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1058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6341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2778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4539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8184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596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0068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1993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3958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8012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4397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010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2228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6607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8858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1149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3480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5852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8264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0717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3209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5743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8316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0929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3583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6277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59010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6251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1784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4598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7451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034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3278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79263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2315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5407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8538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1708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29170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2008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5570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4918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8168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1456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4784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8151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1557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5002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8485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1583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5452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59361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2809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6487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0203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3958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7751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3307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7291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4850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1313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5373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79471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3607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7781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1992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6241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0527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09211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3609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8045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2517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7026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0776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1573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6156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5432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0125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4855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59621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4423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69262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4136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79047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3994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88976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399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099049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4138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4851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0117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19620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09263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4424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5419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0755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6126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1532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6972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2447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7956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3500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79078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4690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0337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6017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1731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7478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3260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1907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4923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0804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6719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2667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8648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4662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0708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6787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2899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6582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2950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79043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5219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1428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7669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3941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0246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29350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5781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2243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8736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5261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1816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8402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5019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0844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6407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3612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8105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5393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2709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0053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7424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99231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4963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2082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6771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3775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0809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7872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5358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2186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29044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5932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1666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8344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5053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1791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8559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2849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49795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4822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2247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0196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8230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4628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2493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0383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8297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6236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4199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2185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6288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437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2474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0602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4972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09776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79700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7179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4685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2217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7361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2610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0273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7962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5676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3416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1182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78972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6788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8753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6927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5123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3342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8133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1583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39847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6440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4770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3121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1494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89888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8303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4452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09558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8253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6968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5701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3222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2011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7342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8483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0817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79641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6739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5196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3674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2172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0691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49230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7789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6368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4967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3586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2224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0881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6219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5114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4025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2953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1898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0859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59837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8832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7842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1147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8545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1284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8790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0997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8608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6193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3752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6269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3722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5916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3260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0576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7864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5125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2357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599562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6739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3887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1007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8098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5160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7216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5367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4386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2627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0846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299043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3495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160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39681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7739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5773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3784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1771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79733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7672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5586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19181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3476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1341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09602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8807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7998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7174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6337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5484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4618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3736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2840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1928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1001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0059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19101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8127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7138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6132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5110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4071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3016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1944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5152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7486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6328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0856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6999750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8627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3959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2747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1517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3745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0268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79002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7716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6412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5088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2383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1002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39601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8180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6739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5278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3797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2295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0773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199230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7667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49529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7836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6122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6082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4476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2848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1199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2553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6997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4787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0293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8007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5696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3359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6868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5910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4968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4041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3129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2233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1352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0485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59633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8795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7972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7162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6367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5586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4818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4063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3322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2594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1879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1177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0487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79810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7851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89145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8492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7222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6604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5998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5403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4819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4246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3683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3132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2590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2059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1538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1027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0525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0033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49550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59077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8612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8157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771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7271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6841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6419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6004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5598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5199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4808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4424" y="5639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4047" y="5641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3676" y="56429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3313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2956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2606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1591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2261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1923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1264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0943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0627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0316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0010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799709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09413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19121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8833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855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8270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7994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7722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7453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7187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6924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6664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6407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6152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5899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5649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5400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5154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4909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4665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4423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4181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3941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3701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3462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3223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2985" y="56729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2746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2507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2268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0815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1304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1060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2028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1788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1546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0569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0320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0070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79817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89563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199305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09045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8782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8517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8248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7975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7699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742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5653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5342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7136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6848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6556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6260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5959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5026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4705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4378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4046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3708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3363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3013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2656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2293" y="5642978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1923" y="564138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1546" y="563974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1161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0770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0371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79965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89551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499128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8698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826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7813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79365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8748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8118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7477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1724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1150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0567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69972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2286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3379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2838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4942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4431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3910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5936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5444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7357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6892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6419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6824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6159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5482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4792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4090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3375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2647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1906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1151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0384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5261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3070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39182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89387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6619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3019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5723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2028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0750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8300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4541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6926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1308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7321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3783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0611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7410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4178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0917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2194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49198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6174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3120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0037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6925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7625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4303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0708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0950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7567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4153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0188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7233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3726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5165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3302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69250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1046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689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2709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8491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4239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09952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5633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1279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6891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2469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8013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3522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48997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4438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59843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5852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5214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0551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1118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6349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1545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6706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1831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1975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6921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197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6993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6922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1833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0117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2489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4821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7112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79362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1572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3741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587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7957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000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2011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3977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5901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7785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3191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299628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1430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4912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6591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8229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09826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1381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2896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437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5802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7193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8543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19851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1119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2344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3529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4672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5774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6834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7853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8831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29767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0661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151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2326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3096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382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4512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5157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5761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6323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6843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7322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7760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8155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851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8822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39093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39322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39509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39655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39759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39822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5844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0537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5194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6708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1546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6348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1114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69813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4396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8943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3452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7924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2360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6758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1119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5442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09729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2362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3977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8188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6498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0596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4656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8678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2662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6609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0517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4387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8218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2011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5766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69482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3160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6799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0399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3961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7484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0968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4513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7802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4413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7819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1185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1051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4261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7431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2691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29719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0562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3654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6706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562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8518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1371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4185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2386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6959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49692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5040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7653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0227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2760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5253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7705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201687" y="405124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213822" y="413935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81239" y="3864475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91305" y="3942474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83711" y="4090740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95846" y="4178742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164710" y="3890204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181074" y="398912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344765" y="4304245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361129" y="4402972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59567" y="419446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75931" y="429315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307472" y="3993544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323837" y="409246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788004" y="423097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800139" y="4319043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088978" y="3828347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101113" y="391649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59589" y="3529183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75862" y="3637214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774593" y="3709309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766285" y="3817469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65028" y="3779307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6975095" y="3857481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8712" name="pg8712"/>
            <p:cNvSpPr/>
            <p:nvPr/>
          </p:nvSpPr>
          <p:spPr>
            <a:xfrm>
              <a:off x="2541599" y="133353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13" name="pic87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714" name="pl8714"/>
            <p:cNvSpPr/>
            <p:nvPr/>
          </p:nvSpPr>
          <p:spPr>
            <a:xfrm>
              <a:off x="3092469" y="2056027"/>
              <a:ext cx="1140559" cy="2736133"/>
            </a:xfrm>
            <a:custGeom>
              <a:avLst/>
              <a:pathLst>
                <a:path w="1140559" h="2736133">
                  <a:moveTo>
                    <a:pt x="1140559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l8715"/>
            <p:cNvSpPr/>
            <p:nvPr/>
          </p:nvSpPr>
          <p:spPr>
            <a:xfrm>
              <a:off x="2899394" y="205602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tx8716"/>
            <p:cNvSpPr/>
            <p:nvPr/>
          </p:nvSpPr>
          <p:spPr>
            <a:xfrm>
              <a:off x="1376773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717" name="pg8717"/>
            <p:cNvSpPr/>
            <p:nvPr/>
          </p:nvSpPr>
          <p:spPr>
            <a:xfrm>
              <a:off x="2541599" y="2020022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18" name="pic87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940182"/>
              <a:ext cx="343243" cy="231689"/>
            </a:xfrm>
            <a:prstGeom prst="rect">
              <a:avLst/>
            </a:prstGeom>
          </p:spPr>
        </p:pic>
        <p:sp>
          <p:nvSpPr>
            <p:cNvPr id="8719" name="pl8719"/>
            <p:cNvSpPr/>
            <p:nvPr/>
          </p:nvSpPr>
          <p:spPr>
            <a:xfrm>
              <a:off x="3092469" y="2742513"/>
              <a:ext cx="1409921" cy="2356574"/>
            </a:xfrm>
            <a:custGeom>
              <a:avLst/>
              <a:pathLst>
                <a:path w="1409921" h="2356574">
                  <a:moveTo>
                    <a:pt x="1409921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l8720"/>
            <p:cNvSpPr/>
            <p:nvPr/>
          </p:nvSpPr>
          <p:spPr>
            <a:xfrm>
              <a:off x="2899394" y="2742513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tx8721"/>
            <p:cNvSpPr/>
            <p:nvPr/>
          </p:nvSpPr>
          <p:spPr>
            <a:xfrm>
              <a:off x="1511711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8722" name="pg8722"/>
            <p:cNvSpPr/>
            <p:nvPr/>
          </p:nvSpPr>
          <p:spPr>
            <a:xfrm>
              <a:off x="2541599" y="2706509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23" name="pic87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626668"/>
              <a:ext cx="343243" cy="231689"/>
            </a:xfrm>
            <a:prstGeom prst="rect">
              <a:avLst/>
            </a:prstGeom>
          </p:spPr>
        </p:pic>
        <p:sp>
          <p:nvSpPr>
            <p:cNvPr id="8724" name="pl8724"/>
            <p:cNvSpPr/>
            <p:nvPr/>
          </p:nvSpPr>
          <p:spPr>
            <a:xfrm>
              <a:off x="3092469" y="3429000"/>
              <a:ext cx="1672220" cy="1885820"/>
            </a:xfrm>
            <a:custGeom>
              <a:avLst/>
              <a:pathLst>
                <a:path w="1672220" h="1885820">
                  <a:moveTo>
                    <a:pt x="1672220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l8725"/>
            <p:cNvSpPr/>
            <p:nvPr/>
          </p:nvSpPr>
          <p:spPr>
            <a:xfrm>
              <a:off x="2899394" y="342900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tx8726"/>
            <p:cNvSpPr/>
            <p:nvPr/>
          </p:nvSpPr>
          <p:spPr>
            <a:xfrm>
              <a:off x="1623526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8727" name="pg8727"/>
            <p:cNvSpPr/>
            <p:nvPr/>
          </p:nvSpPr>
          <p:spPr>
            <a:xfrm>
              <a:off x="2541599" y="3392995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28" name="pic87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313155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092469" y="4115486"/>
              <a:ext cx="1941405" cy="1363028"/>
            </a:xfrm>
            <a:custGeom>
              <a:avLst/>
              <a:pathLst>
                <a:path w="1941405" h="1363028">
                  <a:moveTo>
                    <a:pt x="1941405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899394" y="4115486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371984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8732" name="pg8732"/>
            <p:cNvSpPr/>
            <p:nvPr/>
          </p:nvSpPr>
          <p:spPr>
            <a:xfrm>
              <a:off x="2541599" y="4079481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33" name="pic87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999641"/>
              <a:ext cx="343243" cy="231689"/>
            </a:xfrm>
            <a:prstGeom prst="rect">
              <a:avLst/>
            </a:prstGeom>
          </p:spPr>
        </p:pic>
        <p:sp>
          <p:nvSpPr>
            <p:cNvPr id="8734" name="pl8734"/>
            <p:cNvSpPr/>
            <p:nvPr/>
          </p:nvSpPr>
          <p:spPr>
            <a:xfrm>
              <a:off x="3092469" y="4801972"/>
              <a:ext cx="2110931" cy="755838"/>
            </a:xfrm>
            <a:custGeom>
              <a:avLst/>
              <a:pathLst>
                <a:path w="2110931" h="755838">
                  <a:moveTo>
                    <a:pt x="2110931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l8735"/>
            <p:cNvSpPr/>
            <p:nvPr/>
          </p:nvSpPr>
          <p:spPr>
            <a:xfrm>
              <a:off x="2899394" y="480197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tx8736"/>
            <p:cNvSpPr/>
            <p:nvPr/>
          </p:nvSpPr>
          <p:spPr>
            <a:xfrm>
              <a:off x="1325244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sp>
          <p:nvSpPr>
            <p:cNvPr id="8737" name="pg8737"/>
            <p:cNvSpPr/>
            <p:nvPr/>
          </p:nvSpPr>
          <p:spPr>
            <a:xfrm>
              <a:off x="2541599" y="4765968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38" name="pic87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686128"/>
              <a:ext cx="343243" cy="231689"/>
            </a:xfrm>
            <a:prstGeom prst="rect">
              <a:avLst/>
            </a:prstGeom>
          </p:spPr>
        </p:pic>
        <p:sp>
          <p:nvSpPr>
            <p:cNvPr id="8739" name="pl8739"/>
            <p:cNvSpPr/>
            <p:nvPr/>
          </p:nvSpPr>
          <p:spPr>
            <a:xfrm>
              <a:off x="3092469" y="5488459"/>
              <a:ext cx="2796743" cy="239583"/>
            </a:xfrm>
            <a:custGeom>
              <a:avLst/>
              <a:pathLst>
                <a:path w="2796743" h="239583">
                  <a:moveTo>
                    <a:pt x="2796743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l8740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tx8741"/>
            <p:cNvSpPr/>
            <p:nvPr/>
          </p:nvSpPr>
          <p:spPr>
            <a:xfrm>
              <a:off x="1289396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742" name="pg8742"/>
            <p:cNvSpPr/>
            <p:nvPr/>
          </p:nvSpPr>
          <p:spPr>
            <a:xfrm>
              <a:off x="2541599" y="5452454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43" name="pic87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44" name="pl8744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l8745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tx8746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747" name="pg8747"/>
            <p:cNvSpPr/>
            <p:nvPr/>
          </p:nvSpPr>
          <p:spPr>
            <a:xfrm>
              <a:off x="9578086" y="5452454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48" name="pic874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015481" y="5213864"/>
              <a:ext cx="2083744" cy="332343"/>
            </a:xfrm>
            <a:custGeom>
              <a:avLst/>
              <a:pathLst>
                <a:path w="2083744" h="332343">
                  <a:moveTo>
                    <a:pt x="0" y="332343"/>
                  </a:moveTo>
                  <a:lnTo>
                    <a:pt x="208374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521386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752" name="pg8752"/>
            <p:cNvSpPr/>
            <p:nvPr/>
          </p:nvSpPr>
          <p:spPr>
            <a:xfrm>
              <a:off x="9578086" y="5177860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53" name="pic875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098020"/>
              <a:ext cx="343243" cy="231689"/>
            </a:xfrm>
            <a:prstGeom prst="rect">
              <a:avLst/>
            </a:prstGeom>
          </p:spPr>
        </p:pic>
        <p:sp>
          <p:nvSpPr>
            <p:cNvPr id="8754" name="pl8754"/>
            <p:cNvSpPr/>
            <p:nvPr/>
          </p:nvSpPr>
          <p:spPr>
            <a:xfrm>
              <a:off x="7192657" y="4939270"/>
              <a:ext cx="1906568" cy="520814"/>
            </a:xfrm>
            <a:custGeom>
              <a:avLst/>
              <a:pathLst>
                <a:path w="1906568" h="520814">
                  <a:moveTo>
                    <a:pt x="0" y="520814"/>
                  </a:moveTo>
                  <a:lnTo>
                    <a:pt x="19065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l8755"/>
            <p:cNvSpPr/>
            <p:nvPr/>
          </p:nvSpPr>
          <p:spPr>
            <a:xfrm>
              <a:off x="9099225" y="493927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tx8756"/>
            <p:cNvSpPr/>
            <p:nvPr/>
          </p:nvSpPr>
          <p:spPr>
            <a:xfrm>
              <a:off x="9785712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8757" name="pg8757"/>
            <p:cNvSpPr/>
            <p:nvPr/>
          </p:nvSpPr>
          <p:spPr>
            <a:xfrm>
              <a:off x="9578086" y="4903265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58" name="pic875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4823425"/>
              <a:ext cx="343243" cy="231689"/>
            </a:xfrm>
            <a:prstGeom prst="rect">
              <a:avLst/>
            </a:prstGeom>
          </p:spPr>
        </p:pic>
        <p:sp>
          <p:nvSpPr>
            <p:cNvPr id="8759" name="pl8759"/>
            <p:cNvSpPr/>
            <p:nvPr/>
          </p:nvSpPr>
          <p:spPr>
            <a:xfrm>
              <a:off x="7295208" y="4664675"/>
              <a:ext cx="1804017" cy="736589"/>
            </a:xfrm>
            <a:custGeom>
              <a:avLst/>
              <a:pathLst>
                <a:path w="1804017" h="736589">
                  <a:moveTo>
                    <a:pt x="0" y="736589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l8760"/>
            <p:cNvSpPr/>
            <p:nvPr/>
          </p:nvSpPr>
          <p:spPr>
            <a:xfrm>
              <a:off x="9099225" y="466467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tx8761"/>
            <p:cNvSpPr/>
            <p:nvPr/>
          </p:nvSpPr>
          <p:spPr>
            <a:xfrm>
              <a:off x="9785712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8762" name="pg8762"/>
            <p:cNvSpPr/>
            <p:nvPr/>
          </p:nvSpPr>
          <p:spPr>
            <a:xfrm>
              <a:off x="9578086" y="4628671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63" name="pic876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548831"/>
              <a:ext cx="343243" cy="231689"/>
            </a:xfrm>
            <a:prstGeom prst="rect">
              <a:avLst/>
            </a:prstGeom>
          </p:spPr>
        </p:pic>
        <p:sp>
          <p:nvSpPr>
            <p:cNvPr id="8764" name="pl8764"/>
            <p:cNvSpPr/>
            <p:nvPr/>
          </p:nvSpPr>
          <p:spPr>
            <a:xfrm>
              <a:off x="7402747" y="4390081"/>
              <a:ext cx="1696478" cy="941630"/>
            </a:xfrm>
            <a:custGeom>
              <a:avLst/>
              <a:pathLst>
                <a:path w="1696478" h="941630">
                  <a:moveTo>
                    <a:pt x="0" y="941630"/>
                  </a:moveTo>
                  <a:lnTo>
                    <a:pt x="169647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l8765"/>
            <p:cNvSpPr/>
            <p:nvPr/>
          </p:nvSpPr>
          <p:spPr>
            <a:xfrm>
              <a:off x="9099225" y="439008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tx8766"/>
            <p:cNvSpPr/>
            <p:nvPr/>
          </p:nvSpPr>
          <p:spPr>
            <a:xfrm>
              <a:off x="9785712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8767" name="pg8767"/>
            <p:cNvSpPr/>
            <p:nvPr/>
          </p:nvSpPr>
          <p:spPr>
            <a:xfrm>
              <a:off x="9578086" y="435407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68" name="pic876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274236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494535" y="4115486"/>
              <a:ext cx="1604690" cy="1149806"/>
            </a:xfrm>
            <a:custGeom>
              <a:avLst/>
              <a:pathLst>
                <a:path w="1604690" h="1149806">
                  <a:moveTo>
                    <a:pt x="0" y="1149806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99225" y="411548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785712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8772" name="pg8772"/>
            <p:cNvSpPr/>
            <p:nvPr/>
          </p:nvSpPr>
          <p:spPr>
            <a:xfrm>
              <a:off x="9578086" y="4079481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73" name="pic877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3999641"/>
              <a:ext cx="343243" cy="231689"/>
            </a:xfrm>
            <a:prstGeom prst="rect">
              <a:avLst/>
            </a:prstGeom>
          </p:spPr>
        </p:pic>
        <p:sp>
          <p:nvSpPr>
            <p:cNvPr id="8774" name="pl8774"/>
            <p:cNvSpPr/>
            <p:nvPr/>
          </p:nvSpPr>
          <p:spPr>
            <a:xfrm>
              <a:off x="7616587" y="3840891"/>
              <a:ext cx="1482638" cy="1324670"/>
            </a:xfrm>
            <a:custGeom>
              <a:avLst/>
              <a:pathLst>
                <a:path w="1482638" h="1324670">
                  <a:moveTo>
                    <a:pt x="0" y="1324670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l8775"/>
            <p:cNvSpPr/>
            <p:nvPr/>
          </p:nvSpPr>
          <p:spPr>
            <a:xfrm>
              <a:off x="9099225" y="38408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tx8776"/>
            <p:cNvSpPr/>
            <p:nvPr/>
          </p:nvSpPr>
          <p:spPr>
            <a:xfrm>
              <a:off x="9785712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8777" name="pg8777"/>
            <p:cNvSpPr/>
            <p:nvPr/>
          </p:nvSpPr>
          <p:spPr>
            <a:xfrm>
              <a:off x="9578086" y="3804887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78" name="pic877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725047"/>
              <a:ext cx="343243" cy="231689"/>
            </a:xfrm>
            <a:prstGeom prst="rect">
              <a:avLst/>
            </a:prstGeom>
          </p:spPr>
        </p:pic>
        <p:sp>
          <p:nvSpPr>
            <p:cNvPr id="8779" name="pl8779"/>
            <p:cNvSpPr/>
            <p:nvPr/>
          </p:nvSpPr>
          <p:spPr>
            <a:xfrm>
              <a:off x="7812794" y="3566297"/>
              <a:ext cx="1286431" cy="1405554"/>
            </a:xfrm>
            <a:custGeom>
              <a:avLst/>
              <a:pathLst>
                <a:path w="1286431" h="1405554">
                  <a:moveTo>
                    <a:pt x="0" y="1405554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l8780"/>
            <p:cNvSpPr/>
            <p:nvPr/>
          </p:nvSpPr>
          <p:spPr>
            <a:xfrm>
              <a:off x="9099225" y="356629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tx8781"/>
            <p:cNvSpPr/>
            <p:nvPr/>
          </p:nvSpPr>
          <p:spPr>
            <a:xfrm>
              <a:off x="9785712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782" name="pg8782"/>
            <p:cNvSpPr/>
            <p:nvPr/>
          </p:nvSpPr>
          <p:spPr>
            <a:xfrm>
              <a:off x="9578086" y="3530292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83" name="pic8783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450452"/>
              <a:ext cx="343243" cy="231689"/>
            </a:xfrm>
            <a:prstGeom prst="rect">
              <a:avLst/>
            </a:prstGeom>
          </p:spPr>
        </p:pic>
        <p:sp>
          <p:nvSpPr>
            <p:cNvPr id="8784" name="pl8784"/>
            <p:cNvSpPr/>
            <p:nvPr/>
          </p:nvSpPr>
          <p:spPr>
            <a:xfrm>
              <a:off x="7929151" y="3291702"/>
              <a:ext cx="1170074" cy="1539900"/>
            </a:xfrm>
            <a:custGeom>
              <a:avLst/>
              <a:pathLst>
                <a:path w="1170074" h="1539900">
                  <a:moveTo>
                    <a:pt x="0" y="1539900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l8785"/>
            <p:cNvSpPr/>
            <p:nvPr/>
          </p:nvSpPr>
          <p:spPr>
            <a:xfrm>
              <a:off x="9099225" y="329170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tx8786"/>
            <p:cNvSpPr/>
            <p:nvPr/>
          </p:nvSpPr>
          <p:spPr>
            <a:xfrm>
              <a:off x="9785712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sp>
          <p:nvSpPr>
            <p:cNvPr id="8787" name="pg8787"/>
            <p:cNvSpPr/>
            <p:nvPr/>
          </p:nvSpPr>
          <p:spPr>
            <a:xfrm>
              <a:off x="9578086" y="3255698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88" name="pic878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175858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7995765" y="3017108"/>
              <a:ext cx="1103460" cy="1722849"/>
            </a:xfrm>
            <a:custGeom>
              <a:avLst/>
              <a:pathLst>
                <a:path w="1103460" h="1722849">
                  <a:moveTo>
                    <a:pt x="0" y="1722849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99225" y="30171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785712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8792" name="pg8792"/>
            <p:cNvSpPr/>
            <p:nvPr/>
          </p:nvSpPr>
          <p:spPr>
            <a:xfrm>
              <a:off x="9578086" y="2981103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93" name="pic879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2901263"/>
              <a:ext cx="343243" cy="231689"/>
            </a:xfrm>
            <a:prstGeom prst="rect">
              <a:avLst/>
            </a:prstGeom>
          </p:spPr>
        </p:pic>
        <p:sp>
          <p:nvSpPr>
            <p:cNvPr id="8794" name="pl8794"/>
            <p:cNvSpPr/>
            <p:nvPr/>
          </p:nvSpPr>
          <p:spPr>
            <a:xfrm>
              <a:off x="8057802" y="2742513"/>
              <a:ext cx="1041423" cy="1902640"/>
            </a:xfrm>
            <a:custGeom>
              <a:avLst/>
              <a:pathLst>
                <a:path w="1041423" h="1902640">
                  <a:moveTo>
                    <a:pt x="0" y="1902640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l8795"/>
            <p:cNvSpPr/>
            <p:nvPr/>
          </p:nvSpPr>
          <p:spPr>
            <a:xfrm>
              <a:off x="9099225" y="274251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tx8796"/>
            <p:cNvSpPr/>
            <p:nvPr/>
          </p:nvSpPr>
          <p:spPr>
            <a:xfrm>
              <a:off x="9785712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sp>
          <p:nvSpPr>
            <p:cNvPr id="8797" name="pg8797"/>
            <p:cNvSpPr/>
            <p:nvPr/>
          </p:nvSpPr>
          <p:spPr>
            <a:xfrm>
              <a:off x="9578086" y="2706509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98" name="pic8798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626668"/>
              <a:ext cx="343243" cy="231689"/>
            </a:xfrm>
            <a:prstGeom prst="rect">
              <a:avLst/>
            </a:prstGeom>
          </p:spPr>
        </p:pic>
        <p:sp>
          <p:nvSpPr>
            <p:cNvPr id="8799" name="pl8799"/>
            <p:cNvSpPr/>
            <p:nvPr/>
          </p:nvSpPr>
          <p:spPr>
            <a:xfrm>
              <a:off x="8078280" y="2467918"/>
              <a:ext cx="1020945" cy="2143561"/>
            </a:xfrm>
            <a:custGeom>
              <a:avLst/>
              <a:pathLst>
                <a:path w="1020945" h="2143561">
                  <a:moveTo>
                    <a:pt x="0" y="2143561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l8800"/>
            <p:cNvSpPr/>
            <p:nvPr/>
          </p:nvSpPr>
          <p:spPr>
            <a:xfrm>
              <a:off x="9099225" y="246791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tx8801"/>
            <p:cNvSpPr/>
            <p:nvPr/>
          </p:nvSpPr>
          <p:spPr>
            <a:xfrm>
              <a:off x="9785712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8802" name="pg8802"/>
            <p:cNvSpPr/>
            <p:nvPr/>
          </p:nvSpPr>
          <p:spPr>
            <a:xfrm>
              <a:off x="9578086" y="2431914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03" name="pic8803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352074"/>
              <a:ext cx="343243" cy="231689"/>
            </a:xfrm>
            <a:prstGeom prst="rect">
              <a:avLst/>
            </a:prstGeom>
          </p:spPr>
        </p:pic>
        <p:sp>
          <p:nvSpPr>
            <p:cNvPr id="8804" name="pl8804"/>
            <p:cNvSpPr/>
            <p:nvPr/>
          </p:nvSpPr>
          <p:spPr>
            <a:xfrm>
              <a:off x="8093259" y="2193324"/>
              <a:ext cx="1005966" cy="2392674"/>
            </a:xfrm>
            <a:custGeom>
              <a:avLst/>
              <a:pathLst>
                <a:path w="1005966" h="2392674">
                  <a:moveTo>
                    <a:pt x="0" y="2392674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l8805"/>
            <p:cNvSpPr/>
            <p:nvPr/>
          </p:nvSpPr>
          <p:spPr>
            <a:xfrm>
              <a:off x="9099225" y="219332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tx8806"/>
            <p:cNvSpPr/>
            <p:nvPr/>
          </p:nvSpPr>
          <p:spPr>
            <a:xfrm>
              <a:off x="9785712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8807" name="pg8807"/>
            <p:cNvSpPr/>
            <p:nvPr/>
          </p:nvSpPr>
          <p:spPr>
            <a:xfrm>
              <a:off x="9578086" y="2157319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08" name="pic880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2077479"/>
              <a:ext cx="343243" cy="231689"/>
            </a:xfrm>
            <a:prstGeom prst="rect">
              <a:avLst/>
            </a:prstGeom>
          </p:spPr>
        </p:pic>
        <p:sp>
          <p:nvSpPr>
            <p:cNvPr id="8809" name="pl8809"/>
            <p:cNvSpPr/>
            <p:nvPr/>
          </p:nvSpPr>
          <p:spPr>
            <a:xfrm>
              <a:off x="8234060" y="1918729"/>
              <a:ext cx="865165" cy="2379950"/>
            </a:xfrm>
            <a:custGeom>
              <a:avLst/>
              <a:pathLst>
                <a:path w="865165" h="2379950">
                  <a:moveTo>
                    <a:pt x="0" y="2379950"/>
                  </a:moveTo>
                  <a:lnTo>
                    <a:pt x="86516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l8810"/>
            <p:cNvSpPr/>
            <p:nvPr/>
          </p:nvSpPr>
          <p:spPr>
            <a:xfrm>
              <a:off x="9099225" y="191872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tx8811"/>
            <p:cNvSpPr/>
            <p:nvPr/>
          </p:nvSpPr>
          <p:spPr>
            <a:xfrm>
              <a:off x="9785712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8812" name="pg8812"/>
            <p:cNvSpPr/>
            <p:nvPr/>
          </p:nvSpPr>
          <p:spPr>
            <a:xfrm>
              <a:off x="9578086" y="1882725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13" name="pic881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1802885"/>
              <a:ext cx="343243" cy="231689"/>
            </a:xfrm>
            <a:prstGeom prst="rect">
              <a:avLst/>
            </a:prstGeom>
          </p:spPr>
        </p:pic>
        <p:sp>
          <p:nvSpPr>
            <p:cNvPr id="8814" name="pl8814"/>
            <p:cNvSpPr/>
            <p:nvPr/>
          </p:nvSpPr>
          <p:spPr>
            <a:xfrm>
              <a:off x="8385882" y="1644135"/>
              <a:ext cx="713343" cy="2074759"/>
            </a:xfrm>
            <a:custGeom>
              <a:avLst/>
              <a:pathLst>
                <a:path w="713343" h="2074759">
                  <a:moveTo>
                    <a:pt x="0" y="2074759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l8815"/>
            <p:cNvSpPr/>
            <p:nvPr/>
          </p:nvSpPr>
          <p:spPr>
            <a:xfrm>
              <a:off x="9099225" y="164413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tx8816"/>
            <p:cNvSpPr/>
            <p:nvPr/>
          </p:nvSpPr>
          <p:spPr>
            <a:xfrm>
              <a:off x="9785712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817" name="pg8817"/>
            <p:cNvSpPr/>
            <p:nvPr/>
          </p:nvSpPr>
          <p:spPr>
            <a:xfrm>
              <a:off x="9578086" y="1608130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18" name="pic8818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28290"/>
              <a:ext cx="343243" cy="231689"/>
            </a:xfrm>
            <a:prstGeom prst="rect">
              <a:avLst/>
            </a:prstGeom>
          </p:spPr>
        </p:pic>
        <p:sp>
          <p:nvSpPr>
            <p:cNvPr id="8819" name="pl8819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l8820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tx8821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822" name="pg8822"/>
            <p:cNvSpPr/>
            <p:nvPr/>
          </p:nvSpPr>
          <p:spPr>
            <a:xfrm>
              <a:off x="9578086" y="133353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23" name="pic8823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2026-04-19T18:10:00Z</dcterms:modified>
  <cp:category/>
</cp:coreProperties>
</file>