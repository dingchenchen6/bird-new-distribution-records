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9143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9143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9143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9143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9143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9143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9143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9143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9143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9143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9143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9143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9143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9143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9143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9143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4918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1708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4850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0527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8045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3609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09211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6241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1992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7781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3607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79471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5373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1313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7291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3307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59361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5452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1583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7751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3958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0203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6487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2809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29170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5570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2008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8485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5002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1557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8151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4784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1456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8168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2950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6582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0246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3941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1816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5261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8736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2243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5781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29350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7669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1428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5219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79043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2899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6787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0708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4662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8648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2667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6719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0804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4923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1907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3260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7478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1731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6017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0337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4424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09263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4138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099049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399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88976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3994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79047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4136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9262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4690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79078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3500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7956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2447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6972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1532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6126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0755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5419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0117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4851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19620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4423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59621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4855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0125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5432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0776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6156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1573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7026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2517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596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3958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1993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0068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8184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3480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1149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8858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6607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4397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2228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010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8012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8538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5407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2315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79263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6251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3278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034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7451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4598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1784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59010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6277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3583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0929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8316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5743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3209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0717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8264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5852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1058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99379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6341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4539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2778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7740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6144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4588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3073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2440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1297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160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0167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8776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7426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6118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4851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3625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0195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79135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8116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7138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6202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0209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9646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2873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214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5308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445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3643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1458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0812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69126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8647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8209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7814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746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7147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6876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6647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6460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6314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0691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2172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3674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5196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6739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8303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89888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1494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3586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4967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6368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7789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49230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5701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6968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8253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09558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0881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2224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3121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4770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6440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8133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39847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1583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3342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5123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6927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8753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0602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2474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437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6288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8230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0196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2185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4199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6236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0033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8157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8612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59077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49550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5598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6004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6419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6841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7271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771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2059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2590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0525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1027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1538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3132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3683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4246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4819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5403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5998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6604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7222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7851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8492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89145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79810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0487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1177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1879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2594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3322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4063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4818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0010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0316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19121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09413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799709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7453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7722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7994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8270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855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8833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5154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5400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5649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5899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6152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3223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3462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3701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3941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4181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4423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4665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4909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6407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6664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6924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7187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2261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2606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2956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1591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1923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0627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0943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1264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3313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3676" y="11292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4047" y="1130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4424" y="1132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4808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5199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7162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5586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6367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7972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6868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7842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8832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1898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59837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0859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2953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4025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5910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4041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4968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8795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59633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0485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1352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2233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3129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2011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3222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4452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8483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79641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5114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6219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7342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0817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8297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0383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78972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2493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4628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6788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1182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3416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5676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7962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0273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2610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4972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7361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09776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2217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4685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7179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79700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2247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4822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2709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7424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0053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5393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1791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49795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2849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5932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29044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2186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5358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8559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8105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0844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3612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6407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499231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2082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4963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7872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0809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3775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6771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5053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8344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1666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5019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8402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6210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6147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6708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1114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6348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1546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1833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6993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6922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1975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197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6921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1831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6706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1545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2896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1381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09826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8229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6591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4912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3191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1430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99628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7785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5901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3977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2011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000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7957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587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3741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1572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79362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7112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4821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2489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0117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7705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5253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2760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0227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7653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9692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5040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2386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8155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7760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7322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6843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6323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5761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5157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4512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9843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39822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39759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39655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39509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39322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39093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8822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851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382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3096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2326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151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0661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29767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8831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7853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6834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5774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4672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3529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2344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1119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19851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8543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7193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5802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437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6959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4185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562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1371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8518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2691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29719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6706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7431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3654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0562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4261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1051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7802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4513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1185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7819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4413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0968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7484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3961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0399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6799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3160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69482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5766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2011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8218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4387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0517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6609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2662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8678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4656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0596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8188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6498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2362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3977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09729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5442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7924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1119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6758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2360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3452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8943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4396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69813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5194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0537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5844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8013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2469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6891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6349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1118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5852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0551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5214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59843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4438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48997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3522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1279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5633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09952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4239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8491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2709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689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1046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5165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69250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3302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7321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1308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6926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0750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5261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39182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3070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4541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4303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7625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0917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4178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7410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0611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3783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6925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0037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0188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3019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6619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8300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2028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5723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89387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3726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7233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0708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4153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7567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0950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3120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6174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49198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2194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5160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8098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1007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3887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6739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599562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2357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5125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7864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0576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3260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5916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8545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1147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3722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6269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8790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1284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3752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6193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8608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0997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3359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5696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8007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0293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2553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4787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6997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19181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1341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3476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5586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7672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79733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1771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3784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5773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7739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39681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160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3495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5367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7216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299043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0846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49529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1199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2627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4386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6122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7836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2848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4476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6082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7667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199230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0773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2295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3797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5278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6739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8180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39601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1002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2383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3745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5088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6412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7716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79002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0268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8627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99750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0856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1944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3016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3959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1517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2747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5152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6328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7486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4071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5110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6132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7138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8127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19101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0059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5482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6159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6824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7477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8118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8748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79365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69972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0567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1150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1724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2286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2838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3379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3910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4431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4792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1001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1928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2840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3736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4618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5484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6337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7174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7998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8807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09602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0384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1151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1906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2647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3375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4090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89551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9965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8698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99128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5936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4942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5444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6419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6892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7357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7813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826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5653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2293" y="1129296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2656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0371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0770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1161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1546" y="113253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1923" y="113089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3013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3363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3708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4046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5342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4378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4705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5026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5959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6260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6556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6848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7136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742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7699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7975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8248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8517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8782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0070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0320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0569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09045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199305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89563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79817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0815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1788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1060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1304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1546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2028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2268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2507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2746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2985" y="10992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6314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6460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6126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6147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6210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6647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6876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7147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746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7814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8209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8647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69126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69646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0209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0812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1458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214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2873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3643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445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5308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6202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7138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8116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79135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0195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1297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2440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3625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4851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6118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7426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8776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0167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160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3073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4588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6144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7740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799379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1058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6341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2778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4539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8184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596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0068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1993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3958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8012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4397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010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2228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6607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8858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1149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3480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5852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8264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0717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3209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5743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8316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0929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3583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6277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59010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6251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1784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4598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7451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034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3278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79263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2315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5407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8538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1708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29170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2008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5570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4918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8168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1456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4784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8151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1557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5002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8485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1583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5452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59361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2809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6487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0203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3958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7751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3307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7291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4850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1313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5373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79471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3607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7781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1992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6241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0527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09211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3609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8045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2517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7026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0776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1573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6156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5432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0125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4855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59621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4423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69262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4136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79047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3994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88976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399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099049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4138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4851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0117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19620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09263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4424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5419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0755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6126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1532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6972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2447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7956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3500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79078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4690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0337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6017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1731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7478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3260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1907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4923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0804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6719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2667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8648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4662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0708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6787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2899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6582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2950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79043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5219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1428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7669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3941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0246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29350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5781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2243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8736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5261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1816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8402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5019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0844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6407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3612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8105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5393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2709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0053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7424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99231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4963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2082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6771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3775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0809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7872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5358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2186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29044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5932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1666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8344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5053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1791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8559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2849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49795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4822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2247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0196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8230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4628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2493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0383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8297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6236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4199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2185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6288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437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2474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0602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4972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09776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79700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7179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4685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2217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7361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2610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0273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7962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5676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3416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1182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78972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6788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8753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6927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5123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3342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8133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1583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39847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6440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4770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3121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1494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89888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8303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4452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09558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8253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6968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5701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3222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2011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7342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8483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0817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79641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6739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5196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3674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2172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0691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49230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7789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6368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4967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3586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2224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0881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6219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5114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4025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2953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1898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0859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59837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8832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7842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1147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8545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1284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8790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0997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8608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6193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3752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6269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3722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5916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3260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0576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7864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5125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2357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599562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6739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3887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1007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8098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5160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7216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5367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4386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2627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0846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299043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3495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160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39681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7739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5773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3784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1771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79733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7672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5586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19181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3476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1341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09602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8807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7998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7174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6337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5484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4618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3736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2840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1928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1001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0059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19101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8127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7138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6132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5110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4071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3016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1944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5152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7486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6328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0856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6999750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8627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3959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2747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1517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3745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0268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79002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7716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6412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5088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2383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1002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39601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8180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6739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5278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3797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2295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0773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199230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7667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49529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7836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6122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6082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4476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2848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1199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2553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6997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4787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0293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8007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5696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3359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6868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5910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4968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4041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3129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2233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1352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0485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59633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8795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7972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7162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6367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5586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4818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4063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3322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2594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1879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1177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0487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79810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7851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89145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8492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7222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6604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5998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5403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4819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4246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3683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3132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2590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2059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1538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1027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0525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0033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49550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59077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8612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8157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771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7271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6841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6419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6004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5598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5199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4808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4424" y="5639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4047" y="5641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3676" y="56429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3313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2956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2606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1591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2261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1923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1264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0943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0627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0316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0010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799709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09413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19121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8833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855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8270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7994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7722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7453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7187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6924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6664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6407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6152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5899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5649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5400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5154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4909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4665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4423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4181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3941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3701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3462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3223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2985" y="56729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2746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2507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2268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0815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1304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1060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2028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1788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1546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0569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0320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0070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79817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89563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199305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09045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8782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8517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8248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7975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7699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742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5653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5342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7136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6848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6556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6260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5959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5026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4705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4378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4046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3708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3363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3013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2656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2293" y="5642978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1923" y="564138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1546" y="563974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1161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0770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0371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79965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89551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499128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8698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826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7813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79365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8748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8118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7477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1724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1150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0567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69972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2286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3379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2838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4942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4431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3910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5936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5444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7357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6892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6419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6824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6159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5482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4792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4090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3375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2647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1906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1151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0384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5261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3070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39182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89387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6619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3019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5723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2028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0750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8300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4541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6926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1308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7321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3783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0611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7410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4178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0917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2194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49198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6174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3120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0037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6925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7625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4303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0708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0950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7567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4153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0188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7233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3726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5165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3302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69250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1046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689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2709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8491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4239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09952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5633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1279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6891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2469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8013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3522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48997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4438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59843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5852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5214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0551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1118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6349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1545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6706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1831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1975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6921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197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6993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6922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1833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0117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2489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4821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7112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79362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1572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3741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587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7957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000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2011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3977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5901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7785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3191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299628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1430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4912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6591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8229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09826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1381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2896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437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5802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7193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8543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19851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1119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2344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3529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4672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5774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6834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7853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8831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29767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0661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151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2326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3096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382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4512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5157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5761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6323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6843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7322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7760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8155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851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8822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39093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39322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39509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39655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39759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39822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5844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0537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5194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6708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1546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6348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1114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69813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4396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8943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3452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7924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2360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6758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1119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5442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09729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2362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3977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8188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6498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0596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4656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8678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2662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6609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0517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4387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8218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2011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5766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69482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3160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6799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0399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3961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7484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0968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4513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7802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4413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7819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1185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1051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4261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7431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2691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29719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0562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3654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6706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562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8518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1371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4185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2386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6959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49692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5040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7653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0227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2760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5253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7705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27995" y="3828014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44359" y="3926664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175548" y="420860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187683" y="429671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45173" y="3905814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55239" y="3983813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56535" y="413410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68670" y="4222107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04350" y="3815577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20714" y="391422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286329" y="4048610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302693" y="4147531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551652" y="454261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568017" y="464134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730972" y="442741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747336" y="452610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419082" y="4273106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435446" y="437202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966685" y="4267887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978820" y="4355960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162943" y="3612314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179216" y="3720475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757966" y="4206660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768032" y="4284675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55474" y="3857892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67610" y="394598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7077943" y="3967322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7090078" y="405546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773013" y="3970067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785148" y="405815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267413" y="3790259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279548" y="3878404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30070" y="3554476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46343" y="3662506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640617" y="3669695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632310" y="3777855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92386" y="374414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7002453" y="382232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735304" y="3335044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751668" y="3433791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7054070" y="3393671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7066205" y="348174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135374" y="1957957"/>
              <a:ext cx="922406" cy="2554825"/>
            </a:xfrm>
            <a:custGeom>
              <a:avLst/>
              <a:pathLst>
                <a:path w="922406" h="2554825">
                  <a:moveTo>
                    <a:pt x="922406" y="255482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706320" y="1957957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590780" y="1892759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48888" y="1842112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135374" y="2546374"/>
              <a:ext cx="1097654" cy="2245785"/>
            </a:xfrm>
            <a:custGeom>
              <a:avLst/>
              <a:pathLst>
                <a:path w="1097654" h="2245785">
                  <a:moveTo>
                    <a:pt x="1097654" y="224578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706320" y="2546374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590780" y="2455740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48888" y="2430529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135374" y="3134791"/>
              <a:ext cx="1367015" cy="1964296"/>
            </a:xfrm>
            <a:custGeom>
              <a:avLst/>
              <a:pathLst>
                <a:path w="1367015" h="1964296">
                  <a:moveTo>
                    <a:pt x="1367015" y="1964296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706320" y="3134791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90780" y="3034313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48888" y="3018946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135374" y="3723208"/>
              <a:ext cx="1629315" cy="1591611"/>
            </a:xfrm>
            <a:custGeom>
              <a:avLst/>
              <a:pathLst>
                <a:path w="1629315" h="1591611">
                  <a:moveTo>
                    <a:pt x="1629315" y="1591611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706320" y="3723208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590780" y="3658010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48888" y="3607363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135374" y="4311625"/>
              <a:ext cx="1898499" cy="1166889"/>
            </a:xfrm>
            <a:custGeom>
              <a:avLst/>
              <a:pathLst>
                <a:path w="1898499" h="1166889">
                  <a:moveTo>
                    <a:pt x="1898499" y="1166889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706320" y="4311625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590780" y="4244872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48888" y="4195780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135374" y="4900042"/>
              <a:ext cx="2068025" cy="657768"/>
            </a:xfrm>
            <a:custGeom>
              <a:avLst/>
              <a:pathLst>
                <a:path w="2068025" h="657768">
                  <a:moveTo>
                    <a:pt x="2068025" y="65776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706320" y="4900042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590780" y="480112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48888" y="4784197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706320" y="5488459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59078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8888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56320" y="548845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614090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6489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194250"/>
              <a:ext cx="2040839" cy="351957"/>
            </a:xfrm>
            <a:custGeom>
              <a:avLst/>
              <a:pathLst>
                <a:path w="2040839" h="351957">
                  <a:moveTo>
                    <a:pt x="0" y="351957"/>
                  </a:moveTo>
                  <a:lnTo>
                    <a:pt x="204083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56320" y="519425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614090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06489" y="5078406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00042"/>
              <a:ext cx="1863663" cy="560042"/>
            </a:xfrm>
            <a:custGeom>
              <a:avLst/>
              <a:pathLst>
                <a:path w="1863663" h="560042">
                  <a:moveTo>
                    <a:pt x="0" y="560042"/>
                  </a:moveTo>
                  <a:lnTo>
                    <a:pt x="186366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56320" y="4900042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614090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06489" y="4784197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05833"/>
              <a:ext cx="1761111" cy="795431"/>
            </a:xfrm>
            <a:custGeom>
              <a:avLst/>
              <a:pathLst>
                <a:path w="1761111" h="795431">
                  <a:moveTo>
                    <a:pt x="0" y="795431"/>
                  </a:moveTo>
                  <a:lnTo>
                    <a:pt x="176111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56320" y="460583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614090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06489" y="4489989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11625"/>
              <a:ext cx="1653572" cy="1020085"/>
            </a:xfrm>
            <a:custGeom>
              <a:avLst/>
              <a:pathLst>
                <a:path w="1653572" h="1020085">
                  <a:moveTo>
                    <a:pt x="0" y="1020085"/>
                  </a:moveTo>
                  <a:lnTo>
                    <a:pt x="16535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56320" y="431162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614090" y="4250576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06489" y="4195780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017416"/>
              <a:ext cx="1561785" cy="1247875"/>
            </a:xfrm>
            <a:custGeom>
              <a:avLst/>
              <a:pathLst>
                <a:path w="1561785" h="1247875">
                  <a:moveTo>
                    <a:pt x="0" y="1247875"/>
                  </a:moveTo>
                  <a:lnTo>
                    <a:pt x="156178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56320" y="401741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614090" y="395066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06489" y="3901572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723208"/>
              <a:ext cx="1439732" cy="1442353"/>
            </a:xfrm>
            <a:custGeom>
              <a:avLst/>
              <a:pathLst>
                <a:path w="1439732" h="1442353">
                  <a:moveTo>
                    <a:pt x="0" y="1442353"/>
                  </a:moveTo>
                  <a:lnTo>
                    <a:pt x="143973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56320" y="372320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614090" y="3629124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06489" y="3607363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429000"/>
              <a:ext cx="1243526" cy="1542852"/>
            </a:xfrm>
            <a:custGeom>
              <a:avLst/>
              <a:pathLst>
                <a:path w="1243526" h="1542852">
                  <a:moveTo>
                    <a:pt x="0" y="1542852"/>
                  </a:moveTo>
                  <a:lnTo>
                    <a:pt x="124352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56320" y="342900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614090" y="3362246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06489" y="3313155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134791"/>
              <a:ext cx="1127169" cy="1696812"/>
            </a:xfrm>
            <a:custGeom>
              <a:avLst/>
              <a:pathLst>
                <a:path w="1127169" h="1696812">
                  <a:moveTo>
                    <a:pt x="0" y="1696812"/>
                  </a:moveTo>
                  <a:lnTo>
                    <a:pt x="112716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56320" y="313479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614090" y="3073742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06489" y="3018946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2840583"/>
              <a:ext cx="1060555" cy="1899375"/>
            </a:xfrm>
            <a:custGeom>
              <a:avLst/>
              <a:pathLst>
                <a:path w="1060555" h="1899375">
                  <a:moveTo>
                    <a:pt x="0" y="1899375"/>
                  </a:moveTo>
                  <a:lnTo>
                    <a:pt x="106055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56320" y="284058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614090" y="2773829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06489" y="2724738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546374"/>
              <a:ext cx="998518" cy="2098779"/>
            </a:xfrm>
            <a:custGeom>
              <a:avLst/>
              <a:pathLst>
                <a:path w="998518" h="2098779">
                  <a:moveTo>
                    <a:pt x="0" y="2098779"/>
                  </a:moveTo>
                  <a:lnTo>
                    <a:pt x="99851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56320" y="254637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614090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2430529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252166"/>
              <a:ext cx="978040" cy="2359314"/>
            </a:xfrm>
            <a:custGeom>
              <a:avLst/>
              <a:pathLst>
                <a:path w="978040" h="2359314">
                  <a:moveTo>
                    <a:pt x="0" y="2359314"/>
                  </a:moveTo>
                  <a:lnTo>
                    <a:pt x="97804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56320" y="225216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614090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06489" y="2136321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1957957"/>
              <a:ext cx="963061" cy="2628041"/>
            </a:xfrm>
            <a:custGeom>
              <a:avLst/>
              <a:pathLst>
                <a:path w="963061" h="2628041">
                  <a:moveTo>
                    <a:pt x="0" y="2628041"/>
                  </a:moveTo>
                  <a:lnTo>
                    <a:pt x="96306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56320" y="1957957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614090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06489" y="1842112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663749"/>
              <a:ext cx="822259" cy="2634930"/>
            </a:xfrm>
            <a:custGeom>
              <a:avLst/>
              <a:pathLst>
                <a:path w="822259" h="2634930">
                  <a:moveTo>
                    <a:pt x="0" y="2634930"/>
                  </a:moveTo>
                  <a:lnTo>
                    <a:pt x="82225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56320" y="166374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614090" y="1596995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06489" y="1547904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369540"/>
              <a:ext cx="670438" cy="2349354"/>
            </a:xfrm>
            <a:custGeom>
              <a:avLst/>
              <a:pathLst>
                <a:path w="670438" h="2349354">
                  <a:moveTo>
                    <a:pt x="0" y="2349354"/>
                  </a:moveTo>
                  <a:lnTo>
                    <a:pt x="6704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56320" y="136954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614090" y="1304342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06489" y="1253695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3135374" y="1369540"/>
              <a:ext cx="5268778" cy="2064385"/>
            </a:xfrm>
            <a:custGeom>
              <a:avLst/>
              <a:pathLst>
                <a:path w="5268778" h="2064385">
                  <a:moveTo>
                    <a:pt x="5268778" y="206438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2706320" y="136954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1590780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448888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2026-04-20T09:54:40Z</dcterms:modified>
  <cp:category/>
</cp:coreProperties>
</file>