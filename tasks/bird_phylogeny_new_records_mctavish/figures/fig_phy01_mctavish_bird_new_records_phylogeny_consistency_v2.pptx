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c28a94dfb031338c09f1a2222f8707026f916c70.png"/>
<Relationship Id="rId3" Type="http://schemas.openxmlformats.org/officeDocument/2006/relationships/image" Target="../media/46db0ecd377e14c17293f817b06122b407ef4d58.png"/>
<Relationship Id="rId4" Type="http://schemas.openxmlformats.org/officeDocument/2006/relationships/image" Target="../media/3ad3a1c4d955635154f315758fe9b64495dee55f.png"/>
<Relationship Id="rId5" Type="http://schemas.openxmlformats.org/officeDocument/2006/relationships/image" Target="../media/6cdaba9d7c3d86c4c6f65521a5113d217e3000fc.png"/>
<Relationship Id="rId6" Type="http://schemas.openxmlformats.org/officeDocument/2006/relationships/image" Target="../media/3f9ff2f195a421c660aa710b8b5eec6cce0e467a.png"/>
<Relationship Id="rId7" Type="http://schemas.openxmlformats.org/officeDocument/2006/relationships/image" Target="../media/a5d289fff997024ddc7a25306a3c69d72886a50a.png"/>
<Relationship Id="rId8" Type="http://schemas.openxmlformats.org/officeDocument/2006/relationships/image" Target="../media/74ba3e8b4c35ec6aba7cb624fca848251da61f8e.png"/>
<Relationship Id="rId9" Type="http://schemas.openxmlformats.org/officeDocument/2006/relationships/image" Target="../media/633c80a0202655e0442fe1e9af4af5814dd94f12.png"/>
<Relationship Id="rId10" Type="http://schemas.openxmlformats.org/officeDocument/2006/relationships/image" Target="../media/5fbb78abe25eaefcd7dccb64807cd812a075cf3e.png"/>
<Relationship Id="rId11" Type="http://schemas.openxmlformats.org/officeDocument/2006/relationships/image" Target="../media/7cfdaaad59ef8f0ba8b983fb12d3174a75e0be65.png"/>
<Relationship Id="rId12" Type="http://schemas.openxmlformats.org/officeDocument/2006/relationships/image" Target="../media/52b722b34923d10d0b5dca805aea7b3128b48f75.png"/>
<Relationship Id="rId13" Type="http://schemas.openxmlformats.org/officeDocument/2006/relationships/image" Target="../media/caa36d61df3dfbea22e73d104b85c7650242fcfa.png"/>
<Relationship Id="rId14" Type="http://schemas.openxmlformats.org/officeDocument/2006/relationships/image" Target="../media/766d3afc7113b38d39f820c2de55b78d19d65a70.png"/>
<Relationship Id="rId15" Type="http://schemas.openxmlformats.org/officeDocument/2006/relationships/image" Target="../media/002999c110b621e8f0913c2fbb9f64726649883c.png"/>
<Relationship Id="rId16" Type="http://schemas.openxmlformats.org/officeDocument/2006/relationships/image" Target="../media/6a1602e6f991cf8fc37edebd1a7c5cdce3443268.png"/>
<Relationship Id="rId17" Type="http://schemas.openxmlformats.org/officeDocument/2006/relationships/image" Target="../media/78e4c8fc116f103c52ee1959c3b7b35bdb96fd66.png"/>
<Relationship Id="rId18" Type="http://schemas.openxmlformats.org/officeDocument/2006/relationships/image" Target="../media/31596874949ab54910f2beb96519c6b6126da137.png"/>
<Relationship Id="rId19" Type="http://schemas.openxmlformats.org/officeDocument/2006/relationships/image" Target="../media/3b1287ca62e45588b5c8d346d11193e12e4df131.png"/>
<Relationship Id="rId20" Type="http://schemas.openxmlformats.org/officeDocument/2006/relationships/image" Target="../media/23910e12a2bd4001b53858bb511b4868ca44089f.png"/>
<Relationship Id="rId21" Type="http://schemas.openxmlformats.org/officeDocument/2006/relationships/image" Target="../media/473f0beaba31d3735516ce02b9c60e43e4e1871c.png"/>
<Relationship Id="rId22" Type="http://schemas.openxmlformats.org/officeDocument/2006/relationships/image" Target="../media/59d33948c261877377e82d9924aaa4c71e8f9c8f.png"/>
<Relationship Id="rId23" Type="http://schemas.openxmlformats.org/officeDocument/2006/relationships/image" Target="../media/d50de4ba2e034ffb4bad228426797b001fa47eec.png"/>
<Relationship Id="rId24" Type="http://schemas.openxmlformats.org/officeDocument/2006/relationships/image" Target="../media/8d5daf9fff843aac13dd718112f40c7e2339ad95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83820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3843313" y="1176477"/>
              <a:ext cx="4504944" cy="4504995"/>
            </a:xfrm>
            <a:custGeom>
              <a:avLst/>
              <a:pathLst>
                <a:path w="4504944" h="4504995">
                  <a:moveTo>
                    <a:pt x="0" y="2252522"/>
                  </a:moveTo>
                  <a:lnTo>
                    <a:pt x="716" y="2309318"/>
                  </a:lnTo>
                  <a:lnTo>
                    <a:pt x="2864" y="2366076"/>
                  </a:lnTo>
                  <a:lnTo>
                    <a:pt x="6442" y="2422763"/>
                  </a:lnTo>
                  <a:lnTo>
                    <a:pt x="11448" y="2479342"/>
                  </a:lnTo>
                  <a:lnTo>
                    <a:pt x="17880" y="2535776"/>
                  </a:lnTo>
                  <a:lnTo>
                    <a:pt x="25732" y="2592030"/>
                  </a:lnTo>
                  <a:lnTo>
                    <a:pt x="35000" y="2648069"/>
                  </a:lnTo>
                  <a:lnTo>
                    <a:pt x="45679" y="2703855"/>
                  </a:lnTo>
                  <a:lnTo>
                    <a:pt x="57760" y="2759355"/>
                  </a:lnTo>
                  <a:lnTo>
                    <a:pt x="71237" y="2814533"/>
                  </a:lnTo>
                  <a:lnTo>
                    <a:pt x="86101" y="2869353"/>
                  </a:lnTo>
                  <a:lnTo>
                    <a:pt x="102343" y="2923781"/>
                  </a:lnTo>
                  <a:lnTo>
                    <a:pt x="119951" y="2977782"/>
                  </a:lnTo>
                  <a:lnTo>
                    <a:pt x="138916" y="3031322"/>
                  </a:lnTo>
                  <a:lnTo>
                    <a:pt x="159224" y="3084367"/>
                  </a:lnTo>
                  <a:lnTo>
                    <a:pt x="180864" y="3136883"/>
                  </a:lnTo>
                  <a:lnTo>
                    <a:pt x="203821" y="3188837"/>
                  </a:lnTo>
                  <a:lnTo>
                    <a:pt x="228080" y="3240195"/>
                  </a:lnTo>
                  <a:lnTo>
                    <a:pt x="253627" y="3290925"/>
                  </a:lnTo>
                  <a:lnTo>
                    <a:pt x="280444" y="3340995"/>
                  </a:lnTo>
                  <a:lnTo>
                    <a:pt x="308516" y="3390373"/>
                  </a:lnTo>
                  <a:lnTo>
                    <a:pt x="337823" y="3439028"/>
                  </a:lnTo>
                  <a:lnTo>
                    <a:pt x="368349" y="3486928"/>
                  </a:lnTo>
                  <a:lnTo>
                    <a:pt x="400072" y="3534043"/>
                  </a:lnTo>
                  <a:lnTo>
                    <a:pt x="432973" y="3580343"/>
                  </a:lnTo>
                  <a:lnTo>
                    <a:pt x="467031" y="3625799"/>
                  </a:lnTo>
                  <a:lnTo>
                    <a:pt x="502224" y="3670382"/>
                  </a:lnTo>
                  <a:lnTo>
                    <a:pt x="538530" y="3714063"/>
                  </a:lnTo>
                  <a:lnTo>
                    <a:pt x="575926" y="3756815"/>
                  </a:lnTo>
                  <a:lnTo>
                    <a:pt x="614388" y="3798611"/>
                  </a:lnTo>
                  <a:lnTo>
                    <a:pt x="653892" y="3839423"/>
                  </a:lnTo>
                  <a:lnTo>
                    <a:pt x="694412" y="3879227"/>
                  </a:lnTo>
                  <a:lnTo>
                    <a:pt x="735923" y="3917996"/>
                  </a:lnTo>
                  <a:lnTo>
                    <a:pt x="778398" y="3955706"/>
                  </a:lnTo>
                  <a:lnTo>
                    <a:pt x="821810" y="3992333"/>
                  </a:lnTo>
                  <a:lnTo>
                    <a:pt x="866133" y="4027854"/>
                  </a:lnTo>
                  <a:lnTo>
                    <a:pt x="911336" y="4062246"/>
                  </a:lnTo>
                  <a:lnTo>
                    <a:pt x="957393" y="4095487"/>
                  </a:lnTo>
                  <a:lnTo>
                    <a:pt x="1004273" y="4127557"/>
                  </a:lnTo>
                  <a:lnTo>
                    <a:pt x="1051947" y="4158434"/>
                  </a:lnTo>
                  <a:lnTo>
                    <a:pt x="1100384" y="4188100"/>
                  </a:lnTo>
                  <a:lnTo>
                    <a:pt x="1149553" y="4216535"/>
                  </a:lnTo>
                  <a:lnTo>
                    <a:pt x="1199424" y="4243721"/>
                  </a:lnTo>
                  <a:lnTo>
                    <a:pt x="1249965" y="4269640"/>
                  </a:lnTo>
                  <a:lnTo>
                    <a:pt x="1301143" y="4294278"/>
                  </a:lnTo>
                  <a:lnTo>
                    <a:pt x="1352926" y="4317617"/>
                  </a:lnTo>
                  <a:lnTo>
                    <a:pt x="1405281" y="4339643"/>
                  </a:lnTo>
                  <a:lnTo>
                    <a:pt x="1458175" y="4360342"/>
                  </a:lnTo>
                  <a:lnTo>
                    <a:pt x="1511574" y="4379701"/>
                  </a:lnTo>
                  <a:lnTo>
                    <a:pt x="1565444" y="4397707"/>
                  </a:lnTo>
                  <a:lnTo>
                    <a:pt x="1619750" y="4414349"/>
                  </a:lnTo>
                  <a:lnTo>
                    <a:pt x="1674459" y="4429617"/>
                  </a:lnTo>
                  <a:lnTo>
                    <a:pt x="1729536" y="4443500"/>
                  </a:lnTo>
                  <a:lnTo>
                    <a:pt x="1784945" y="4455990"/>
                  </a:lnTo>
                  <a:lnTo>
                    <a:pt x="1840652" y="4467079"/>
                  </a:lnTo>
                  <a:lnTo>
                    <a:pt x="1896621" y="4476760"/>
                  </a:lnTo>
                  <a:lnTo>
                    <a:pt x="1952815" y="4485027"/>
                  </a:lnTo>
                  <a:lnTo>
                    <a:pt x="2009201" y="4491875"/>
                  </a:lnTo>
                  <a:lnTo>
                    <a:pt x="2065741" y="4497298"/>
                  </a:lnTo>
                  <a:lnTo>
                    <a:pt x="2122400" y="4501294"/>
                  </a:lnTo>
                  <a:lnTo>
                    <a:pt x="2179141" y="4503860"/>
                  </a:lnTo>
                  <a:lnTo>
                    <a:pt x="2235929" y="4504995"/>
                  </a:lnTo>
                  <a:lnTo>
                    <a:pt x="2292728" y="4504698"/>
                  </a:lnTo>
                  <a:lnTo>
                    <a:pt x="2349502" y="4502968"/>
                  </a:lnTo>
                  <a:lnTo>
                    <a:pt x="2406213" y="4499808"/>
                  </a:lnTo>
                  <a:lnTo>
                    <a:pt x="2462827" y="4495218"/>
                  </a:lnTo>
                  <a:lnTo>
                    <a:pt x="2519307" y="4489203"/>
                  </a:lnTo>
                  <a:lnTo>
                    <a:pt x="2575618" y="4481766"/>
                  </a:lnTo>
                  <a:lnTo>
                    <a:pt x="2631723" y="4472911"/>
                  </a:lnTo>
                  <a:lnTo>
                    <a:pt x="2687587" y="4462644"/>
                  </a:lnTo>
                  <a:lnTo>
                    <a:pt x="2743174" y="4450972"/>
                  </a:lnTo>
                  <a:lnTo>
                    <a:pt x="2798450" y="4437902"/>
                  </a:lnTo>
                  <a:lnTo>
                    <a:pt x="2853378" y="4423443"/>
                  </a:lnTo>
                  <a:lnTo>
                    <a:pt x="2907924" y="4407603"/>
                  </a:lnTo>
                  <a:lnTo>
                    <a:pt x="2962054" y="4390393"/>
                  </a:lnTo>
                  <a:lnTo>
                    <a:pt x="3015732" y="4371823"/>
                  </a:lnTo>
                  <a:lnTo>
                    <a:pt x="3068925" y="4351906"/>
                  </a:lnTo>
                  <a:lnTo>
                    <a:pt x="3121599" y="4330654"/>
                  </a:lnTo>
                  <a:lnTo>
                    <a:pt x="3173721" y="4308081"/>
                  </a:lnTo>
                  <a:lnTo>
                    <a:pt x="3225256" y="4284201"/>
                  </a:lnTo>
                  <a:lnTo>
                    <a:pt x="3276174" y="4259029"/>
                  </a:lnTo>
                  <a:lnTo>
                    <a:pt x="3326440" y="4232581"/>
                  </a:lnTo>
                  <a:lnTo>
                    <a:pt x="3376023" y="4204874"/>
                  </a:lnTo>
                  <a:lnTo>
                    <a:pt x="3424893" y="4175926"/>
                  </a:lnTo>
                  <a:lnTo>
                    <a:pt x="3473016" y="4145755"/>
                  </a:lnTo>
                  <a:lnTo>
                    <a:pt x="3520364" y="4114380"/>
                  </a:lnTo>
                  <a:lnTo>
                    <a:pt x="3566906" y="4081821"/>
                  </a:lnTo>
                  <a:lnTo>
                    <a:pt x="3612611" y="4048099"/>
                  </a:lnTo>
                  <a:lnTo>
                    <a:pt x="3657452" y="4013236"/>
                  </a:lnTo>
                  <a:lnTo>
                    <a:pt x="3701400" y="3977252"/>
                  </a:lnTo>
                  <a:lnTo>
                    <a:pt x="3744427" y="3940172"/>
                  </a:lnTo>
                  <a:lnTo>
                    <a:pt x="3786504" y="3902020"/>
                  </a:lnTo>
                  <a:lnTo>
                    <a:pt x="3827607" y="3862818"/>
                  </a:lnTo>
                  <a:lnTo>
                    <a:pt x="3867708" y="3822592"/>
                  </a:lnTo>
                  <a:lnTo>
                    <a:pt x="3906782" y="3781368"/>
                  </a:lnTo>
                  <a:lnTo>
                    <a:pt x="3944804" y="3739172"/>
                  </a:lnTo>
                  <a:lnTo>
                    <a:pt x="3981750" y="3696031"/>
                  </a:lnTo>
                  <a:lnTo>
                    <a:pt x="4017597" y="3651972"/>
                  </a:lnTo>
                  <a:lnTo>
                    <a:pt x="4052321" y="3607023"/>
                  </a:lnTo>
                  <a:lnTo>
                    <a:pt x="4085901" y="3561212"/>
                  </a:lnTo>
                  <a:lnTo>
                    <a:pt x="4118316" y="3514570"/>
                  </a:lnTo>
                  <a:lnTo>
                    <a:pt x="4149544" y="3467125"/>
                  </a:lnTo>
                  <a:lnTo>
                    <a:pt x="4179565" y="3418908"/>
                  </a:lnTo>
                  <a:lnTo>
                    <a:pt x="4208362" y="3369949"/>
                  </a:lnTo>
                  <a:lnTo>
                    <a:pt x="4235915" y="3320280"/>
                  </a:lnTo>
                  <a:lnTo>
                    <a:pt x="4262206" y="3269932"/>
                  </a:lnTo>
                  <a:lnTo>
                    <a:pt x="4287220" y="3218937"/>
                  </a:lnTo>
                  <a:lnTo>
                    <a:pt x="4310940" y="3167327"/>
                  </a:lnTo>
                  <a:lnTo>
                    <a:pt x="4333352" y="3115136"/>
                  </a:lnTo>
                  <a:lnTo>
                    <a:pt x="4354440" y="3062397"/>
                  </a:lnTo>
                  <a:lnTo>
                    <a:pt x="4374192" y="3009142"/>
                  </a:lnTo>
                  <a:lnTo>
                    <a:pt x="4392595" y="2955406"/>
                  </a:lnTo>
                  <a:lnTo>
                    <a:pt x="4409637" y="2901223"/>
                  </a:lnTo>
                  <a:lnTo>
                    <a:pt x="4425307" y="2846628"/>
                  </a:lnTo>
                  <a:lnTo>
                    <a:pt x="4439596" y="2791655"/>
                  </a:lnTo>
                  <a:lnTo>
                    <a:pt x="4452494" y="2736340"/>
                  </a:lnTo>
                  <a:lnTo>
                    <a:pt x="4463994" y="2680716"/>
                  </a:lnTo>
                  <a:lnTo>
                    <a:pt x="4474087" y="2624821"/>
                  </a:lnTo>
                  <a:lnTo>
                    <a:pt x="4482768" y="2568688"/>
                  </a:lnTo>
                  <a:lnTo>
                    <a:pt x="4490031" y="2512355"/>
                  </a:lnTo>
                  <a:lnTo>
                    <a:pt x="4495871" y="2455857"/>
                  </a:lnTo>
                  <a:lnTo>
                    <a:pt x="4500285" y="2399229"/>
                  </a:lnTo>
                  <a:lnTo>
                    <a:pt x="4503269" y="2342508"/>
                  </a:lnTo>
                  <a:lnTo>
                    <a:pt x="4504822" y="2285729"/>
                  </a:lnTo>
                  <a:lnTo>
                    <a:pt x="4504944" y="2228930"/>
                  </a:lnTo>
                  <a:lnTo>
                    <a:pt x="4503633" y="2172145"/>
                  </a:lnTo>
                  <a:lnTo>
                    <a:pt x="4500890" y="2115412"/>
                  </a:lnTo>
                  <a:lnTo>
                    <a:pt x="4496718" y="2058766"/>
                  </a:lnTo>
                  <a:lnTo>
                    <a:pt x="4491120" y="2002243"/>
                  </a:lnTo>
                  <a:lnTo>
                    <a:pt x="4484097" y="1945879"/>
                  </a:lnTo>
                  <a:lnTo>
                    <a:pt x="4475656" y="1889710"/>
                  </a:lnTo>
                  <a:lnTo>
                    <a:pt x="4465802" y="1833772"/>
                  </a:lnTo>
                  <a:lnTo>
                    <a:pt x="4454540" y="1778100"/>
                  </a:lnTo>
                  <a:lnTo>
                    <a:pt x="4441878" y="1722730"/>
                  </a:lnTo>
                  <a:lnTo>
                    <a:pt x="4427823" y="1667696"/>
                  </a:lnTo>
                  <a:lnTo>
                    <a:pt x="4412386" y="1613035"/>
                  </a:lnTo>
                  <a:lnTo>
                    <a:pt x="4395575" y="1558780"/>
                  </a:lnTo>
                  <a:lnTo>
                    <a:pt x="4377402" y="1504966"/>
                  </a:lnTo>
                  <a:lnTo>
                    <a:pt x="4357878" y="1451628"/>
                  </a:lnTo>
                  <a:lnTo>
                    <a:pt x="4337015" y="1398798"/>
                  </a:lnTo>
                  <a:lnTo>
                    <a:pt x="4314827" y="1346512"/>
                  </a:lnTo>
                  <a:lnTo>
                    <a:pt x="4291327" y="1294802"/>
                  </a:lnTo>
                  <a:lnTo>
                    <a:pt x="4266531" y="1243700"/>
                  </a:lnTo>
                  <a:lnTo>
                    <a:pt x="4240454" y="1193240"/>
                  </a:lnTo>
                  <a:lnTo>
                    <a:pt x="4213114" y="1143454"/>
                  </a:lnTo>
                  <a:lnTo>
                    <a:pt x="4184526" y="1094373"/>
                  </a:lnTo>
                  <a:lnTo>
                    <a:pt x="4154711" y="1046028"/>
                  </a:lnTo>
                  <a:lnTo>
                    <a:pt x="4123686" y="998450"/>
                  </a:lnTo>
                  <a:lnTo>
                    <a:pt x="4091471" y="951670"/>
                  </a:lnTo>
                  <a:lnTo>
                    <a:pt x="4058087" y="905717"/>
                  </a:lnTo>
                  <a:lnTo>
                    <a:pt x="4023554" y="860620"/>
                  </a:lnTo>
                  <a:lnTo>
                    <a:pt x="3987896" y="816408"/>
                  </a:lnTo>
                  <a:lnTo>
                    <a:pt x="3951135" y="773110"/>
                  </a:lnTo>
                  <a:lnTo>
                    <a:pt x="3913293" y="730752"/>
                  </a:lnTo>
                  <a:lnTo>
                    <a:pt x="3874395" y="689361"/>
                  </a:lnTo>
                  <a:lnTo>
                    <a:pt x="3834466" y="648965"/>
                  </a:lnTo>
                  <a:lnTo>
                    <a:pt x="3793531" y="609588"/>
                  </a:lnTo>
                  <a:lnTo>
                    <a:pt x="3751617" y="571256"/>
                  </a:lnTo>
                  <a:lnTo>
                    <a:pt x="3708749" y="533993"/>
                  </a:lnTo>
                  <a:lnTo>
                    <a:pt x="3664955" y="497822"/>
                  </a:lnTo>
                  <a:lnTo>
                    <a:pt x="3620263" y="462767"/>
                  </a:lnTo>
                  <a:lnTo>
                    <a:pt x="3574702" y="428851"/>
                  </a:lnTo>
                  <a:lnTo>
                    <a:pt x="3528300" y="396093"/>
                  </a:lnTo>
                  <a:lnTo>
                    <a:pt x="3481086" y="364517"/>
                  </a:lnTo>
                  <a:lnTo>
                    <a:pt x="3433092" y="334140"/>
                  </a:lnTo>
                  <a:lnTo>
                    <a:pt x="3384347" y="304984"/>
                  </a:lnTo>
                  <a:lnTo>
                    <a:pt x="3334882" y="277066"/>
                  </a:lnTo>
                  <a:lnTo>
                    <a:pt x="3284729" y="250403"/>
                  </a:lnTo>
                  <a:lnTo>
                    <a:pt x="3233920" y="225014"/>
                  </a:lnTo>
                  <a:lnTo>
                    <a:pt x="3182486" y="200914"/>
                  </a:lnTo>
                  <a:lnTo>
                    <a:pt x="3130462" y="178119"/>
                  </a:lnTo>
                  <a:lnTo>
                    <a:pt x="3077879" y="156642"/>
                  </a:lnTo>
                  <a:lnTo>
                    <a:pt x="3024771" y="136499"/>
                  </a:lnTo>
                  <a:lnTo>
                    <a:pt x="2971173" y="117700"/>
                  </a:lnTo>
                  <a:lnTo>
                    <a:pt x="2917117" y="100259"/>
                  </a:lnTo>
                  <a:lnTo>
                    <a:pt x="2862639" y="84187"/>
                  </a:lnTo>
                  <a:lnTo>
                    <a:pt x="2807773" y="69493"/>
                  </a:lnTo>
                  <a:lnTo>
                    <a:pt x="2752554" y="56187"/>
                  </a:lnTo>
                  <a:lnTo>
                    <a:pt x="2697017" y="44278"/>
                  </a:lnTo>
                  <a:lnTo>
                    <a:pt x="2641197" y="33773"/>
                  </a:lnTo>
                  <a:lnTo>
                    <a:pt x="2585130" y="24679"/>
                  </a:lnTo>
                  <a:lnTo>
                    <a:pt x="2528852" y="17001"/>
                  </a:lnTo>
                  <a:lnTo>
                    <a:pt x="2472398" y="10745"/>
                  </a:lnTo>
                  <a:lnTo>
                    <a:pt x="2415804" y="5914"/>
                  </a:lnTo>
                  <a:lnTo>
                    <a:pt x="2359107" y="2511"/>
                  </a:lnTo>
                  <a:lnTo>
                    <a:pt x="2302341" y="539"/>
                  </a:lnTo>
                  <a:lnTo>
                    <a:pt x="2245544" y="0"/>
                  </a:lnTo>
                  <a:lnTo>
                    <a:pt x="2188752" y="892"/>
                  </a:lnTo>
                  <a:lnTo>
                    <a:pt x="2132000" y="3216"/>
                  </a:lnTo>
                  <a:lnTo>
                    <a:pt x="2075324" y="6970"/>
                  </a:lnTo>
                  <a:lnTo>
                    <a:pt x="2018761" y="12152"/>
                  </a:lnTo>
                  <a:lnTo>
                    <a:pt x="1962347" y="18759"/>
                  </a:lnTo>
                  <a:lnTo>
                    <a:pt x="1906118" y="26786"/>
                  </a:lnTo>
                  <a:lnTo>
                    <a:pt x="1850109" y="36228"/>
                  </a:lnTo>
                  <a:lnTo>
                    <a:pt x="1794355" y="47079"/>
                  </a:lnTo>
                  <a:lnTo>
                    <a:pt x="1738893" y="59332"/>
                  </a:lnTo>
                  <a:lnTo>
                    <a:pt x="1683758" y="72981"/>
                  </a:lnTo>
                  <a:lnTo>
                    <a:pt x="1628984" y="88015"/>
                  </a:lnTo>
                  <a:lnTo>
                    <a:pt x="1574606" y="104425"/>
                  </a:lnTo>
                  <a:lnTo>
                    <a:pt x="1520660" y="122201"/>
                  </a:lnTo>
                  <a:lnTo>
                    <a:pt x="1467179" y="141331"/>
                  </a:lnTo>
                  <a:lnTo>
                    <a:pt x="1414198" y="161804"/>
                  </a:lnTo>
                  <a:lnTo>
                    <a:pt x="1361749" y="183607"/>
                  </a:lnTo>
                  <a:lnTo>
                    <a:pt x="1309867" y="206725"/>
                  </a:lnTo>
                  <a:lnTo>
                    <a:pt x="1258584" y="231143"/>
                  </a:lnTo>
                  <a:lnTo>
                    <a:pt x="1207933" y="256847"/>
                  </a:lnTo>
                  <a:lnTo>
                    <a:pt x="1157947" y="283820"/>
                  </a:lnTo>
                  <a:lnTo>
                    <a:pt x="1108656" y="312045"/>
                  </a:lnTo>
                  <a:lnTo>
                    <a:pt x="1060093" y="341503"/>
                  </a:lnTo>
                  <a:lnTo>
                    <a:pt x="1012288" y="372177"/>
                  </a:lnTo>
                  <a:lnTo>
                    <a:pt x="965271" y="404046"/>
                  </a:lnTo>
                  <a:lnTo>
                    <a:pt x="919073" y="437091"/>
                  </a:lnTo>
                  <a:lnTo>
                    <a:pt x="873723" y="471289"/>
                  </a:lnTo>
                  <a:lnTo>
                    <a:pt x="829250" y="506621"/>
                  </a:lnTo>
                  <a:lnTo>
                    <a:pt x="785681" y="543062"/>
                  </a:lnTo>
                  <a:lnTo>
                    <a:pt x="743046" y="580591"/>
                  </a:lnTo>
                  <a:lnTo>
                    <a:pt x="701370" y="619182"/>
                  </a:lnTo>
                  <a:lnTo>
                    <a:pt x="660680" y="658812"/>
                  </a:lnTo>
                  <a:lnTo>
                    <a:pt x="621002" y="699456"/>
                  </a:lnTo>
                  <a:lnTo>
                    <a:pt x="582362" y="741087"/>
                  </a:lnTo>
                  <a:lnTo>
                    <a:pt x="544784" y="783679"/>
                  </a:lnTo>
                  <a:lnTo>
                    <a:pt x="508292" y="827205"/>
                  </a:lnTo>
                  <a:lnTo>
                    <a:pt x="472909" y="871637"/>
                  </a:lnTo>
                  <a:lnTo>
                    <a:pt x="438657" y="916947"/>
                  </a:lnTo>
                  <a:lnTo>
                    <a:pt x="405559" y="963107"/>
                  </a:lnTo>
                  <a:lnTo>
                    <a:pt x="373635" y="1010086"/>
                  </a:lnTo>
                  <a:lnTo>
                    <a:pt x="342905" y="1057855"/>
                  </a:lnTo>
                  <a:lnTo>
                    <a:pt x="313390" y="1106384"/>
                  </a:lnTo>
                  <a:lnTo>
                    <a:pt x="285108" y="1155642"/>
                  </a:lnTo>
                  <a:lnTo>
                    <a:pt x="258077" y="1205597"/>
                  </a:lnTo>
                  <a:lnTo>
                    <a:pt x="232314" y="1256218"/>
                  </a:lnTo>
                  <a:lnTo>
                    <a:pt x="207836" y="1307472"/>
                  </a:lnTo>
                  <a:lnTo>
                    <a:pt x="184657" y="1359327"/>
                  </a:lnTo>
                  <a:lnTo>
                    <a:pt x="162794" y="1411750"/>
                  </a:lnTo>
                  <a:lnTo>
                    <a:pt x="142259" y="1464708"/>
                  </a:lnTo>
                  <a:lnTo>
                    <a:pt x="123066" y="1518166"/>
                  </a:lnTo>
                  <a:lnTo>
                    <a:pt x="105227" y="1572092"/>
                  </a:lnTo>
                  <a:lnTo>
                    <a:pt x="88754" y="1626450"/>
                  </a:lnTo>
                  <a:lnTo>
                    <a:pt x="73656" y="1681206"/>
                  </a:lnTo>
                  <a:lnTo>
                    <a:pt x="59944" y="1736326"/>
                  </a:lnTo>
                  <a:lnTo>
                    <a:pt x="47625" y="1791774"/>
                  </a:lnTo>
                  <a:lnTo>
                    <a:pt x="36709" y="1847514"/>
                  </a:lnTo>
                  <a:lnTo>
                    <a:pt x="27202" y="1903513"/>
                  </a:lnTo>
                  <a:lnTo>
                    <a:pt x="19109" y="1959733"/>
                  </a:lnTo>
                  <a:lnTo>
                    <a:pt x="12437" y="2016139"/>
                  </a:lnTo>
                  <a:lnTo>
                    <a:pt x="7189" y="2072696"/>
                  </a:lnTo>
                  <a:lnTo>
                    <a:pt x="3369" y="2129367"/>
                  </a:lnTo>
                  <a:lnTo>
                    <a:pt x="979" y="2186116"/>
                  </a:lnTo>
                  <a:lnTo>
                    <a:pt x="20" y="2242908"/>
                  </a:lnTo>
                </a:path>
              </a:pathLst>
            </a:custGeom>
            <a:ln w="22859" cap="rnd">
              <a:solidFill>
                <a:srgbClr val="19E51E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045420" y="4361554"/>
              <a:ext cx="33033" cy="69460"/>
            </a:xfrm>
            <a:custGeom>
              <a:avLst/>
              <a:pathLst>
                <a:path w="33033" h="69460">
                  <a:moveTo>
                    <a:pt x="0" y="0"/>
                  </a:moveTo>
                  <a:lnTo>
                    <a:pt x="127" y="281"/>
                  </a:lnTo>
                  <a:lnTo>
                    <a:pt x="255" y="562"/>
                  </a:lnTo>
                  <a:lnTo>
                    <a:pt x="383" y="843"/>
                  </a:lnTo>
                  <a:lnTo>
                    <a:pt x="511" y="1124"/>
                  </a:lnTo>
                  <a:lnTo>
                    <a:pt x="639" y="1405"/>
                  </a:lnTo>
                  <a:lnTo>
                    <a:pt x="768" y="1686"/>
                  </a:lnTo>
                  <a:lnTo>
                    <a:pt x="896" y="1967"/>
                  </a:lnTo>
                  <a:lnTo>
                    <a:pt x="1024" y="2248"/>
                  </a:lnTo>
                  <a:lnTo>
                    <a:pt x="1152" y="2530"/>
                  </a:lnTo>
                  <a:lnTo>
                    <a:pt x="1280" y="2811"/>
                  </a:lnTo>
                  <a:lnTo>
                    <a:pt x="1409" y="3092"/>
                  </a:lnTo>
                  <a:lnTo>
                    <a:pt x="1537" y="3373"/>
                  </a:lnTo>
                  <a:lnTo>
                    <a:pt x="1665" y="3654"/>
                  </a:lnTo>
                  <a:lnTo>
                    <a:pt x="1794" y="3935"/>
                  </a:lnTo>
                  <a:lnTo>
                    <a:pt x="1922" y="4215"/>
                  </a:lnTo>
                  <a:lnTo>
                    <a:pt x="2051" y="4496"/>
                  </a:lnTo>
                  <a:lnTo>
                    <a:pt x="2179" y="4777"/>
                  </a:lnTo>
                  <a:lnTo>
                    <a:pt x="2308" y="5058"/>
                  </a:lnTo>
                  <a:lnTo>
                    <a:pt x="2436" y="5339"/>
                  </a:lnTo>
                  <a:lnTo>
                    <a:pt x="2565" y="5620"/>
                  </a:lnTo>
                  <a:lnTo>
                    <a:pt x="2694" y="5901"/>
                  </a:lnTo>
                  <a:lnTo>
                    <a:pt x="2822" y="6182"/>
                  </a:lnTo>
                  <a:lnTo>
                    <a:pt x="2951" y="6462"/>
                  </a:lnTo>
                  <a:lnTo>
                    <a:pt x="3080" y="6743"/>
                  </a:lnTo>
                  <a:lnTo>
                    <a:pt x="3209" y="7024"/>
                  </a:lnTo>
                  <a:lnTo>
                    <a:pt x="3338" y="7305"/>
                  </a:lnTo>
                  <a:lnTo>
                    <a:pt x="3467" y="7585"/>
                  </a:lnTo>
                  <a:lnTo>
                    <a:pt x="3596" y="7866"/>
                  </a:lnTo>
                  <a:lnTo>
                    <a:pt x="3725" y="8147"/>
                  </a:lnTo>
                  <a:lnTo>
                    <a:pt x="3854" y="8427"/>
                  </a:lnTo>
                  <a:lnTo>
                    <a:pt x="3983" y="8708"/>
                  </a:lnTo>
                  <a:lnTo>
                    <a:pt x="4112" y="8989"/>
                  </a:lnTo>
                  <a:lnTo>
                    <a:pt x="4241" y="9269"/>
                  </a:lnTo>
                  <a:lnTo>
                    <a:pt x="4370" y="9550"/>
                  </a:lnTo>
                  <a:lnTo>
                    <a:pt x="4499" y="9831"/>
                  </a:lnTo>
                  <a:lnTo>
                    <a:pt x="4629" y="10111"/>
                  </a:lnTo>
                  <a:lnTo>
                    <a:pt x="4758" y="10392"/>
                  </a:lnTo>
                  <a:lnTo>
                    <a:pt x="4887" y="10672"/>
                  </a:lnTo>
                  <a:lnTo>
                    <a:pt x="5017" y="10953"/>
                  </a:lnTo>
                  <a:lnTo>
                    <a:pt x="5146" y="11233"/>
                  </a:lnTo>
                  <a:lnTo>
                    <a:pt x="5275" y="11514"/>
                  </a:lnTo>
                  <a:lnTo>
                    <a:pt x="5405" y="11794"/>
                  </a:lnTo>
                  <a:lnTo>
                    <a:pt x="5534" y="12075"/>
                  </a:lnTo>
                  <a:lnTo>
                    <a:pt x="5664" y="12355"/>
                  </a:lnTo>
                  <a:lnTo>
                    <a:pt x="5794" y="12635"/>
                  </a:lnTo>
                  <a:lnTo>
                    <a:pt x="5923" y="12916"/>
                  </a:lnTo>
                  <a:lnTo>
                    <a:pt x="6053" y="13196"/>
                  </a:lnTo>
                  <a:lnTo>
                    <a:pt x="6183" y="13477"/>
                  </a:lnTo>
                  <a:lnTo>
                    <a:pt x="6312" y="13757"/>
                  </a:lnTo>
                  <a:lnTo>
                    <a:pt x="6442" y="14037"/>
                  </a:lnTo>
                  <a:lnTo>
                    <a:pt x="6572" y="14317"/>
                  </a:lnTo>
                  <a:lnTo>
                    <a:pt x="6702" y="14598"/>
                  </a:lnTo>
                  <a:lnTo>
                    <a:pt x="6832" y="14878"/>
                  </a:lnTo>
                  <a:lnTo>
                    <a:pt x="6962" y="15158"/>
                  </a:lnTo>
                  <a:lnTo>
                    <a:pt x="7092" y="15439"/>
                  </a:lnTo>
                  <a:lnTo>
                    <a:pt x="7222" y="15719"/>
                  </a:lnTo>
                  <a:lnTo>
                    <a:pt x="7352" y="15999"/>
                  </a:lnTo>
                  <a:lnTo>
                    <a:pt x="7482" y="16279"/>
                  </a:lnTo>
                  <a:lnTo>
                    <a:pt x="7612" y="16559"/>
                  </a:lnTo>
                  <a:lnTo>
                    <a:pt x="7742" y="16839"/>
                  </a:lnTo>
                  <a:lnTo>
                    <a:pt x="7872" y="17120"/>
                  </a:lnTo>
                  <a:lnTo>
                    <a:pt x="8003" y="17400"/>
                  </a:lnTo>
                  <a:lnTo>
                    <a:pt x="8133" y="17680"/>
                  </a:lnTo>
                  <a:lnTo>
                    <a:pt x="8263" y="17960"/>
                  </a:lnTo>
                  <a:lnTo>
                    <a:pt x="8394" y="18240"/>
                  </a:lnTo>
                  <a:lnTo>
                    <a:pt x="8524" y="18520"/>
                  </a:lnTo>
                  <a:lnTo>
                    <a:pt x="8655" y="18800"/>
                  </a:lnTo>
                  <a:lnTo>
                    <a:pt x="8785" y="19080"/>
                  </a:lnTo>
                  <a:lnTo>
                    <a:pt x="8916" y="19360"/>
                  </a:lnTo>
                  <a:lnTo>
                    <a:pt x="9046" y="19640"/>
                  </a:lnTo>
                  <a:lnTo>
                    <a:pt x="9177" y="19920"/>
                  </a:lnTo>
                  <a:lnTo>
                    <a:pt x="9307" y="20200"/>
                  </a:lnTo>
                  <a:lnTo>
                    <a:pt x="9438" y="20480"/>
                  </a:lnTo>
                  <a:lnTo>
                    <a:pt x="9569" y="20760"/>
                  </a:lnTo>
                  <a:lnTo>
                    <a:pt x="9700" y="21039"/>
                  </a:lnTo>
                  <a:lnTo>
                    <a:pt x="9830" y="21319"/>
                  </a:lnTo>
                  <a:lnTo>
                    <a:pt x="9961" y="21599"/>
                  </a:lnTo>
                  <a:lnTo>
                    <a:pt x="10092" y="21879"/>
                  </a:lnTo>
                  <a:lnTo>
                    <a:pt x="10223" y="22159"/>
                  </a:lnTo>
                  <a:lnTo>
                    <a:pt x="10354" y="22438"/>
                  </a:lnTo>
                  <a:lnTo>
                    <a:pt x="10485" y="22718"/>
                  </a:lnTo>
                  <a:lnTo>
                    <a:pt x="10616" y="22998"/>
                  </a:lnTo>
                  <a:lnTo>
                    <a:pt x="10747" y="23278"/>
                  </a:lnTo>
                  <a:lnTo>
                    <a:pt x="10878" y="23557"/>
                  </a:lnTo>
                  <a:lnTo>
                    <a:pt x="11009" y="23837"/>
                  </a:lnTo>
                  <a:lnTo>
                    <a:pt x="11140" y="24117"/>
                  </a:lnTo>
                  <a:lnTo>
                    <a:pt x="11272" y="24396"/>
                  </a:lnTo>
                  <a:lnTo>
                    <a:pt x="11403" y="24676"/>
                  </a:lnTo>
                  <a:lnTo>
                    <a:pt x="11534" y="24956"/>
                  </a:lnTo>
                  <a:lnTo>
                    <a:pt x="11665" y="25235"/>
                  </a:lnTo>
                  <a:lnTo>
                    <a:pt x="11797" y="25515"/>
                  </a:lnTo>
                  <a:lnTo>
                    <a:pt x="11928" y="25794"/>
                  </a:lnTo>
                  <a:lnTo>
                    <a:pt x="12060" y="26074"/>
                  </a:lnTo>
                  <a:lnTo>
                    <a:pt x="12191" y="26354"/>
                  </a:lnTo>
                  <a:lnTo>
                    <a:pt x="12323" y="26633"/>
                  </a:lnTo>
                  <a:lnTo>
                    <a:pt x="12454" y="26913"/>
                  </a:lnTo>
                  <a:lnTo>
                    <a:pt x="12586" y="27192"/>
                  </a:lnTo>
                  <a:lnTo>
                    <a:pt x="12718" y="27472"/>
                  </a:lnTo>
                  <a:lnTo>
                    <a:pt x="12849" y="27751"/>
                  </a:lnTo>
                  <a:lnTo>
                    <a:pt x="12981" y="28030"/>
                  </a:lnTo>
                  <a:lnTo>
                    <a:pt x="13113" y="28310"/>
                  </a:lnTo>
                  <a:lnTo>
                    <a:pt x="13244" y="28589"/>
                  </a:lnTo>
                  <a:lnTo>
                    <a:pt x="13376" y="28869"/>
                  </a:lnTo>
                  <a:lnTo>
                    <a:pt x="13508" y="29148"/>
                  </a:lnTo>
                  <a:lnTo>
                    <a:pt x="13640" y="29427"/>
                  </a:lnTo>
                  <a:lnTo>
                    <a:pt x="13772" y="29707"/>
                  </a:lnTo>
                  <a:lnTo>
                    <a:pt x="13904" y="29986"/>
                  </a:lnTo>
                  <a:lnTo>
                    <a:pt x="14036" y="30265"/>
                  </a:lnTo>
                  <a:lnTo>
                    <a:pt x="14168" y="30544"/>
                  </a:lnTo>
                  <a:lnTo>
                    <a:pt x="14300" y="30824"/>
                  </a:lnTo>
                  <a:lnTo>
                    <a:pt x="14432" y="31103"/>
                  </a:lnTo>
                  <a:lnTo>
                    <a:pt x="14564" y="31382"/>
                  </a:lnTo>
                  <a:lnTo>
                    <a:pt x="14697" y="31661"/>
                  </a:lnTo>
                  <a:lnTo>
                    <a:pt x="14829" y="31940"/>
                  </a:lnTo>
                  <a:lnTo>
                    <a:pt x="14961" y="32220"/>
                  </a:lnTo>
                  <a:lnTo>
                    <a:pt x="15094" y="32499"/>
                  </a:lnTo>
                  <a:lnTo>
                    <a:pt x="15226" y="32778"/>
                  </a:lnTo>
                  <a:lnTo>
                    <a:pt x="15358" y="33057"/>
                  </a:lnTo>
                  <a:lnTo>
                    <a:pt x="15491" y="33336"/>
                  </a:lnTo>
                  <a:lnTo>
                    <a:pt x="15623" y="33615"/>
                  </a:lnTo>
                  <a:lnTo>
                    <a:pt x="15756" y="33894"/>
                  </a:lnTo>
                  <a:lnTo>
                    <a:pt x="15888" y="34173"/>
                  </a:lnTo>
                  <a:lnTo>
                    <a:pt x="16021" y="34452"/>
                  </a:lnTo>
                  <a:lnTo>
                    <a:pt x="16154" y="34731"/>
                  </a:lnTo>
                  <a:lnTo>
                    <a:pt x="16286" y="35010"/>
                  </a:lnTo>
                  <a:lnTo>
                    <a:pt x="16419" y="35289"/>
                  </a:lnTo>
                  <a:lnTo>
                    <a:pt x="16552" y="35568"/>
                  </a:lnTo>
                  <a:lnTo>
                    <a:pt x="16684" y="35847"/>
                  </a:lnTo>
                  <a:lnTo>
                    <a:pt x="16817" y="36126"/>
                  </a:lnTo>
                  <a:lnTo>
                    <a:pt x="16950" y="36405"/>
                  </a:lnTo>
                  <a:lnTo>
                    <a:pt x="17083" y="36684"/>
                  </a:lnTo>
                  <a:lnTo>
                    <a:pt x="17216" y="36962"/>
                  </a:lnTo>
                  <a:lnTo>
                    <a:pt x="17349" y="37241"/>
                  </a:lnTo>
                  <a:lnTo>
                    <a:pt x="17482" y="37520"/>
                  </a:lnTo>
                  <a:lnTo>
                    <a:pt x="17615" y="37799"/>
                  </a:lnTo>
                  <a:lnTo>
                    <a:pt x="17748" y="38078"/>
                  </a:lnTo>
                  <a:lnTo>
                    <a:pt x="17881" y="38356"/>
                  </a:lnTo>
                  <a:lnTo>
                    <a:pt x="18014" y="38635"/>
                  </a:lnTo>
                  <a:lnTo>
                    <a:pt x="18148" y="38914"/>
                  </a:lnTo>
                  <a:lnTo>
                    <a:pt x="18281" y="39192"/>
                  </a:lnTo>
                  <a:lnTo>
                    <a:pt x="18414" y="39471"/>
                  </a:lnTo>
                  <a:lnTo>
                    <a:pt x="18548" y="39750"/>
                  </a:lnTo>
                  <a:lnTo>
                    <a:pt x="18681" y="40028"/>
                  </a:lnTo>
                  <a:lnTo>
                    <a:pt x="18814" y="40307"/>
                  </a:lnTo>
                  <a:lnTo>
                    <a:pt x="18948" y="40586"/>
                  </a:lnTo>
                  <a:lnTo>
                    <a:pt x="19081" y="40864"/>
                  </a:lnTo>
                  <a:lnTo>
                    <a:pt x="19215" y="41143"/>
                  </a:lnTo>
                  <a:lnTo>
                    <a:pt x="19348" y="41421"/>
                  </a:lnTo>
                  <a:lnTo>
                    <a:pt x="19482" y="41700"/>
                  </a:lnTo>
                  <a:lnTo>
                    <a:pt x="19615" y="41978"/>
                  </a:lnTo>
                  <a:lnTo>
                    <a:pt x="19749" y="42257"/>
                  </a:lnTo>
                  <a:lnTo>
                    <a:pt x="19883" y="42535"/>
                  </a:lnTo>
                  <a:lnTo>
                    <a:pt x="20017" y="42814"/>
                  </a:lnTo>
                  <a:lnTo>
                    <a:pt x="20150" y="43092"/>
                  </a:lnTo>
                  <a:lnTo>
                    <a:pt x="20284" y="43371"/>
                  </a:lnTo>
                  <a:lnTo>
                    <a:pt x="20418" y="43649"/>
                  </a:lnTo>
                  <a:lnTo>
                    <a:pt x="20552" y="43927"/>
                  </a:lnTo>
                  <a:lnTo>
                    <a:pt x="20686" y="44206"/>
                  </a:lnTo>
                  <a:lnTo>
                    <a:pt x="20820" y="44484"/>
                  </a:lnTo>
                  <a:lnTo>
                    <a:pt x="20954" y="44763"/>
                  </a:lnTo>
                  <a:lnTo>
                    <a:pt x="21088" y="45041"/>
                  </a:lnTo>
                  <a:lnTo>
                    <a:pt x="21222" y="45319"/>
                  </a:lnTo>
                  <a:lnTo>
                    <a:pt x="21356" y="45597"/>
                  </a:lnTo>
                  <a:lnTo>
                    <a:pt x="21490" y="45876"/>
                  </a:lnTo>
                  <a:lnTo>
                    <a:pt x="21624" y="46154"/>
                  </a:lnTo>
                  <a:lnTo>
                    <a:pt x="21759" y="46432"/>
                  </a:lnTo>
                  <a:lnTo>
                    <a:pt x="21893" y="46710"/>
                  </a:lnTo>
                  <a:lnTo>
                    <a:pt x="22027" y="46989"/>
                  </a:lnTo>
                  <a:lnTo>
                    <a:pt x="22162" y="47267"/>
                  </a:lnTo>
                  <a:lnTo>
                    <a:pt x="22296" y="47545"/>
                  </a:lnTo>
                  <a:lnTo>
                    <a:pt x="22430" y="47823"/>
                  </a:lnTo>
                  <a:lnTo>
                    <a:pt x="22565" y="48101"/>
                  </a:lnTo>
                  <a:lnTo>
                    <a:pt x="22699" y="48379"/>
                  </a:lnTo>
                  <a:lnTo>
                    <a:pt x="22834" y="48657"/>
                  </a:lnTo>
                  <a:lnTo>
                    <a:pt x="22969" y="48935"/>
                  </a:lnTo>
                  <a:lnTo>
                    <a:pt x="23103" y="49213"/>
                  </a:lnTo>
                  <a:lnTo>
                    <a:pt x="23238" y="49491"/>
                  </a:lnTo>
                  <a:lnTo>
                    <a:pt x="23373" y="49769"/>
                  </a:lnTo>
                  <a:lnTo>
                    <a:pt x="23507" y="50047"/>
                  </a:lnTo>
                  <a:lnTo>
                    <a:pt x="23642" y="50325"/>
                  </a:lnTo>
                  <a:lnTo>
                    <a:pt x="23777" y="50603"/>
                  </a:lnTo>
                  <a:lnTo>
                    <a:pt x="23912" y="50881"/>
                  </a:lnTo>
                  <a:lnTo>
                    <a:pt x="24047" y="51159"/>
                  </a:lnTo>
                  <a:lnTo>
                    <a:pt x="24182" y="51437"/>
                  </a:lnTo>
                  <a:lnTo>
                    <a:pt x="24317" y="51715"/>
                  </a:lnTo>
                  <a:lnTo>
                    <a:pt x="24452" y="51993"/>
                  </a:lnTo>
                  <a:lnTo>
                    <a:pt x="24587" y="52270"/>
                  </a:lnTo>
                  <a:lnTo>
                    <a:pt x="24722" y="52548"/>
                  </a:lnTo>
                  <a:lnTo>
                    <a:pt x="24857" y="52826"/>
                  </a:lnTo>
                  <a:lnTo>
                    <a:pt x="24992" y="53104"/>
                  </a:lnTo>
                  <a:lnTo>
                    <a:pt x="25127" y="53382"/>
                  </a:lnTo>
                  <a:lnTo>
                    <a:pt x="25262" y="53659"/>
                  </a:lnTo>
                  <a:lnTo>
                    <a:pt x="25398" y="53937"/>
                  </a:lnTo>
                  <a:lnTo>
                    <a:pt x="25533" y="54215"/>
                  </a:lnTo>
                  <a:lnTo>
                    <a:pt x="25668" y="54492"/>
                  </a:lnTo>
                  <a:lnTo>
                    <a:pt x="25804" y="54770"/>
                  </a:lnTo>
                  <a:lnTo>
                    <a:pt x="25939" y="55048"/>
                  </a:lnTo>
                  <a:lnTo>
                    <a:pt x="26075" y="55325"/>
                  </a:lnTo>
                  <a:lnTo>
                    <a:pt x="26210" y="55603"/>
                  </a:lnTo>
                  <a:lnTo>
                    <a:pt x="26346" y="55881"/>
                  </a:lnTo>
                  <a:lnTo>
                    <a:pt x="26481" y="56158"/>
                  </a:lnTo>
                  <a:lnTo>
                    <a:pt x="26617" y="56436"/>
                  </a:lnTo>
                  <a:lnTo>
                    <a:pt x="26752" y="56713"/>
                  </a:lnTo>
                  <a:lnTo>
                    <a:pt x="26888" y="56991"/>
                  </a:lnTo>
                  <a:lnTo>
                    <a:pt x="27024" y="57268"/>
                  </a:lnTo>
                  <a:lnTo>
                    <a:pt x="27160" y="57546"/>
                  </a:lnTo>
                  <a:lnTo>
                    <a:pt x="27295" y="57823"/>
                  </a:lnTo>
                  <a:lnTo>
                    <a:pt x="27431" y="58101"/>
                  </a:lnTo>
                  <a:lnTo>
                    <a:pt x="27567" y="58378"/>
                  </a:lnTo>
                  <a:lnTo>
                    <a:pt x="27703" y="58655"/>
                  </a:lnTo>
                  <a:lnTo>
                    <a:pt x="27839" y="58933"/>
                  </a:lnTo>
                  <a:lnTo>
                    <a:pt x="27975" y="59210"/>
                  </a:lnTo>
                  <a:lnTo>
                    <a:pt x="28111" y="59488"/>
                  </a:lnTo>
                  <a:lnTo>
                    <a:pt x="28247" y="59765"/>
                  </a:lnTo>
                  <a:lnTo>
                    <a:pt x="28383" y="60042"/>
                  </a:lnTo>
                  <a:lnTo>
                    <a:pt x="28519" y="60320"/>
                  </a:lnTo>
                  <a:lnTo>
                    <a:pt x="28655" y="60597"/>
                  </a:lnTo>
                  <a:lnTo>
                    <a:pt x="28792" y="60874"/>
                  </a:lnTo>
                  <a:lnTo>
                    <a:pt x="28928" y="61151"/>
                  </a:lnTo>
                  <a:lnTo>
                    <a:pt x="29064" y="61429"/>
                  </a:lnTo>
                  <a:lnTo>
                    <a:pt x="29201" y="61706"/>
                  </a:lnTo>
                  <a:lnTo>
                    <a:pt x="29337" y="61983"/>
                  </a:lnTo>
                  <a:lnTo>
                    <a:pt x="29473" y="62260"/>
                  </a:lnTo>
                  <a:lnTo>
                    <a:pt x="29610" y="62537"/>
                  </a:lnTo>
                  <a:lnTo>
                    <a:pt x="29746" y="62814"/>
                  </a:lnTo>
                  <a:lnTo>
                    <a:pt x="29883" y="63091"/>
                  </a:lnTo>
                  <a:lnTo>
                    <a:pt x="30019" y="63369"/>
                  </a:lnTo>
                  <a:lnTo>
                    <a:pt x="30156" y="63646"/>
                  </a:lnTo>
                  <a:lnTo>
                    <a:pt x="30293" y="63923"/>
                  </a:lnTo>
                  <a:lnTo>
                    <a:pt x="30429" y="64200"/>
                  </a:lnTo>
                  <a:lnTo>
                    <a:pt x="30566" y="64477"/>
                  </a:lnTo>
                  <a:lnTo>
                    <a:pt x="30703" y="64754"/>
                  </a:lnTo>
                  <a:lnTo>
                    <a:pt x="30840" y="65031"/>
                  </a:lnTo>
                  <a:lnTo>
                    <a:pt x="30976" y="65308"/>
                  </a:lnTo>
                  <a:lnTo>
                    <a:pt x="31113" y="65585"/>
                  </a:lnTo>
                  <a:lnTo>
                    <a:pt x="31250" y="65861"/>
                  </a:lnTo>
                  <a:lnTo>
                    <a:pt x="31387" y="66138"/>
                  </a:lnTo>
                  <a:lnTo>
                    <a:pt x="31524" y="66415"/>
                  </a:lnTo>
                  <a:lnTo>
                    <a:pt x="31661" y="66692"/>
                  </a:lnTo>
                  <a:lnTo>
                    <a:pt x="31798" y="66969"/>
                  </a:lnTo>
                  <a:lnTo>
                    <a:pt x="31935" y="67246"/>
                  </a:lnTo>
                  <a:lnTo>
                    <a:pt x="32072" y="67523"/>
                  </a:lnTo>
                  <a:lnTo>
                    <a:pt x="32209" y="67799"/>
                  </a:lnTo>
                  <a:lnTo>
                    <a:pt x="32347" y="68076"/>
                  </a:lnTo>
                  <a:lnTo>
                    <a:pt x="32484" y="68353"/>
                  </a:lnTo>
                  <a:lnTo>
                    <a:pt x="32621" y="68630"/>
                  </a:lnTo>
                  <a:lnTo>
                    <a:pt x="32759" y="68906"/>
                  </a:lnTo>
                  <a:lnTo>
                    <a:pt x="32896" y="69183"/>
                  </a:lnTo>
                  <a:lnTo>
                    <a:pt x="33033" y="69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83820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082750" y="4439617"/>
              <a:ext cx="49652" cy="93372"/>
            </a:xfrm>
            <a:custGeom>
              <a:avLst/>
              <a:pathLst>
                <a:path w="49652" h="93372">
                  <a:moveTo>
                    <a:pt x="0" y="0"/>
                  </a:moveTo>
                  <a:lnTo>
                    <a:pt x="190" y="379"/>
                  </a:lnTo>
                  <a:lnTo>
                    <a:pt x="381" y="759"/>
                  </a:lnTo>
                  <a:lnTo>
                    <a:pt x="572" y="1138"/>
                  </a:lnTo>
                  <a:lnTo>
                    <a:pt x="762" y="1518"/>
                  </a:lnTo>
                  <a:lnTo>
                    <a:pt x="953" y="1897"/>
                  </a:lnTo>
                  <a:lnTo>
                    <a:pt x="1144" y="2276"/>
                  </a:lnTo>
                  <a:lnTo>
                    <a:pt x="1335" y="2656"/>
                  </a:lnTo>
                  <a:lnTo>
                    <a:pt x="1526" y="3035"/>
                  </a:lnTo>
                  <a:lnTo>
                    <a:pt x="1718" y="3414"/>
                  </a:lnTo>
                  <a:lnTo>
                    <a:pt x="1909" y="3794"/>
                  </a:lnTo>
                  <a:lnTo>
                    <a:pt x="2100" y="4173"/>
                  </a:lnTo>
                  <a:lnTo>
                    <a:pt x="2291" y="4552"/>
                  </a:lnTo>
                  <a:lnTo>
                    <a:pt x="2483" y="4931"/>
                  </a:lnTo>
                  <a:lnTo>
                    <a:pt x="2674" y="5310"/>
                  </a:lnTo>
                  <a:lnTo>
                    <a:pt x="2866" y="5690"/>
                  </a:lnTo>
                  <a:lnTo>
                    <a:pt x="3058" y="6069"/>
                  </a:lnTo>
                  <a:lnTo>
                    <a:pt x="3250" y="6448"/>
                  </a:lnTo>
                  <a:lnTo>
                    <a:pt x="3441" y="6827"/>
                  </a:lnTo>
                  <a:lnTo>
                    <a:pt x="3633" y="7205"/>
                  </a:lnTo>
                  <a:lnTo>
                    <a:pt x="3825" y="7584"/>
                  </a:lnTo>
                  <a:lnTo>
                    <a:pt x="4017" y="7963"/>
                  </a:lnTo>
                  <a:lnTo>
                    <a:pt x="4209" y="8342"/>
                  </a:lnTo>
                  <a:lnTo>
                    <a:pt x="4402" y="8721"/>
                  </a:lnTo>
                  <a:lnTo>
                    <a:pt x="4594" y="9100"/>
                  </a:lnTo>
                  <a:lnTo>
                    <a:pt x="4786" y="9478"/>
                  </a:lnTo>
                  <a:lnTo>
                    <a:pt x="4978" y="9857"/>
                  </a:lnTo>
                  <a:lnTo>
                    <a:pt x="5171" y="10236"/>
                  </a:lnTo>
                  <a:lnTo>
                    <a:pt x="5363" y="10614"/>
                  </a:lnTo>
                  <a:lnTo>
                    <a:pt x="5556" y="10993"/>
                  </a:lnTo>
                  <a:lnTo>
                    <a:pt x="5749" y="11371"/>
                  </a:lnTo>
                  <a:lnTo>
                    <a:pt x="5941" y="11750"/>
                  </a:lnTo>
                  <a:lnTo>
                    <a:pt x="6134" y="12128"/>
                  </a:lnTo>
                  <a:lnTo>
                    <a:pt x="6327" y="12507"/>
                  </a:lnTo>
                  <a:lnTo>
                    <a:pt x="6520" y="12885"/>
                  </a:lnTo>
                  <a:lnTo>
                    <a:pt x="6713" y="13264"/>
                  </a:lnTo>
                  <a:lnTo>
                    <a:pt x="6906" y="13642"/>
                  </a:lnTo>
                  <a:lnTo>
                    <a:pt x="7099" y="14020"/>
                  </a:lnTo>
                  <a:lnTo>
                    <a:pt x="7293" y="14398"/>
                  </a:lnTo>
                  <a:lnTo>
                    <a:pt x="7486" y="14777"/>
                  </a:lnTo>
                  <a:lnTo>
                    <a:pt x="7679" y="15155"/>
                  </a:lnTo>
                  <a:lnTo>
                    <a:pt x="7873" y="15533"/>
                  </a:lnTo>
                  <a:lnTo>
                    <a:pt x="8066" y="15911"/>
                  </a:lnTo>
                  <a:lnTo>
                    <a:pt x="8260" y="16289"/>
                  </a:lnTo>
                  <a:lnTo>
                    <a:pt x="8454" y="16667"/>
                  </a:lnTo>
                  <a:lnTo>
                    <a:pt x="8647" y="17045"/>
                  </a:lnTo>
                  <a:lnTo>
                    <a:pt x="8841" y="17423"/>
                  </a:lnTo>
                  <a:lnTo>
                    <a:pt x="9035" y="17801"/>
                  </a:lnTo>
                  <a:lnTo>
                    <a:pt x="9229" y="18179"/>
                  </a:lnTo>
                  <a:lnTo>
                    <a:pt x="9423" y="18557"/>
                  </a:lnTo>
                  <a:lnTo>
                    <a:pt x="9617" y="18934"/>
                  </a:lnTo>
                  <a:lnTo>
                    <a:pt x="9811" y="19312"/>
                  </a:lnTo>
                  <a:lnTo>
                    <a:pt x="10006" y="19690"/>
                  </a:lnTo>
                  <a:lnTo>
                    <a:pt x="10200" y="20068"/>
                  </a:lnTo>
                  <a:lnTo>
                    <a:pt x="10394" y="20445"/>
                  </a:lnTo>
                  <a:lnTo>
                    <a:pt x="10589" y="20823"/>
                  </a:lnTo>
                  <a:lnTo>
                    <a:pt x="10783" y="21201"/>
                  </a:lnTo>
                  <a:lnTo>
                    <a:pt x="10978" y="21578"/>
                  </a:lnTo>
                  <a:lnTo>
                    <a:pt x="11173" y="21956"/>
                  </a:lnTo>
                  <a:lnTo>
                    <a:pt x="11367" y="22333"/>
                  </a:lnTo>
                  <a:lnTo>
                    <a:pt x="11562" y="22711"/>
                  </a:lnTo>
                  <a:lnTo>
                    <a:pt x="11757" y="23088"/>
                  </a:lnTo>
                  <a:lnTo>
                    <a:pt x="11952" y="23465"/>
                  </a:lnTo>
                  <a:lnTo>
                    <a:pt x="12147" y="23843"/>
                  </a:lnTo>
                  <a:lnTo>
                    <a:pt x="12342" y="24220"/>
                  </a:lnTo>
                  <a:lnTo>
                    <a:pt x="12537" y="24597"/>
                  </a:lnTo>
                  <a:lnTo>
                    <a:pt x="12733" y="24974"/>
                  </a:lnTo>
                  <a:lnTo>
                    <a:pt x="12928" y="25352"/>
                  </a:lnTo>
                  <a:lnTo>
                    <a:pt x="13123" y="25729"/>
                  </a:lnTo>
                  <a:lnTo>
                    <a:pt x="13319" y="26106"/>
                  </a:lnTo>
                  <a:lnTo>
                    <a:pt x="13514" y="26483"/>
                  </a:lnTo>
                  <a:lnTo>
                    <a:pt x="13710" y="26860"/>
                  </a:lnTo>
                  <a:lnTo>
                    <a:pt x="13906" y="27237"/>
                  </a:lnTo>
                  <a:lnTo>
                    <a:pt x="14101" y="27614"/>
                  </a:lnTo>
                  <a:lnTo>
                    <a:pt x="14297" y="27991"/>
                  </a:lnTo>
                  <a:lnTo>
                    <a:pt x="14493" y="28368"/>
                  </a:lnTo>
                  <a:lnTo>
                    <a:pt x="14689" y="28745"/>
                  </a:lnTo>
                  <a:lnTo>
                    <a:pt x="14885" y="29121"/>
                  </a:lnTo>
                  <a:lnTo>
                    <a:pt x="15081" y="29498"/>
                  </a:lnTo>
                  <a:lnTo>
                    <a:pt x="15277" y="29875"/>
                  </a:lnTo>
                  <a:lnTo>
                    <a:pt x="15473" y="30252"/>
                  </a:lnTo>
                  <a:lnTo>
                    <a:pt x="15670" y="30628"/>
                  </a:lnTo>
                  <a:lnTo>
                    <a:pt x="15866" y="31005"/>
                  </a:lnTo>
                  <a:lnTo>
                    <a:pt x="16063" y="31382"/>
                  </a:lnTo>
                  <a:lnTo>
                    <a:pt x="16259" y="31758"/>
                  </a:lnTo>
                  <a:lnTo>
                    <a:pt x="16456" y="32135"/>
                  </a:lnTo>
                  <a:lnTo>
                    <a:pt x="16652" y="32511"/>
                  </a:lnTo>
                  <a:lnTo>
                    <a:pt x="16849" y="32888"/>
                  </a:lnTo>
                  <a:lnTo>
                    <a:pt x="17046" y="33264"/>
                  </a:lnTo>
                  <a:lnTo>
                    <a:pt x="17243" y="33640"/>
                  </a:lnTo>
                  <a:lnTo>
                    <a:pt x="17440" y="34017"/>
                  </a:lnTo>
                  <a:lnTo>
                    <a:pt x="17637" y="34393"/>
                  </a:lnTo>
                  <a:lnTo>
                    <a:pt x="17834" y="34769"/>
                  </a:lnTo>
                  <a:lnTo>
                    <a:pt x="18031" y="35145"/>
                  </a:lnTo>
                  <a:lnTo>
                    <a:pt x="18228" y="35522"/>
                  </a:lnTo>
                  <a:lnTo>
                    <a:pt x="18426" y="35898"/>
                  </a:lnTo>
                  <a:lnTo>
                    <a:pt x="18623" y="36274"/>
                  </a:lnTo>
                  <a:lnTo>
                    <a:pt x="18820" y="36650"/>
                  </a:lnTo>
                  <a:lnTo>
                    <a:pt x="19018" y="37026"/>
                  </a:lnTo>
                  <a:lnTo>
                    <a:pt x="19215" y="37402"/>
                  </a:lnTo>
                  <a:lnTo>
                    <a:pt x="19413" y="37778"/>
                  </a:lnTo>
                  <a:lnTo>
                    <a:pt x="19611" y="38154"/>
                  </a:lnTo>
                  <a:lnTo>
                    <a:pt x="19809" y="38530"/>
                  </a:lnTo>
                  <a:lnTo>
                    <a:pt x="20007" y="38906"/>
                  </a:lnTo>
                  <a:lnTo>
                    <a:pt x="20204" y="39281"/>
                  </a:lnTo>
                  <a:lnTo>
                    <a:pt x="20403" y="39657"/>
                  </a:lnTo>
                  <a:lnTo>
                    <a:pt x="20601" y="40033"/>
                  </a:lnTo>
                  <a:lnTo>
                    <a:pt x="20799" y="40409"/>
                  </a:lnTo>
                  <a:lnTo>
                    <a:pt x="20997" y="40784"/>
                  </a:lnTo>
                  <a:lnTo>
                    <a:pt x="21195" y="41160"/>
                  </a:lnTo>
                  <a:lnTo>
                    <a:pt x="21394" y="41535"/>
                  </a:lnTo>
                  <a:lnTo>
                    <a:pt x="21592" y="41911"/>
                  </a:lnTo>
                  <a:lnTo>
                    <a:pt x="21791" y="42287"/>
                  </a:lnTo>
                  <a:lnTo>
                    <a:pt x="21989" y="42662"/>
                  </a:lnTo>
                  <a:lnTo>
                    <a:pt x="22188" y="43037"/>
                  </a:lnTo>
                  <a:lnTo>
                    <a:pt x="22387" y="43413"/>
                  </a:lnTo>
                  <a:lnTo>
                    <a:pt x="22585" y="43788"/>
                  </a:lnTo>
                  <a:lnTo>
                    <a:pt x="22784" y="44164"/>
                  </a:lnTo>
                  <a:lnTo>
                    <a:pt x="22983" y="44539"/>
                  </a:lnTo>
                  <a:lnTo>
                    <a:pt x="23182" y="44914"/>
                  </a:lnTo>
                  <a:lnTo>
                    <a:pt x="23381" y="45289"/>
                  </a:lnTo>
                  <a:lnTo>
                    <a:pt x="23580" y="45664"/>
                  </a:lnTo>
                  <a:lnTo>
                    <a:pt x="23780" y="46040"/>
                  </a:lnTo>
                  <a:lnTo>
                    <a:pt x="23979" y="46415"/>
                  </a:lnTo>
                  <a:lnTo>
                    <a:pt x="24178" y="46790"/>
                  </a:lnTo>
                  <a:lnTo>
                    <a:pt x="24378" y="47165"/>
                  </a:lnTo>
                  <a:lnTo>
                    <a:pt x="24577" y="47540"/>
                  </a:lnTo>
                  <a:lnTo>
                    <a:pt x="24777" y="47915"/>
                  </a:lnTo>
                  <a:lnTo>
                    <a:pt x="24976" y="48290"/>
                  </a:lnTo>
                  <a:lnTo>
                    <a:pt x="25176" y="48665"/>
                  </a:lnTo>
                  <a:lnTo>
                    <a:pt x="25376" y="49039"/>
                  </a:lnTo>
                  <a:lnTo>
                    <a:pt x="25576" y="49414"/>
                  </a:lnTo>
                  <a:lnTo>
                    <a:pt x="25776" y="49789"/>
                  </a:lnTo>
                  <a:lnTo>
                    <a:pt x="25976" y="50164"/>
                  </a:lnTo>
                  <a:lnTo>
                    <a:pt x="26176" y="50538"/>
                  </a:lnTo>
                  <a:lnTo>
                    <a:pt x="26376" y="50913"/>
                  </a:lnTo>
                  <a:lnTo>
                    <a:pt x="26576" y="51288"/>
                  </a:lnTo>
                  <a:lnTo>
                    <a:pt x="26776" y="51662"/>
                  </a:lnTo>
                  <a:lnTo>
                    <a:pt x="26977" y="52037"/>
                  </a:lnTo>
                  <a:lnTo>
                    <a:pt x="27177" y="52411"/>
                  </a:lnTo>
                  <a:lnTo>
                    <a:pt x="27377" y="52786"/>
                  </a:lnTo>
                  <a:lnTo>
                    <a:pt x="27578" y="53160"/>
                  </a:lnTo>
                  <a:lnTo>
                    <a:pt x="27779" y="53534"/>
                  </a:lnTo>
                  <a:lnTo>
                    <a:pt x="27979" y="53909"/>
                  </a:lnTo>
                  <a:lnTo>
                    <a:pt x="28180" y="54283"/>
                  </a:lnTo>
                  <a:lnTo>
                    <a:pt x="28381" y="54657"/>
                  </a:lnTo>
                  <a:lnTo>
                    <a:pt x="28582" y="55032"/>
                  </a:lnTo>
                  <a:lnTo>
                    <a:pt x="28783" y="55406"/>
                  </a:lnTo>
                  <a:lnTo>
                    <a:pt x="28984" y="55780"/>
                  </a:lnTo>
                  <a:lnTo>
                    <a:pt x="29185" y="56154"/>
                  </a:lnTo>
                  <a:lnTo>
                    <a:pt x="29386" y="56528"/>
                  </a:lnTo>
                  <a:lnTo>
                    <a:pt x="29588" y="56902"/>
                  </a:lnTo>
                  <a:lnTo>
                    <a:pt x="29789" y="57276"/>
                  </a:lnTo>
                  <a:lnTo>
                    <a:pt x="29990" y="57650"/>
                  </a:lnTo>
                  <a:lnTo>
                    <a:pt x="30192" y="58024"/>
                  </a:lnTo>
                  <a:lnTo>
                    <a:pt x="30393" y="58398"/>
                  </a:lnTo>
                  <a:lnTo>
                    <a:pt x="30595" y="58772"/>
                  </a:lnTo>
                  <a:lnTo>
                    <a:pt x="30797" y="59146"/>
                  </a:lnTo>
                  <a:lnTo>
                    <a:pt x="30998" y="59519"/>
                  </a:lnTo>
                  <a:lnTo>
                    <a:pt x="31200" y="59893"/>
                  </a:lnTo>
                  <a:lnTo>
                    <a:pt x="31402" y="60267"/>
                  </a:lnTo>
                  <a:lnTo>
                    <a:pt x="31604" y="60641"/>
                  </a:lnTo>
                  <a:lnTo>
                    <a:pt x="31806" y="61014"/>
                  </a:lnTo>
                  <a:lnTo>
                    <a:pt x="32008" y="61388"/>
                  </a:lnTo>
                  <a:lnTo>
                    <a:pt x="32210" y="61761"/>
                  </a:lnTo>
                  <a:lnTo>
                    <a:pt x="32413" y="62135"/>
                  </a:lnTo>
                  <a:lnTo>
                    <a:pt x="32615" y="62508"/>
                  </a:lnTo>
                  <a:lnTo>
                    <a:pt x="32817" y="62882"/>
                  </a:lnTo>
                  <a:lnTo>
                    <a:pt x="33020" y="63255"/>
                  </a:lnTo>
                  <a:lnTo>
                    <a:pt x="33222" y="63629"/>
                  </a:lnTo>
                  <a:lnTo>
                    <a:pt x="33425" y="64002"/>
                  </a:lnTo>
                  <a:lnTo>
                    <a:pt x="33628" y="64375"/>
                  </a:lnTo>
                  <a:lnTo>
                    <a:pt x="33830" y="64748"/>
                  </a:lnTo>
                  <a:lnTo>
                    <a:pt x="34033" y="65122"/>
                  </a:lnTo>
                  <a:lnTo>
                    <a:pt x="34236" y="65495"/>
                  </a:lnTo>
                  <a:lnTo>
                    <a:pt x="34439" y="65868"/>
                  </a:lnTo>
                  <a:lnTo>
                    <a:pt x="34642" y="66241"/>
                  </a:lnTo>
                  <a:lnTo>
                    <a:pt x="34845" y="66614"/>
                  </a:lnTo>
                  <a:lnTo>
                    <a:pt x="35048" y="66987"/>
                  </a:lnTo>
                  <a:lnTo>
                    <a:pt x="35252" y="67360"/>
                  </a:lnTo>
                  <a:lnTo>
                    <a:pt x="35455" y="67733"/>
                  </a:lnTo>
                  <a:lnTo>
                    <a:pt x="35658" y="68106"/>
                  </a:lnTo>
                  <a:lnTo>
                    <a:pt x="35862" y="68479"/>
                  </a:lnTo>
                  <a:lnTo>
                    <a:pt x="36065" y="68852"/>
                  </a:lnTo>
                  <a:lnTo>
                    <a:pt x="36269" y="69224"/>
                  </a:lnTo>
                  <a:lnTo>
                    <a:pt x="36472" y="69597"/>
                  </a:lnTo>
                  <a:lnTo>
                    <a:pt x="36676" y="69970"/>
                  </a:lnTo>
                  <a:lnTo>
                    <a:pt x="36880" y="70342"/>
                  </a:lnTo>
                  <a:lnTo>
                    <a:pt x="37084" y="70715"/>
                  </a:lnTo>
                  <a:lnTo>
                    <a:pt x="37288" y="71088"/>
                  </a:lnTo>
                  <a:lnTo>
                    <a:pt x="37492" y="71460"/>
                  </a:lnTo>
                  <a:lnTo>
                    <a:pt x="37696" y="71833"/>
                  </a:lnTo>
                  <a:lnTo>
                    <a:pt x="37900" y="72205"/>
                  </a:lnTo>
                  <a:lnTo>
                    <a:pt x="38104" y="72578"/>
                  </a:lnTo>
                  <a:lnTo>
                    <a:pt x="38308" y="72950"/>
                  </a:lnTo>
                  <a:lnTo>
                    <a:pt x="38513" y="73322"/>
                  </a:lnTo>
                  <a:lnTo>
                    <a:pt x="38717" y="73695"/>
                  </a:lnTo>
                  <a:lnTo>
                    <a:pt x="38922" y="74067"/>
                  </a:lnTo>
                  <a:lnTo>
                    <a:pt x="39126" y="74439"/>
                  </a:lnTo>
                  <a:lnTo>
                    <a:pt x="39331" y="74811"/>
                  </a:lnTo>
                  <a:lnTo>
                    <a:pt x="39536" y="75184"/>
                  </a:lnTo>
                  <a:lnTo>
                    <a:pt x="39740" y="75556"/>
                  </a:lnTo>
                  <a:lnTo>
                    <a:pt x="39945" y="75928"/>
                  </a:lnTo>
                  <a:lnTo>
                    <a:pt x="40150" y="76300"/>
                  </a:lnTo>
                  <a:lnTo>
                    <a:pt x="40355" y="76672"/>
                  </a:lnTo>
                  <a:lnTo>
                    <a:pt x="40560" y="77044"/>
                  </a:lnTo>
                  <a:lnTo>
                    <a:pt x="40765" y="77416"/>
                  </a:lnTo>
                  <a:lnTo>
                    <a:pt x="40971" y="77788"/>
                  </a:lnTo>
                  <a:lnTo>
                    <a:pt x="41176" y="78160"/>
                  </a:lnTo>
                  <a:lnTo>
                    <a:pt x="41381" y="78531"/>
                  </a:lnTo>
                  <a:lnTo>
                    <a:pt x="41587" y="78903"/>
                  </a:lnTo>
                  <a:lnTo>
                    <a:pt x="41792" y="79275"/>
                  </a:lnTo>
                  <a:lnTo>
                    <a:pt x="41998" y="79647"/>
                  </a:lnTo>
                  <a:lnTo>
                    <a:pt x="42203" y="80018"/>
                  </a:lnTo>
                  <a:lnTo>
                    <a:pt x="42409" y="80390"/>
                  </a:lnTo>
                  <a:lnTo>
                    <a:pt x="42615" y="80761"/>
                  </a:lnTo>
                  <a:lnTo>
                    <a:pt x="42821" y="81133"/>
                  </a:lnTo>
                  <a:lnTo>
                    <a:pt x="43027" y="81505"/>
                  </a:lnTo>
                  <a:lnTo>
                    <a:pt x="43232" y="81876"/>
                  </a:lnTo>
                  <a:lnTo>
                    <a:pt x="43439" y="82247"/>
                  </a:lnTo>
                  <a:lnTo>
                    <a:pt x="43645" y="82619"/>
                  </a:lnTo>
                  <a:lnTo>
                    <a:pt x="43851" y="82990"/>
                  </a:lnTo>
                  <a:lnTo>
                    <a:pt x="44057" y="83361"/>
                  </a:lnTo>
                  <a:lnTo>
                    <a:pt x="44263" y="83733"/>
                  </a:lnTo>
                  <a:lnTo>
                    <a:pt x="44470" y="84104"/>
                  </a:lnTo>
                  <a:lnTo>
                    <a:pt x="44676" y="84475"/>
                  </a:lnTo>
                  <a:lnTo>
                    <a:pt x="44883" y="84846"/>
                  </a:lnTo>
                  <a:lnTo>
                    <a:pt x="45089" y="85217"/>
                  </a:lnTo>
                  <a:lnTo>
                    <a:pt x="45296" y="85589"/>
                  </a:lnTo>
                  <a:lnTo>
                    <a:pt x="45503" y="85960"/>
                  </a:lnTo>
                  <a:lnTo>
                    <a:pt x="45710" y="86331"/>
                  </a:lnTo>
                  <a:lnTo>
                    <a:pt x="45917" y="86702"/>
                  </a:lnTo>
                  <a:lnTo>
                    <a:pt x="46123" y="87072"/>
                  </a:lnTo>
                  <a:lnTo>
                    <a:pt x="46330" y="87443"/>
                  </a:lnTo>
                  <a:lnTo>
                    <a:pt x="46538" y="87814"/>
                  </a:lnTo>
                  <a:lnTo>
                    <a:pt x="46745" y="88185"/>
                  </a:lnTo>
                  <a:lnTo>
                    <a:pt x="46952" y="88556"/>
                  </a:lnTo>
                  <a:lnTo>
                    <a:pt x="47159" y="88927"/>
                  </a:lnTo>
                  <a:lnTo>
                    <a:pt x="47367" y="89297"/>
                  </a:lnTo>
                  <a:lnTo>
                    <a:pt x="47574" y="89668"/>
                  </a:lnTo>
                  <a:lnTo>
                    <a:pt x="47782" y="90038"/>
                  </a:lnTo>
                  <a:lnTo>
                    <a:pt x="47989" y="90409"/>
                  </a:lnTo>
                  <a:lnTo>
                    <a:pt x="48197" y="90780"/>
                  </a:lnTo>
                  <a:lnTo>
                    <a:pt x="48405" y="91150"/>
                  </a:lnTo>
                  <a:lnTo>
                    <a:pt x="48612" y="91521"/>
                  </a:lnTo>
                  <a:lnTo>
                    <a:pt x="48820" y="91891"/>
                  </a:lnTo>
                  <a:lnTo>
                    <a:pt x="49028" y="92261"/>
                  </a:lnTo>
                  <a:lnTo>
                    <a:pt x="49236" y="92632"/>
                  </a:lnTo>
                  <a:lnTo>
                    <a:pt x="49444" y="93002"/>
                  </a:lnTo>
                  <a:lnTo>
                    <a:pt x="49652" y="93372"/>
                  </a:lnTo>
                </a:path>
              </a:pathLst>
            </a:custGeom>
            <a:ln w="22859" cap="rnd">
              <a:solidFill>
                <a:srgbClr val="F06A6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83820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137133" y="4541360"/>
              <a:ext cx="305934" cy="418072"/>
            </a:xfrm>
            <a:custGeom>
              <a:avLst/>
              <a:pathLst>
                <a:path w="305934" h="418072">
                  <a:moveTo>
                    <a:pt x="0" y="0"/>
                  </a:moveTo>
                  <a:lnTo>
                    <a:pt x="1030" y="1812"/>
                  </a:lnTo>
                  <a:lnTo>
                    <a:pt x="2062" y="3624"/>
                  </a:lnTo>
                  <a:lnTo>
                    <a:pt x="3096" y="5435"/>
                  </a:lnTo>
                  <a:lnTo>
                    <a:pt x="4132" y="7245"/>
                  </a:lnTo>
                  <a:lnTo>
                    <a:pt x="5169" y="9053"/>
                  </a:lnTo>
                  <a:lnTo>
                    <a:pt x="6208" y="10861"/>
                  </a:lnTo>
                  <a:lnTo>
                    <a:pt x="7248" y="12668"/>
                  </a:lnTo>
                  <a:lnTo>
                    <a:pt x="8291" y="14474"/>
                  </a:lnTo>
                  <a:lnTo>
                    <a:pt x="9335" y="16279"/>
                  </a:lnTo>
                  <a:lnTo>
                    <a:pt x="10380" y="18083"/>
                  </a:lnTo>
                  <a:lnTo>
                    <a:pt x="11428" y="19886"/>
                  </a:lnTo>
                  <a:lnTo>
                    <a:pt x="12477" y="21688"/>
                  </a:lnTo>
                  <a:lnTo>
                    <a:pt x="13527" y="23490"/>
                  </a:lnTo>
                  <a:lnTo>
                    <a:pt x="14579" y="25290"/>
                  </a:lnTo>
                  <a:lnTo>
                    <a:pt x="15633" y="27089"/>
                  </a:lnTo>
                  <a:lnTo>
                    <a:pt x="16689" y="28887"/>
                  </a:lnTo>
                  <a:lnTo>
                    <a:pt x="17746" y="30684"/>
                  </a:lnTo>
                  <a:lnTo>
                    <a:pt x="18805" y="32481"/>
                  </a:lnTo>
                  <a:lnTo>
                    <a:pt x="19866" y="34276"/>
                  </a:lnTo>
                  <a:lnTo>
                    <a:pt x="20928" y="36070"/>
                  </a:lnTo>
                  <a:lnTo>
                    <a:pt x="21992" y="37863"/>
                  </a:lnTo>
                  <a:lnTo>
                    <a:pt x="23058" y="39656"/>
                  </a:lnTo>
                  <a:lnTo>
                    <a:pt x="24125" y="41447"/>
                  </a:lnTo>
                  <a:lnTo>
                    <a:pt x="25194" y="43237"/>
                  </a:lnTo>
                  <a:lnTo>
                    <a:pt x="26264" y="45027"/>
                  </a:lnTo>
                  <a:lnTo>
                    <a:pt x="27336" y="46815"/>
                  </a:lnTo>
                  <a:lnTo>
                    <a:pt x="28410" y="48602"/>
                  </a:lnTo>
                  <a:lnTo>
                    <a:pt x="29486" y="50389"/>
                  </a:lnTo>
                  <a:lnTo>
                    <a:pt x="30563" y="52174"/>
                  </a:lnTo>
                  <a:lnTo>
                    <a:pt x="31642" y="53959"/>
                  </a:lnTo>
                  <a:lnTo>
                    <a:pt x="32722" y="55742"/>
                  </a:lnTo>
                  <a:lnTo>
                    <a:pt x="33804" y="57524"/>
                  </a:lnTo>
                  <a:lnTo>
                    <a:pt x="34888" y="59306"/>
                  </a:lnTo>
                  <a:lnTo>
                    <a:pt x="35974" y="61086"/>
                  </a:lnTo>
                  <a:lnTo>
                    <a:pt x="37061" y="62865"/>
                  </a:lnTo>
                  <a:lnTo>
                    <a:pt x="38149" y="64644"/>
                  </a:lnTo>
                  <a:lnTo>
                    <a:pt x="39240" y="66421"/>
                  </a:lnTo>
                  <a:lnTo>
                    <a:pt x="40332" y="68197"/>
                  </a:lnTo>
                  <a:lnTo>
                    <a:pt x="41426" y="69973"/>
                  </a:lnTo>
                  <a:lnTo>
                    <a:pt x="42521" y="71747"/>
                  </a:lnTo>
                  <a:lnTo>
                    <a:pt x="43618" y="73520"/>
                  </a:lnTo>
                  <a:lnTo>
                    <a:pt x="44716" y="75293"/>
                  </a:lnTo>
                  <a:lnTo>
                    <a:pt x="45817" y="77064"/>
                  </a:lnTo>
                  <a:lnTo>
                    <a:pt x="46918" y="78834"/>
                  </a:lnTo>
                  <a:lnTo>
                    <a:pt x="48022" y="80603"/>
                  </a:lnTo>
                  <a:lnTo>
                    <a:pt x="49127" y="82372"/>
                  </a:lnTo>
                  <a:lnTo>
                    <a:pt x="50234" y="84139"/>
                  </a:lnTo>
                  <a:lnTo>
                    <a:pt x="51342" y="85905"/>
                  </a:lnTo>
                  <a:lnTo>
                    <a:pt x="52452" y="87670"/>
                  </a:lnTo>
                  <a:lnTo>
                    <a:pt x="53564" y="89434"/>
                  </a:lnTo>
                  <a:lnTo>
                    <a:pt x="54677" y="91197"/>
                  </a:lnTo>
                  <a:lnTo>
                    <a:pt x="55792" y="92959"/>
                  </a:lnTo>
                  <a:lnTo>
                    <a:pt x="56909" y="94720"/>
                  </a:lnTo>
                  <a:lnTo>
                    <a:pt x="58027" y="96480"/>
                  </a:lnTo>
                  <a:lnTo>
                    <a:pt x="59147" y="98239"/>
                  </a:lnTo>
                  <a:lnTo>
                    <a:pt x="60268" y="99997"/>
                  </a:lnTo>
                  <a:lnTo>
                    <a:pt x="61391" y="101754"/>
                  </a:lnTo>
                  <a:lnTo>
                    <a:pt x="62516" y="103510"/>
                  </a:lnTo>
                  <a:lnTo>
                    <a:pt x="63642" y="105265"/>
                  </a:lnTo>
                  <a:lnTo>
                    <a:pt x="64770" y="107018"/>
                  </a:lnTo>
                  <a:lnTo>
                    <a:pt x="65900" y="108771"/>
                  </a:lnTo>
                  <a:lnTo>
                    <a:pt x="67031" y="110523"/>
                  </a:lnTo>
                  <a:lnTo>
                    <a:pt x="68164" y="112273"/>
                  </a:lnTo>
                  <a:lnTo>
                    <a:pt x="69298" y="114023"/>
                  </a:lnTo>
                  <a:lnTo>
                    <a:pt x="70434" y="115771"/>
                  </a:lnTo>
                  <a:lnTo>
                    <a:pt x="71572" y="117519"/>
                  </a:lnTo>
                  <a:lnTo>
                    <a:pt x="72711" y="119265"/>
                  </a:lnTo>
                  <a:lnTo>
                    <a:pt x="73852" y="121010"/>
                  </a:lnTo>
                  <a:lnTo>
                    <a:pt x="74995" y="122755"/>
                  </a:lnTo>
                  <a:lnTo>
                    <a:pt x="76139" y="124498"/>
                  </a:lnTo>
                  <a:lnTo>
                    <a:pt x="77285" y="126240"/>
                  </a:lnTo>
                  <a:lnTo>
                    <a:pt x="78432" y="127981"/>
                  </a:lnTo>
                  <a:lnTo>
                    <a:pt x="79581" y="129721"/>
                  </a:lnTo>
                  <a:lnTo>
                    <a:pt x="80732" y="131460"/>
                  </a:lnTo>
                  <a:lnTo>
                    <a:pt x="81884" y="133198"/>
                  </a:lnTo>
                  <a:lnTo>
                    <a:pt x="83038" y="134935"/>
                  </a:lnTo>
                  <a:lnTo>
                    <a:pt x="84193" y="136671"/>
                  </a:lnTo>
                  <a:lnTo>
                    <a:pt x="85350" y="138405"/>
                  </a:lnTo>
                  <a:lnTo>
                    <a:pt x="86509" y="140139"/>
                  </a:lnTo>
                  <a:lnTo>
                    <a:pt x="87669" y="141871"/>
                  </a:lnTo>
                  <a:lnTo>
                    <a:pt x="88831" y="143603"/>
                  </a:lnTo>
                  <a:lnTo>
                    <a:pt x="89994" y="145333"/>
                  </a:lnTo>
                  <a:lnTo>
                    <a:pt x="91159" y="147063"/>
                  </a:lnTo>
                  <a:lnTo>
                    <a:pt x="92326" y="148791"/>
                  </a:lnTo>
                  <a:lnTo>
                    <a:pt x="93494" y="150518"/>
                  </a:lnTo>
                  <a:lnTo>
                    <a:pt x="94664" y="152244"/>
                  </a:lnTo>
                  <a:lnTo>
                    <a:pt x="95835" y="153969"/>
                  </a:lnTo>
                  <a:lnTo>
                    <a:pt x="97009" y="155693"/>
                  </a:lnTo>
                  <a:lnTo>
                    <a:pt x="98183" y="157416"/>
                  </a:lnTo>
                  <a:lnTo>
                    <a:pt x="99359" y="159138"/>
                  </a:lnTo>
                  <a:lnTo>
                    <a:pt x="100537" y="160858"/>
                  </a:lnTo>
                  <a:lnTo>
                    <a:pt x="101717" y="162578"/>
                  </a:lnTo>
                  <a:lnTo>
                    <a:pt x="102898" y="164296"/>
                  </a:lnTo>
                  <a:lnTo>
                    <a:pt x="104080" y="166014"/>
                  </a:lnTo>
                  <a:lnTo>
                    <a:pt x="105264" y="167730"/>
                  </a:lnTo>
                  <a:lnTo>
                    <a:pt x="106450" y="169445"/>
                  </a:lnTo>
                  <a:lnTo>
                    <a:pt x="107637" y="171159"/>
                  </a:lnTo>
                  <a:lnTo>
                    <a:pt x="108826" y="172872"/>
                  </a:lnTo>
                  <a:lnTo>
                    <a:pt x="110017" y="174584"/>
                  </a:lnTo>
                  <a:lnTo>
                    <a:pt x="111209" y="176295"/>
                  </a:lnTo>
                  <a:lnTo>
                    <a:pt x="112403" y="178004"/>
                  </a:lnTo>
                  <a:lnTo>
                    <a:pt x="113598" y="179713"/>
                  </a:lnTo>
                  <a:lnTo>
                    <a:pt x="114795" y="181420"/>
                  </a:lnTo>
                  <a:lnTo>
                    <a:pt x="115993" y="183127"/>
                  </a:lnTo>
                  <a:lnTo>
                    <a:pt x="117193" y="184832"/>
                  </a:lnTo>
                  <a:lnTo>
                    <a:pt x="118395" y="186536"/>
                  </a:lnTo>
                  <a:lnTo>
                    <a:pt x="119598" y="188239"/>
                  </a:lnTo>
                  <a:lnTo>
                    <a:pt x="120803" y="189941"/>
                  </a:lnTo>
                  <a:lnTo>
                    <a:pt x="122009" y="191642"/>
                  </a:lnTo>
                  <a:lnTo>
                    <a:pt x="123217" y="193341"/>
                  </a:lnTo>
                  <a:lnTo>
                    <a:pt x="124426" y="195040"/>
                  </a:lnTo>
                  <a:lnTo>
                    <a:pt x="125637" y="196737"/>
                  </a:lnTo>
                  <a:lnTo>
                    <a:pt x="126850" y="198434"/>
                  </a:lnTo>
                  <a:lnTo>
                    <a:pt x="128064" y="200129"/>
                  </a:lnTo>
                  <a:lnTo>
                    <a:pt x="129280" y="201823"/>
                  </a:lnTo>
                  <a:lnTo>
                    <a:pt x="130497" y="203516"/>
                  </a:lnTo>
                  <a:lnTo>
                    <a:pt x="131716" y="205208"/>
                  </a:lnTo>
                  <a:lnTo>
                    <a:pt x="132937" y="206898"/>
                  </a:lnTo>
                  <a:lnTo>
                    <a:pt x="134159" y="208588"/>
                  </a:lnTo>
                  <a:lnTo>
                    <a:pt x="135382" y="210276"/>
                  </a:lnTo>
                  <a:lnTo>
                    <a:pt x="136607" y="211964"/>
                  </a:lnTo>
                  <a:lnTo>
                    <a:pt x="137834" y="213650"/>
                  </a:lnTo>
                  <a:lnTo>
                    <a:pt x="139062" y="215335"/>
                  </a:lnTo>
                  <a:lnTo>
                    <a:pt x="140292" y="217019"/>
                  </a:lnTo>
                  <a:lnTo>
                    <a:pt x="141524" y="218701"/>
                  </a:lnTo>
                  <a:lnTo>
                    <a:pt x="142756" y="220383"/>
                  </a:lnTo>
                  <a:lnTo>
                    <a:pt x="143991" y="222063"/>
                  </a:lnTo>
                  <a:lnTo>
                    <a:pt x="145227" y="223743"/>
                  </a:lnTo>
                  <a:lnTo>
                    <a:pt x="146465" y="225421"/>
                  </a:lnTo>
                  <a:lnTo>
                    <a:pt x="147704" y="227098"/>
                  </a:lnTo>
                  <a:lnTo>
                    <a:pt x="148944" y="228774"/>
                  </a:lnTo>
                  <a:lnTo>
                    <a:pt x="150187" y="230448"/>
                  </a:lnTo>
                  <a:lnTo>
                    <a:pt x="151430" y="232122"/>
                  </a:lnTo>
                  <a:lnTo>
                    <a:pt x="152676" y="233794"/>
                  </a:lnTo>
                  <a:lnTo>
                    <a:pt x="153923" y="235466"/>
                  </a:lnTo>
                  <a:lnTo>
                    <a:pt x="155171" y="237136"/>
                  </a:lnTo>
                  <a:lnTo>
                    <a:pt x="156421" y="238805"/>
                  </a:lnTo>
                  <a:lnTo>
                    <a:pt x="157673" y="240473"/>
                  </a:lnTo>
                  <a:lnTo>
                    <a:pt x="158926" y="242139"/>
                  </a:lnTo>
                  <a:lnTo>
                    <a:pt x="160180" y="243805"/>
                  </a:lnTo>
                  <a:lnTo>
                    <a:pt x="161437" y="245469"/>
                  </a:lnTo>
                  <a:lnTo>
                    <a:pt x="162694" y="247132"/>
                  </a:lnTo>
                  <a:lnTo>
                    <a:pt x="163954" y="248794"/>
                  </a:lnTo>
                  <a:lnTo>
                    <a:pt x="165214" y="250455"/>
                  </a:lnTo>
                  <a:lnTo>
                    <a:pt x="166477" y="252114"/>
                  </a:lnTo>
                  <a:lnTo>
                    <a:pt x="167740" y="253773"/>
                  </a:lnTo>
                  <a:lnTo>
                    <a:pt x="169006" y="255430"/>
                  </a:lnTo>
                  <a:lnTo>
                    <a:pt x="170273" y="257086"/>
                  </a:lnTo>
                  <a:lnTo>
                    <a:pt x="171541" y="258741"/>
                  </a:lnTo>
                  <a:lnTo>
                    <a:pt x="172811" y="260395"/>
                  </a:lnTo>
                  <a:lnTo>
                    <a:pt x="174083" y="262048"/>
                  </a:lnTo>
                  <a:lnTo>
                    <a:pt x="175356" y="263699"/>
                  </a:lnTo>
                  <a:lnTo>
                    <a:pt x="176630" y="265349"/>
                  </a:lnTo>
                  <a:lnTo>
                    <a:pt x="177906" y="266999"/>
                  </a:lnTo>
                  <a:lnTo>
                    <a:pt x="179184" y="268646"/>
                  </a:lnTo>
                  <a:lnTo>
                    <a:pt x="180463" y="270293"/>
                  </a:lnTo>
                  <a:lnTo>
                    <a:pt x="181744" y="271939"/>
                  </a:lnTo>
                  <a:lnTo>
                    <a:pt x="183026" y="273583"/>
                  </a:lnTo>
                  <a:lnTo>
                    <a:pt x="184310" y="275226"/>
                  </a:lnTo>
                  <a:lnTo>
                    <a:pt x="185595" y="276868"/>
                  </a:lnTo>
                  <a:lnTo>
                    <a:pt x="186882" y="278509"/>
                  </a:lnTo>
                  <a:lnTo>
                    <a:pt x="188170" y="280148"/>
                  </a:lnTo>
                  <a:lnTo>
                    <a:pt x="189460" y="281787"/>
                  </a:lnTo>
                  <a:lnTo>
                    <a:pt x="190751" y="283424"/>
                  </a:lnTo>
                  <a:lnTo>
                    <a:pt x="192044" y="285060"/>
                  </a:lnTo>
                  <a:lnTo>
                    <a:pt x="193338" y="286695"/>
                  </a:lnTo>
                  <a:lnTo>
                    <a:pt x="194634" y="288328"/>
                  </a:lnTo>
                  <a:lnTo>
                    <a:pt x="195932" y="289961"/>
                  </a:lnTo>
                  <a:lnTo>
                    <a:pt x="197230" y="291592"/>
                  </a:lnTo>
                  <a:lnTo>
                    <a:pt x="198531" y="293222"/>
                  </a:lnTo>
                  <a:lnTo>
                    <a:pt x="199833" y="294851"/>
                  </a:lnTo>
                  <a:lnTo>
                    <a:pt x="201136" y="296478"/>
                  </a:lnTo>
                  <a:lnTo>
                    <a:pt x="202441" y="298105"/>
                  </a:lnTo>
                  <a:lnTo>
                    <a:pt x="203747" y="299730"/>
                  </a:lnTo>
                  <a:lnTo>
                    <a:pt x="205055" y="301354"/>
                  </a:lnTo>
                  <a:lnTo>
                    <a:pt x="206365" y="302977"/>
                  </a:lnTo>
                  <a:lnTo>
                    <a:pt x="207676" y="304598"/>
                  </a:lnTo>
                  <a:lnTo>
                    <a:pt x="208988" y="306218"/>
                  </a:lnTo>
                  <a:lnTo>
                    <a:pt x="210302" y="307837"/>
                  </a:lnTo>
                  <a:lnTo>
                    <a:pt x="211617" y="309455"/>
                  </a:lnTo>
                  <a:lnTo>
                    <a:pt x="212934" y="311072"/>
                  </a:lnTo>
                  <a:lnTo>
                    <a:pt x="214253" y="312687"/>
                  </a:lnTo>
                  <a:lnTo>
                    <a:pt x="215573" y="314302"/>
                  </a:lnTo>
                  <a:lnTo>
                    <a:pt x="216894" y="315915"/>
                  </a:lnTo>
                  <a:lnTo>
                    <a:pt x="218217" y="317526"/>
                  </a:lnTo>
                  <a:lnTo>
                    <a:pt x="219541" y="319137"/>
                  </a:lnTo>
                  <a:lnTo>
                    <a:pt x="220867" y="320746"/>
                  </a:lnTo>
                  <a:lnTo>
                    <a:pt x="222195" y="322354"/>
                  </a:lnTo>
                  <a:lnTo>
                    <a:pt x="223523" y="323961"/>
                  </a:lnTo>
                  <a:lnTo>
                    <a:pt x="224854" y="325567"/>
                  </a:lnTo>
                  <a:lnTo>
                    <a:pt x="226186" y="327171"/>
                  </a:lnTo>
                  <a:lnTo>
                    <a:pt x="227519" y="328774"/>
                  </a:lnTo>
                  <a:lnTo>
                    <a:pt x="228854" y="330376"/>
                  </a:lnTo>
                  <a:lnTo>
                    <a:pt x="230190" y="331977"/>
                  </a:lnTo>
                  <a:lnTo>
                    <a:pt x="231528" y="333577"/>
                  </a:lnTo>
                  <a:lnTo>
                    <a:pt x="232867" y="335175"/>
                  </a:lnTo>
                  <a:lnTo>
                    <a:pt x="234208" y="336772"/>
                  </a:lnTo>
                  <a:lnTo>
                    <a:pt x="235550" y="338368"/>
                  </a:lnTo>
                  <a:lnTo>
                    <a:pt x="236893" y="339962"/>
                  </a:lnTo>
                  <a:lnTo>
                    <a:pt x="238239" y="341555"/>
                  </a:lnTo>
                  <a:lnTo>
                    <a:pt x="239585" y="343147"/>
                  </a:lnTo>
                  <a:lnTo>
                    <a:pt x="240933" y="344738"/>
                  </a:lnTo>
                  <a:lnTo>
                    <a:pt x="242283" y="346328"/>
                  </a:lnTo>
                  <a:lnTo>
                    <a:pt x="243634" y="347916"/>
                  </a:lnTo>
                  <a:lnTo>
                    <a:pt x="244986" y="349503"/>
                  </a:lnTo>
                  <a:lnTo>
                    <a:pt x="246340" y="351089"/>
                  </a:lnTo>
                  <a:lnTo>
                    <a:pt x="247696" y="352673"/>
                  </a:lnTo>
                  <a:lnTo>
                    <a:pt x="249053" y="354256"/>
                  </a:lnTo>
                  <a:lnTo>
                    <a:pt x="250411" y="355838"/>
                  </a:lnTo>
                  <a:lnTo>
                    <a:pt x="251771" y="357419"/>
                  </a:lnTo>
                  <a:lnTo>
                    <a:pt x="253132" y="358999"/>
                  </a:lnTo>
                  <a:lnTo>
                    <a:pt x="254495" y="360577"/>
                  </a:lnTo>
                  <a:lnTo>
                    <a:pt x="255859" y="362154"/>
                  </a:lnTo>
                  <a:lnTo>
                    <a:pt x="257225" y="363729"/>
                  </a:lnTo>
                  <a:lnTo>
                    <a:pt x="258592" y="365304"/>
                  </a:lnTo>
                  <a:lnTo>
                    <a:pt x="259961" y="366877"/>
                  </a:lnTo>
                  <a:lnTo>
                    <a:pt x="261331" y="368449"/>
                  </a:lnTo>
                  <a:lnTo>
                    <a:pt x="262702" y="370019"/>
                  </a:lnTo>
                  <a:lnTo>
                    <a:pt x="264075" y="371589"/>
                  </a:lnTo>
                  <a:lnTo>
                    <a:pt x="265449" y="373157"/>
                  </a:lnTo>
                  <a:lnTo>
                    <a:pt x="266825" y="374724"/>
                  </a:lnTo>
                  <a:lnTo>
                    <a:pt x="268203" y="376289"/>
                  </a:lnTo>
                  <a:lnTo>
                    <a:pt x="269581" y="377853"/>
                  </a:lnTo>
                  <a:lnTo>
                    <a:pt x="270962" y="379416"/>
                  </a:lnTo>
                  <a:lnTo>
                    <a:pt x="272343" y="380978"/>
                  </a:lnTo>
                  <a:lnTo>
                    <a:pt x="273726" y="382539"/>
                  </a:lnTo>
                  <a:lnTo>
                    <a:pt x="275111" y="384098"/>
                  </a:lnTo>
                  <a:lnTo>
                    <a:pt x="276497" y="385656"/>
                  </a:lnTo>
                  <a:lnTo>
                    <a:pt x="277884" y="387212"/>
                  </a:lnTo>
                  <a:lnTo>
                    <a:pt x="279273" y="388767"/>
                  </a:lnTo>
                  <a:lnTo>
                    <a:pt x="280663" y="390321"/>
                  </a:lnTo>
                  <a:lnTo>
                    <a:pt x="282055" y="391874"/>
                  </a:lnTo>
                  <a:lnTo>
                    <a:pt x="283448" y="393426"/>
                  </a:lnTo>
                  <a:lnTo>
                    <a:pt x="284843" y="394976"/>
                  </a:lnTo>
                  <a:lnTo>
                    <a:pt x="286239" y="396525"/>
                  </a:lnTo>
                  <a:lnTo>
                    <a:pt x="287636" y="398072"/>
                  </a:lnTo>
                  <a:lnTo>
                    <a:pt x="289035" y="399618"/>
                  </a:lnTo>
                  <a:lnTo>
                    <a:pt x="290436" y="401163"/>
                  </a:lnTo>
                  <a:lnTo>
                    <a:pt x="291838" y="402707"/>
                  </a:lnTo>
                  <a:lnTo>
                    <a:pt x="293241" y="404249"/>
                  </a:lnTo>
                  <a:lnTo>
                    <a:pt x="294645" y="405790"/>
                  </a:lnTo>
                  <a:lnTo>
                    <a:pt x="296051" y="407330"/>
                  </a:lnTo>
                  <a:lnTo>
                    <a:pt x="297459" y="408869"/>
                  </a:lnTo>
                  <a:lnTo>
                    <a:pt x="298868" y="410406"/>
                  </a:lnTo>
                  <a:lnTo>
                    <a:pt x="300278" y="411942"/>
                  </a:lnTo>
                  <a:lnTo>
                    <a:pt x="301690" y="413476"/>
                  </a:lnTo>
                  <a:lnTo>
                    <a:pt x="303103" y="415009"/>
                  </a:lnTo>
                  <a:lnTo>
                    <a:pt x="304518" y="416541"/>
                  </a:lnTo>
                  <a:lnTo>
                    <a:pt x="305934" y="418072"/>
                  </a:lnTo>
                </a:path>
              </a:pathLst>
            </a:custGeom>
            <a:ln w="22859" cap="rnd">
              <a:solidFill>
                <a:srgbClr val="FF1A1A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523591" y="5042046"/>
              <a:ext cx="99142" cy="91020"/>
            </a:xfrm>
            <a:custGeom>
              <a:avLst/>
              <a:pathLst>
                <a:path w="99142" h="91020">
                  <a:moveTo>
                    <a:pt x="0" y="0"/>
                  </a:moveTo>
                  <a:lnTo>
                    <a:pt x="387" y="377"/>
                  </a:lnTo>
                  <a:lnTo>
                    <a:pt x="774" y="754"/>
                  </a:lnTo>
                  <a:lnTo>
                    <a:pt x="1161" y="1131"/>
                  </a:lnTo>
                  <a:lnTo>
                    <a:pt x="1549" y="1508"/>
                  </a:lnTo>
                  <a:lnTo>
                    <a:pt x="1936" y="1885"/>
                  </a:lnTo>
                  <a:lnTo>
                    <a:pt x="2324" y="2262"/>
                  </a:lnTo>
                  <a:lnTo>
                    <a:pt x="2712" y="2639"/>
                  </a:lnTo>
                  <a:lnTo>
                    <a:pt x="3099" y="3015"/>
                  </a:lnTo>
                  <a:lnTo>
                    <a:pt x="3487" y="3392"/>
                  </a:lnTo>
                  <a:lnTo>
                    <a:pt x="3875" y="3768"/>
                  </a:lnTo>
                  <a:lnTo>
                    <a:pt x="4263" y="4145"/>
                  </a:lnTo>
                  <a:lnTo>
                    <a:pt x="4651" y="4521"/>
                  </a:lnTo>
                  <a:lnTo>
                    <a:pt x="5040" y="4897"/>
                  </a:lnTo>
                  <a:lnTo>
                    <a:pt x="5428" y="5273"/>
                  </a:lnTo>
                  <a:lnTo>
                    <a:pt x="5817" y="5649"/>
                  </a:lnTo>
                  <a:lnTo>
                    <a:pt x="6205" y="6025"/>
                  </a:lnTo>
                  <a:lnTo>
                    <a:pt x="6594" y="6401"/>
                  </a:lnTo>
                  <a:lnTo>
                    <a:pt x="6982" y="6776"/>
                  </a:lnTo>
                  <a:lnTo>
                    <a:pt x="7371" y="7152"/>
                  </a:lnTo>
                  <a:lnTo>
                    <a:pt x="7760" y="7528"/>
                  </a:lnTo>
                  <a:lnTo>
                    <a:pt x="8149" y="7903"/>
                  </a:lnTo>
                  <a:lnTo>
                    <a:pt x="8538" y="8278"/>
                  </a:lnTo>
                  <a:lnTo>
                    <a:pt x="8927" y="8654"/>
                  </a:lnTo>
                  <a:lnTo>
                    <a:pt x="9316" y="9029"/>
                  </a:lnTo>
                  <a:lnTo>
                    <a:pt x="9706" y="9404"/>
                  </a:lnTo>
                  <a:lnTo>
                    <a:pt x="10095" y="9779"/>
                  </a:lnTo>
                  <a:lnTo>
                    <a:pt x="10485" y="10154"/>
                  </a:lnTo>
                  <a:lnTo>
                    <a:pt x="10874" y="10528"/>
                  </a:lnTo>
                  <a:lnTo>
                    <a:pt x="11264" y="10903"/>
                  </a:lnTo>
                  <a:lnTo>
                    <a:pt x="11654" y="11278"/>
                  </a:lnTo>
                  <a:lnTo>
                    <a:pt x="12044" y="11652"/>
                  </a:lnTo>
                  <a:lnTo>
                    <a:pt x="12434" y="12026"/>
                  </a:lnTo>
                  <a:lnTo>
                    <a:pt x="12824" y="12401"/>
                  </a:lnTo>
                  <a:lnTo>
                    <a:pt x="13214" y="12775"/>
                  </a:lnTo>
                  <a:lnTo>
                    <a:pt x="13604" y="13149"/>
                  </a:lnTo>
                  <a:lnTo>
                    <a:pt x="13994" y="13523"/>
                  </a:lnTo>
                  <a:lnTo>
                    <a:pt x="14385" y="13897"/>
                  </a:lnTo>
                  <a:lnTo>
                    <a:pt x="14775" y="14271"/>
                  </a:lnTo>
                  <a:lnTo>
                    <a:pt x="15166" y="14645"/>
                  </a:lnTo>
                  <a:lnTo>
                    <a:pt x="15557" y="15018"/>
                  </a:lnTo>
                  <a:lnTo>
                    <a:pt x="15947" y="15392"/>
                  </a:lnTo>
                  <a:lnTo>
                    <a:pt x="16338" y="15765"/>
                  </a:lnTo>
                  <a:lnTo>
                    <a:pt x="16729" y="16139"/>
                  </a:lnTo>
                  <a:lnTo>
                    <a:pt x="17120" y="16512"/>
                  </a:lnTo>
                  <a:lnTo>
                    <a:pt x="17511" y="16885"/>
                  </a:lnTo>
                  <a:lnTo>
                    <a:pt x="17903" y="17258"/>
                  </a:lnTo>
                  <a:lnTo>
                    <a:pt x="18294" y="17631"/>
                  </a:lnTo>
                  <a:lnTo>
                    <a:pt x="18685" y="18004"/>
                  </a:lnTo>
                  <a:lnTo>
                    <a:pt x="19077" y="18377"/>
                  </a:lnTo>
                  <a:lnTo>
                    <a:pt x="19468" y="18750"/>
                  </a:lnTo>
                  <a:lnTo>
                    <a:pt x="19860" y="19122"/>
                  </a:lnTo>
                  <a:lnTo>
                    <a:pt x="20252" y="19495"/>
                  </a:lnTo>
                  <a:lnTo>
                    <a:pt x="20644" y="19867"/>
                  </a:lnTo>
                  <a:lnTo>
                    <a:pt x="21036" y="20239"/>
                  </a:lnTo>
                  <a:lnTo>
                    <a:pt x="21428" y="20612"/>
                  </a:lnTo>
                  <a:lnTo>
                    <a:pt x="21820" y="20984"/>
                  </a:lnTo>
                  <a:lnTo>
                    <a:pt x="22212" y="21356"/>
                  </a:lnTo>
                  <a:lnTo>
                    <a:pt x="22604" y="21728"/>
                  </a:lnTo>
                  <a:lnTo>
                    <a:pt x="22997" y="22100"/>
                  </a:lnTo>
                  <a:lnTo>
                    <a:pt x="23389" y="22471"/>
                  </a:lnTo>
                  <a:lnTo>
                    <a:pt x="23782" y="22843"/>
                  </a:lnTo>
                  <a:lnTo>
                    <a:pt x="24174" y="23215"/>
                  </a:lnTo>
                  <a:lnTo>
                    <a:pt x="24567" y="23586"/>
                  </a:lnTo>
                  <a:lnTo>
                    <a:pt x="24960" y="23958"/>
                  </a:lnTo>
                  <a:lnTo>
                    <a:pt x="25353" y="24329"/>
                  </a:lnTo>
                  <a:lnTo>
                    <a:pt x="25746" y="24700"/>
                  </a:lnTo>
                  <a:lnTo>
                    <a:pt x="26139" y="25071"/>
                  </a:lnTo>
                  <a:lnTo>
                    <a:pt x="26532" y="25442"/>
                  </a:lnTo>
                  <a:lnTo>
                    <a:pt x="26925" y="25813"/>
                  </a:lnTo>
                  <a:lnTo>
                    <a:pt x="27319" y="26184"/>
                  </a:lnTo>
                  <a:lnTo>
                    <a:pt x="27712" y="26555"/>
                  </a:lnTo>
                  <a:lnTo>
                    <a:pt x="28106" y="26925"/>
                  </a:lnTo>
                  <a:lnTo>
                    <a:pt x="28499" y="27296"/>
                  </a:lnTo>
                  <a:lnTo>
                    <a:pt x="28893" y="27666"/>
                  </a:lnTo>
                  <a:lnTo>
                    <a:pt x="29287" y="28037"/>
                  </a:lnTo>
                  <a:lnTo>
                    <a:pt x="29681" y="28407"/>
                  </a:lnTo>
                  <a:lnTo>
                    <a:pt x="30075" y="28777"/>
                  </a:lnTo>
                  <a:lnTo>
                    <a:pt x="30469" y="29147"/>
                  </a:lnTo>
                  <a:lnTo>
                    <a:pt x="30863" y="29517"/>
                  </a:lnTo>
                  <a:lnTo>
                    <a:pt x="31257" y="29887"/>
                  </a:lnTo>
                  <a:lnTo>
                    <a:pt x="31651" y="30257"/>
                  </a:lnTo>
                  <a:lnTo>
                    <a:pt x="32046" y="30626"/>
                  </a:lnTo>
                  <a:lnTo>
                    <a:pt x="32440" y="30996"/>
                  </a:lnTo>
                  <a:lnTo>
                    <a:pt x="32835" y="31365"/>
                  </a:lnTo>
                  <a:lnTo>
                    <a:pt x="33230" y="31735"/>
                  </a:lnTo>
                  <a:lnTo>
                    <a:pt x="33624" y="32104"/>
                  </a:lnTo>
                  <a:lnTo>
                    <a:pt x="34019" y="32473"/>
                  </a:lnTo>
                  <a:lnTo>
                    <a:pt x="34414" y="32843"/>
                  </a:lnTo>
                  <a:lnTo>
                    <a:pt x="34809" y="33212"/>
                  </a:lnTo>
                  <a:lnTo>
                    <a:pt x="35205" y="33581"/>
                  </a:lnTo>
                  <a:lnTo>
                    <a:pt x="35600" y="33949"/>
                  </a:lnTo>
                  <a:lnTo>
                    <a:pt x="35995" y="34318"/>
                  </a:lnTo>
                  <a:lnTo>
                    <a:pt x="36390" y="34687"/>
                  </a:lnTo>
                  <a:lnTo>
                    <a:pt x="36786" y="35055"/>
                  </a:lnTo>
                  <a:lnTo>
                    <a:pt x="37182" y="35424"/>
                  </a:lnTo>
                  <a:lnTo>
                    <a:pt x="37577" y="35792"/>
                  </a:lnTo>
                  <a:lnTo>
                    <a:pt x="37973" y="36160"/>
                  </a:lnTo>
                  <a:lnTo>
                    <a:pt x="38369" y="36529"/>
                  </a:lnTo>
                  <a:lnTo>
                    <a:pt x="38765" y="36897"/>
                  </a:lnTo>
                  <a:lnTo>
                    <a:pt x="39161" y="37265"/>
                  </a:lnTo>
                  <a:lnTo>
                    <a:pt x="39557" y="37632"/>
                  </a:lnTo>
                  <a:lnTo>
                    <a:pt x="39953" y="38000"/>
                  </a:lnTo>
                  <a:lnTo>
                    <a:pt x="40349" y="38368"/>
                  </a:lnTo>
                  <a:lnTo>
                    <a:pt x="40746" y="38736"/>
                  </a:lnTo>
                  <a:lnTo>
                    <a:pt x="41142" y="39103"/>
                  </a:lnTo>
                  <a:lnTo>
                    <a:pt x="41539" y="39470"/>
                  </a:lnTo>
                  <a:lnTo>
                    <a:pt x="41935" y="39838"/>
                  </a:lnTo>
                  <a:lnTo>
                    <a:pt x="42332" y="40205"/>
                  </a:lnTo>
                  <a:lnTo>
                    <a:pt x="42729" y="40572"/>
                  </a:lnTo>
                  <a:lnTo>
                    <a:pt x="43126" y="40939"/>
                  </a:lnTo>
                  <a:lnTo>
                    <a:pt x="43523" y="41306"/>
                  </a:lnTo>
                  <a:lnTo>
                    <a:pt x="43920" y="41673"/>
                  </a:lnTo>
                  <a:lnTo>
                    <a:pt x="44317" y="42040"/>
                  </a:lnTo>
                  <a:lnTo>
                    <a:pt x="44714" y="42406"/>
                  </a:lnTo>
                  <a:lnTo>
                    <a:pt x="45112" y="42773"/>
                  </a:lnTo>
                  <a:lnTo>
                    <a:pt x="45509" y="43139"/>
                  </a:lnTo>
                  <a:lnTo>
                    <a:pt x="45907" y="43506"/>
                  </a:lnTo>
                  <a:lnTo>
                    <a:pt x="46304" y="43872"/>
                  </a:lnTo>
                  <a:lnTo>
                    <a:pt x="46702" y="44238"/>
                  </a:lnTo>
                  <a:lnTo>
                    <a:pt x="47100" y="44604"/>
                  </a:lnTo>
                  <a:lnTo>
                    <a:pt x="47498" y="44970"/>
                  </a:lnTo>
                  <a:lnTo>
                    <a:pt x="47896" y="45336"/>
                  </a:lnTo>
                  <a:lnTo>
                    <a:pt x="48294" y="45702"/>
                  </a:lnTo>
                  <a:lnTo>
                    <a:pt x="48692" y="46068"/>
                  </a:lnTo>
                  <a:lnTo>
                    <a:pt x="49090" y="46433"/>
                  </a:lnTo>
                  <a:lnTo>
                    <a:pt x="49488" y="46799"/>
                  </a:lnTo>
                  <a:lnTo>
                    <a:pt x="49887" y="47164"/>
                  </a:lnTo>
                  <a:lnTo>
                    <a:pt x="50285" y="47529"/>
                  </a:lnTo>
                  <a:lnTo>
                    <a:pt x="50684" y="47895"/>
                  </a:lnTo>
                  <a:lnTo>
                    <a:pt x="51082" y="48260"/>
                  </a:lnTo>
                  <a:lnTo>
                    <a:pt x="51481" y="48625"/>
                  </a:lnTo>
                  <a:lnTo>
                    <a:pt x="51880" y="48990"/>
                  </a:lnTo>
                  <a:lnTo>
                    <a:pt x="52279" y="49355"/>
                  </a:lnTo>
                  <a:lnTo>
                    <a:pt x="52678" y="49719"/>
                  </a:lnTo>
                  <a:lnTo>
                    <a:pt x="53077" y="50084"/>
                  </a:lnTo>
                  <a:lnTo>
                    <a:pt x="53476" y="50448"/>
                  </a:lnTo>
                  <a:lnTo>
                    <a:pt x="53875" y="50813"/>
                  </a:lnTo>
                  <a:lnTo>
                    <a:pt x="54275" y="51177"/>
                  </a:lnTo>
                  <a:lnTo>
                    <a:pt x="54674" y="51542"/>
                  </a:lnTo>
                  <a:lnTo>
                    <a:pt x="55074" y="51906"/>
                  </a:lnTo>
                  <a:lnTo>
                    <a:pt x="55473" y="52270"/>
                  </a:lnTo>
                  <a:lnTo>
                    <a:pt x="55873" y="52634"/>
                  </a:lnTo>
                  <a:lnTo>
                    <a:pt x="56273" y="52998"/>
                  </a:lnTo>
                  <a:lnTo>
                    <a:pt x="56673" y="53361"/>
                  </a:lnTo>
                  <a:lnTo>
                    <a:pt x="57073" y="53725"/>
                  </a:lnTo>
                  <a:lnTo>
                    <a:pt x="57473" y="54089"/>
                  </a:lnTo>
                  <a:lnTo>
                    <a:pt x="57873" y="54452"/>
                  </a:lnTo>
                  <a:lnTo>
                    <a:pt x="58273" y="54816"/>
                  </a:lnTo>
                  <a:lnTo>
                    <a:pt x="58674" y="55179"/>
                  </a:lnTo>
                  <a:lnTo>
                    <a:pt x="59074" y="55542"/>
                  </a:lnTo>
                  <a:lnTo>
                    <a:pt x="59474" y="55905"/>
                  </a:lnTo>
                  <a:lnTo>
                    <a:pt x="59875" y="56268"/>
                  </a:lnTo>
                  <a:lnTo>
                    <a:pt x="60276" y="56631"/>
                  </a:lnTo>
                  <a:lnTo>
                    <a:pt x="60676" y="56994"/>
                  </a:lnTo>
                  <a:lnTo>
                    <a:pt x="61077" y="57357"/>
                  </a:lnTo>
                  <a:lnTo>
                    <a:pt x="61478" y="57719"/>
                  </a:lnTo>
                  <a:lnTo>
                    <a:pt x="61879" y="58082"/>
                  </a:lnTo>
                  <a:lnTo>
                    <a:pt x="62280" y="58444"/>
                  </a:lnTo>
                  <a:lnTo>
                    <a:pt x="62682" y="58807"/>
                  </a:lnTo>
                  <a:lnTo>
                    <a:pt x="63083" y="59169"/>
                  </a:lnTo>
                  <a:lnTo>
                    <a:pt x="63484" y="59531"/>
                  </a:lnTo>
                  <a:lnTo>
                    <a:pt x="63886" y="59893"/>
                  </a:lnTo>
                  <a:lnTo>
                    <a:pt x="64287" y="60255"/>
                  </a:lnTo>
                  <a:lnTo>
                    <a:pt x="64689" y="60617"/>
                  </a:lnTo>
                  <a:lnTo>
                    <a:pt x="65090" y="60979"/>
                  </a:lnTo>
                  <a:lnTo>
                    <a:pt x="65492" y="61340"/>
                  </a:lnTo>
                  <a:lnTo>
                    <a:pt x="65894" y="61702"/>
                  </a:lnTo>
                  <a:lnTo>
                    <a:pt x="66296" y="62063"/>
                  </a:lnTo>
                  <a:lnTo>
                    <a:pt x="66698" y="62425"/>
                  </a:lnTo>
                  <a:lnTo>
                    <a:pt x="67100" y="62786"/>
                  </a:lnTo>
                  <a:lnTo>
                    <a:pt x="67503" y="63147"/>
                  </a:lnTo>
                  <a:lnTo>
                    <a:pt x="67905" y="63508"/>
                  </a:lnTo>
                  <a:lnTo>
                    <a:pt x="68307" y="63869"/>
                  </a:lnTo>
                  <a:lnTo>
                    <a:pt x="68710" y="64230"/>
                  </a:lnTo>
                  <a:lnTo>
                    <a:pt x="69112" y="64591"/>
                  </a:lnTo>
                  <a:lnTo>
                    <a:pt x="69515" y="64951"/>
                  </a:lnTo>
                  <a:lnTo>
                    <a:pt x="69918" y="65312"/>
                  </a:lnTo>
                  <a:lnTo>
                    <a:pt x="70321" y="65673"/>
                  </a:lnTo>
                  <a:lnTo>
                    <a:pt x="70724" y="66033"/>
                  </a:lnTo>
                  <a:lnTo>
                    <a:pt x="71127" y="66393"/>
                  </a:lnTo>
                  <a:lnTo>
                    <a:pt x="71530" y="66754"/>
                  </a:lnTo>
                  <a:lnTo>
                    <a:pt x="71933" y="67114"/>
                  </a:lnTo>
                  <a:lnTo>
                    <a:pt x="72336" y="67474"/>
                  </a:lnTo>
                  <a:lnTo>
                    <a:pt x="72739" y="67834"/>
                  </a:lnTo>
                  <a:lnTo>
                    <a:pt x="73143" y="68193"/>
                  </a:lnTo>
                  <a:lnTo>
                    <a:pt x="73546" y="68553"/>
                  </a:lnTo>
                  <a:lnTo>
                    <a:pt x="73950" y="68913"/>
                  </a:lnTo>
                  <a:lnTo>
                    <a:pt x="74354" y="69272"/>
                  </a:lnTo>
                  <a:lnTo>
                    <a:pt x="74758" y="69632"/>
                  </a:lnTo>
                  <a:lnTo>
                    <a:pt x="75161" y="69991"/>
                  </a:lnTo>
                  <a:lnTo>
                    <a:pt x="75565" y="70350"/>
                  </a:lnTo>
                  <a:lnTo>
                    <a:pt x="75969" y="70709"/>
                  </a:lnTo>
                  <a:lnTo>
                    <a:pt x="76374" y="71069"/>
                  </a:lnTo>
                  <a:lnTo>
                    <a:pt x="76778" y="71428"/>
                  </a:lnTo>
                  <a:lnTo>
                    <a:pt x="77182" y="71786"/>
                  </a:lnTo>
                  <a:lnTo>
                    <a:pt x="77587" y="72145"/>
                  </a:lnTo>
                  <a:lnTo>
                    <a:pt x="77991" y="72504"/>
                  </a:lnTo>
                  <a:lnTo>
                    <a:pt x="78396" y="72862"/>
                  </a:lnTo>
                  <a:lnTo>
                    <a:pt x="78800" y="73221"/>
                  </a:lnTo>
                  <a:lnTo>
                    <a:pt x="79205" y="73579"/>
                  </a:lnTo>
                  <a:lnTo>
                    <a:pt x="79610" y="73937"/>
                  </a:lnTo>
                  <a:lnTo>
                    <a:pt x="80015" y="74296"/>
                  </a:lnTo>
                  <a:lnTo>
                    <a:pt x="80420" y="74654"/>
                  </a:lnTo>
                  <a:lnTo>
                    <a:pt x="80825" y="75012"/>
                  </a:lnTo>
                  <a:lnTo>
                    <a:pt x="81230" y="75370"/>
                  </a:lnTo>
                  <a:lnTo>
                    <a:pt x="81635" y="75727"/>
                  </a:lnTo>
                  <a:lnTo>
                    <a:pt x="82041" y="76085"/>
                  </a:lnTo>
                  <a:lnTo>
                    <a:pt x="82446" y="76443"/>
                  </a:lnTo>
                  <a:lnTo>
                    <a:pt x="82851" y="76800"/>
                  </a:lnTo>
                  <a:lnTo>
                    <a:pt x="83257" y="77158"/>
                  </a:lnTo>
                  <a:lnTo>
                    <a:pt x="83663" y="77515"/>
                  </a:lnTo>
                  <a:lnTo>
                    <a:pt x="84069" y="77872"/>
                  </a:lnTo>
                  <a:lnTo>
                    <a:pt x="84474" y="78229"/>
                  </a:lnTo>
                  <a:lnTo>
                    <a:pt x="84880" y="78586"/>
                  </a:lnTo>
                  <a:lnTo>
                    <a:pt x="85286" y="78943"/>
                  </a:lnTo>
                  <a:lnTo>
                    <a:pt x="85692" y="79300"/>
                  </a:lnTo>
                  <a:lnTo>
                    <a:pt x="86099" y="79657"/>
                  </a:lnTo>
                  <a:lnTo>
                    <a:pt x="86505" y="80013"/>
                  </a:lnTo>
                  <a:lnTo>
                    <a:pt x="86911" y="80370"/>
                  </a:lnTo>
                  <a:lnTo>
                    <a:pt x="87318" y="80726"/>
                  </a:lnTo>
                  <a:lnTo>
                    <a:pt x="87724" y="81083"/>
                  </a:lnTo>
                  <a:lnTo>
                    <a:pt x="88131" y="81439"/>
                  </a:lnTo>
                  <a:lnTo>
                    <a:pt x="88538" y="81795"/>
                  </a:lnTo>
                  <a:lnTo>
                    <a:pt x="88944" y="82151"/>
                  </a:lnTo>
                  <a:lnTo>
                    <a:pt x="89351" y="82507"/>
                  </a:lnTo>
                  <a:lnTo>
                    <a:pt x="89758" y="82863"/>
                  </a:lnTo>
                  <a:lnTo>
                    <a:pt x="90165" y="83218"/>
                  </a:lnTo>
                  <a:lnTo>
                    <a:pt x="90572" y="83574"/>
                  </a:lnTo>
                  <a:lnTo>
                    <a:pt x="90980" y="83930"/>
                  </a:lnTo>
                  <a:lnTo>
                    <a:pt x="91387" y="84285"/>
                  </a:lnTo>
                  <a:lnTo>
                    <a:pt x="91794" y="84640"/>
                  </a:lnTo>
                  <a:lnTo>
                    <a:pt x="92202" y="84996"/>
                  </a:lnTo>
                  <a:lnTo>
                    <a:pt x="92609" y="85351"/>
                  </a:lnTo>
                  <a:lnTo>
                    <a:pt x="93017" y="85706"/>
                  </a:lnTo>
                  <a:lnTo>
                    <a:pt x="93425" y="86061"/>
                  </a:lnTo>
                  <a:lnTo>
                    <a:pt x="93833" y="86416"/>
                  </a:lnTo>
                  <a:lnTo>
                    <a:pt x="94241" y="86770"/>
                  </a:lnTo>
                  <a:lnTo>
                    <a:pt x="94649" y="87125"/>
                  </a:lnTo>
                  <a:lnTo>
                    <a:pt x="95057" y="87480"/>
                  </a:lnTo>
                  <a:lnTo>
                    <a:pt x="95465" y="87834"/>
                  </a:lnTo>
                  <a:lnTo>
                    <a:pt x="95873" y="88189"/>
                  </a:lnTo>
                  <a:lnTo>
                    <a:pt x="96281" y="88543"/>
                  </a:lnTo>
                  <a:lnTo>
                    <a:pt x="96690" y="88897"/>
                  </a:lnTo>
                  <a:lnTo>
                    <a:pt x="97098" y="89251"/>
                  </a:lnTo>
                  <a:lnTo>
                    <a:pt x="97507" y="89605"/>
                  </a:lnTo>
                  <a:lnTo>
                    <a:pt x="97915" y="89959"/>
                  </a:lnTo>
                  <a:lnTo>
                    <a:pt x="98324" y="90313"/>
                  </a:lnTo>
                  <a:lnTo>
                    <a:pt x="98733" y="90666"/>
                  </a:lnTo>
                  <a:lnTo>
                    <a:pt x="99142" y="9102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4530491" y="50487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4449614" y="4966474"/>
              <a:ext cx="187720" cy="179107"/>
            </a:xfrm>
            <a:custGeom>
              <a:avLst/>
              <a:pathLst>
                <a:path w="187720" h="179107">
                  <a:moveTo>
                    <a:pt x="0" y="0"/>
                  </a:moveTo>
                  <a:lnTo>
                    <a:pt x="711" y="761"/>
                  </a:lnTo>
                  <a:lnTo>
                    <a:pt x="1423" y="1523"/>
                  </a:lnTo>
                  <a:lnTo>
                    <a:pt x="2136" y="2284"/>
                  </a:lnTo>
                  <a:lnTo>
                    <a:pt x="2849" y="3045"/>
                  </a:lnTo>
                  <a:lnTo>
                    <a:pt x="3562" y="3805"/>
                  </a:lnTo>
                  <a:lnTo>
                    <a:pt x="4276" y="4565"/>
                  </a:lnTo>
                  <a:lnTo>
                    <a:pt x="4989" y="5325"/>
                  </a:lnTo>
                  <a:lnTo>
                    <a:pt x="5704" y="6085"/>
                  </a:lnTo>
                  <a:lnTo>
                    <a:pt x="6418" y="6844"/>
                  </a:lnTo>
                  <a:lnTo>
                    <a:pt x="7133" y="7603"/>
                  </a:lnTo>
                  <a:lnTo>
                    <a:pt x="7849" y="8361"/>
                  </a:lnTo>
                  <a:lnTo>
                    <a:pt x="8564" y="9119"/>
                  </a:lnTo>
                  <a:lnTo>
                    <a:pt x="9280" y="9877"/>
                  </a:lnTo>
                  <a:lnTo>
                    <a:pt x="9997" y="10634"/>
                  </a:lnTo>
                  <a:lnTo>
                    <a:pt x="10713" y="11392"/>
                  </a:lnTo>
                  <a:lnTo>
                    <a:pt x="11430" y="12148"/>
                  </a:lnTo>
                  <a:lnTo>
                    <a:pt x="12148" y="12905"/>
                  </a:lnTo>
                  <a:lnTo>
                    <a:pt x="12866" y="13661"/>
                  </a:lnTo>
                  <a:lnTo>
                    <a:pt x="13584" y="14417"/>
                  </a:lnTo>
                  <a:lnTo>
                    <a:pt x="14302" y="15172"/>
                  </a:lnTo>
                  <a:lnTo>
                    <a:pt x="15021" y="15928"/>
                  </a:lnTo>
                  <a:lnTo>
                    <a:pt x="15740" y="16682"/>
                  </a:lnTo>
                  <a:lnTo>
                    <a:pt x="16460" y="17437"/>
                  </a:lnTo>
                  <a:lnTo>
                    <a:pt x="17179" y="18191"/>
                  </a:lnTo>
                  <a:lnTo>
                    <a:pt x="17900" y="18945"/>
                  </a:lnTo>
                  <a:lnTo>
                    <a:pt x="18620" y="19698"/>
                  </a:lnTo>
                  <a:lnTo>
                    <a:pt x="19341" y="20452"/>
                  </a:lnTo>
                  <a:lnTo>
                    <a:pt x="20062" y="21204"/>
                  </a:lnTo>
                  <a:lnTo>
                    <a:pt x="20784" y="21957"/>
                  </a:lnTo>
                  <a:lnTo>
                    <a:pt x="21506" y="22709"/>
                  </a:lnTo>
                  <a:lnTo>
                    <a:pt x="22228" y="23461"/>
                  </a:lnTo>
                  <a:lnTo>
                    <a:pt x="22951" y="24212"/>
                  </a:lnTo>
                  <a:lnTo>
                    <a:pt x="23674" y="24964"/>
                  </a:lnTo>
                  <a:lnTo>
                    <a:pt x="24397" y="25714"/>
                  </a:lnTo>
                  <a:lnTo>
                    <a:pt x="25121" y="26465"/>
                  </a:lnTo>
                  <a:lnTo>
                    <a:pt x="25845" y="27215"/>
                  </a:lnTo>
                  <a:lnTo>
                    <a:pt x="26569" y="27965"/>
                  </a:lnTo>
                  <a:lnTo>
                    <a:pt x="27294" y="28714"/>
                  </a:lnTo>
                  <a:lnTo>
                    <a:pt x="28019" y="29464"/>
                  </a:lnTo>
                  <a:lnTo>
                    <a:pt x="28745" y="30212"/>
                  </a:lnTo>
                  <a:lnTo>
                    <a:pt x="29470" y="30961"/>
                  </a:lnTo>
                  <a:lnTo>
                    <a:pt x="30196" y="31709"/>
                  </a:lnTo>
                  <a:lnTo>
                    <a:pt x="30923" y="32457"/>
                  </a:lnTo>
                  <a:lnTo>
                    <a:pt x="31650" y="33204"/>
                  </a:lnTo>
                  <a:lnTo>
                    <a:pt x="32377" y="33951"/>
                  </a:lnTo>
                  <a:lnTo>
                    <a:pt x="33104" y="34698"/>
                  </a:lnTo>
                  <a:lnTo>
                    <a:pt x="33832" y="35445"/>
                  </a:lnTo>
                  <a:lnTo>
                    <a:pt x="34560" y="36191"/>
                  </a:lnTo>
                  <a:lnTo>
                    <a:pt x="35289" y="36937"/>
                  </a:lnTo>
                  <a:lnTo>
                    <a:pt x="36018" y="37682"/>
                  </a:lnTo>
                  <a:lnTo>
                    <a:pt x="36747" y="38427"/>
                  </a:lnTo>
                  <a:lnTo>
                    <a:pt x="37477" y="39172"/>
                  </a:lnTo>
                  <a:lnTo>
                    <a:pt x="38207" y="39916"/>
                  </a:lnTo>
                  <a:lnTo>
                    <a:pt x="38937" y="40660"/>
                  </a:lnTo>
                  <a:lnTo>
                    <a:pt x="39667" y="41404"/>
                  </a:lnTo>
                  <a:lnTo>
                    <a:pt x="40398" y="42148"/>
                  </a:lnTo>
                  <a:lnTo>
                    <a:pt x="41130" y="42891"/>
                  </a:lnTo>
                  <a:lnTo>
                    <a:pt x="41861" y="43633"/>
                  </a:lnTo>
                  <a:lnTo>
                    <a:pt x="42593" y="44376"/>
                  </a:lnTo>
                  <a:lnTo>
                    <a:pt x="43326" y="45118"/>
                  </a:lnTo>
                  <a:lnTo>
                    <a:pt x="44058" y="45860"/>
                  </a:lnTo>
                  <a:lnTo>
                    <a:pt x="44791" y="46601"/>
                  </a:lnTo>
                  <a:lnTo>
                    <a:pt x="45525" y="47342"/>
                  </a:lnTo>
                  <a:lnTo>
                    <a:pt x="46258" y="48083"/>
                  </a:lnTo>
                  <a:lnTo>
                    <a:pt x="46992" y="48823"/>
                  </a:lnTo>
                  <a:lnTo>
                    <a:pt x="47727" y="49563"/>
                  </a:lnTo>
                  <a:lnTo>
                    <a:pt x="48461" y="50303"/>
                  </a:lnTo>
                  <a:lnTo>
                    <a:pt x="49197" y="51042"/>
                  </a:lnTo>
                  <a:lnTo>
                    <a:pt x="49932" y="51781"/>
                  </a:lnTo>
                  <a:lnTo>
                    <a:pt x="50668" y="52520"/>
                  </a:lnTo>
                  <a:lnTo>
                    <a:pt x="51404" y="53258"/>
                  </a:lnTo>
                  <a:lnTo>
                    <a:pt x="52140" y="53996"/>
                  </a:lnTo>
                  <a:lnTo>
                    <a:pt x="52877" y="54734"/>
                  </a:lnTo>
                  <a:lnTo>
                    <a:pt x="53614" y="55471"/>
                  </a:lnTo>
                  <a:lnTo>
                    <a:pt x="54352" y="56208"/>
                  </a:lnTo>
                  <a:lnTo>
                    <a:pt x="55089" y="56945"/>
                  </a:lnTo>
                  <a:lnTo>
                    <a:pt x="55828" y="57681"/>
                  </a:lnTo>
                  <a:lnTo>
                    <a:pt x="56566" y="58417"/>
                  </a:lnTo>
                  <a:lnTo>
                    <a:pt x="57305" y="59153"/>
                  </a:lnTo>
                  <a:lnTo>
                    <a:pt x="58044" y="59888"/>
                  </a:lnTo>
                  <a:lnTo>
                    <a:pt x="58783" y="60623"/>
                  </a:lnTo>
                  <a:lnTo>
                    <a:pt x="59523" y="61357"/>
                  </a:lnTo>
                  <a:lnTo>
                    <a:pt x="60264" y="62092"/>
                  </a:lnTo>
                  <a:lnTo>
                    <a:pt x="61004" y="62825"/>
                  </a:lnTo>
                  <a:lnTo>
                    <a:pt x="61745" y="63559"/>
                  </a:lnTo>
                  <a:lnTo>
                    <a:pt x="62486" y="64292"/>
                  </a:lnTo>
                  <a:lnTo>
                    <a:pt x="63228" y="65025"/>
                  </a:lnTo>
                  <a:lnTo>
                    <a:pt x="63970" y="65758"/>
                  </a:lnTo>
                  <a:lnTo>
                    <a:pt x="64712" y="66490"/>
                  </a:lnTo>
                  <a:lnTo>
                    <a:pt x="65454" y="67222"/>
                  </a:lnTo>
                  <a:lnTo>
                    <a:pt x="66197" y="67953"/>
                  </a:lnTo>
                  <a:lnTo>
                    <a:pt x="66940" y="68684"/>
                  </a:lnTo>
                  <a:lnTo>
                    <a:pt x="67684" y="69415"/>
                  </a:lnTo>
                  <a:lnTo>
                    <a:pt x="68428" y="70145"/>
                  </a:lnTo>
                  <a:lnTo>
                    <a:pt x="69172" y="70876"/>
                  </a:lnTo>
                  <a:lnTo>
                    <a:pt x="69917" y="71605"/>
                  </a:lnTo>
                  <a:lnTo>
                    <a:pt x="70662" y="72335"/>
                  </a:lnTo>
                  <a:lnTo>
                    <a:pt x="71407" y="73064"/>
                  </a:lnTo>
                  <a:lnTo>
                    <a:pt x="72153" y="73793"/>
                  </a:lnTo>
                  <a:lnTo>
                    <a:pt x="72898" y="74521"/>
                  </a:lnTo>
                  <a:lnTo>
                    <a:pt x="73645" y="75249"/>
                  </a:lnTo>
                  <a:lnTo>
                    <a:pt x="74391" y="75977"/>
                  </a:lnTo>
                  <a:lnTo>
                    <a:pt x="75138" y="76704"/>
                  </a:lnTo>
                  <a:lnTo>
                    <a:pt x="75886" y="77431"/>
                  </a:lnTo>
                  <a:lnTo>
                    <a:pt x="76633" y="78158"/>
                  </a:lnTo>
                  <a:lnTo>
                    <a:pt x="77381" y="78884"/>
                  </a:lnTo>
                  <a:lnTo>
                    <a:pt x="78129" y="79610"/>
                  </a:lnTo>
                  <a:lnTo>
                    <a:pt x="78878" y="80336"/>
                  </a:lnTo>
                  <a:lnTo>
                    <a:pt x="79627" y="81061"/>
                  </a:lnTo>
                  <a:lnTo>
                    <a:pt x="80376" y="81786"/>
                  </a:lnTo>
                  <a:lnTo>
                    <a:pt x="81126" y="82510"/>
                  </a:lnTo>
                  <a:lnTo>
                    <a:pt x="81876" y="83235"/>
                  </a:lnTo>
                  <a:lnTo>
                    <a:pt x="82626" y="83958"/>
                  </a:lnTo>
                  <a:lnTo>
                    <a:pt x="83377" y="84682"/>
                  </a:lnTo>
                  <a:lnTo>
                    <a:pt x="84128" y="85405"/>
                  </a:lnTo>
                  <a:lnTo>
                    <a:pt x="84879" y="86128"/>
                  </a:lnTo>
                  <a:lnTo>
                    <a:pt x="85631" y="86851"/>
                  </a:lnTo>
                  <a:lnTo>
                    <a:pt x="86383" y="87573"/>
                  </a:lnTo>
                  <a:lnTo>
                    <a:pt x="87135" y="88294"/>
                  </a:lnTo>
                  <a:lnTo>
                    <a:pt x="87888" y="89016"/>
                  </a:lnTo>
                  <a:lnTo>
                    <a:pt x="88641" y="89737"/>
                  </a:lnTo>
                  <a:lnTo>
                    <a:pt x="89394" y="90458"/>
                  </a:lnTo>
                  <a:lnTo>
                    <a:pt x="90148" y="91178"/>
                  </a:lnTo>
                  <a:lnTo>
                    <a:pt x="90902" y="91898"/>
                  </a:lnTo>
                  <a:lnTo>
                    <a:pt x="91656" y="92618"/>
                  </a:lnTo>
                  <a:lnTo>
                    <a:pt x="92411" y="93337"/>
                  </a:lnTo>
                  <a:lnTo>
                    <a:pt x="93166" y="94056"/>
                  </a:lnTo>
                  <a:lnTo>
                    <a:pt x="93921" y="94775"/>
                  </a:lnTo>
                  <a:lnTo>
                    <a:pt x="94677" y="95493"/>
                  </a:lnTo>
                  <a:lnTo>
                    <a:pt x="95433" y="96211"/>
                  </a:lnTo>
                  <a:lnTo>
                    <a:pt x="96189" y="96929"/>
                  </a:lnTo>
                  <a:lnTo>
                    <a:pt x="96946" y="97646"/>
                  </a:lnTo>
                  <a:lnTo>
                    <a:pt x="97703" y="98363"/>
                  </a:lnTo>
                  <a:lnTo>
                    <a:pt x="98460" y="99080"/>
                  </a:lnTo>
                  <a:lnTo>
                    <a:pt x="99217" y="99796"/>
                  </a:lnTo>
                  <a:lnTo>
                    <a:pt x="99975" y="100512"/>
                  </a:lnTo>
                  <a:lnTo>
                    <a:pt x="100734" y="101227"/>
                  </a:lnTo>
                  <a:lnTo>
                    <a:pt x="101492" y="101942"/>
                  </a:lnTo>
                  <a:lnTo>
                    <a:pt x="102251" y="102657"/>
                  </a:lnTo>
                  <a:lnTo>
                    <a:pt x="103011" y="103371"/>
                  </a:lnTo>
                  <a:lnTo>
                    <a:pt x="103770" y="104086"/>
                  </a:lnTo>
                  <a:lnTo>
                    <a:pt x="104530" y="104799"/>
                  </a:lnTo>
                  <a:lnTo>
                    <a:pt x="105290" y="105513"/>
                  </a:lnTo>
                  <a:lnTo>
                    <a:pt x="106051" y="106226"/>
                  </a:lnTo>
                  <a:lnTo>
                    <a:pt x="106812" y="106938"/>
                  </a:lnTo>
                  <a:lnTo>
                    <a:pt x="107573" y="107651"/>
                  </a:lnTo>
                  <a:lnTo>
                    <a:pt x="108335" y="108363"/>
                  </a:lnTo>
                  <a:lnTo>
                    <a:pt x="109097" y="109074"/>
                  </a:lnTo>
                  <a:lnTo>
                    <a:pt x="109859" y="109786"/>
                  </a:lnTo>
                  <a:lnTo>
                    <a:pt x="110622" y="110497"/>
                  </a:lnTo>
                  <a:lnTo>
                    <a:pt x="111385" y="111207"/>
                  </a:lnTo>
                  <a:lnTo>
                    <a:pt x="112148" y="111917"/>
                  </a:lnTo>
                  <a:lnTo>
                    <a:pt x="112911" y="112627"/>
                  </a:lnTo>
                  <a:lnTo>
                    <a:pt x="113675" y="113337"/>
                  </a:lnTo>
                  <a:lnTo>
                    <a:pt x="114440" y="114046"/>
                  </a:lnTo>
                  <a:lnTo>
                    <a:pt x="115204" y="114755"/>
                  </a:lnTo>
                  <a:lnTo>
                    <a:pt x="115969" y="115463"/>
                  </a:lnTo>
                  <a:lnTo>
                    <a:pt x="116734" y="116171"/>
                  </a:lnTo>
                  <a:lnTo>
                    <a:pt x="117500" y="116879"/>
                  </a:lnTo>
                  <a:lnTo>
                    <a:pt x="118266" y="117586"/>
                  </a:lnTo>
                  <a:lnTo>
                    <a:pt x="119032" y="118294"/>
                  </a:lnTo>
                  <a:lnTo>
                    <a:pt x="119798" y="119000"/>
                  </a:lnTo>
                  <a:lnTo>
                    <a:pt x="120565" y="119707"/>
                  </a:lnTo>
                  <a:lnTo>
                    <a:pt x="121332" y="120412"/>
                  </a:lnTo>
                  <a:lnTo>
                    <a:pt x="122100" y="121118"/>
                  </a:lnTo>
                  <a:lnTo>
                    <a:pt x="122868" y="121823"/>
                  </a:lnTo>
                  <a:lnTo>
                    <a:pt x="123636" y="122528"/>
                  </a:lnTo>
                  <a:lnTo>
                    <a:pt x="124404" y="123233"/>
                  </a:lnTo>
                  <a:lnTo>
                    <a:pt x="125173" y="123937"/>
                  </a:lnTo>
                  <a:lnTo>
                    <a:pt x="125942" y="124641"/>
                  </a:lnTo>
                  <a:lnTo>
                    <a:pt x="126712" y="125344"/>
                  </a:lnTo>
                  <a:lnTo>
                    <a:pt x="127482" y="126047"/>
                  </a:lnTo>
                  <a:lnTo>
                    <a:pt x="128252" y="126750"/>
                  </a:lnTo>
                  <a:lnTo>
                    <a:pt x="129022" y="127453"/>
                  </a:lnTo>
                  <a:lnTo>
                    <a:pt x="129793" y="128155"/>
                  </a:lnTo>
                  <a:lnTo>
                    <a:pt x="130564" y="128856"/>
                  </a:lnTo>
                  <a:lnTo>
                    <a:pt x="131336" y="129558"/>
                  </a:lnTo>
                  <a:lnTo>
                    <a:pt x="132107" y="130259"/>
                  </a:lnTo>
                  <a:lnTo>
                    <a:pt x="132879" y="130959"/>
                  </a:lnTo>
                  <a:lnTo>
                    <a:pt x="133652" y="131660"/>
                  </a:lnTo>
                  <a:lnTo>
                    <a:pt x="134424" y="132360"/>
                  </a:lnTo>
                  <a:lnTo>
                    <a:pt x="135197" y="133059"/>
                  </a:lnTo>
                  <a:lnTo>
                    <a:pt x="135971" y="133758"/>
                  </a:lnTo>
                  <a:lnTo>
                    <a:pt x="136745" y="134457"/>
                  </a:lnTo>
                  <a:lnTo>
                    <a:pt x="137519" y="135156"/>
                  </a:lnTo>
                  <a:lnTo>
                    <a:pt x="138293" y="135854"/>
                  </a:lnTo>
                  <a:lnTo>
                    <a:pt x="139068" y="136551"/>
                  </a:lnTo>
                  <a:lnTo>
                    <a:pt x="139842" y="137249"/>
                  </a:lnTo>
                  <a:lnTo>
                    <a:pt x="140618" y="137946"/>
                  </a:lnTo>
                  <a:lnTo>
                    <a:pt x="141393" y="138643"/>
                  </a:lnTo>
                  <a:lnTo>
                    <a:pt x="142169" y="139339"/>
                  </a:lnTo>
                  <a:lnTo>
                    <a:pt x="142946" y="140035"/>
                  </a:lnTo>
                  <a:lnTo>
                    <a:pt x="143722" y="140731"/>
                  </a:lnTo>
                  <a:lnTo>
                    <a:pt x="144499" y="141426"/>
                  </a:lnTo>
                  <a:lnTo>
                    <a:pt x="145276" y="142121"/>
                  </a:lnTo>
                  <a:lnTo>
                    <a:pt x="146054" y="142815"/>
                  </a:lnTo>
                  <a:lnTo>
                    <a:pt x="146832" y="143509"/>
                  </a:lnTo>
                  <a:lnTo>
                    <a:pt x="147610" y="144203"/>
                  </a:lnTo>
                  <a:lnTo>
                    <a:pt x="148389" y="144897"/>
                  </a:lnTo>
                  <a:lnTo>
                    <a:pt x="149167" y="145590"/>
                  </a:lnTo>
                  <a:lnTo>
                    <a:pt x="149947" y="146282"/>
                  </a:lnTo>
                  <a:lnTo>
                    <a:pt x="150726" y="146975"/>
                  </a:lnTo>
                  <a:lnTo>
                    <a:pt x="151506" y="147667"/>
                  </a:lnTo>
                  <a:lnTo>
                    <a:pt x="152286" y="148358"/>
                  </a:lnTo>
                  <a:lnTo>
                    <a:pt x="153066" y="149050"/>
                  </a:lnTo>
                  <a:lnTo>
                    <a:pt x="153847" y="149741"/>
                  </a:lnTo>
                  <a:lnTo>
                    <a:pt x="154628" y="150431"/>
                  </a:lnTo>
                  <a:lnTo>
                    <a:pt x="155410" y="151121"/>
                  </a:lnTo>
                  <a:lnTo>
                    <a:pt x="156191" y="151811"/>
                  </a:lnTo>
                  <a:lnTo>
                    <a:pt x="156973" y="152501"/>
                  </a:lnTo>
                  <a:lnTo>
                    <a:pt x="157756" y="153190"/>
                  </a:lnTo>
                  <a:lnTo>
                    <a:pt x="158538" y="153879"/>
                  </a:lnTo>
                  <a:lnTo>
                    <a:pt x="159321" y="154567"/>
                  </a:lnTo>
                  <a:lnTo>
                    <a:pt x="160105" y="155255"/>
                  </a:lnTo>
                  <a:lnTo>
                    <a:pt x="160888" y="155943"/>
                  </a:lnTo>
                  <a:lnTo>
                    <a:pt x="161672" y="156630"/>
                  </a:lnTo>
                  <a:lnTo>
                    <a:pt x="162457" y="157317"/>
                  </a:lnTo>
                  <a:lnTo>
                    <a:pt x="163241" y="158004"/>
                  </a:lnTo>
                  <a:lnTo>
                    <a:pt x="164026" y="158690"/>
                  </a:lnTo>
                  <a:lnTo>
                    <a:pt x="164811" y="159376"/>
                  </a:lnTo>
                  <a:lnTo>
                    <a:pt x="165597" y="160061"/>
                  </a:lnTo>
                  <a:lnTo>
                    <a:pt x="166383" y="160746"/>
                  </a:lnTo>
                  <a:lnTo>
                    <a:pt x="167169" y="161431"/>
                  </a:lnTo>
                  <a:lnTo>
                    <a:pt x="167955" y="162115"/>
                  </a:lnTo>
                  <a:lnTo>
                    <a:pt x="168742" y="162799"/>
                  </a:lnTo>
                  <a:lnTo>
                    <a:pt x="169529" y="163483"/>
                  </a:lnTo>
                  <a:lnTo>
                    <a:pt x="170317" y="164166"/>
                  </a:lnTo>
                  <a:lnTo>
                    <a:pt x="171104" y="164849"/>
                  </a:lnTo>
                  <a:lnTo>
                    <a:pt x="171893" y="165532"/>
                  </a:lnTo>
                  <a:lnTo>
                    <a:pt x="172681" y="166214"/>
                  </a:lnTo>
                  <a:lnTo>
                    <a:pt x="173470" y="166896"/>
                  </a:lnTo>
                  <a:lnTo>
                    <a:pt x="174259" y="167577"/>
                  </a:lnTo>
                  <a:lnTo>
                    <a:pt x="175048" y="168259"/>
                  </a:lnTo>
                  <a:lnTo>
                    <a:pt x="175838" y="168939"/>
                  </a:lnTo>
                  <a:lnTo>
                    <a:pt x="176628" y="169620"/>
                  </a:lnTo>
                  <a:lnTo>
                    <a:pt x="177418" y="170300"/>
                  </a:lnTo>
                  <a:lnTo>
                    <a:pt x="178208" y="170979"/>
                  </a:lnTo>
                  <a:lnTo>
                    <a:pt x="178999" y="171659"/>
                  </a:lnTo>
                  <a:lnTo>
                    <a:pt x="179791" y="172338"/>
                  </a:lnTo>
                  <a:lnTo>
                    <a:pt x="180582" y="173016"/>
                  </a:lnTo>
                  <a:lnTo>
                    <a:pt x="181374" y="173694"/>
                  </a:lnTo>
                  <a:lnTo>
                    <a:pt x="182166" y="174372"/>
                  </a:lnTo>
                  <a:lnTo>
                    <a:pt x="182959" y="175050"/>
                  </a:lnTo>
                  <a:lnTo>
                    <a:pt x="183751" y="175727"/>
                  </a:lnTo>
                  <a:lnTo>
                    <a:pt x="184544" y="176403"/>
                  </a:lnTo>
                  <a:lnTo>
                    <a:pt x="185338" y="177080"/>
                  </a:lnTo>
                  <a:lnTo>
                    <a:pt x="186132" y="177756"/>
                  </a:lnTo>
                  <a:lnTo>
                    <a:pt x="186926" y="178431"/>
                  </a:lnTo>
                  <a:lnTo>
                    <a:pt x="187720" y="179107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83820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4644675" y="5151791"/>
              <a:ext cx="313820" cy="221518"/>
            </a:xfrm>
            <a:custGeom>
              <a:avLst/>
              <a:pathLst>
                <a:path w="313820" h="221518">
                  <a:moveTo>
                    <a:pt x="0" y="0"/>
                  </a:moveTo>
                  <a:lnTo>
                    <a:pt x="1181" y="994"/>
                  </a:lnTo>
                  <a:lnTo>
                    <a:pt x="2363" y="1988"/>
                  </a:lnTo>
                  <a:lnTo>
                    <a:pt x="3547" y="2981"/>
                  </a:lnTo>
                  <a:lnTo>
                    <a:pt x="4730" y="3973"/>
                  </a:lnTo>
                  <a:lnTo>
                    <a:pt x="5915" y="4965"/>
                  </a:lnTo>
                  <a:lnTo>
                    <a:pt x="7100" y="5955"/>
                  </a:lnTo>
                  <a:lnTo>
                    <a:pt x="8285" y="6945"/>
                  </a:lnTo>
                  <a:lnTo>
                    <a:pt x="9472" y="7934"/>
                  </a:lnTo>
                  <a:lnTo>
                    <a:pt x="10659" y="8922"/>
                  </a:lnTo>
                  <a:lnTo>
                    <a:pt x="11847" y="9910"/>
                  </a:lnTo>
                  <a:lnTo>
                    <a:pt x="13035" y="10896"/>
                  </a:lnTo>
                  <a:lnTo>
                    <a:pt x="14224" y="11882"/>
                  </a:lnTo>
                  <a:lnTo>
                    <a:pt x="15414" y="12867"/>
                  </a:lnTo>
                  <a:lnTo>
                    <a:pt x="16605" y="13851"/>
                  </a:lnTo>
                  <a:lnTo>
                    <a:pt x="17796" y="14834"/>
                  </a:lnTo>
                  <a:lnTo>
                    <a:pt x="18987" y="15817"/>
                  </a:lnTo>
                  <a:lnTo>
                    <a:pt x="20180" y="16798"/>
                  </a:lnTo>
                  <a:lnTo>
                    <a:pt x="21373" y="17779"/>
                  </a:lnTo>
                  <a:lnTo>
                    <a:pt x="22567" y="18759"/>
                  </a:lnTo>
                  <a:lnTo>
                    <a:pt x="23761" y="19738"/>
                  </a:lnTo>
                  <a:lnTo>
                    <a:pt x="24957" y="20717"/>
                  </a:lnTo>
                  <a:lnTo>
                    <a:pt x="26153" y="21694"/>
                  </a:lnTo>
                  <a:lnTo>
                    <a:pt x="27349" y="22671"/>
                  </a:lnTo>
                  <a:lnTo>
                    <a:pt x="28546" y="23647"/>
                  </a:lnTo>
                  <a:lnTo>
                    <a:pt x="29744" y="24622"/>
                  </a:lnTo>
                  <a:lnTo>
                    <a:pt x="30943" y="25596"/>
                  </a:lnTo>
                  <a:lnTo>
                    <a:pt x="32142" y="26569"/>
                  </a:lnTo>
                  <a:lnTo>
                    <a:pt x="33342" y="27542"/>
                  </a:lnTo>
                  <a:lnTo>
                    <a:pt x="34542" y="28514"/>
                  </a:lnTo>
                  <a:lnTo>
                    <a:pt x="35743" y="29485"/>
                  </a:lnTo>
                  <a:lnTo>
                    <a:pt x="36945" y="30455"/>
                  </a:lnTo>
                  <a:lnTo>
                    <a:pt x="38148" y="31424"/>
                  </a:lnTo>
                  <a:lnTo>
                    <a:pt x="39351" y="32393"/>
                  </a:lnTo>
                  <a:lnTo>
                    <a:pt x="40555" y="33360"/>
                  </a:lnTo>
                  <a:lnTo>
                    <a:pt x="41759" y="34327"/>
                  </a:lnTo>
                  <a:lnTo>
                    <a:pt x="42965" y="35293"/>
                  </a:lnTo>
                  <a:lnTo>
                    <a:pt x="44170" y="36259"/>
                  </a:lnTo>
                  <a:lnTo>
                    <a:pt x="45377" y="37223"/>
                  </a:lnTo>
                  <a:lnTo>
                    <a:pt x="46584" y="38186"/>
                  </a:lnTo>
                  <a:lnTo>
                    <a:pt x="47792" y="39149"/>
                  </a:lnTo>
                  <a:lnTo>
                    <a:pt x="49000" y="40111"/>
                  </a:lnTo>
                  <a:lnTo>
                    <a:pt x="50210" y="41072"/>
                  </a:lnTo>
                  <a:lnTo>
                    <a:pt x="51419" y="42032"/>
                  </a:lnTo>
                  <a:lnTo>
                    <a:pt x="52630" y="42992"/>
                  </a:lnTo>
                  <a:lnTo>
                    <a:pt x="53841" y="43950"/>
                  </a:lnTo>
                  <a:lnTo>
                    <a:pt x="55053" y="44908"/>
                  </a:lnTo>
                  <a:lnTo>
                    <a:pt x="56265" y="45865"/>
                  </a:lnTo>
                  <a:lnTo>
                    <a:pt x="57478" y="46821"/>
                  </a:lnTo>
                  <a:lnTo>
                    <a:pt x="58692" y="47776"/>
                  </a:lnTo>
                  <a:lnTo>
                    <a:pt x="59906" y="48731"/>
                  </a:lnTo>
                  <a:lnTo>
                    <a:pt x="61121" y="49684"/>
                  </a:lnTo>
                  <a:lnTo>
                    <a:pt x="62337" y="50637"/>
                  </a:lnTo>
                  <a:lnTo>
                    <a:pt x="63554" y="51589"/>
                  </a:lnTo>
                  <a:lnTo>
                    <a:pt x="64771" y="52540"/>
                  </a:lnTo>
                  <a:lnTo>
                    <a:pt x="65988" y="53490"/>
                  </a:lnTo>
                  <a:lnTo>
                    <a:pt x="67207" y="54439"/>
                  </a:lnTo>
                  <a:lnTo>
                    <a:pt x="68426" y="55388"/>
                  </a:lnTo>
                  <a:lnTo>
                    <a:pt x="69645" y="56336"/>
                  </a:lnTo>
                  <a:lnTo>
                    <a:pt x="70865" y="57283"/>
                  </a:lnTo>
                  <a:lnTo>
                    <a:pt x="72086" y="58229"/>
                  </a:lnTo>
                  <a:lnTo>
                    <a:pt x="73308" y="59174"/>
                  </a:lnTo>
                  <a:lnTo>
                    <a:pt x="74530" y="60118"/>
                  </a:lnTo>
                  <a:lnTo>
                    <a:pt x="75753" y="61062"/>
                  </a:lnTo>
                  <a:lnTo>
                    <a:pt x="76976" y="62005"/>
                  </a:lnTo>
                  <a:lnTo>
                    <a:pt x="78201" y="62946"/>
                  </a:lnTo>
                  <a:lnTo>
                    <a:pt x="79425" y="63887"/>
                  </a:lnTo>
                  <a:lnTo>
                    <a:pt x="80651" y="64828"/>
                  </a:lnTo>
                  <a:lnTo>
                    <a:pt x="81877" y="65767"/>
                  </a:lnTo>
                  <a:lnTo>
                    <a:pt x="83104" y="66705"/>
                  </a:lnTo>
                  <a:lnTo>
                    <a:pt x="84331" y="67643"/>
                  </a:lnTo>
                  <a:lnTo>
                    <a:pt x="85559" y="68580"/>
                  </a:lnTo>
                  <a:lnTo>
                    <a:pt x="86788" y="69516"/>
                  </a:lnTo>
                  <a:lnTo>
                    <a:pt x="88017" y="70451"/>
                  </a:lnTo>
                  <a:lnTo>
                    <a:pt x="89247" y="71385"/>
                  </a:lnTo>
                  <a:lnTo>
                    <a:pt x="90478" y="72319"/>
                  </a:lnTo>
                  <a:lnTo>
                    <a:pt x="91709" y="73251"/>
                  </a:lnTo>
                  <a:lnTo>
                    <a:pt x="92941" y="74183"/>
                  </a:lnTo>
                  <a:lnTo>
                    <a:pt x="94173" y="75114"/>
                  </a:lnTo>
                  <a:lnTo>
                    <a:pt x="95406" y="76044"/>
                  </a:lnTo>
                  <a:lnTo>
                    <a:pt x="96640" y="76973"/>
                  </a:lnTo>
                  <a:lnTo>
                    <a:pt x="97874" y="77902"/>
                  </a:lnTo>
                  <a:lnTo>
                    <a:pt x="99110" y="78829"/>
                  </a:lnTo>
                  <a:lnTo>
                    <a:pt x="100345" y="79756"/>
                  </a:lnTo>
                  <a:lnTo>
                    <a:pt x="101582" y="80682"/>
                  </a:lnTo>
                  <a:lnTo>
                    <a:pt x="102819" y="81607"/>
                  </a:lnTo>
                  <a:lnTo>
                    <a:pt x="104056" y="82531"/>
                  </a:lnTo>
                  <a:lnTo>
                    <a:pt x="105294" y="83454"/>
                  </a:lnTo>
                  <a:lnTo>
                    <a:pt x="106533" y="84377"/>
                  </a:lnTo>
                  <a:lnTo>
                    <a:pt x="107773" y="85298"/>
                  </a:lnTo>
                  <a:lnTo>
                    <a:pt x="109013" y="86219"/>
                  </a:lnTo>
                  <a:lnTo>
                    <a:pt x="110254" y="87139"/>
                  </a:lnTo>
                  <a:lnTo>
                    <a:pt x="111495" y="88058"/>
                  </a:lnTo>
                  <a:lnTo>
                    <a:pt x="112737" y="88976"/>
                  </a:lnTo>
                  <a:lnTo>
                    <a:pt x="113980" y="89893"/>
                  </a:lnTo>
                  <a:lnTo>
                    <a:pt x="115223" y="90810"/>
                  </a:lnTo>
                  <a:lnTo>
                    <a:pt x="116467" y="91726"/>
                  </a:lnTo>
                  <a:lnTo>
                    <a:pt x="117711" y="92640"/>
                  </a:lnTo>
                  <a:lnTo>
                    <a:pt x="118956" y="93554"/>
                  </a:lnTo>
                  <a:lnTo>
                    <a:pt x="120202" y="94467"/>
                  </a:lnTo>
                  <a:lnTo>
                    <a:pt x="121449" y="95380"/>
                  </a:lnTo>
                  <a:lnTo>
                    <a:pt x="122696" y="96291"/>
                  </a:lnTo>
                  <a:lnTo>
                    <a:pt x="123943" y="97201"/>
                  </a:lnTo>
                  <a:lnTo>
                    <a:pt x="125192" y="98111"/>
                  </a:lnTo>
                  <a:lnTo>
                    <a:pt x="126440" y="99020"/>
                  </a:lnTo>
                  <a:lnTo>
                    <a:pt x="127690" y="99928"/>
                  </a:lnTo>
                  <a:lnTo>
                    <a:pt x="128940" y="100835"/>
                  </a:lnTo>
                  <a:lnTo>
                    <a:pt x="130191" y="101741"/>
                  </a:lnTo>
                  <a:lnTo>
                    <a:pt x="131442" y="102646"/>
                  </a:lnTo>
                  <a:lnTo>
                    <a:pt x="132694" y="103551"/>
                  </a:lnTo>
                  <a:lnTo>
                    <a:pt x="133947" y="104455"/>
                  </a:lnTo>
                  <a:lnTo>
                    <a:pt x="135200" y="105357"/>
                  </a:lnTo>
                  <a:lnTo>
                    <a:pt x="136454" y="106259"/>
                  </a:lnTo>
                  <a:lnTo>
                    <a:pt x="137708" y="107160"/>
                  </a:lnTo>
                  <a:lnTo>
                    <a:pt x="138964" y="108061"/>
                  </a:lnTo>
                  <a:lnTo>
                    <a:pt x="140219" y="108960"/>
                  </a:lnTo>
                  <a:lnTo>
                    <a:pt x="141476" y="109858"/>
                  </a:lnTo>
                  <a:lnTo>
                    <a:pt x="142733" y="110756"/>
                  </a:lnTo>
                  <a:lnTo>
                    <a:pt x="143990" y="111653"/>
                  </a:lnTo>
                  <a:lnTo>
                    <a:pt x="145248" y="112549"/>
                  </a:lnTo>
                  <a:lnTo>
                    <a:pt x="146507" y="113444"/>
                  </a:lnTo>
                  <a:lnTo>
                    <a:pt x="147767" y="114338"/>
                  </a:lnTo>
                  <a:lnTo>
                    <a:pt x="149027" y="115231"/>
                  </a:lnTo>
                  <a:lnTo>
                    <a:pt x="150287" y="116124"/>
                  </a:lnTo>
                  <a:lnTo>
                    <a:pt x="151548" y="117015"/>
                  </a:lnTo>
                  <a:lnTo>
                    <a:pt x="152810" y="117906"/>
                  </a:lnTo>
                  <a:lnTo>
                    <a:pt x="154073" y="118796"/>
                  </a:lnTo>
                  <a:lnTo>
                    <a:pt x="155336" y="119685"/>
                  </a:lnTo>
                  <a:lnTo>
                    <a:pt x="156600" y="120573"/>
                  </a:lnTo>
                  <a:lnTo>
                    <a:pt x="157864" y="121460"/>
                  </a:lnTo>
                  <a:lnTo>
                    <a:pt x="159129" y="122347"/>
                  </a:lnTo>
                  <a:lnTo>
                    <a:pt x="160394" y="123232"/>
                  </a:lnTo>
                  <a:lnTo>
                    <a:pt x="161660" y="124117"/>
                  </a:lnTo>
                  <a:lnTo>
                    <a:pt x="162927" y="125000"/>
                  </a:lnTo>
                  <a:lnTo>
                    <a:pt x="164194" y="125883"/>
                  </a:lnTo>
                  <a:lnTo>
                    <a:pt x="165462" y="126765"/>
                  </a:lnTo>
                  <a:lnTo>
                    <a:pt x="166731" y="127647"/>
                  </a:lnTo>
                  <a:lnTo>
                    <a:pt x="168000" y="128527"/>
                  </a:lnTo>
                  <a:lnTo>
                    <a:pt x="169270" y="129406"/>
                  </a:lnTo>
                  <a:lnTo>
                    <a:pt x="170540" y="130285"/>
                  </a:lnTo>
                  <a:lnTo>
                    <a:pt x="171811" y="131163"/>
                  </a:lnTo>
                  <a:lnTo>
                    <a:pt x="173083" y="132039"/>
                  </a:lnTo>
                  <a:lnTo>
                    <a:pt x="174355" y="132915"/>
                  </a:lnTo>
                  <a:lnTo>
                    <a:pt x="175628" y="133790"/>
                  </a:lnTo>
                  <a:lnTo>
                    <a:pt x="176901" y="134665"/>
                  </a:lnTo>
                  <a:lnTo>
                    <a:pt x="178175" y="135538"/>
                  </a:lnTo>
                  <a:lnTo>
                    <a:pt x="179449" y="136410"/>
                  </a:lnTo>
                  <a:lnTo>
                    <a:pt x="180725" y="137282"/>
                  </a:lnTo>
                  <a:lnTo>
                    <a:pt x="182000" y="138153"/>
                  </a:lnTo>
                  <a:lnTo>
                    <a:pt x="183277" y="139023"/>
                  </a:lnTo>
                  <a:lnTo>
                    <a:pt x="184554" y="139891"/>
                  </a:lnTo>
                  <a:lnTo>
                    <a:pt x="185831" y="140760"/>
                  </a:lnTo>
                  <a:lnTo>
                    <a:pt x="187109" y="141627"/>
                  </a:lnTo>
                  <a:lnTo>
                    <a:pt x="188388" y="142493"/>
                  </a:lnTo>
                  <a:lnTo>
                    <a:pt x="189667" y="143359"/>
                  </a:lnTo>
                  <a:lnTo>
                    <a:pt x="190947" y="144223"/>
                  </a:lnTo>
                  <a:lnTo>
                    <a:pt x="192228" y="145087"/>
                  </a:lnTo>
                  <a:lnTo>
                    <a:pt x="193509" y="145950"/>
                  </a:lnTo>
                  <a:lnTo>
                    <a:pt x="194790" y="146812"/>
                  </a:lnTo>
                  <a:lnTo>
                    <a:pt x="196073" y="147673"/>
                  </a:lnTo>
                  <a:lnTo>
                    <a:pt x="197356" y="148533"/>
                  </a:lnTo>
                  <a:lnTo>
                    <a:pt x="198639" y="149392"/>
                  </a:lnTo>
                  <a:lnTo>
                    <a:pt x="199923" y="150251"/>
                  </a:lnTo>
                  <a:lnTo>
                    <a:pt x="201208" y="151108"/>
                  </a:lnTo>
                  <a:lnTo>
                    <a:pt x="202493" y="151965"/>
                  </a:lnTo>
                  <a:lnTo>
                    <a:pt x="203779" y="152820"/>
                  </a:lnTo>
                  <a:lnTo>
                    <a:pt x="205065" y="153675"/>
                  </a:lnTo>
                  <a:lnTo>
                    <a:pt x="206352" y="154529"/>
                  </a:lnTo>
                  <a:lnTo>
                    <a:pt x="207640" y="155383"/>
                  </a:lnTo>
                  <a:lnTo>
                    <a:pt x="208928" y="156235"/>
                  </a:lnTo>
                  <a:lnTo>
                    <a:pt x="210217" y="157086"/>
                  </a:lnTo>
                  <a:lnTo>
                    <a:pt x="211506" y="157937"/>
                  </a:lnTo>
                  <a:lnTo>
                    <a:pt x="212796" y="158786"/>
                  </a:lnTo>
                  <a:lnTo>
                    <a:pt x="214086" y="159635"/>
                  </a:lnTo>
                  <a:lnTo>
                    <a:pt x="215377" y="160483"/>
                  </a:lnTo>
                  <a:lnTo>
                    <a:pt x="216669" y="161330"/>
                  </a:lnTo>
                  <a:lnTo>
                    <a:pt x="217961" y="162176"/>
                  </a:lnTo>
                  <a:lnTo>
                    <a:pt x="219254" y="163021"/>
                  </a:lnTo>
                  <a:lnTo>
                    <a:pt x="220547" y="163865"/>
                  </a:lnTo>
                  <a:lnTo>
                    <a:pt x="221841" y="164709"/>
                  </a:lnTo>
                  <a:lnTo>
                    <a:pt x="223136" y="165551"/>
                  </a:lnTo>
                  <a:lnTo>
                    <a:pt x="224431" y="166393"/>
                  </a:lnTo>
                  <a:lnTo>
                    <a:pt x="225727" y="167233"/>
                  </a:lnTo>
                  <a:lnTo>
                    <a:pt x="227023" y="168073"/>
                  </a:lnTo>
                  <a:lnTo>
                    <a:pt x="228320" y="168912"/>
                  </a:lnTo>
                  <a:lnTo>
                    <a:pt x="229617" y="169750"/>
                  </a:lnTo>
                  <a:lnTo>
                    <a:pt x="230915" y="170587"/>
                  </a:lnTo>
                  <a:lnTo>
                    <a:pt x="232214" y="171424"/>
                  </a:lnTo>
                  <a:lnTo>
                    <a:pt x="233513" y="172259"/>
                  </a:lnTo>
                  <a:lnTo>
                    <a:pt x="234813" y="173094"/>
                  </a:lnTo>
                  <a:lnTo>
                    <a:pt x="236113" y="173927"/>
                  </a:lnTo>
                  <a:lnTo>
                    <a:pt x="237414" y="174760"/>
                  </a:lnTo>
                  <a:lnTo>
                    <a:pt x="238715" y="175592"/>
                  </a:lnTo>
                  <a:lnTo>
                    <a:pt x="240017" y="176423"/>
                  </a:lnTo>
                  <a:lnTo>
                    <a:pt x="241320" y="177253"/>
                  </a:lnTo>
                  <a:lnTo>
                    <a:pt x="242623" y="178082"/>
                  </a:lnTo>
                  <a:lnTo>
                    <a:pt x="243927" y="178910"/>
                  </a:lnTo>
                  <a:lnTo>
                    <a:pt x="245231" y="179737"/>
                  </a:lnTo>
                  <a:lnTo>
                    <a:pt x="246536" y="180564"/>
                  </a:lnTo>
                  <a:lnTo>
                    <a:pt x="247841" y="181390"/>
                  </a:lnTo>
                  <a:lnTo>
                    <a:pt x="249147" y="182214"/>
                  </a:lnTo>
                  <a:lnTo>
                    <a:pt x="250454" y="183038"/>
                  </a:lnTo>
                  <a:lnTo>
                    <a:pt x="251761" y="183861"/>
                  </a:lnTo>
                  <a:lnTo>
                    <a:pt x="253069" y="184683"/>
                  </a:lnTo>
                  <a:lnTo>
                    <a:pt x="254377" y="185504"/>
                  </a:lnTo>
                  <a:lnTo>
                    <a:pt x="255686" y="186324"/>
                  </a:lnTo>
                  <a:lnTo>
                    <a:pt x="256995" y="187143"/>
                  </a:lnTo>
                  <a:lnTo>
                    <a:pt x="258305" y="187962"/>
                  </a:lnTo>
                  <a:lnTo>
                    <a:pt x="259615" y="188779"/>
                  </a:lnTo>
                  <a:lnTo>
                    <a:pt x="260926" y="189596"/>
                  </a:lnTo>
                  <a:lnTo>
                    <a:pt x="262238" y="190412"/>
                  </a:lnTo>
                  <a:lnTo>
                    <a:pt x="263550" y="191226"/>
                  </a:lnTo>
                  <a:lnTo>
                    <a:pt x="264863" y="192040"/>
                  </a:lnTo>
                  <a:lnTo>
                    <a:pt x="266176" y="192853"/>
                  </a:lnTo>
                  <a:lnTo>
                    <a:pt x="267490" y="193665"/>
                  </a:lnTo>
                  <a:lnTo>
                    <a:pt x="268804" y="194477"/>
                  </a:lnTo>
                  <a:lnTo>
                    <a:pt x="270119" y="195287"/>
                  </a:lnTo>
                  <a:lnTo>
                    <a:pt x="271435" y="196096"/>
                  </a:lnTo>
                  <a:lnTo>
                    <a:pt x="272751" y="196905"/>
                  </a:lnTo>
                  <a:lnTo>
                    <a:pt x="274068" y="197712"/>
                  </a:lnTo>
                  <a:lnTo>
                    <a:pt x="275385" y="198519"/>
                  </a:lnTo>
                  <a:lnTo>
                    <a:pt x="276702" y="199325"/>
                  </a:lnTo>
                  <a:lnTo>
                    <a:pt x="278021" y="200130"/>
                  </a:lnTo>
                  <a:lnTo>
                    <a:pt x="279339" y="200934"/>
                  </a:lnTo>
                  <a:lnTo>
                    <a:pt x="280659" y="201737"/>
                  </a:lnTo>
                  <a:lnTo>
                    <a:pt x="281979" y="202539"/>
                  </a:lnTo>
                  <a:lnTo>
                    <a:pt x="283299" y="203340"/>
                  </a:lnTo>
                  <a:lnTo>
                    <a:pt x="284620" y="204141"/>
                  </a:lnTo>
                  <a:lnTo>
                    <a:pt x="285942" y="204940"/>
                  </a:lnTo>
                  <a:lnTo>
                    <a:pt x="287264" y="205739"/>
                  </a:lnTo>
                  <a:lnTo>
                    <a:pt x="288587" y="206536"/>
                  </a:lnTo>
                  <a:lnTo>
                    <a:pt x="289910" y="207333"/>
                  </a:lnTo>
                  <a:lnTo>
                    <a:pt x="291234" y="208129"/>
                  </a:lnTo>
                  <a:lnTo>
                    <a:pt x="292558" y="208924"/>
                  </a:lnTo>
                  <a:lnTo>
                    <a:pt x="293883" y="209718"/>
                  </a:lnTo>
                  <a:lnTo>
                    <a:pt x="295208" y="210511"/>
                  </a:lnTo>
                  <a:lnTo>
                    <a:pt x="296534" y="211303"/>
                  </a:lnTo>
                  <a:lnTo>
                    <a:pt x="297861" y="212094"/>
                  </a:lnTo>
                  <a:lnTo>
                    <a:pt x="299188" y="212885"/>
                  </a:lnTo>
                  <a:lnTo>
                    <a:pt x="300515" y="213674"/>
                  </a:lnTo>
                  <a:lnTo>
                    <a:pt x="301843" y="214463"/>
                  </a:lnTo>
                  <a:lnTo>
                    <a:pt x="303172" y="215250"/>
                  </a:lnTo>
                  <a:lnTo>
                    <a:pt x="304501" y="216037"/>
                  </a:lnTo>
                  <a:lnTo>
                    <a:pt x="305831" y="216823"/>
                  </a:lnTo>
                  <a:lnTo>
                    <a:pt x="307161" y="217608"/>
                  </a:lnTo>
                  <a:lnTo>
                    <a:pt x="308492" y="218392"/>
                  </a:lnTo>
                  <a:lnTo>
                    <a:pt x="309823" y="219175"/>
                  </a:lnTo>
                  <a:lnTo>
                    <a:pt x="311155" y="219957"/>
                  </a:lnTo>
                  <a:lnTo>
                    <a:pt x="312487" y="220738"/>
                  </a:lnTo>
                  <a:lnTo>
                    <a:pt x="313820" y="221518"/>
                  </a:lnTo>
                </a:path>
              </a:pathLst>
            </a:custGeom>
            <a:ln w="22859" cap="rnd">
              <a:solidFill>
                <a:srgbClr val="39D6D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83820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4966806" y="5378147"/>
              <a:ext cx="187742" cy="97280"/>
            </a:xfrm>
            <a:custGeom>
              <a:avLst/>
              <a:pathLst>
                <a:path w="187742" h="97280">
                  <a:moveTo>
                    <a:pt x="0" y="0"/>
                  </a:moveTo>
                  <a:lnTo>
                    <a:pt x="735" y="425"/>
                  </a:lnTo>
                  <a:lnTo>
                    <a:pt x="1470" y="851"/>
                  </a:lnTo>
                  <a:lnTo>
                    <a:pt x="2205" y="1276"/>
                  </a:lnTo>
                  <a:lnTo>
                    <a:pt x="2941" y="1700"/>
                  </a:lnTo>
                  <a:lnTo>
                    <a:pt x="3677" y="2125"/>
                  </a:lnTo>
                  <a:lnTo>
                    <a:pt x="4413" y="2549"/>
                  </a:lnTo>
                  <a:lnTo>
                    <a:pt x="5149" y="2973"/>
                  </a:lnTo>
                  <a:lnTo>
                    <a:pt x="5885" y="3397"/>
                  </a:lnTo>
                  <a:lnTo>
                    <a:pt x="6622" y="3820"/>
                  </a:lnTo>
                  <a:lnTo>
                    <a:pt x="7358" y="4244"/>
                  </a:lnTo>
                  <a:lnTo>
                    <a:pt x="8095" y="4667"/>
                  </a:lnTo>
                  <a:lnTo>
                    <a:pt x="8832" y="5089"/>
                  </a:lnTo>
                  <a:lnTo>
                    <a:pt x="9569" y="5511"/>
                  </a:lnTo>
                  <a:lnTo>
                    <a:pt x="10306" y="5933"/>
                  </a:lnTo>
                  <a:lnTo>
                    <a:pt x="11044" y="6355"/>
                  </a:lnTo>
                  <a:lnTo>
                    <a:pt x="11781" y="6777"/>
                  </a:lnTo>
                  <a:lnTo>
                    <a:pt x="12519" y="7198"/>
                  </a:lnTo>
                  <a:lnTo>
                    <a:pt x="13257" y="7619"/>
                  </a:lnTo>
                  <a:lnTo>
                    <a:pt x="13995" y="8040"/>
                  </a:lnTo>
                  <a:lnTo>
                    <a:pt x="14733" y="8460"/>
                  </a:lnTo>
                  <a:lnTo>
                    <a:pt x="15472" y="8880"/>
                  </a:lnTo>
                  <a:lnTo>
                    <a:pt x="16210" y="9300"/>
                  </a:lnTo>
                  <a:lnTo>
                    <a:pt x="16949" y="9719"/>
                  </a:lnTo>
                  <a:lnTo>
                    <a:pt x="17688" y="10139"/>
                  </a:lnTo>
                  <a:lnTo>
                    <a:pt x="18427" y="10558"/>
                  </a:lnTo>
                  <a:lnTo>
                    <a:pt x="19166" y="10976"/>
                  </a:lnTo>
                  <a:lnTo>
                    <a:pt x="19905" y="11395"/>
                  </a:lnTo>
                  <a:lnTo>
                    <a:pt x="20645" y="11813"/>
                  </a:lnTo>
                  <a:lnTo>
                    <a:pt x="21384" y="12231"/>
                  </a:lnTo>
                  <a:lnTo>
                    <a:pt x="22124" y="12648"/>
                  </a:lnTo>
                  <a:lnTo>
                    <a:pt x="22864" y="13066"/>
                  </a:lnTo>
                  <a:lnTo>
                    <a:pt x="23604" y="13483"/>
                  </a:lnTo>
                  <a:lnTo>
                    <a:pt x="24344" y="13900"/>
                  </a:lnTo>
                  <a:lnTo>
                    <a:pt x="25085" y="14316"/>
                  </a:lnTo>
                  <a:lnTo>
                    <a:pt x="25825" y="14732"/>
                  </a:lnTo>
                  <a:lnTo>
                    <a:pt x="26566" y="15148"/>
                  </a:lnTo>
                  <a:lnTo>
                    <a:pt x="27307" y="15564"/>
                  </a:lnTo>
                  <a:lnTo>
                    <a:pt x="28048" y="15979"/>
                  </a:lnTo>
                  <a:lnTo>
                    <a:pt x="28789" y="16394"/>
                  </a:lnTo>
                  <a:lnTo>
                    <a:pt x="29530" y="16809"/>
                  </a:lnTo>
                  <a:lnTo>
                    <a:pt x="30272" y="17224"/>
                  </a:lnTo>
                  <a:lnTo>
                    <a:pt x="31014" y="17638"/>
                  </a:lnTo>
                  <a:lnTo>
                    <a:pt x="31755" y="18052"/>
                  </a:lnTo>
                  <a:lnTo>
                    <a:pt x="32497" y="18465"/>
                  </a:lnTo>
                  <a:lnTo>
                    <a:pt x="33240" y="18879"/>
                  </a:lnTo>
                  <a:lnTo>
                    <a:pt x="33982" y="19292"/>
                  </a:lnTo>
                  <a:lnTo>
                    <a:pt x="34724" y="19705"/>
                  </a:lnTo>
                  <a:lnTo>
                    <a:pt x="35467" y="20117"/>
                  </a:lnTo>
                  <a:lnTo>
                    <a:pt x="36210" y="20530"/>
                  </a:lnTo>
                  <a:lnTo>
                    <a:pt x="36953" y="20942"/>
                  </a:lnTo>
                  <a:lnTo>
                    <a:pt x="37696" y="21353"/>
                  </a:lnTo>
                  <a:lnTo>
                    <a:pt x="38439" y="21765"/>
                  </a:lnTo>
                  <a:lnTo>
                    <a:pt x="39182" y="22176"/>
                  </a:lnTo>
                  <a:lnTo>
                    <a:pt x="39926" y="22587"/>
                  </a:lnTo>
                  <a:lnTo>
                    <a:pt x="40669" y="22998"/>
                  </a:lnTo>
                  <a:lnTo>
                    <a:pt x="41413" y="23408"/>
                  </a:lnTo>
                  <a:lnTo>
                    <a:pt x="42157" y="23818"/>
                  </a:lnTo>
                  <a:lnTo>
                    <a:pt x="42901" y="24228"/>
                  </a:lnTo>
                  <a:lnTo>
                    <a:pt x="43646" y="24637"/>
                  </a:lnTo>
                  <a:lnTo>
                    <a:pt x="44390" y="25046"/>
                  </a:lnTo>
                  <a:lnTo>
                    <a:pt x="45135" y="25455"/>
                  </a:lnTo>
                  <a:lnTo>
                    <a:pt x="45879" y="25864"/>
                  </a:lnTo>
                  <a:lnTo>
                    <a:pt x="46624" y="26272"/>
                  </a:lnTo>
                  <a:lnTo>
                    <a:pt x="47369" y="26680"/>
                  </a:lnTo>
                  <a:lnTo>
                    <a:pt x="48115" y="27088"/>
                  </a:lnTo>
                  <a:lnTo>
                    <a:pt x="48860" y="27496"/>
                  </a:lnTo>
                  <a:lnTo>
                    <a:pt x="49606" y="27903"/>
                  </a:lnTo>
                  <a:lnTo>
                    <a:pt x="50351" y="28310"/>
                  </a:lnTo>
                  <a:lnTo>
                    <a:pt x="51097" y="28716"/>
                  </a:lnTo>
                  <a:lnTo>
                    <a:pt x="51843" y="29123"/>
                  </a:lnTo>
                  <a:lnTo>
                    <a:pt x="52589" y="29529"/>
                  </a:lnTo>
                  <a:lnTo>
                    <a:pt x="53336" y="29935"/>
                  </a:lnTo>
                  <a:lnTo>
                    <a:pt x="54082" y="30340"/>
                  </a:lnTo>
                  <a:lnTo>
                    <a:pt x="54829" y="30746"/>
                  </a:lnTo>
                  <a:lnTo>
                    <a:pt x="55575" y="31151"/>
                  </a:lnTo>
                  <a:lnTo>
                    <a:pt x="56322" y="31555"/>
                  </a:lnTo>
                  <a:lnTo>
                    <a:pt x="57069" y="31960"/>
                  </a:lnTo>
                  <a:lnTo>
                    <a:pt x="57817" y="32364"/>
                  </a:lnTo>
                  <a:lnTo>
                    <a:pt x="58564" y="32768"/>
                  </a:lnTo>
                  <a:lnTo>
                    <a:pt x="59312" y="33171"/>
                  </a:lnTo>
                  <a:lnTo>
                    <a:pt x="60059" y="33575"/>
                  </a:lnTo>
                  <a:lnTo>
                    <a:pt x="60807" y="33978"/>
                  </a:lnTo>
                  <a:lnTo>
                    <a:pt x="61555" y="34380"/>
                  </a:lnTo>
                  <a:lnTo>
                    <a:pt x="62303" y="34783"/>
                  </a:lnTo>
                  <a:lnTo>
                    <a:pt x="63051" y="35185"/>
                  </a:lnTo>
                  <a:lnTo>
                    <a:pt x="63800" y="35587"/>
                  </a:lnTo>
                  <a:lnTo>
                    <a:pt x="64548" y="35988"/>
                  </a:lnTo>
                  <a:lnTo>
                    <a:pt x="65297" y="36390"/>
                  </a:lnTo>
                  <a:lnTo>
                    <a:pt x="66046" y="36791"/>
                  </a:lnTo>
                  <a:lnTo>
                    <a:pt x="66795" y="37191"/>
                  </a:lnTo>
                  <a:lnTo>
                    <a:pt x="67544" y="37592"/>
                  </a:lnTo>
                  <a:lnTo>
                    <a:pt x="68294" y="37992"/>
                  </a:lnTo>
                  <a:lnTo>
                    <a:pt x="69043" y="38392"/>
                  </a:lnTo>
                  <a:lnTo>
                    <a:pt x="69793" y="38792"/>
                  </a:lnTo>
                  <a:lnTo>
                    <a:pt x="70543" y="39191"/>
                  </a:lnTo>
                  <a:lnTo>
                    <a:pt x="71293" y="39590"/>
                  </a:lnTo>
                  <a:lnTo>
                    <a:pt x="72043" y="39989"/>
                  </a:lnTo>
                  <a:lnTo>
                    <a:pt x="72793" y="40387"/>
                  </a:lnTo>
                  <a:lnTo>
                    <a:pt x="73543" y="40785"/>
                  </a:lnTo>
                  <a:lnTo>
                    <a:pt x="74294" y="41183"/>
                  </a:lnTo>
                  <a:lnTo>
                    <a:pt x="75045" y="41581"/>
                  </a:lnTo>
                  <a:lnTo>
                    <a:pt x="75795" y="41978"/>
                  </a:lnTo>
                  <a:lnTo>
                    <a:pt x="76546" y="42375"/>
                  </a:lnTo>
                  <a:lnTo>
                    <a:pt x="77297" y="42772"/>
                  </a:lnTo>
                  <a:lnTo>
                    <a:pt x="78049" y="43169"/>
                  </a:lnTo>
                  <a:lnTo>
                    <a:pt x="78800" y="43565"/>
                  </a:lnTo>
                  <a:lnTo>
                    <a:pt x="79552" y="43961"/>
                  </a:lnTo>
                  <a:lnTo>
                    <a:pt x="80304" y="44357"/>
                  </a:lnTo>
                  <a:lnTo>
                    <a:pt x="81055" y="44752"/>
                  </a:lnTo>
                  <a:lnTo>
                    <a:pt x="81808" y="45147"/>
                  </a:lnTo>
                  <a:lnTo>
                    <a:pt x="82560" y="45542"/>
                  </a:lnTo>
                  <a:lnTo>
                    <a:pt x="83312" y="45936"/>
                  </a:lnTo>
                  <a:lnTo>
                    <a:pt x="84065" y="46331"/>
                  </a:lnTo>
                  <a:lnTo>
                    <a:pt x="84817" y="46725"/>
                  </a:lnTo>
                  <a:lnTo>
                    <a:pt x="85570" y="47118"/>
                  </a:lnTo>
                  <a:lnTo>
                    <a:pt x="86323" y="47512"/>
                  </a:lnTo>
                  <a:lnTo>
                    <a:pt x="87076" y="47905"/>
                  </a:lnTo>
                  <a:lnTo>
                    <a:pt x="87829" y="48298"/>
                  </a:lnTo>
                  <a:lnTo>
                    <a:pt x="88583" y="48690"/>
                  </a:lnTo>
                  <a:lnTo>
                    <a:pt x="89336" y="49082"/>
                  </a:lnTo>
                  <a:lnTo>
                    <a:pt x="90090" y="49474"/>
                  </a:lnTo>
                  <a:lnTo>
                    <a:pt x="90844" y="49866"/>
                  </a:lnTo>
                  <a:lnTo>
                    <a:pt x="91598" y="50257"/>
                  </a:lnTo>
                  <a:lnTo>
                    <a:pt x="92352" y="50648"/>
                  </a:lnTo>
                  <a:lnTo>
                    <a:pt x="93106" y="51039"/>
                  </a:lnTo>
                  <a:lnTo>
                    <a:pt x="93860" y="51430"/>
                  </a:lnTo>
                  <a:lnTo>
                    <a:pt x="94615" y="51820"/>
                  </a:lnTo>
                  <a:lnTo>
                    <a:pt x="95370" y="52210"/>
                  </a:lnTo>
                  <a:lnTo>
                    <a:pt x="96124" y="52600"/>
                  </a:lnTo>
                  <a:lnTo>
                    <a:pt x="96879" y="52989"/>
                  </a:lnTo>
                  <a:lnTo>
                    <a:pt x="97635" y="53378"/>
                  </a:lnTo>
                  <a:lnTo>
                    <a:pt x="98390" y="53767"/>
                  </a:lnTo>
                  <a:lnTo>
                    <a:pt x="99145" y="54156"/>
                  </a:lnTo>
                  <a:lnTo>
                    <a:pt x="99901" y="54544"/>
                  </a:lnTo>
                  <a:lnTo>
                    <a:pt x="100657" y="54932"/>
                  </a:lnTo>
                  <a:lnTo>
                    <a:pt x="101413" y="55320"/>
                  </a:lnTo>
                  <a:lnTo>
                    <a:pt x="102169" y="55707"/>
                  </a:lnTo>
                  <a:lnTo>
                    <a:pt x="102925" y="56094"/>
                  </a:lnTo>
                  <a:lnTo>
                    <a:pt x="103681" y="56481"/>
                  </a:lnTo>
                  <a:lnTo>
                    <a:pt x="104438" y="56868"/>
                  </a:lnTo>
                  <a:lnTo>
                    <a:pt x="105194" y="57254"/>
                  </a:lnTo>
                  <a:lnTo>
                    <a:pt x="105951" y="57640"/>
                  </a:lnTo>
                  <a:lnTo>
                    <a:pt x="106708" y="58026"/>
                  </a:lnTo>
                  <a:lnTo>
                    <a:pt x="107465" y="58411"/>
                  </a:lnTo>
                  <a:lnTo>
                    <a:pt x="108222" y="58796"/>
                  </a:lnTo>
                  <a:lnTo>
                    <a:pt x="108979" y="59181"/>
                  </a:lnTo>
                  <a:lnTo>
                    <a:pt x="109737" y="59565"/>
                  </a:lnTo>
                  <a:lnTo>
                    <a:pt x="110494" y="59950"/>
                  </a:lnTo>
                  <a:lnTo>
                    <a:pt x="111252" y="60334"/>
                  </a:lnTo>
                  <a:lnTo>
                    <a:pt x="112010" y="60717"/>
                  </a:lnTo>
                  <a:lnTo>
                    <a:pt x="112768" y="61101"/>
                  </a:lnTo>
                  <a:lnTo>
                    <a:pt x="113526" y="61484"/>
                  </a:lnTo>
                  <a:lnTo>
                    <a:pt x="114285" y="61867"/>
                  </a:lnTo>
                  <a:lnTo>
                    <a:pt x="115043" y="62249"/>
                  </a:lnTo>
                  <a:lnTo>
                    <a:pt x="115802" y="62632"/>
                  </a:lnTo>
                  <a:lnTo>
                    <a:pt x="116561" y="63014"/>
                  </a:lnTo>
                  <a:lnTo>
                    <a:pt x="117320" y="63395"/>
                  </a:lnTo>
                  <a:lnTo>
                    <a:pt x="118079" y="63777"/>
                  </a:lnTo>
                  <a:lnTo>
                    <a:pt x="118838" y="64158"/>
                  </a:lnTo>
                  <a:lnTo>
                    <a:pt x="119597" y="64539"/>
                  </a:lnTo>
                  <a:lnTo>
                    <a:pt x="120357" y="64919"/>
                  </a:lnTo>
                  <a:lnTo>
                    <a:pt x="121116" y="65299"/>
                  </a:lnTo>
                  <a:lnTo>
                    <a:pt x="121876" y="65679"/>
                  </a:lnTo>
                  <a:lnTo>
                    <a:pt x="122636" y="66059"/>
                  </a:lnTo>
                  <a:lnTo>
                    <a:pt x="123396" y="66439"/>
                  </a:lnTo>
                  <a:lnTo>
                    <a:pt x="124156" y="66818"/>
                  </a:lnTo>
                  <a:lnTo>
                    <a:pt x="124917" y="67197"/>
                  </a:lnTo>
                  <a:lnTo>
                    <a:pt x="125677" y="67575"/>
                  </a:lnTo>
                  <a:lnTo>
                    <a:pt x="126438" y="67953"/>
                  </a:lnTo>
                  <a:lnTo>
                    <a:pt x="127199" y="68331"/>
                  </a:lnTo>
                  <a:lnTo>
                    <a:pt x="127960" y="68709"/>
                  </a:lnTo>
                  <a:lnTo>
                    <a:pt x="128721" y="69086"/>
                  </a:lnTo>
                  <a:lnTo>
                    <a:pt x="129482" y="69463"/>
                  </a:lnTo>
                  <a:lnTo>
                    <a:pt x="130243" y="69840"/>
                  </a:lnTo>
                  <a:lnTo>
                    <a:pt x="131005" y="70217"/>
                  </a:lnTo>
                  <a:lnTo>
                    <a:pt x="131766" y="70593"/>
                  </a:lnTo>
                  <a:lnTo>
                    <a:pt x="132528" y="70969"/>
                  </a:lnTo>
                  <a:lnTo>
                    <a:pt x="133290" y="71345"/>
                  </a:lnTo>
                  <a:lnTo>
                    <a:pt x="134052" y="71720"/>
                  </a:lnTo>
                  <a:lnTo>
                    <a:pt x="134814" y="72095"/>
                  </a:lnTo>
                  <a:lnTo>
                    <a:pt x="135577" y="72470"/>
                  </a:lnTo>
                  <a:lnTo>
                    <a:pt x="136339" y="72845"/>
                  </a:lnTo>
                  <a:lnTo>
                    <a:pt x="137102" y="73219"/>
                  </a:lnTo>
                  <a:lnTo>
                    <a:pt x="137865" y="73593"/>
                  </a:lnTo>
                  <a:lnTo>
                    <a:pt x="138628" y="73966"/>
                  </a:lnTo>
                  <a:lnTo>
                    <a:pt x="139391" y="74340"/>
                  </a:lnTo>
                  <a:lnTo>
                    <a:pt x="140154" y="74713"/>
                  </a:lnTo>
                  <a:lnTo>
                    <a:pt x="140917" y="75086"/>
                  </a:lnTo>
                  <a:lnTo>
                    <a:pt x="141681" y="75458"/>
                  </a:lnTo>
                  <a:lnTo>
                    <a:pt x="142444" y="75830"/>
                  </a:lnTo>
                  <a:lnTo>
                    <a:pt x="143208" y="76202"/>
                  </a:lnTo>
                  <a:lnTo>
                    <a:pt x="143972" y="76574"/>
                  </a:lnTo>
                  <a:lnTo>
                    <a:pt x="144736" y="76945"/>
                  </a:lnTo>
                  <a:lnTo>
                    <a:pt x="145500" y="77316"/>
                  </a:lnTo>
                  <a:lnTo>
                    <a:pt x="146264" y="77687"/>
                  </a:lnTo>
                  <a:lnTo>
                    <a:pt x="147029" y="78058"/>
                  </a:lnTo>
                  <a:lnTo>
                    <a:pt x="147793" y="78428"/>
                  </a:lnTo>
                  <a:lnTo>
                    <a:pt x="148558" y="78798"/>
                  </a:lnTo>
                  <a:lnTo>
                    <a:pt x="149323" y="79167"/>
                  </a:lnTo>
                  <a:lnTo>
                    <a:pt x="150088" y="79537"/>
                  </a:lnTo>
                  <a:lnTo>
                    <a:pt x="150853" y="79906"/>
                  </a:lnTo>
                  <a:lnTo>
                    <a:pt x="151619" y="80275"/>
                  </a:lnTo>
                  <a:lnTo>
                    <a:pt x="152384" y="80643"/>
                  </a:lnTo>
                  <a:lnTo>
                    <a:pt x="153150" y="81011"/>
                  </a:lnTo>
                  <a:lnTo>
                    <a:pt x="153915" y="81379"/>
                  </a:lnTo>
                  <a:lnTo>
                    <a:pt x="154681" y="81747"/>
                  </a:lnTo>
                  <a:lnTo>
                    <a:pt x="155447" y="82114"/>
                  </a:lnTo>
                  <a:lnTo>
                    <a:pt x="156213" y="82481"/>
                  </a:lnTo>
                  <a:lnTo>
                    <a:pt x="156979" y="82848"/>
                  </a:lnTo>
                  <a:lnTo>
                    <a:pt x="157746" y="83214"/>
                  </a:lnTo>
                  <a:lnTo>
                    <a:pt x="158512" y="83580"/>
                  </a:lnTo>
                  <a:lnTo>
                    <a:pt x="159279" y="83946"/>
                  </a:lnTo>
                  <a:lnTo>
                    <a:pt x="160046" y="84312"/>
                  </a:lnTo>
                  <a:lnTo>
                    <a:pt x="160813" y="84677"/>
                  </a:lnTo>
                  <a:lnTo>
                    <a:pt x="161580" y="85042"/>
                  </a:lnTo>
                  <a:lnTo>
                    <a:pt x="162347" y="85407"/>
                  </a:lnTo>
                  <a:lnTo>
                    <a:pt x="163115" y="85771"/>
                  </a:lnTo>
                  <a:lnTo>
                    <a:pt x="163882" y="86136"/>
                  </a:lnTo>
                  <a:lnTo>
                    <a:pt x="164650" y="86499"/>
                  </a:lnTo>
                  <a:lnTo>
                    <a:pt x="165418" y="86863"/>
                  </a:lnTo>
                  <a:lnTo>
                    <a:pt x="166185" y="87226"/>
                  </a:lnTo>
                  <a:lnTo>
                    <a:pt x="166953" y="87589"/>
                  </a:lnTo>
                  <a:lnTo>
                    <a:pt x="167722" y="87952"/>
                  </a:lnTo>
                  <a:lnTo>
                    <a:pt x="168490" y="88314"/>
                  </a:lnTo>
                  <a:lnTo>
                    <a:pt x="169258" y="88676"/>
                  </a:lnTo>
                  <a:lnTo>
                    <a:pt x="170027" y="89038"/>
                  </a:lnTo>
                  <a:lnTo>
                    <a:pt x="170796" y="89400"/>
                  </a:lnTo>
                  <a:lnTo>
                    <a:pt x="171565" y="89761"/>
                  </a:lnTo>
                  <a:lnTo>
                    <a:pt x="172334" y="90122"/>
                  </a:lnTo>
                  <a:lnTo>
                    <a:pt x="173103" y="90483"/>
                  </a:lnTo>
                  <a:lnTo>
                    <a:pt x="173872" y="90843"/>
                  </a:lnTo>
                  <a:lnTo>
                    <a:pt x="174642" y="91203"/>
                  </a:lnTo>
                  <a:lnTo>
                    <a:pt x="175411" y="91563"/>
                  </a:lnTo>
                  <a:lnTo>
                    <a:pt x="176181" y="91922"/>
                  </a:lnTo>
                  <a:lnTo>
                    <a:pt x="176951" y="92282"/>
                  </a:lnTo>
                  <a:lnTo>
                    <a:pt x="177721" y="92640"/>
                  </a:lnTo>
                  <a:lnTo>
                    <a:pt x="178491" y="92999"/>
                  </a:lnTo>
                  <a:lnTo>
                    <a:pt x="179261" y="93357"/>
                  </a:lnTo>
                  <a:lnTo>
                    <a:pt x="180031" y="93715"/>
                  </a:lnTo>
                  <a:lnTo>
                    <a:pt x="180802" y="94073"/>
                  </a:lnTo>
                  <a:lnTo>
                    <a:pt x="181572" y="94431"/>
                  </a:lnTo>
                  <a:lnTo>
                    <a:pt x="182343" y="94788"/>
                  </a:lnTo>
                  <a:lnTo>
                    <a:pt x="183114" y="95145"/>
                  </a:lnTo>
                  <a:lnTo>
                    <a:pt x="183885" y="95501"/>
                  </a:lnTo>
                  <a:lnTo>
                    <a:pt x="184656" y="95858"/>
                  </a:lnTo>
                  <a:lnTo>
                    <a:pt x="185428" y="96214"/>
                  </a:lnTo>
                  <a:lnTo>
                    <a:pt x="186199" y="96569"/>
                  </a:lnTo>
                  <a:lnTo>
                    <a:pt x="186971" y="96925"/>
                  </a:lnTo>
                  <a:lnTo>
                    <a:pt x="187742" y="97280"/>
                  </a:lnTo>
                </a:path>
              </a:pathLst>
            </a:custGeom>
            <a:ln w="22859" cap="rnd">
              <a:solidFill>
                <a:srgbClr val="FFBF5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5163292" y="5479426"/>
              <a:ext cx="43969" cy="19434"/>
            </a:xfrm>
            <a:custGeom>
              <a:avLst/>
              <a:pathLst>
                <a:path w="43969" h="19434">
                  <a:moveTo>
                    <a:pt x="0" y="0"/>
                  </a:moveTo>
                  <a:lnTo>
                    <a:pt x="175" y="79"/>
                  </a:lnTo>
                  <a:lnTo>
                    <a:pt x="351" y="159"/>
                  </a:lnTo>
                  <a:lnTo>
                    <a:pt x="527" y="239"/>
                  </a:lnTo>
                  <a:lnTo>
                    <a:pt x="703" y="319"/>
                  </a:lnTo>
                  <a:lnTo>
                    <a:pt x="878" y="399"/>
                  </a:lnTo>
                  <a:lnTo>
                    <a:pt x="1054" y="479"/>
                  </a:lnTo>
                  <a:lnTo>
                    <a:pt x="1230" y="559"/>
                  </a:lnTo>
                  <a:lnTo>
                    <a:pt x="1406" y="638"/>
                  </a:lnTo>
                  <a:lnTo>
                    <a:pt x="1581" y="718"/>
                  </a:lnTo>
                  <a:lnTo>
                    <a:pt x="1757" y="798"/>
                  </a:lnTo>
                  <a:lnTo>
                    <a:pt x="1933" y="878"/>
                  </a:lnTo>
                  <a:lnTo>
                    <a:pt x="2109" y="958"/>
                  </a:lnTo>
                  <a:lnTo>
                    <a:pt x="2285" y="1037"/>
                  </a:lnTo>
                  <a:lnTo>
                    <a:pt x="2461" y="1117"/>
                  </a:lnTo>
                  <a:lnTo>
                    <a:pt x="2636" y="1197"/>
                  </a:lnTo>
                  <a:lnTo>
                    <a:pt x="2812" y="1276"/>
                  </a:lnTo>
                  <a:lnTo>
                    <a:pt x="2988" y="1356"/>
                  </a:lnTo>
                  <a:lnTo>
                    <a:pt x="3164" y="1436"/>
                  </a:lnTo>
                  <a:lnTo>
                    <a:pt x="3340" y="1515"/>
                  </a:lnTo>
                  <a:lnTo>
                    <a:pt x="3516" y="1595"/>
                  </a:lnTo>
                  <a:lnTo>
                    <a:pt x="3692" y="1675"/>
                  </a:lnTo>
                  <a:lnTo>
                    <a:pt x="3868" y="1754"/>
                  </a:lnTo>
                  <a:lnTo>
                    <a:pt x="4043" y="1834"/>
                  </a:lnTo>
                  <a:lnTo>
                    <a:pt x="4219" y="1914"/>
                  </a:lnTo>
                  <a:lnTo>
                    <a:pt x="4395" y="1993"/>
                  </a:lnTo>
                  <a:lnTo>
                    <a:pt x="4571" y="2073"/>
                  </a:lnTo>
                  <a:lnTo>
                    <a:pt x="4747" y="2152"/>
                  </a:lnTo>
                  <a:lnTo>
                    <a:pt x="4923" y="2232"/>
                  </a:lnTo>
                  <a:lnTo>
                    <a:pt x="5099" y="2311"/>
                  </a:lnTo>
                  <a:lnTo>
                    <a:pt x="5275" y="2391"/>
                  </a:lnTo>
                  <a:lnTo>
                    <a:pt x="5451" y="2470"/>
                  </a:lnTo>
                  <a:lnTo>
                    <a:pt x="5627" y="2550"/>
                  </a:lnTo>
                  <a:lnTo>
                    <a:pt x="5803" y="2629"/>
                  </a:lnTo>
                  <a:lnTo>
                    <a:pt x="5979" y="2708"/>
                  </a:lnTo>
                  <a:lnTo>
                    <a:pt x="6155" y="2788"/>
                  </a:lnTo>
                  <a:lnTo>
                    <a:pt x="6331" y="2867"/>
                  </a:lnTo>
                  <a:lnTo>
                    <a:pt x="6507" y="2947"/>
                  </a:lnTo>
                  <a:lnTo>
                    <a:pt x="6683" y="3026"/>
                  </a:lnTo>
                  <a:lnTo>
                    <a:pt x="6859" y="3105"/>
                  </a:lnTo>
                  <a:lnTo>
                    <a:pt x="7035" y="3185"/>
                  </a:lnTo>
                  <a:lnTo>
                    <a:pt x="7211" y="3264"/>
                  </a:lnTo>
                  <a:lnTo>
                    <a:pt x="7387" y="3343"/>
                  </a:lnTo>
                  <a:lnTo>
                    <a:pt x="7563" y="3423"/>
                  </a:lnTo>
                  <a:lnTo>
                    <a:pt x="7739" y="3502"/>
                  </a:lnTo>
                  <a:lnTo>
                    <a:pt x="7915" y="3581"/>
                  </a:lnTo>
                  <a:lnTo>
                    <a:pt x="8091" y="3660"/>
                  </a:lnTo>
                  <a:lnTo>
                    <a:pt x="8267" y="3740"/>
                  </a:lnTo>
                  <a:lnTo>
                    <a:pt x="8443" y="3819"/>
                  </a:lnTo>
                  <a:lnTo>
                    <a:pt x="8619" y="3898"/>
                  </a:lnTo>
                  <a:lnTo>
                    <a:pt x="8795" y="3977"/>
                  </a:lnTo>
                  <a:lnTo>
                    <a:pt x="8971" y="4056"/>
                  </a:lnTo>
                  <a:lnTo>
                    <a:pt x="9148" y="4136"/>
                  </a:lnTo>
                  <a:lnTo>
                    <a:pt x="9324" y="4215"/>
                  </a:lnTo>
                  <a:lnTo>
                    <a:pt x="9500" y="4294"/>
                  </a:lnTo>
                  <a:lnTo>
                    <a:pt x="9676" y="4373"/>
                  </a:lnTo>
                  <a:lnTo>
                    <a:pt x="9852" y="4452"/>
                  </a:lnTo>
                  <a:lnTo>
                    <a:pt x="10028" y="4531"/>
                  </a:lnTo>
                  <a:lnTo>
                    <a:pt x="10204" y="4610"/>
                  </a:lnTo>
                  <a:lnTo>
                    <a:pt x="10380" y="4689"/>
                  </a:lnTo>
                  <a:lnTo>
                    <a:pt x="10557" y="4768"/>
                  </a:lnTo>
                  <a:lnTo>
                    <a:pt x="10733" y="4847"/>
                  </a:lnTo>
                  <a:lnTo>
                    <a:pt x="10909" y="4926"/>
                  </a:lnTo>
                  <a:lnTo>
                    <a:pt x="11085" y="5005"/>
                  </a:lnTo>
                  <a:lnTo>
                    <a:pt x="11261" y="5084"/>
                  </a:lnTo>
                  <a:lnTo>
                    <a:pt x="11437" y="5163"/>
                  </a:lnTo>
                  <a:lnTo>
                    <a:pt x="11614" y="5242"/>
                  </a:lnTo>
                  <a:lnTo>
                    <a:pt x="11790" y="5321"/>
                  </a:lnTo>
                  <a:lnTo>
                    <a:pt x="11966" y="5400"/>
                  </a:lnTo>
                  <a:lnTo>
                    <a:pt x="12142" y="5479"/>
                  </a:lnTo>
                  <a:lnTo>
                    <a:pt x="12318" y="5558"/>
                  </a:lnTo>
                  <a:lnTo>
                    <a:pt x="12495" y="5637"/>
                  </a:lnTo>
                  <a:lnTo>
                    <a:pt x="12671" y="5715"/>
                  </a:lnTo>
                  <a:lnTo>
                    <a:pt x="12847" y="5794"/>
                  </a:lnTo>
                  <a:lnTo>
                    <a:pt x="13023" y="5873"/>
                  </a:lnTo>
                  <a:lnTo>
                    <a:pt x="13200" y="5952"/>
                  </a:lnTo>
                  <a:lnTo>
                    <a:pt x="13376" y="6031"/>
                  </a:lnTo>
                  <a:lnTo>
                    <a:pt x="13552" y="6110"/>
                  </a:lnTo>
                  <a:lnTo>
                    <a:pt x="13728" y="6188"/>
                  </a:lnTo>
                  <a:lnTo>
                    <a:pt x="13905" y="6267"/>
                  </a:lnTo>
                  <a:lnTo>
                    <a:pt x="14081" y="6346"/>
                  </a:lnTo>
                  <a:lnTo>
                    <a:pt x="14257" y="6424"/>
                  </a:lnTo>
                  <a:lnTo>
                    <a:pt x="14434" y="6503"/>
                  </a:lnTo>
                  <a:lnTo>
                    <a:pt x="14610" y="6582"/>
                  </a:lnTo>
                  <a:lnTo>
                    <a:pt x="14786" y="6661"/>
                  </a:lnTo>
                  <a:lnTo>
                    <a:pt x="14963" y="6739"/>
                  </a:lnTo>
                  <a:lnTo>
                    <a:pt x="15139" y="6818"/>
                  </a:lnTo>
                  <a:lnTo>
                    <a:pt x="15315" y="6896"/>
                  </a:lnTo>
                  <a:lnTo>
                    <a:pt x="15492" y="6975"/>
                  </a:lnTo>
                  <a:lnTo>
                    <a:pt x="15668" y="7054"/>
                  </a:lnTo>
                  <a:lnTo>
                    <a:pt x="15844" y="7132"/>
                  </a:lnTo>
                  <a:lnTo>
                    <a:pt x="16021" y="7211"/>
                  </a:lnTo>
                  <a:lnTo>
                    <a:pt x="16197" y="7289"/>
                  </a:lnTo>
                  <a:lnTo>
                    <a:pt x="16373" y="7368"/>
                  </a:lnTo>
                  <a:lnTo>
                    <a:pt x="16550" y="7446"/>
                  </a:lnTo>
                  <a:lnTo>
                    <a:pt x="16726" y="7525"/>
                  </a:lnTo>
                  <a:lnTo>
                    <a:pt x="16903" y="7603"/>
                  </a:lnTo>
                  <a:lnTo>
                    <a:pt x="17079" y="7682"/>
                  </a:lnTo>
                  <a:lnTo>
                    <a:pt x="17255" y="7760"/>
                  </a:lnTo>
                  <a:lnTo>
                    <a:pt x="17432" y="7839"/>
                  </a:lnTo>
                  <a:lnTo>
                    <a:pt x="17608" y="7917"/>
                  </a:lnTo>
                  <a:lnTo>
                    <a:pt x="17785" y="7996"/>
                  </a:lnTo>
                  <a:lnTo>
                    <a:pt x="17961" y="8074"/>
                  </a:lnTo>
                  <a:lnTo>
                    <a:pt x="18138" y="8152"/>
                  </a:lnTo>
                  <a:lnTo>
                    <a:pt x="18314" y="8231"/>
                  </a:lnTo>
                  <a:lnTo>
                    <a:pt x="18490" y="8309"/>
                  </a:lnTo>
                  <a:lnTo>
                    <a:pt x="18667" y="8387"/>
                  </a:lnTo>
                  <a:lnTo>
                    <a:pt x="18843" y="8466"/>
                  </a:lnTo>
                  <a:lnTo>
                    <a:pt x="19020" y="8544"/>
                  </a:lnTo>
                  <a:lnTo>
                    <a:pt x="19196" y="8622"/>
                  </a:lnTo>
                  <a:lnTo>
                    <a:pt x="19373" y="8701"/>
                  </a:lnTo>
                  <a:lnTo>
                    <a:pt x="19549" y="8779"/>
                  </a:lnTo>
                  <a:lnTo>
                    <a:pt x="19726" y="8857"/>
                  </a:lnTo>
                  <a:lnTo>
                    <a:pt x="19902" y="8935"/>
                  </a:lnTo>
                  <a:lnTo>
                    <a:pt x="20079" y="9014"/>
                  </a:lnTo>
                  <a:lnTo>
                    <a:pt x="20255" y="9092"/>
                  </a:lnTo>
                  <a:lnTo>
                    <a:pt x="20432" y="9170"/>
                  </a:lnTo>
                  <a:lnTo>
                    <a:pt x="20608" y="9248"/>
                  </a:lnTo>
                  <a:lnTo>
                    <a:pt x="20785" y="9326"/>
                  </a:lnTo>
                  <a:lnTo>
                    <a:pt x="20961" y="9405"/>
                  </a:lnTo>
                  <a:lnTo>
                    <a:pt x="21138" y="9483"/>
                  </a:lnTo>
                  <a:lnTo>
                    <a:pt x="21315" y="9561"/>
                  </a:lnTo>
                  <a:lnTo>
                    <a:pt x="21491" y="9639"/>
                  </a:lnTo>
                  <a:lnTo>
                    <a:pt x="21668" y="9717"/>
                  </a:lnTo>
                  <a:lnTo>
                    <a:pt x="21844" y="9795"/>
                  </a:lnTo>
                  <a:lnTo>
                    <a:pt x="22021" y="9873"/>
                  </a:lnTo>
                  <a:lnTo>
                    <a:pt x="22198" y="9951"/>
                  </a:lnTo>
                  <a:lnTo>
                    <a:pt x="22374" y="10029"/>
                  </a:lnTo>
                  <a:lnTo>
                    <a:pt x="22551" y="10107"/>
                  </a:lnTo>
                  <a:lnTo>
                    <a:pt x="22727" y="10185"/>
                  </a:lnTo>
                  <a:lnTo>
                    <a:pt x="22904" y="10263"/>
                  </a:lnTo>
                  <a:lnTo>
                    <a:pt x="23081" y="10341"/>
                  </a:lnTo>
                  <a:lnTo>
                    <a:pt x="23257" y="10419"/>
                  </a:lnTo>
                  <a:lnTo>
                    <a:pt x="23434" y="10497"/>
                  </a:lnTo>
                  <a:lnTo>
                    <a:pt x="23611" y="10575"/>
                  </a:lnTo>
                  <a:lnTo>
                    <a:pt x="23787" y="10653"/>
                  </a:lnTo>
                  <a:lnTo>
                    <a:pt x="23964" y="10731"/>
                  </a:lnTo>
                  <a:lnTo>
                    <a:pt x="24141" y="10808"/>
                  </a:lnTo>
                  <a:lnTo>
                    <a:pt x="24317" y="10886"/>
                  </a:lnTo>
                  <a:lnTo>
                    <a:pt x="24494" y="10964"/>
                  </a:lnTo>
                  <a:lnTo>
                    <a:pt x="24671" y="11042"/>
                  </a:lnTo>
                  <a:lnTo>
                    <a:pt x="24847" y="11120"/>
                  </a:lnTo>
                  <a:lnTo>
                    <a:pt x="25024" y="11198"/>
                  </a:lnTo>
                  <a:lnTo>
                    <a:pt x="25201" y="11275"/>
                  </a:lnTo>
                  <a:lnTo>
                    <a:pt x="25377" y="11353"/>
                  </a:lnTo>
                  <a:lnTo>
                    <a:pt x="25554" y="11431"/>
                  </a:lnTo>
                  <a:lnTo>
                    <a:pt x="25731" y="11509"/>
                  </a:lnTo>
                  <a:lnTo>
                    <a:pt x="25908" y="11586"/>
                  </a:lnTo>
                  <a:lnTo>
                    <a:pt x="26084" y="11664"/>
                  </a:lnTo>
                  <a:lnTo>
                    <a:pt x="26261" y="11742"/>
                  </a:lnTo>
                  <a:lnTo>
                    <a:pt x="26438" y="11819"/>
                  </a:lnTo>
                  <a:lnTo>
                    <a:pt x="26615" y="11897"/>
                  </a:lnTo>
                  <a:lnTo>
                    <a:pt x="26791" y="11975"/>
                  </a:lnTo>
                  <a:lnTo>
                    <a:pt x="26968" y="12052"/>
                  </a:lnTo>
                  <a:lnTo>
                    <a:pt x="27145" y="12130"/>
                  </a:lnTo>
                  <a:lnTo>
                    <a:pt x="27322" y="12208"/>
                  </a:lnTo>
                  <a:lnTo>
                    <a:pt x="27499" y="12285"/>
                  </a:lnTo>
                  <a:lnTo>
                    <a:pt x="27675" y="12363"/>
                  </a:lnTo>
                  <a:lnTo>
                    <a:pt x="27852" y="12440"/>
                  </a:lnTo>
                  <a:lnTo>
                    <a:pt x="28029" y="12518"/>
                  </a:lnTo>
                  <a:lnTo>
                    <a:pt x="28206" y="12595"/>
                  </a:lnTo>
                  <a:lnTo>
                    <a:pt x="28383" y="12673"/>
                  </a:lnTo>
                  <a:lnTo>
                    <a:pt x="28559" y="12750"/>
                  </a:lnTo>
                  <a:lnTo>
                    <a:pt x="28736" y="12828"/>
                  </a:lnTo>
                  <a:lnTo>
                    <a:pt x="28913" y="12905"/>
                  </a:lnTo>
                  <a:lnTo>
                    <a:pt x="29090" y="12983"/>
                  </a:lnTo>
                  <a:lnTo>
                    <a:pt x="29267" y="13060"/>
                  </a:lnTo>
                  <a:lnTo>
                    <a:pt x="29444" y="13138"/>
                  </a:lnTo>
                  <a:lnTo>
                    <a:pt x="29621" y="13215"/>
                  </a:lnTo>
                  <a:lnTo>
                    <a:pt x="29797" y="13292"/>
                  </a:lnTo>
                  <a:lnTo>
                    <a:pt x="29974" y="13370"/>
                  </a:lnTo>
                  <a:lnTo>
                    <a:pt x="30151" y="13447"/>
                  </a:lnTo>
                  <a:lnTo>
                    <a:pt x="30328" y="13524"/>
                  </a:lnTo>
                  <a:lnTo>
                    <a:pt x="30505" y="13602"/>
                  </a:lnTo>
                  <a:lnTo>
                    <a:pt x="30682" y="13679"/>
                  </a:lnTo>
                  <a:lnTo>
                    <a:pt x="30859" y="13756"/>
                  </a:lnTo>
                  <a:lnTo>
                    <a:pt x="31036" y="13834"/>
                  </a:lnTo>
                  <a:lnTo>
                    <a:pt x="31213" y="13911"/>
                  </a:lnTo>
                  <a:lnTo>
                    <a:pt x="31390" y="13988"/>
                  </a:lnTo>
                  <a:lnTo>
                    <a:pt x="31567" y="14065"/>
                  </a:lnTo>
                  <a:lnTo>
                    <a:pt x="31744" y="14143"/>
                  </a:lnTo>
                  <a:lnTo>
                    <a:pt x="31921" y="14220"/>
                  </a:lnTo>
                  <a:lnTo>
                    <a:pt x="32098" y="14297"/>
                  </a:lnTo>
                  <a:lnTo>
                    <a:pt x="32275" y="14374"/>
                  </a:lnTo>
                  <a:lnTo>
                    <a:pt x="32452" y="14451"/>
                  </a:lnTo>
                  <a:lnTo>
                    <a:pt x="32628" y="14528"/>
                  </a:lnTo>
                  <a:lnTo>
                    <a:pt x="32805" y="14606"/>
                  </a:lnTo>
                  <a:lnTo>
                    <a:pt x="32982" y="14683"/>
                  </a:lnTo>
                  <a:lnTo>
                    <a:pt x="33160" y="14760"/>
                  </a:lnTo>
                  <a:lnTo>
                    <a:pt x="33337" y="14837"/>
                  </a:lnTo>
                  <a:lnTo>
                    <a:pt x="33514" y="14914"/>
                  </a:lnTo>
                  <a:lnTo>
                    <a:pt x="33691" y="14991"/>
                  </a:lnTo>
                  <a:lnTo>
                    <a:pt x="33868" y="15068"/>
                  </a:lnTo>
                  <a:lnTo>
                    <a:pt x="34045" y="15145"/>
                  </a:lnTo>
                  <a:lnTo>
                    <a:pt x="34222" y="15222"/>
                  </a:lnTo>
                  <a:lnTo>
                    <a:pt x="34399" y="15299"/>
                  </a:lnTo>
                  <a:lnTo>
                    <a:pt x="34576" y="15376"/>
                  </a:lnTo>
                  <a:lnTo>
                    <a:pt x="34753" y="15453"/>
                  </a:lnTo>
                  <a:lnTo>
                    <a:pt x="34930" y="15530"/>
                  </a:lnTo>
                  <a:lnTo>
                    <a:pt x="35107" y="15607"/>
                  </a:lnTo>
                  <a:lnTo>
                    <a:pt x="35284" y="15684"/>
                  </a:lnTo>
                  <a:lnTo>
                    <a:pt x="35461" y="15761"/>
                  </a:lnTo>
                  <a:lnTo>
                    <a:pt x="35638" y="15838"/>
                  </a:lnTo>
                  <a:lnTo>
                    <a:pt x="35815" y="15914"/>
                  </a:lnTo>
                  <a:lnTo>
                    <a:pt x="35993" y="15991"/>
                  </a:lnTo>
                  <a:lnTo>
                    <a:pt x="36170" y="16068"/>
                  </a:lnTo>
                  <a:lnTo>
                    <a:pt x="36347" y="16145"/>
                  </a:lnTo>
                  <a:lnTo>
                    <a:pt x="36524" y="16222"/>
                  </a:lnTo>
                  <a:lnTo>
                    <a:pt x="36701" y="16298"/>
                  </a:lnTo>
                  <a:lnTo>
                    <a:pt x="36878" y="16375"/>
                  </a:lnTo>
                  <a:lnTo>
                    <a:pt x="37055" y="16452"/>
                  </a:lnTo>
                  <a:lnTo>
                    <a:pt x="37233" y="16529"/>
                  </a:lnTo>
                  <a:lnTo>
                    <a:pt x="37410" y="16606"/>
                  </a:lnTo>
                  <a:lnTo>
                    <a:pt x="37587" y="16682"/>
                  </a:lnTo>
                  <a:lnTo>
                    <a:pt x="37764" y="16759"/>
                  </a:lnTo>
                  <a:lnTo>
                    <a:pt x="37941" y="16836"/>
                  </a:lnTo>
                  <a:lnTo>
                    <a:pt x="38118" y="16912"/>
                  </a:lnTo>
                  <a:lnTo>
                    <a:pt x="38296" y="16989"/>
                  </a:lnTo>
                  <a:lnTo>
                    <a:pt x="38473" y="17066"/>
                  </a:lnTo>
                  <a:lnTo>
                    <a:pt x="38650" y="17142"/>
                  </a:lnTo>
                  <a:lnTo>
                    <a:pt x="38827" y="17219"/>
                  </a:lnTo>
                  <a:lnTo>
                    <a:pt x="39004" y="17295"/>
                  </a:lnTo>
                  <a:lnTo>
                    <a:pt x="39182" y="17372"/>
                  </a:lnTo>
                  <a:lnTo>
                    <a:pt x="39359" y="17449"/>
                  </a:lnTo>
                  <a:lnTo>
                    <a:pt x="39536" y="17525"/>
                  </a:lnTo>
                  <a:lnTo>
                    <a:pt x="39713" y="17602"/>
                  </a:lnTo>
                  <a:lnTo>
                    <a:pt x="39891" y="17678"/>
                  </a:lnTo>
                  <a:lnTo>
                    <a:pt x="40068" y="17755"/>
                  </a:lnTo>
                  <a:lnTo>
                    <a:pt x="40245" y="17831"/>
                  </a:lnTo>
                  <a:lnTo>
                    <a:pt x="40423" y="17908"/>
                  </a:lnTo>
                  <a:lnTo>
                    <a:pt x="40600" y="17984"/>
                  </a:lnTo>
                  <a:lnTo>
                    <a:pt x="40777" y="18061"/>
                  </a:lnTo>
                  <a:lnTo>
                    <a:pt x="40954" y="18137"/>
                  </a:lnTo>
                  <a:lnTo>
                    <a:pt x="41132" y="18213"/>
                  </a:lnTo>
                  <a:lnTo>
                    <a:pt x="41309" y="18290"/>
                  </a:lnTo>
                  <a:lnTo>
                    <a:pt x="41486" y="18366"/>
                  </a:lnTo>
                  <a:lnTo>
                    <a:pt x="41664" y="18443"/>
                  </a:lnTo>
                  <a:lnTo>
                    <a:pt x="41841" y="18519"/>
                  </a:lnTo>
                  <a:lnTo>
                    <a:pt x="42018" y="18595"/>
                  </a:lnTo>
                  <a:lnTo>
                    <a:pt x="42196" y="18672"/>
                  </a:lnTo>
                  <a:lnTo>
                    <a:pt x="42373" y="18748"/>
                  </a:lnTo>
                  <a:lnTo>
                    <a:pt x="42550" y="18824"/>
                  </a:lnTo>
                  <a:lnTo>
                    <a:pt x="42728" y="18900"/>
                  </a:lnTo>
                  <a:lnTo>
                    <a:pt x="42905" y="18977"/>
                  </a:lnTo>
                  <a:lnTo>
                    <a:pt x="43082" y="19053"/>
                  </a:lnTo>
                  <a:lnTo>
                    <a:pt x="43260" y="19129"/>
                  </a:lnTo>
                  <a:lnTo>
                    <a:pt x="43437" y="19205"/>
                  </a:lnTo>
                  <a:lnTo>
                    <a:pt x="43615" y="19282"/>
                  </a:lnTo>
                  <a:lnTo>
                    <a:pt x="43792" y="19358"/>
                  </a:lnTo>
                  <a:lnTo>
                    <a:pt x="43969" y="194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83820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5216105" y="5502635"/>
              <a:ext cx="17734" cy="7434"/>
            </a:xfrm>
            <a:custGeom>
              <a:avLst/>
              <a:pathLst>
                <a:path w="17734" h="7434">
                  <a:moveTo>
                    <a:pt x="0" y="0"/>
                  </a:moveTo>
                  <a:lnTo>
                    <a:pt x="71" y="30"/>
                  </a:lnTo>
                  <a:lnTo>
                    <a:pt x="142" y="60"/>
                  </a:lnTo>
                  <a:lnTo>
                    <a:pt x="213" y="90"/>
                  </a:lnTo>
                  <a:lnTo>
                    <a:pt x="284" y="120"/>
                  </a:lnTo>
                  <a:lnTo>
                    <a:pt x="355" y="150"/>
                  </a:lnTo>
                  <a:lnTo>
                    <a:pt x="426" y="180"/>
                  </a:lnTo>
                  <a:lnTo>
                    <a:pt x="497" y="211"/>
                  </a:lnTo>
                  <a:lnTo>
                    <a:pt x="568" y="241"/>
                  </a:lnTo>
                  <a:lnTo>
                    <a:pt x="639" y="271"/>
                  </a:lnTo>
                  <a:lnTo>
                    <a:pt x="710" y="301"/>
                  </a:lnTo>
                  <a:lnTo>
                    <a:pt x="782" y="331"/>
                  </a:lnTo>
                  <a:lnTo>
                    <a:pt x="853" y="361"/>
                  </a:lnTo>
                  <a:lnTo>
                    <a:pt x="924" y="391"/>
                  </a:lnTo>
                  <a:lnTo>
                    <a:pt x="995" y="422"/>
                  </a:lnTo>
                  <a:lnTo>
                    <a:pt x="1066" y="452"/>
                  </a:lnTo>
                  <a:lnTo>
                    <a:pt x="1137" y="482"/>
                  </a:lnTo>
                  <a:lnTo>
                    <a:pt x="1208" y="512"/>
                  </a:lnTo>
                  <a:lnTo>
                    <a:pt x="1279" y="542"/>
                  </a:lnTo>
                  <a:lnTo>
                    <a:pt x="1350" y="572"/>
                  </a:lnTo>
                  <a:lnTo>
                    <a:pt x="1422" y="602"/>
                  </a:lnTo>
                  <a:lnTo>
                    <a:pt x="1493" y="632"/>
                  </a:lnTo>
                  <a:lnTo>
                    <a:pt x="1564" y="662"/>
                  </a:lnTo>
                  <a:lnTo>
                    <a:pt x="1635" y="693"/>
                  </a:lnTo>
                  <a:lnTo>
                    <a:pt x="1706" y="723"/>
                  </a:lnTo>
                  <a:lnTo>
                    <a:pt x="1777" y="753"/>
                  </a:lnTo>
                  <a:lnTo>
                    <a:pt x="1848" y="783"/>
                  </a:lnTo>
                  <a:lnTo>
                    <a:pt x="1919" y="813"/>
                  </a:lnTo>
                  <a:lnTo>
                    <a:pt x="1991" y="843"/>
                  </a:lnTo>
                  <a:lnTo>
                    <a:pt x="2062" y="873"/>
                  </a:lnTo>
                  <a:lnTo>
                    <a:pt x="2133" y="903"/>
                  </a:lnTo>
                  <a:lnTo>
                    <a:pt x="2204" y="933"/>
                  </a:lnTo>
                  <a:lnTo>
                    <a:pt x="2275" y="963"/>
                  </a:lnTo>
                  <a:lnTo>
                    <a:pt x="2346" y="994"/>
                  </a:lnTo>
                  <a:lnTo>
                    <a:pt x="2417" y="1024"/>
                  </a:lnTo>
                  <a:lnTo>
                    <a:pt x="2488" y="1054"/>
                  </a:lnTo>
                  <a:lnTo>
                    <a:pt x="2560" y="1084"/>
                  </a:lnTo>
                  <a:lnTo>
                    <a:pt x="2631" y="1114"/>
                  </a:lnTo>
                  <a:lnTo>
                    <a:pt x="2702" y="1144"/>
                  </a:lnTo>
                  <a:lnTo>
                    <a:pt x="2773" y="1174"/>
                  </a:lnTo>
                  <a:lnTo>
                    <a:pt x="2844" y="1204"/>
                  </a:lnTo>
                  <a:lnTo>
                    <a:pt x="2915" y="1234"/>
                  </a:lnTo>
                  <a:lnTo>
                    <a:pt x="2986" y="1264"/>
                  </a:lnTo>
                  <a:lnTo>
                    <a:pt x="3058" y="1294"/>
                  </a:lnTo>
                  <a:lnTo>
                    <a:pt x="3129" y="1324"/>
                  </a:lnTo>
                  <a:lnTo>
                    <a:pt x="3200" y="1354"/>
                  </a:lnTo>
                  <a:lnTo>
                    <a:pt x="3271" y="1384"/>
                  </a:lnTo>
                  <a:lnTo>
                    <a:pt x="3342" y="1414"/>
                  </a:lnTo>
                  <a:lnTo>
                    <a:pt x="3413" y="1444"/>
                  </a:lnTo>
                  <a:lnTo>
                    <a:pt x="3484" y="1475"/>
                  </a:lnTo>
                  <a:lnTo>
                    <a:pt x="3556" y="1505"/>
                  </a:lnTo>
                  <a:lnTo>
                    <a:pt x="3627" y="1535"/>
                  </a:lnTo>
                  <a:lnTo>
                    <a:pt x="3698" y="1565"/>
                  </a:lnTo>
                  <a:lnTo>
                    <a:pt x="3769" y="1595"/>
                  </a:lnTo>
                  <a:lnTo>
                    <a:pt x="3840" y="1625"/>
                  </a:lnTo>
                  <a:lnTo>
                    <a:pt x="3911" y="1655"/>
                  </a:lnTo>
                  <a:lnTo>
                    <a:pt x="3982" y="1685"/>
                  </a:lnTo>
                  <a:lnTo>
                    <a:pt x="4054" y="1715"/>
                  </a:lnTo>
                  <a:lnTo>
                    <a:pt x="4125" y="1745"/>
                  </a:lnTo>
                  <a:lnTo>
                    <a:pt x="4196" y="1775"/>
                  </a:lnTo>
                  <a:lnTo>
                    <a:pt x="4267" y="1805"/>
                  </a:lnTo>
                  <a:lnTo>
                    <a:pt x="4338" y="1835"/>
                  </a:lnTo>
                  <a:lnTo>
                    <a:pt x="4409" y="1865"/>
                  </a:lnTo>
                  <a:lnTo>
                    <a:pt x="4480" y="1895"/>
                  </a:lnTo>
                  <a:lnTo>
                    <a:pt x="4552" y="1925"/>
                  </a:lnTo>
                  <a:lnTo>
                    <a:pt x="4623" y="1955"/>
                  </a:lnTo>
                  <a:lnTo>
                    <a:pt x="4694" y="1985"/>
                  </a:lnTo>
                  <a:lnTo>
                    <a:pt x="4765" y="2015"/>
                  </a:lnTo>
                  <a:lnTo>
                    <a:pt x="4836" y="2045"/>
                  </a:lnTo>
                  <a:lnTo>
                    <a:pt x="4907" y="2075"/>
                  </a:lnTo>
                  <a:lnTo>
                    <a:pt x="4979" y="2105"/>
                  </a:lnTo>
                  <a:lnTo>
                    <a:pt x="5050" y="2135"/>
                  </a:lnTo>
                  <a:lnTo>
                    <a:pt x="5121" y="2165"/>
                  </a:lnTo>
                  <a:lnTo>
                    <a:pt x="5192" y="2195"/>
                  </a:lnTo>
                  <a:lnTo>
                    <a:pt x="5263" y="2225"/>
                  </a:lnTo>
                  <a:lnTo>
                    <a:pt x="5334" y="2255"/>
                  </a:lnTo>
                  <a:lnTo>
                    <a:pt x="5406" y="2285"/>
                  </a:lnTo>
                  <a:lnTo>
                    <a:pt x="5477" y="2315"/>
                  </a:lnTo>
                  <a:lnTo>
                    <a:pt x="5548" y="2345"/>
                  </a:lnTo>
                  <a:lnTo>
                    <a:pt x="5619" y="2375"/>
                  </a:lnTo>
                  <a:lnTo>
                    <a:pt x="5690" y="2405"/>
                  </a:lnTo>
                  <a:lnTo>
                    <a:pt x="5762" y="2435"/>
                  </a:lnTo>
                  <a:lnTo>
                    <a:pt x="5833" y="2465"/>
                  </a:lnTo>
                  <a:lnTo>
                    <a:pt x="5904" y="2495"/>
                  </a:lnTo>
                  <a:lnTo>
                    <a:pt x="5975" y="2524"/>
                  </a:lnTo>
                  <a:lnTo>
                    <a:pt x="6046" y="2554"/>
                  </a:lnTo>
                  <a:lnTo>
                    <a:pt x="6117" y="2584"/>
                  </a:lnTo>
                  <a:lnTo>
                    <a:pt x="6189" y="2614"/>
                  </a:lnTo>
                  <a:lnTo>
                    <a:pt x="6260" y="2644"/>
                  </a:lnTo>
                  <a:lnTo>
                    <a:pt x="6331" y="2674"/>
                  </a:lnTo>
                  <a:lnTo>
                    <a:pt x="6402" y="2704"/>
                  </a:lnTo>
                  <a:lnTo>
                    <a:pt x="6473" y="2734"/>
                  </a:lnTo>
                  <a:lnTo>
                    <a:pt x="6545" y="2764"/>
                  </a:lnTo>
                  <a:lnTo>
                    <a:pt x="6616" y="2794"/>
                  </a:lnTo>
                  <a:lnTo>
                    <a:pt x="6687" y="2824"/>
                  </a:lnTo>
                  <a:lnTo>
                    <a:pt x="6758" y="2854"/>
                  </a:lnTo>
                  <a:lnTo>
                    <a:pt x="6829" y="2884"/>
                  </a:lnTo>
                  <a:lnTo>
                    <a:pt x="6901" y="2914"/>
                  </a:lnTo>
                  <a:lnTo>
                    <a:pt x="6972" y="2944"/>
                  </a:lnTo>
                  <a:lnTo>
                    <a:pt x="7043" y="2974"/>
                  </a:lnTo>
                  <a:lnTo>
                    <a:pt x="7114" y="3003"/>
                  </a:lnTo>
                  <a:lnTo>
                    <a:pt x="7185" y="3033"/>
                  </a:lnTo>
                  <a:lnTo>
                    <a:pt x="7256" y="3063"/>
                  </a:lnTo>
                  <a:lnTo>
                    <a:pt x="7328" y="3093"/>
                  </a:lnTo>
                  <a:lnTo>
                    <a:pt x="7399" y="3123"/>
                  </a:lnTo>
                  <a:lnTo>
                    <a:pt x="7470" y="3153"/>
                  </a:lnTo>
                  <a:lnTo>
                    <a:pt x="7541" y="3183"/>
                  </a:lnTo>
                  <a:lnTo>
                    <a:pt x="7612" y="3213"/>
                  </a:lnTo>
                  <a:lnTo>
                    <a:pt x="7684" y="3243"/>
                  </a:lnTo>
                  <a:lnTo>
                    <a:pt x="7755" y="3273"/>
                  </a:lnTo>
                  <a:lnTo>
                    <a:pt x="7826" y="3303"/>
                  </a:lnTo>
                  <a:lnTo>
                    <a:pt x="7897" y="3332"/>
                  </a:lnTo>
                  <a:lnTo>
                    <a:pt x="7969" y="3362"/>
                  </a:lnTo>
                  <a:lnTo>
                    <a:pt x="8040" y="3392"/>
                  </a:lnTo>
                  <a:lnTo>
                    <a:pt x="8111" y="3422"/>
                  </a:lnTo>
                  <a:lnTo>
                    <a:pt x="8182" y="3452"/>
                  </a:lnTo>
                  <a:lnTo>
                    <a:pt x="8253" y="3482"/>
                  </a:lnTo>
                  <a:lnTo>
                    <a:pt x="8325" y="3512"/>
                  </a:lnTo>
                  <a:lnTo>
                    <a:pt x="8396" y="3542"/>
                  </a:lnTo>
                  <a:lnTo>
                    <a:pt x="8467" y="3571"/>
                  </a:lnTo>
                  <a:lnTo>
                    <a:pt x="8538" y="3601"/>
                  </a:lnTo>
                  <a:lnTo>
                    <a:pt x="8609" y="3631"/>
                  </a:lnTo>
                  <a:lnTo>
                    <a:pt x="8681" y="3661"/>
                  </a:lnTo>
                  <a:lnTo>
                    <a:pt x="8752" y="3691"/>
                  </a:lnTo>
                  <a:lnTo>
                    <a:pt x="8823" y="3721"/>
                  </a:lnTo>
                  <a:lnTo>
                    <a:pt x="8894" y="3751"/>
                  </a:lnTo>
                  <a:lnTo>
                    <a:pt x="8966" y="3781"/>
                  </a:lnTo>
                  <a:lnTo>
                    <a:pt x="9037" y="3810"/>
                  </a:lnTo>
                  <a:lnTo>
                    <a:pt x="9108" y="3840"/>
                  </a:lnTo>
                  <a:lnTo>
                    <a:pt x="9179" y="3870"/>
                  </a:lnTo>
                  <a:lnTo>
                    <a:pt x="9250" y="3900"/>
                  </a:lnTo>
                  <a:lnTo>
                    <a:pt x="9322" y="3930"/>
                  </a:lnTo>
                  <a:lnTo>
                    <a:pt x="9393" y="3960"/>
                  </a:lnTo>
                  <a:lnTo>
                    <a:pt x="9464" y="3989"/>
                  </a:lnTo>
                  <a:lnTo>
                    <a:pt x="9535" y="4019"/>
                  </a:lnTo>
                  <a:lnTo>
                    <a:pt x="9607" y="4049"/>
                  </a:lnTo>
                  <a:lnTo>
                    <a:pt x="9678" y="4079"/>
                  </a:lnTo>
                  <a:lnTo>
                    <a:pt x="9749" y="4109"/>
                  </a:lnTo>
                  <a:lnTo>
                    <a:pt x="9820" y="4139"/>
                  </a:lnTo>
                  <a:lnTo>
                    <a:pt x="9892" y="4168"/>
                  </a:lnTo>
                  <a:lnTo>
                    <a:pt x="9963" y="4198"/>
                  </a:lnTo>
                  <a:lnTo>
                    <a:pt x="10034" y="4228"/>
                  </a:lnTo>
                  <a:lnTo>
                    <a:pt x="10105" y="4258"/>
                  </a:lnTo>
                  <a:lnTo>
                    <a:pt x="10177" y="4288"/>
                  </a:lnTo>
                  <a:lnTo>
                    <a:pt x="10248" y="4318"/>
                  </a:lnTo>
                  <a:lnTo>
                    <a:pt x="10319" y="4347"/>
                  </a:lnTo>
                  <a:lnTo>
                    <a:pt x="10390" y="4377"/>
                  </a:lnTo>
                  <a:lnTo>
                    <a:pt x="10461" y="4407"/>
                  </a:lnTo>
                  <a:lnTo>
                    <a:pt x="10533" y="4437"/>
                  </a:lnTo>
                  <a:lnTo>
                    <a:pt x="10604" y="4467"/>
                  </a:lnTo>
                  <a:lnTo>
                    <a:pt x="10675" y="4496"/>
                  </a:lnTo>
                  <a:lnTo>
                    <a:pt x="10746" y="4526"/>
                  </a:lnTo>
                  <a:lnTo>
                    <a:pt x="10818" y="4556"/>
                  </a:lnTo>
                  <a:lnTo>
                    <a:pt x="10889" y="4586"/>
                  </a:lnTo>
                  <a:lnTo>
                    <a:pt x="10960" y="4615"/>
                  </a:lnTo>
                  <a:lnTo>
                    <a:pt x="11031" y="4645"/>
                  </a:lnTo>
                  <a:lnTo>
                    <a:pt x="11103" y="4675"/>
                  </a:lnTo>
                  <a:lnTo>
                    <a:pt x="11174" y="4705"/>
                  </a:lnTo>
                  <a:lnTo>
                    <a:pt x="11245" y="4735"/>
                  </a:lnTo>
                  <a:lnTo>
                    <a:pt x="11317" y="4764"/>
                  </a:lnTo>
                  <a:lnTo>
                    <a:pt x="11388" y="4794"/>
                  </a:lnTo>
                  <a:lnTo>
                    <a:pt x="11459" y="4824"/>
                  </a:lnTo>
                  <a:lnTo>
                    <a:pt x="11530" y="4854"/>
                  </a:lnTo>
                  <a:lnTo>
                    <a:pt x="11602" y="4883"/>
                  </a:lnTo>
                  <a:lnTo>
                    <a:pt x="11673" y="4913"/>
                  </a:lnTo>
                  <a:lnTo>
                    <a:pt x="11744" y="4943"/>
                  </a:lnTo>
                  <a:lnTo>
                    <a:pt x="11815" y="4973"/>
                  </a:lnTo>
                  <a:lnTo>
                    <a:pt x="11887" y="5003"/>
                  </a:lnTo>
                  <a:lnTo>
                    <a:pt x="11958" y="5032"/>
                  </a:lnTo>
                  <a:lnTo>
                    <a:pt x="12029" y="5062"/>
                  </a:lnTo>
                  <a:lnTo>
                    <a:pt x="12100" y="5092"/>
                  </a:lnTo>
                  <a:lnTo>
                    <a:pt x="12172" y="5122"/>
                  </a:lnTo>
                  <a:lnTo>
                    <a:pt x="12243" y="5151"/>
                  </a:lnTo>
                  <a:lnTo>
                    <a:pt x="12314" y="5181"/>
                  </a:lnTo>
                  <a:lnTo>
                    <a:pt x="12385" y="5211"/>
                  </a:lnTo>
                  <a:lnTo>
                    <a:pt x="12457" y="5240"/>
                  </a:lnTo>
                  <a:lnTo>
                    <a:pt x="12528" y="5270"/>
                  </a:lnTo>
                  <a:lnTo>
                    <a:pt x="12599" y="5300"/>
                  </a:lnTo>
                  <a:lnTo>
                    <a:pt x="12671" y="5330"/>
                  </a:lnTo>
                  <a:lnTo>
                    <a:pt x="12742" y="5359"/>
                  </a:lnTo>
                  <a:lnTo>
                    <a:pt x="12813" y="5389"/>
                  </a:lnTo>
                  <a:lnTo>
                    <a:pt x="12884" y="5419"/>
                  </a:lnTo>
                  <a:lnTo>
                    <a:pt x="12956" y="5449"/>
                  </a:lnTo>
                  <a:lnTo>
                    <a:pt x="13027" y="5478"/>
                  </a:lnTo>
                  <a:lnTo>
                    <a:pt x="13098" y="5508"/>
                  </a:lnTo>
                  <a:lnTo>
                    <a:pt x="13170" y="5538"/>
                  </a:lnTo>
                  <a:lnTo>
                    <a:pt x="13241" y="5567"/>
                  </a:lnTo>
                  <a:lnTo>
                    <a:pt x="13312" y="5597"/>
                  </a:lnTo>
                  <a:lnTo>
                    <a:pt x="13383" y="5627"/>
                  </a:lnTo>
                  <a:lnTo>
                    <a:pt x="13455" y="5657"/>
                  </a:lnTo>
                  <a:lnTo>
                    <a:pt x="13526" y="5686"/>
                  </a:lnTo>
                  <a:lnTo>
                    <a:pt x="13597" y="5716"/>
                  </a:lnTo>
                  <a:lnTo>
                    <a:pt x="13669" y="5746"/>
                  </a:lnTo>
                  <a:lnTo>
                    <a:pt x="13740" y="5775"/>
                  </a:lnTo>
                  <a:lnTo>
                    <a:pt x="13811" y="5805"/>
                  </a:lnTo>
                  <a:lnTo>
                    <a:pt x="13882" y="5835"/>
                  </a:lnTo>
                  <a:lnTo>
                    <a:pt x="13954" y="5864"/>
                  </a:lnTo>
                  <a:lnTo>
                    <a:pt x="14025" y="5894"/>
                  </a:lnTo>
                  <a:lnTo>
                    <a:pt x="14096" y="5924"/>
                  </a:lnTo>
                  <a:lnTo>
                    <a:pt x="14168" y="5953"/>
                  </a:lnTo>
                  <a:lnTo>
                    <a:pt x="14239" y="5983"/>
                  </a:lnTo>
                  <a:lnTo>
                    <a:pt x="14310" y="6013"/>
                  </a:lnTo>
                  <a:lnTo>
                    <a:pt x="14382" y="6042"/>
                  </a:lnTo>
                  <a:lnTo>
                    <a:pt x="14453" y="6072"/>
                  </a:lnTo>
                  <a:lnTo>
                    <a:pt x="14524" y="6102"/>
                  </a:lnTo>
                  <a:lnTo>
                    <a:pt x="14595" y="6131"/>
                  </a:lnTo>
                  <a:lnTo>
                    <a:pt x="14667" y="6161"/>
                  </a:lnTo>
                  <a:lnTo>
                    <a:pt x="14738" y="6191"/>
                  </a:lnTo>
                  <a:lnTo>
                    <a:pt x="14809" y="6220"/>
                  </a:lnTo>
                  <a:lnTo>
                    <a:pt x="14881" y="6250"/>
                  </a:lnTo>
                  <a:lnTo>
                    <a:pt x="14952" y="6280"/>
                  </a:lnTo>
                  <a:lnTo>
                    <a:pt x="15023" y="6309"/>
                  </a:lnTo>
                  <a:lnTo>
                    <a:pt x="15095" y="6339"/>
                  </a:lnTo>
                  <a:lnTo>
                    <a:pt x="15166" y="6369"/>
                  </a:lnTo>
                  <a:lnTo>
                    <a:pt x="15237" y="6398"/>
                  </a:lnTo>
                  <a:lnTo>
                    <a:pt x="15309" y="6428"/>
                  </a:lnTo>
                  <a:lnTo>
                    <a:pt x="15380" y="6458"/>
                  </a:lnTo>
                  <a:lnTo>
                    <a:pt x="15451" y="6487"/>
                  </a:lnTo>
                  <a:lnTo>
                    <a:pt x="15522" y="6517"/>
                  </a:lnTo>
                  <a:lnTo>
                    <a:pt x="15594" y="6546"/>
                  </a:lnTo>
                  <a:lnTo>
                    <a:pt x="15665" y="6576"/>
                  </a:lnTo>
                  <a:lnTo>
                    <a:pt x="15736" y="6606"/>
                  </a:lnTo>
                  <a:lnTo>
                    <a:pt x="15808" y="6635"/>
                  </a:lnTo>
                  <a:lnTo>
                    <a:pt x="15879" y="6665"/>
                  </a:lnTo>
                  <a:lnTo>
                    <a:pt x="15950" y="6695"/>
                  </a:lnTo>
                  <a:lnTo>
                    <a:pt x="16022" y="6724"/>
                  </a:lnTo>
                  <a:lnTo>
                    <a:pt x="16093" y="6754"/>
                  </a:lnTo>
                  <a:lnTo>
                    <a:pt x="16164" y="6783"/>
                  </a:lnTo>
                  <a:lnTo>
                    <a:pt x="16236" y="6813"/>
                  </a:lnTo>
                  <a:lnTo>
                    <a:pt x="16307" y="6843"/>
                  </a:lnTo>
                  <a:lnTo>
                    <a:pt x="16378" y="6872"/>
                  </a:lnTo>
                  <a:lnTo>
                    <a:pt x="16450" y="6902"/>
                  </a:lnTo>
                  <a:lnTo>
                    <a:pt x="16521" y="6931"/>
                  </a:lnTo>
                  <a:lnTo>
                    <a:pt x="16592" y="6961"/>
                  </a:lnTo>
                  <a:lnTo>
                    <a:pt x="16664" y="6991"/>
                  </a:lnTo>
                  <a:lnTo>
                    <a:pt x="16735" y="7020"/>
                  </a:lnTo>
                  <a:lnTo>
                    <a:pt x="16806" y="7050"/>
                  </a:lnTo>
                  <a:lnTo>
                    <a:pt x="16878" y="7079"/>
                  </a:lnTo>
                  <a:lnTo>
                    <a:pt x="16949" y="7109"/>
                  </a:lnTo>
                  <a:lnTo>
                    <a:pt x="17020" y="7138"/>
                  </a:lnTo>
                  <a:lnTo>
                    <a:pt x="17092" y="7168"/>
                  </a:lnTo>
                  <a:lnTo>
                    <a:pt x="17163" y="7198"/>
                  </a:lnTo>
                  <a:lnTo>
                    <a:pt x="17234" y="7227"/>
                  </a:lnTo>
                  <a:lnTo>
                    <a:pt x="17306" y="7257"/>
                  </a:lnTo>
                  <a:lnTo>
                    <a:pt x="17377" y="7286"/>
                  </a:lnTo>
                  <a:lnTo>
                    <a:pt x="17448" y="7316"/>
                  </a:lnTo>
                  <a:lnTo>
                    <a:pt x="17520" y="7345"/>
                  </a:lnTo>
                  <a:lnTo>
                    <a:pt x="17591" y="7375"/>
                  </a:lnTo>
                  <a:lnTo>
                    <a:pt x="17662" y="7405"/>
                  </a:lnTo>
                  <a:lnTo>
                    <a:pt x="17734" y="7434"/>
                  </a:lnTo>
                </a:path>
              </a:pathLst>
            </a:custGeom>
            <a:ln w="22859" cap="rnd">
              <a:solidFill>
                <a:srgbClr val="F04E9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83820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7502426" y="5055410"/>
              <a:ext cx="151849" cy="132977"/>
            </a:xfrm>
            <a:custGeom>
              <a:avLst/>
              <a:pathLst>
                <a:path w="151849" h="132977">
                  <a:moveTo>
                    <a:pt x="0" y="132977"/>
                  </a:moveTo>
                  <a:lnTo>
                    <a:pt x="633" y="132470"/>
                  </a:lnTo>
                  <a:lnTo>
                    <a:pt x="1266" y="131964"/>
                  </a:lnTo>
                  <a:lnTo>
                    <a:pt x="1899" y="131457"/>
                  </a:lnTo>
                  <a:lnTo>
                    <a:pt x="2531" y="130950"/>
                  </a:lnTo>
                  <a:lnTo>
                    <a:pt x="3164" y="130442"/>
                  </a:lnTo>
                  <a:lnTo>
                    <a:pt x="3796" y="129935"/>
                  </a:lnTo>
                  <a:lnTo>
                    <a:pt x="4429" y="129427"/>
                  </a:lnTo>
                  <a:lnTo>
                    <a:pt x="5061" y="128919"/>
                  </a:lnTo>
                  <a:lnTo>
                    <a:pt x="5692" y="128411"/>
                  </a:lnTo>
                  <a:lnTo>
                    <a:pt x="6324" y="127902"/>
                  </a:lnTo>
                  <a:lnTo>
                    <a:pt x="6955" y="127393"/>
                  </a:lnTo>
                  <a:lnTo>
                    <a:pt x="7587" y="126884"/>
                  </a:lnTo>
                  <a:lnTo>
                    <a:pt x="8218" y="126375"/>
                  </a:lnTo>
                  <a:lnTo>
                    <a:pt x="8849" y="125866"/>
                  </a:lnTo>
                  <a:lnTo>
                    <a:pt x="9479" y="125356"/>
                  </a:lnTo>
                  <a:lnTo>
                    <a:pt x="10110" y="124846"/>
                  </a:lnTo>
                  <a:lnTo>
                    <a:pt x="10740" y="124336"/>
                  </a:lnTo>
                  <a:lnTo>
                    <a:pt x="11370" y="123826"/>
                  </a:lnTo>
                  <a:lnTo>
                    <a:pt x="12000" y="123315"/>
                  </a:lnTo>
                  <a:lnTo>
                    <a:pt x="12630" y="122804"/>
                  </a:lnTo>
                  <a:lnTo>
                    <a:pt x="13260" y="122293"/>
                  </a:lnTo>
                  <a:lnTo>
                    <a:pt x="13889" y="121782"/>
                  </a:lnTo>
                  <a:lnTo>
                    <a:pt x="14518" y="121271"/>
                  </a:lnTo>
                  <a:lnTo>
                    <a:pt x="15148" y="120759"/>
                  </a:lnTo>
                  <a:lnTo>
                    <a:pt x="15776" y="120247"/>
                  </a:lnTo>
                  <a:lnTo>
                    <a:pt x="16405" y="119735"/>
                  </a:lnTo>
                  <a:lnTo>
                    <a:pt x="17034" y="119222"/>
                  </a:lnTo>
                  <a:lnTo>
                    <a:pt x="17662" y="118710"/>
                  </a:lnTo>
                  <a:lnTo>
                    <a:pt x="18290" y="118197"/>
                  </a:lnTo>
                  <a:lnTo>
                    <a:pt x="18918" y="117684"/>
                  </a:lnTo>
                  <a:lnTo>
                    <a:pt x="19546" y="117171"/>
                  </a:lnTo>
                  <a:lnTo>
                    <a:pt x="20173" y="116657"/>
                  </a:lnTo>
                  <a:lnTo>
                    <a:pt x="20801" y="116143"/>
                  </a:lnTo>
                  <a:lnTo>
                    <a:pt x="21428" y="115629"/>
                  </a:lnTo>
                  <a:lnTo>
                    <a:pt x="22055" y="115115"/>
                  </a:lnTo>
                  <a:lnTo>
                    <a:pt x="22682" y="114601"/>
                  </a:lnTo>
                  <a:lnTo>
                    <a:pt x="23309" y="114086"/>
                  </a:lnTo>
                  <a:lnTo>
                    <a:pt x="23935" y="113571"/>
                  </a:lnTo>
                  <a:lnTo>
                    <a:pt x="24561" y="113056"/>
                  </a:lnTo>
                  <a:lnTo>
                    <a:pt x="25187" y="112541"/>
                  </a:lnTo>
                  <a:lnTo>
                    <a:pt x="25813" y="112025"/>
                  </a:lnTo>
                  <a:lnTo>
                    <a:pt x="26439" y="111510"/>
                  </a:lnTo>
                  <a:lnTo>
                    <a:pt x="27065" y="110994"/>
                  </a:lnTo>
                  <a:lnTo>
                    <a:pt x="27690" y="110477"/>
                  </a:lnTo>
                  <a:lnTo>
                    <a:pt x="28315" y="109961"/>
                  </a:lnTo>
                  <a:lnTo>
                    <a:pt x="28940" y="109444"/>
                  </a:lnTo>
                  <a:lnTo>
                    <a:pt x="29565" y="108928"/>
                  </a:lnTo>
                  <a:lnTo>
                    <a:pt x="30189" y="108410"/>
                  </a:lnTo>
                  <a:lnTo>
                    <a:pt x="30814" y="107893"/>
                  </a:lnTo>
                  <a:lnTo>
                    <a:pt x="31438" y="107376"/>
                  </a:lnTo>
                  <a:lnTo>
                    <a:pt x="32062" y="106858"/>
                  </a:lnTo>
                  <a:lnTo>
                    <a:pt x="32686" y="106340"/>
                  </a:lnTo>
                  <a:lnTo>
                    <a:pt x="33310" y="105821"/>
                  </a:lnTo>
                  <a:lnTo>
                    <a:pt x="33933" y="105303"/>
                  </a:lnTo>
                  <a:lnTo>
                    <a:pt x="34557" y="104784"/>
                  </a:lnTo>
                  <a:lnTo>
                    <a:pt x="35180" y="104265"/>
                  </a:lnTo>
                  <a:lnTo>
                    <a:pt x="35803" y="103746"/>
                  </a:lnTo>
                  <a:lnTo>
                    <a:pt x="36425" y="103227"/>
                  </a:lnTo>
                  <a:lnTo>
                    <a:pt x="37048" y="102707"/>
                  </a:lnTo>
                  <a:lnTo>
                    <a:pt x="37670" y="102188"/>
                  </a:lnTo>
                  <a:lnTo>
                    <a:pt x="38292" y="101668"/>
                  </a:lnTo>
                  <a:lnTo>
                    <a:pt x="38914" y="101147"/>
                  </a:lnTo>
                  <a:lnTo>
                    <a:pt x="39536" y="100627"/>
                  </a:lnTo>
                  <a:lnTo>
                    <a:pt x="40158" y="100106"/>
                  </a:lnTo>
                  <a:lnTo>
                    <a:pt x="40779" y="99585"/>
                  </a:lnTo>
                  <a:lnTo>
                    <a:pt x="41401" y="99064"/>
                  </a:lnTo>
                  <a:lnTo>
                    <a:pt x="42022" y="98543"/>
                  </a:lnTo>
                  <a:lnTo>
                    <a:pt x="42643" y="98021"/>
                  </a:lnTo>
                  <a:lnTo>
                    <a:pt x="43263" y="97499"/>
                  </a:lnTo>
                  <a:lnTo>
                    <a:pt x="43884" y="96977"/>
                  </a:lnTo>
                  <a:lnTo>
                    <a:pt x="44504" y="96455"/>
                  </a:lnTo>
                  <a:lnTo>
                    <a:pt x="45124" y="95932"/>
                  </a:lnTo>
                  <a:lnTo>
                    <a:pt x="45744" y="95410"/>
                  </a:lnTo>
                  <a:lnTo>
                    <a:pt x="46364" y="94887"/>
                  </a:lnTo>
                  <a:lnTo>
                    <a:pt x="46983" y="94364"/>
                  </a:lnTo>
                  <a:lnTo>
                    <a:pt x="47603" y="93840"/>
                  </a:lnTo>
                  <a:lnTo>
                    <a:pt x="48222" y="93317"/>
                  </a:lnTo>
                  <a:lnTo>
                    <a:pt x="48841" y="92793"/>
                  </a:lnTo>
                  <a:lnTo>
                    <a:pt x="49460" y="92269"/>
                  </a:lnTo>
                  <a:lnTo>
                    <a:pt x="50078" y="91744"/>
                  </a:lnTo>
                  <a:lnTo>
                    <a:pt x="50697" y="91220"/>
                  </a:lnTo>
                  <a:lnTo>
                    <a:pt x="51315" y="90695"/>
                  </a:lnTo>
                  <a:lnTo>
                    <a:pt x="51933" y="90170"/>
                  </a:lnTo>
                  <a:lnTo>
                    <a:pt x="52551" y="89645"/>
                  </a:lnTo>
                  <a:lnTo>
                    <a:pt x="53169" y="89120"/>
                  </a:lnTo>
                  <a:lnTo>
                    <a:pt x="53786" y="88594"/>
                  </a:lnTo>
                  <a:lnTo>
                    <a:pt x="54403" y="88068"/>
                  </a:lnTo>
                  <a:lnTo>
                    <a:pt x="55020" y="87542"/>
                  </a:lnTo>
                  <a:lnTo>
                    <a:pt x="55637" y="87016"/>
                  </a:lnTo>
                  <a:lnTo>
                    <a:pt x="56254" y="86490"/>
                  </a:lnTo>
                  <a:lnTo>
                    <a:pt x="56871" y="85963"/>
                  </a:lnTo>
                  <a:lnTo>
                    <a:pt x="57487" y="85436"/>
                  </a:lnTo>
                  <a:lnTo>
                    <a:pt x="58103" y="84909"/>
                  </a:lnTo>
                  <a:lnTo>
                    <a:pt x="58719" y="84381"/>
                  </a:lnTo>
                  <a:lnTo>
                    <a:pt x="59335" y="83854"/>
                  </a:lnTo>
                  <a:lnTo>
                    <a:pt x="59950" y="83326"/>
                  </a:lnTo>
                  <a:lnTo>
                    <a:pt x="60566" y="82798"/>
                  </a:lnTo>
                  <a:lnTo>
                    <a:pt x="61181" y="82270"/>
                  </a:lnTo>
                  <a:lnTo>
                    <a:pt x="61796" y="81741"/>
                  </a:lnTo>
                  <a:lnTo>
                    <a:pt x="62411" y="81212"/>
                  </a:lnTo>
                  <a:lnTo>
                    <a:pt x="63026" y="80683"/>
                  </a:lnTo>
                  <a:lnTo>
                    <a:pt x="63640" y="80154"/>
                  </a:lnTo>
                  <a:lnTo>
                    <a:pt x="64254" y="79625"/>
                  </a:lnTo>
                  <a:lnTo>
                    <a:pt x="64868" y="79095"/>
                  </a:lnTo>
                  <a:lnTo>
                    <a:pt x="65482" y="78565"/>
                  </a:lnTo>
                  <a:lnTo>
                    <a:pt x="66096" y="78035"/>
                  </a:lnTo>
                  <a:lnTo>
                    <a:pt x="66709" y="77505"/>
                  </a:lnTo>
                  <a:lnTo>
                    <a:pt x="67323" y="76975"/>
                  </a:lnTo>
                  <a:lnTo>
                    <a:pt x="67936" y="76444"/>
                  </a:lnTo>
                  <a:lnTo>
                    <a:pt x="68549" y="75913"/>
                  </a:lnTo>
                  <a:lnTo>
                    <a:pt x="69161" y="75382"/>
                  </a:lnTo>
                  <a:lnTo>
                    <a:pt x="69774" y="74851"/>
                  </a:lnTo>
                  <a:lnTo>
                    <a:pt x="70386" y="74319"/>
                  </a:lnTo>
                  <a:lnTo>
                    <a:pt x="70998" y="73787"/>
                  </a:lnTo>
                  <a:lnTo>
                    <a:pt x="71610" y="73255"/>
                  </a:lnTo>
                  <a:lnTo>
                    <a:pt x="72222" y="72723"/>
                  </a:lnTo>
                  <a:lnTo>
                    <a:pt x="72834" y="72190"/>
                  </a:lnTo>
                  <a:lnTo>
                    <a:pt x="73445" y="71658"/>
                  </a:lnTo>
                  <a:lnTo>
                    <a:pt x="74056" y="71125"/>
                  </a:lnTo>
                  <a:lnTo>
                    <a:pt x="74667" y="70592"/>
                  </a:lnTo>
                  <a:lnTo>
                    <a:pt x="75278" y="70058"/>
                  </a:lnTo>
                  <a:lnTo>
                    <a:pt x="75889" y="69525"/>
                  </a:lnTo>
                  <a:lnTo>
                    <a:pt x="76499" y="68991"/>
                  </a:lnTo>
                  <a:lnTo>
                    <a:pt x="77109" y="68457"/>
                  </a:lnTo>
                  <a:lnTo>
                    <a:pt x="77719" y="67923"/>
                  </a:lnTo>
                  <a:lnTo>
                    <a:pt x="78329" y="67388"/>
                  </a:lnTo>
                  <a:lnTo>
                    <a:pt x="78939" y="66854"/>
                  </a:lnTo>
                  <a:lnTo>
                    <a:pt x="79548" y="66319"/>
                  </a:lnTo>
                  <a:lnTo>
                    <a:pt x="80158" y="65784"/>
                  </a:lnTo>
                  <a:lnTo>
                    <a:pt x="80767" y="65248"/>
                  </a:lnTo>
                  <a:lnTo>
                    <a:pt x="81376" y="64713"/>
                  </a:lnTo>
                  <a:lnTo>
                    <a:pt x="81984" y="64177"/>
                  </a:lnTo>
                  <a:lnTo>
                    <a:pt x="82593" y="63641"/>
                  </a:lnTo>
                  <a:lnTo>
                    <a:pt x="83201" y="63105"/>
                  </a:lnTo>
                  <a:lnTo>
                    <a:pt x="83809" y="62568"/>
                  </a:lnTo>
                  <a:lnTo>
                    <a:pt x="84417" y="62032"/>
                  </a:lnTo>
                  <a:lnTo>
                    <a:pt x="85025" y="61495"/>
                  </a:lnTo>
                  <a:lnTo>
                    <a:pt x="85632" y="60958"/>
                  </a:lnTo>
                  <a:lnTo>
                    <a:pt x="86240" y="60421"/>
                  </a:lnTo>
                  <a:lnTo>
                    <a:pt x="86847" y="59883"/>
                  </a:lnTo>
                  <a:lnTo>
                    <a:pt x="87454" y="59345"/>
                  </a:lnTo>
                  <a:lnTo>
                    <a:pt x="88061" y="58807"/>
                  </a:lnTo>
                  <a:lnTo>
                    <a:pt x="88667" y="58269"/>
                  </a:lnTo>
                  <a:lnTo>
                    <a:pt x="89274" y="57731"/>
                  </a:lnTo>
                  <a:lnTo>
                    <a:pt x="89880" y="57192"/>
                  </a:lnTo>
                  <a:lnTo>
                    <a:pt x="90486" y="56653"/>
                  </a:lnTo>
                  <a:lnTo>
                    <a:pt x="91092" y="56114"/>
                  </a:lnTo>
                  <a:lnTo>
                    <a:pt x="91697" y="55575"/>
                  </a:lnTo>
                  <a:lnTo>
                    <a:pt x="92303" y="55036"/>
                  </a:lnTo>
                  <a:lnTo>
                    <a:pt x="92908" y="54496"/>
                  </a:lnTo>
                  <a:lnTo>
                    <a:pt x="93513" y="53956"/>
                  </a:lnTo>
                  <a:lnTo>
                    <a:pt x="94118" y="53416"/>
                  </a:lnTo>
                  <a:lnTo>
                    <a:pt x="94722" y="52876"/>
                  </a:lnTo>
                  <a:lnTo>
                    <a:pt x="95327" y="52335"/>
                  </a:lnTo>
                  <a:lnTo>
                    <a:pt x="95931" y="51794"/>
                  </a:lnTo>
                  <a:lnTo>
                    <a:pt x="96535" y="51253"/>
                  </a:lnTo>
                  <a:lnTo>
                    <a:pt x="97139" y="50712"/>
                  </a:lnTo>
                  <a:lnTo>
                    <a:pt x="97742" y="50171"/>
                  </a:lnTo>
                  <a:lnTo>
                    <a:pt x="98346" y="49629"/>
                  </a:lnTo>
                  <a:lnTo>
                    <a:pt x="98949" y="49087"/>
                  </a:lnTo>
                  <a:lnTo>
                    <a:pt x="99552" y="48545"/>
                  </a:lnTo>
                  <a:lnTo>
                    <a:pt x="100155" y="48003"/>
                  </a:lnTo>
                  <a:lnTo>
                    <a:pt x="100758" y="47460"/>
                  </a:lnTo>
                  <a:lnTo>
                    <a:pt x="101360" y="46917"/>
                  </a:lnTo>
                  <a:lnTo>
                    <a:pt x="101963" y="46374"/>
                  </a:lnTo>
                  <a:lnTo>
                    <a:pt x="102565" y="45831"/>
                  </a:lnTo>
                  <a:lnTo>
                    <a:pt x="103167" y="45288"/>
                  </a:lnTo>
                  <a:lnTo>
                    <a:pt x="103768" y="44744"/>
                  </a:lnTo>
                  <a:lnTo>
                    <a:pt x="104370" y="44201"/>
                  </a:lnTo>
                  <a:lnTo>
                    <a:pt x="104971" y="43656"/>
                  </a:lnTo>
                  <a:lnTo>
                    <a:pt x="105572" y="43112"/>
                  </a:lnTo>
                  <a:lnTo>
                    <a:pt x="106173" y="42568"/>
                  </a:lnTo>
                  <a:lnTo>
                    <a:pt x="106774" y="42023"/>
                  </a:lnTo>
                  <a:lnTo>
                    <a:pt x="107374" y="41478"/>
                  </a:lnTo>
                  <a:lnTo>
                    <a:pt x="107975" y="40933"/>
                  </a:lnTo>
                  <a:lnTo>
                    <a:pt x="108575" y="40388"/>
                  </a:lnTo>
                  <a:lnTo>
                    <a:pt x="109175" y="39842"/>
                  </a:lnTo>
                  <a:lnTo>
                    <a:pt x="109774" y="39296"/>
                  </a:lnTo>
                  <a:lnTo>
                    <a:pt x="110374" y="38750"/>
                  </a:lnTo>
                  <a:lnTo>
                    <a:pt x="110973" y="38204"/>
                  </a:lnTo>
                  <a:lnTo>
                    <a:pt x="111572" y="37658"/>
                  </a:lnTo>
                  <a:lnTo>
                    <a:pt x="112171" y="37111"/>
                  </a:lnTo>
                  <a:lnTo>
                    <a:pt x="112770" y="36564"/>
                  </a:lnTo>
                  <a:lnTo>
                    <a:pt x="113369" y="36017"/>
                  </a:lnTo>
                  <a:lnTo>
                    <a:pt x="113967" y="35470"/>
                  </a:lnTo>
                  <a:lnTo>
                    <a:pt x="114565" y="34923"/>
                  </a:lnTo>
                  <a:lnTo>
                    <a:pt x="115163" y="34375"/>
                  </a:lnTo>
                  <a:lnTo>
                    <a:pt x="115761" y="33827"/>
                  </a:lnTo>
                  <a:lnTo>
                    <a:pt x="116359" y="33279"/>
                  </a:lnTo>
                  <a:lnTo>
                    <a:pt x="116956" y="32730"/>
                  </a:lnTo>
                  <a:lnTo>
                    <a:pt x="117553" y="32182"/>
                  </a:lnTo>
                  <a:lnTo>
                    <a:pt x="118150" y="31633"/>
                  </a:lnTo>
                  <a:lnTo>
                    <a:pt x="118747" y="31084"/>
                  </a:lnTo>
                  <a:lnTo>
                    <a:pt x="119343" y="30535"/>
                  </a:lnTo>
                  <a:lnTo>
                    <a:pt x="119940" y="29985"/>
                  </a:lnTo>
                  <a:lnTo>
                    <a:pt x="120536" y="29436"/>
                  </a:lnTo>
                  <a:lnTo>
                    <a:pt x="121132" y="28886"/>
                  </a:lnTo>
                  <a:lnTo>
                    <a:pt x="121728" y="28336"/>
                  </a:lnTo>
                  <a:lnTo>
                    <a:pt x="122323" y="27786"/>
                  </a:lnTo>
                  <a:lnTo>
                    <a:pt x="122919" y="27235"/>
                  </a:lnTo>
                  <a:lnTo>
                    <a:pt x="123514" y="26684"/>
                  </a:lnTo>
                  <a:lnTo>
                    <a:pt x="124109" y="26133"/>
                  </a:lnTo>
                  <a:lnTo>
                    <a:pt x="124704" y="25582"/>
                  </a:lnTo>
                  <a:lnTo>
                    <a:pt x="125298" y="25031"/>
                  </a:lnTo>
                  <a:lnTo>
                    <a:pt x="125893" y="24479"/>
                  </a:lnTo>
                  <a:lnTo>
                    <a:pt x="126487" y="23928"/>
                  </a:lnTo>
                  <a:lnTo>
                    <a:pt x="127081" y="23376"/>
                  </a:lnTo>
                  <a:lnTo>
                    <a:pt x="127675" y="22823"/>
                  </a:lnTo>
                  <a:lnTo>
                    <a:pt x="128268" y="22271"/>
                  </a:lnTo>
                  <a:lnTo>
                    <a:pt x="128862" y="21718"/>
                  </a:lnTo>
                  <a:lnTo>
                    <a:pt x="129455" y="21165"/>
                  </a:lnTo>
                  <a:lnTo>
                    <a:pt x="130048" y="20612"/>
                  </a:lnTo>
                  <a:lnTo>
                    <a:pt x="130641" y="20059"/>
                  </a:lnTo>
                  <a:lnTo>
                    <a:pt x="131234" y="19506"/>
                  </a:lnTo>
                  <a:lnTo>
                    <a:pt x="131826" y="18952"/>
                  </a:lnTo>
                  <a:lnTo>
                    <a:pt x="132418" y="18398"/>
                  </a:lnTo>
                  <a:lnTo>
                    <a:pt x="133010" y="17844"/>
                  </a:lnTo>
                  <a:lnTo>
                    <a:pt x="133602" y="17290"/>
                  </a:lnTo>
                  <a:lnTo>
                    <a:pt x="134194" y="16735"/>
                  </a:lnTo>
                  <a:lnTo>
                    <a:pt x="134785" y="16180"/>
                  </a:lnTo>
                  <a:lnTo>
                    <a:pt x="135376" y="15625"/>
                  </a:lnTo>
                  <a:lnTo>
                    <a:pt x="135967" y="15070"/>
                  </a:lnTo>
                  <a:lnTo>
                    <a:pt x="136558" y="14515"/>
                  </a:lnTo>
                  <a:lnTo>
                    <a:pt x="137149" y="13959"/>
                  </a:lnTo>
                  <a:lnTo>
                    <a:pt x="137739" y="13403"/>
                  </a:lnTo>
                  <a:lnTo>
                    <a:pt x="138329" y="12847"/>
                  </a:lnTo>
                  <a:lnTo>
                    <a:pt x="138919" y="12291"/>
                  </a:lnTo>
                  <a:lnTo>
                    <a:pt x="139509" y="11734"/>
                  </a:lnTo>
                  <a:lnTo>
                    <a:pt x="140099" y="11178"/>
                  </a:lnTo>
                  <a:lnTo>
                    <a:pt x="140688" y="10621"/>
                  </a:lnTo>
                  <a:lnTo>
                    <a:pt x="141277" y="10064"/>
                  </a:lnTo>
                  <a:lnTo>
                    <a:pt x="141866" y="9506"/>
                  </a:lnTo>
                  <a:lnTo>
                    <a:pt x="142455" y="8949"/>
                  </a:lnTo>
                  <a:lnTo>
                    <a:pt x="143044" y="8391"/>
                  </a:lnTo>
                  <a:lnTo>
                    <a:pt x="143632" y="7833"/>
                  </a:lnTo>
                  <a:lnTo>
                    <a:pt x="144221" y="7275"/>
                  </a:lnTo>
                  <a:lnTo>
                    <a:pt x="144809" y="6717"/>
                  </a:lnTo>
                  <a:lnTo>
                    <a:pt x="145396" y="6158"/>
                  </a:lnTo>
                  <a:lnTo>
                    <a:pt x="145984" y="5599"/>
                  </a:lnTo>
                  <a:lnTo>
                    <a:pt x="146571" y="5040"/>
                  </a:lnTo>
                  <a:lnTo>
                    <a:pt x="147159" y="4481"/>
                  </a:lnTo>
                  <a:lnTo>
                    <a:pt x="147746" y="3921"/>
                  </a:lnTo>
                  <a:lnTo>
                    <a:pt x="148332" y="3362"/>
                  </a:lnTo>
                  <a:lnTo>
                    <a:pt x="148919" y="2802"/>
                  </a:lnTo>
                  <a:lnTo>
                    <a:pt x="149505" y="2242"/>
                  </a:lnTo>
                  <a:lnTo>
                    <a:pt x="150092" y="1682"/>
                  </a:lnTo>
                  <a:lnTo>
                    <a:pt x="150678" y="1121"/>
                  </a:lnTo>
                  <a:lnTo>
                    <a:pt x="151263" y="560"/>
                  </a:lnTo>
                  <a:lnTo>
                    <a:pt x="151849" y="0"/>
                  </a:lnTo>
                </a:path>
              </a:pathLst>
            </a:custGeom>
            <a:ln w="22859" cap="rnd">
              <a:solidFill>
                <a:srgbClr val="8E7CD7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83820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298916" y="5235384"/>
              <a:ext cx="142622" cy="97961"/>
            </a:xfrm>
            <a:custGeom>
              <a:avLst/>
              <a:pathLst>
                <a:path w="142622" h="97961">
                  <a:moveTo>
                    <a:pt x="0" y="97961"/>
                  </a:moveTo>
                  <a:lnTo>
                    <a:pt x="587" y="97590"/>
                  </a:lnTo>
                  <a:lnTo>
                    <a:pt x="1174" y="97219"/>
                  </a:lnTo>
                  <a:lnTo>
                    <a:pt x="1762" y="96847"/>
                  </a:lnTo>
                  <a:lnTo>
                    <a:pt x="2349" y="96475"/>
                  </a:lnTo>
                  <a:lnTo>
                    <a:pt x="2936" y="96103"/>
                  </a:lnTo>
                  <a:lnTo>
                    <a:pt x="3523" y="95731"/>
                  </a:lnTo>
                  <a:lnTo>
                    <a:pt x="4110" y="95358"/>
                  </a:lnTo>
                  <a:lnTo>
                    <a:pt x="4697" y="94986"/>
                  </a:lnTo>
                  <a:lnTo>
                    <a:pt x="5283" y="94613"/>
                  </a:lnTo>
                  <a:lnTo>
                    <a:pt x="5870" y="94240"/>
                  </a:lnTo>
                  <a:lnTo>
                    <a:pt x="6456" y="93867"/>
                  </a:lnTo>
                  <a:lnTo>
                    <a:pt x="7043" y="93494"/>
                  </a:lnTo>
                  <a:lnTo>
                    <a:pt x="7629" y="93120"/>
                  </a:lnTo>
                  <a:lnTo>
                    <a:pt x="8215" y="92747"/>
                  </a:lnTo>
                  <a:lnTo>
                    <a:pt x="8801" y="92373"/>
                  </a:lnTo>
                  <a:lnTo>
                    <a:pt x="9387" y="91999"/>
                  </a:lnTo>
                  <a:lnTo>
                    <a:pt x="9972" y="91624"/>
                  </a:lnTo>
                  <a:lnTo>
                    <a:pt x="10558" y="91250"/>
                  </a:lnTo>
                  <a:lnTo>
                    <a:pt x="11143" y="90875"/>
                  </a:lnTo>
                  <a:lnTo>
                    <a:pt x="11729" y="90501"/>
                  </a:lnTo>
                  <a:lnTo>
                    <a:pt x="12314" y="90126"/>
                  </a:lnTo>
                  <a:lnTo>
                    <a:pt x="12899" y="89751"/>
                  </a:lnTo>
                  <a:lnTo>
                    <a:pt x="13484" y="89375"/>
                  </a:lnTo>
                  <a:lnTo>
                    <a:pt x="14069" y="89000"/>
                  </a:lnTo>
                  <a:lnTo>
                    <a:pt x="14654" y="88624"/>
                  </a:lnTo>
                  <a:lnTo>
                    <a:pt x="15239" y="88248"/>
                  </a:lnTo>
                  <a:lnTo>
                    <a:pt x="15823" y="87872"/>
                  </a:lnTo>
                  <a:lnTo>
                    <a:pt x="16408" y="87496"/>
                  </a:lnTo>
                  <a:lnTo>
                    <a:pt x="16992" y="87120"/>
                  </a:lnTo>
                  <a:lnTo>
                    <a:pt x="17576" y="86743"/>
                  </a:lnTo>
                  <a:lnTo>
                    <a:pt x="18160" y="86367"/>
                  </a:lnTo>
                  <a:lnTo>
                    <a:pt x="18744" y="85990"/>
                  </a:lnTo>
                  <a:lnTo>
                    <a:pt x="19328" y="85613"/>
                  </a:lnTo>
                  <a:lnTo>
                    <a:pt x="19912" y="85235"/>
                  </a:lnTo>
                  <a:lnTo>
                    <a:pt x="20495" y="84858"/>
                  </a:lnTo>
                  <a:lnTo>
                    <a:pt x="21079" y="84480"/>
                  </a:lnTo>
                  <a:lnTo>
                    <a:pt x="21662" y="84102"/>
                  </a:lnTo>
                  <a:lnTo>
                    <a:pt x="22246" y="83724"/>
                  </a:lnTo>
                  <a:lnTo>
                    <a:pt x="22829" y="83346"/>
                  </a:lnTo>
                  <a:lnTo>
                    <a:pt x="23412" y="82968"/>
                  </a:lnTo>
                  <a:lnTo>
                    <a:pt x="23995" y="82589"/>
                  </a:lnTo>
                  <a:lnTo>
                    <a:pt x="24578" y="82211"/>
                  </a:lnTo>
                  <a:lnTo>
                    <a:pt x="25160" y="81832"/>
                  </a:lnTo>
                  <a:lnTo>
                    <a:pt x="25743" y="81453"/>
                  </a:lnTo>
                  <a:lnTo>
                    <a:pt x="26325" y="81073"/>
                  </a:lnTo>
                  <a:lnTo>
                    <a:pt x="26908" y="80694"/>
                  </a:lnTo>
                  <a:lnTo>
                    <a:pt x="27490" y="80314"/>
                  </a:lnTo>
                  <a:lnTo>
                    <a:pt x="28072" y="79934"/>
                  </a:lnTo>
                  <a:lnTo>
                    <a:pt x="28654" y="79554"/>
                  </a:lnTo>
                  <a:lnTo>
                    <a:pt x="29236" y="79174"/>
                  </a:lnTo>
                  <a:lnTo>
                    <a:pt x="29818" y="78794"/>
                  </a:lnTo>
                  <a:lnTo>
                    <a:pt x="30399" y="78413"/>
                  </a:lnTo>
                  <a:lnTo>
                    <a:pt x="30981" y="78033"/>
                  </a:lnTo>
                  <a:lnTo>
                    <a:pt x="31562" y="77652"/>
                  </a:lnTo>
                  <a:lnTo>
                    <a:pt x="32143" y="77271"/>
                  </a:lnTo>
                  <a:lnTo>
                    <a:pt x="32725" y="76890"/>
                  </a:lnTo>
                  <a:lnTo>
                    <a:pt x="33306" y="76508"/>
                  </a:lnTo>
                  <a:lnTo>
                    <a:pt x="33887" y="76127"/>
                  </a:lnTo>
                  <a:lnTo>
                    <a:pt x="34467" y="75745"/>
                  </a:lnTo>
                  <a:lnTo>
                    <a:pt x="35048" y="75363"/>
                  </a:lnTo>
                  <a:lnTo>
                    <a:pt x="35629" y="74981"/>
                  </a:lnTo>
                  <a:lnTo>
                    <a:pt x="36209" y="74598"/>
                  </a:lnTo>
                  <a:lnTo>
                    <a:pt x="36789" y="74216"/>
                  </a:lnTo>
                  <a:lnTo>
                    <a:pt x="37370" y="73833"/>
                  </a:lnTo>
                  <a:lnTo>
                    <a:pt x="37950" y="73450"/>
                  </a:lnTo>
                  <a:lnTo>
                    <a:pt x="38530" y="73067"/>
                  </a:lnTo>
                  <a:lnTo>
                    <a:pt x="39110" y="72684"/>
                  </a:lnTo>
                  <a:lnTo>
                    <a:pt x="39689" y="72301"/>
                  </a:lnTo>
                  <a:lnTo>
                    <a:pt x="40269" y="71917"/>
                  </a:lnTo>
                  <a:lnTo>
                    <a:pt x="40849" y="71534"/>
                  </a:lnTo>
                  <a:lnTo>
                    <a:pt x="41428" y="71150"/>
                  </a:lnTo>
                  <a:lnTo>
                    <a:pt x="42007" y="70766"/>
                  </a:lnTo>
                  <a:lnTo>
                    <a:pt x="42586" y="70381"/>
                  </a:lnTo>
                  <a:lnTo>
                    <a:pt x="43165" y="69997"/>
                  </a:lnTo>
                  <a:lnTo>
                    <a:pt x="43744" y="69612"/>
                  </a:lnTo>
                  <a:lnTo>
                    <a:pt x="44323" y="69227"/>
                  </a:lnTo>
                  <a:lnTo>
                    <a:pt x="44902" y="68842"/>
                  </a:lnTo>
                  <a:lnTo>
                    <a:pt x="45480" y="68457"/>
                  </a:lnTo>
                  <a:lnTo>
                    <a:pt x="46059" y="68072"/>
                  </a:lnTo>
                  <a:lnTo>
                    <a:pt x="46637" y="67686"/>
                  </a:lnTo>
                  <a:lnTo>
                    <a:pt x="47215" y="67301"/>
                  </a:lnTo>
                  <a:lnTo>
                    <a:pt x="47794" y="66915"/>
                  </a:lnTo>
                  <a:lnTo>
                    <a:pt x="48371" y="66529"/>
                  </a:lnTo>
                  <a:lnTo>
                    <a:pt x="48949" y="66142"/>
                  </a:lnTo>
                  <a:lnTo>
                    <a:pt x="49527" y="65756"/>
                  </a:lnTo>
                  <a:lnTo>
                    <a:pt x="50105" y="65369"/>
                  </a:lnTo>
                  <a:lnTo>
                    <a:pt x="50682" y="64983"/>
                  </a:lnTo>
                  <a:lnTo>
                    <a:pt x="51260" y="64596"/>
                  </a:lnTo>
                  <a:lnTo>
                    <a:pt x="51837" y="64209"/>
                  </a:lnTo>
                  <a:lnTo>
                    <a:pt x="52414" y="63821"/>
                  </a:lnTo>
                  <a:lnTo>
                    <a:pt x="52991" y="63434"/>
                  </a:lnTo>
                  <a:lnTo>
                    <a:pt x="53568" y="63046"/>
                  </a:lnTo>
                  <a:lnTo>
                    <a:pt x="54145" y="62658"/>
                  </a:lnTo>
                  <a:lnTo>
                    <a:pt x="54721" y="62270"/>
                  </a:lnTo>
                  <a:lnTo>
                    <a:pt x="55298" y="61882"/>
                  </a:lnTo>
                  <a:lnTo>
                    <a:pt x="55874" y="61494"/>
                  </a:lnTo>
                  <a:lnTo>
                    <a:pt x="56451" y="61105"/>
                  </a:lnTo>
                  <a:lnTo>
                    <a:pt x="57027" y="60716"/>
                  </a:lnTo>
                  <a:lnTo>
                    <a:pt x="57603" y="60328"/>
                  </a:lnTo>
                  <a:lnTo>
                    <a:pt x="58179" y="59938"/>
                  </a:lnTo>
                  <a:lnTo>
                    <a:pt x="58755" y="59549"/>
                  </a:lnTo>
                  <a:lnTo>
                    <a:pt x="59330" y="59160"/>
                  </a:lnTo>
                  <a:lnTo>
                    <a:pt x="59906" y="58770"/>
                  </a:lnTo>
                  <a:lnTo>
                    <a:pt x="60481" y="58380"/>
                  </a:lnTo>
                  <a:lnTo>
                    <a:pt x="61057" y="57990"/>
                  </a:lnTo>
                  <a:lnTo>
                    <a:pt x="61632" y="57600"/>
                  </a:lnTo>
                  <a:lnTo>
                    <a:pt x="62207" y="57210"/>
                  </a:lnTo>
                  <a:lnTo>
                    <a:pt x="62782" y="56819"/>
                  </a:lnTo>
                  <a:lnTo>
                    <a:pt x="63357" y="56429"/>
                  </a:lnTo>
                  <a:lnTo>
                    <a:pt x="63932" y="56038"/>
                  </a:lnTo>
                  <a:lnTo>
                    <a:pt x="64506" y="55647"/>
                  </a:lnTo>
                  <a:lnTo>
                    <a:pt x="65081" y="55256"/>
                  </a:lnTo>
                  <a:lnTo>
                    <a:pt x="65655" y="54864"/>
                  </a:lnTo>
                  <a:lnTo>
                    <a:pt x="66229" y="54473"/>
                  </a:lnTo>
                  <a:lnTo>
                    <a:pt x="66803" y="54081"/>
                  </a:lnTo>
                  <a:lnTo>
                    <a:pt x="67377" y="53689"/>
                  </a:lnTo>
                  <a:lnTo>
                    <a:pt x="67951" y="53297"/>
                  </a:lnTo>
                  <a:lnTo>
                    <a:pt x="68525" y="52905"/>
                  </a:lnTo>
                  <a:lnTo>
                    <a:pt x="69099" y="52512"/>
                  </a:lnTo>
                  <a:lnTo>
                    <a:pt x="69672" y="52119"/>
                  </a:lnTo>
                  <a:lnTo>
                    <a:pt x="70246" y="51727"/>
                  </a:lnTo>
                  <a:lnTo>
                    <a:pt x="70819" y="51334"/>
                  </a:lnTo>
                  <a:lnTo>
                    <a:pt x="71392" y="50940"/>
                  </a:lnTo>
                  <a:lnTo>
                    <a:pt x="71965" y="50547"/>
                  </a:lnTo>
                  <a:lnTo>
                    <a:pt x="72538" y="50154"/>
                  </a:lnTo>
                  <a:lnTo>
                    <a:pt x="73111" y="49760"/>
                  </a:lnTo>
                  <a:lnTo>
                    <a:pt x="73684" y="49366"/>
                  </a:lnTo>
                  <a:lnTo>
                    <a:pt x="74256" y="48972"/>
                  </a:lnTo>
                  <a:lnTo>
                    <a:pt x="74829" y="48578"/>
                  </a:lnTo>
                  <a:lnTo>
                    <a:pt x="75401" y="48183"/>
                  </a:lnTo>
                  <a:lnTo>
                    <a:pt x="75973" y="47789"/>
                  </a:lnTo>
                  <a:lnTo>
                    <a:pt x="76545" y="47394"/>
                  </a:lnTo>
                  <a:lnTo>
                    <a:pt x="77117" y="46999"/>
                  </a:lnTo>
                  <a:lnTo>
                    <a:pt x="77689" y="46604"/>
                  </a:lnTo>
                  <a:lnTo>
                    <a:pt x="78261" y="46209"/>
                  </a:lnTo>
                  <a:lnTo>
                    <a:pt x="78832" y="45813"/>
                  </a:lnTo>
                  <a:lnTo>
                    <a:pt x="79404" y="45418"/>
                  </a:lnTo>
                  <a:lnTo>
                    <a:pt x="79975" y="45022"/>
                  </a:lnTo>
                  <a:lnTo>
                    <a:pt x="80546" y="44626"/>
                  </a:lnTo>
                  <a:lnTo>
                    <a:pt x="81117" y="44230"/>
                  </a:lnTo>
                  <a:lnTo>
                    <a:pt x="81688" y="43833"/>
                  </a:lnTo>
                  <a:lnTo>
                    <a:pt x="82259" y="43437"/>
                  </a:lnTo>
                  <a:lnTo>
                    <a:pt x="82830" y="43040"/>
                  </a:lnTo>
                  <a:lnTo>
                    <a:pt x="83400" y="42643"/>
                  </a:lnTo>
                  <a:lnTo>
                    <a:pt x="83971" y="42246"/>
                  </a:lnTo>
                  <a:lnTo>
                    <a:pt x="84541" y="41849"/>
                  </a:lnTo>
                  <a:lnTo>
                    <a:pt x="85112" y="41452"/>
                  </a:lnTo>
                  <a:lnTo>
                    <a:pt x="85682" y="41054"/>
                  </a:lnTo>
                  <a:lnTo>
                    <a:pt x="86252" y="40656"/>
                  </a:lnTo>
                  <a:lnTo>
                    <a:pt x="86822" y="40258"/>
                  </a:lnTo>
                  <a:lnTo>
                    <a:pt x="87391" y="39860"/>
                  </a:lnTo>
                  <a:lnTo>
                    <a:pt x="87961" y="39462"/>
                  </a:lnTo>
                  <a:lnTo>
                    <a:pt x="88530" y="39063"/>
                  </a:lnTo>
                  <a:lnTo>
                    <a:pt x="89100" y="38665"/>
                  </a:lnTo>
                  <a:lnTo>
                    <a:pt x="89669" y="38266"/>
                  </a:lnTo>
                  <a:lnTo>
                    <a:pt x="90238" y="37867"/>
                  </a:lnTo>
                  <a:lnTo>
                    <a:pt x="90807" y="37468"/>
                  </a:lnTo>
                  <a:lnTo>
                    <a:pt x="91376" y="37069"/>
                  </a:lnTo>
                  <a:lnTo>
                    <a:pt x="91945" y="36669"/>
                  </a:lnTo>
                  <a:lnTo>
                    <a:pt x="92513" y="36269"/>
                  </a:lnTo>
                  <a:lnTo>
                    <a:pt x="93082" y="35870"/>
                  </a:lnTo>
                  <a:lnTo>
                    <a:pt x="93650" y="35469"/>
                  </a:lnTo>
                  <a:lnTo>
                    <a:pt x="94219" y="35069"/>
                  </a:lnTo>
                  <a:lnTo>
                    <a:pt x="94787" y="34669"/>
                  </a:lnTo>
                  <a:lnTo>
                    <a:pt x="95355" y="34268"/>
                  </a:lnTo>
                  <a:lnTo>
                    <a:pt x="95923" y="33868"/>
                  </a:lnTo>
                  <a:lnTo>
                    <a:pt x="96490" y="33467"/>
                  </a:lnTo>
                  <a:lnTo>
                    <a:pt x="97058" y="33066"/>
                  </a:lnTo>
                  <a:lnTo>
                    <a:pt x="97626" y="32664"/>
                  </a:lnTo>
                  <a:lnTo>
                    <a:pt x="98193" y="32263"/>
                  </a:lnTo>
                  <a:lnTo>
                    <a:pt x="98760" y="31861"/>
                  </a:lnTo>
                  <a:lnTo>
                    <a:pt x="99327" y="31460"/>
                  </a:lnTo>
                  <a:lnTo>
                    <a:pt x="99894" y="31058"/>
                  </a:lnTo>
                  <a:lnTo>
                    <a:pt x="100461" y="30655"/>
                  </a:lnTo>
                  <a:lnTo>
                    <a:pt x="101028" y="30253"/>
                  </a:lnTo>
                  <a:lnTo>
                    <a:pt x="101595" y="29851"/>
                  </a:lnTo>
                  <a:lnTo>
                    <a:pt x="102161" y="29448"/>
                  </a:lnTo>
                  <a:lnTo>
                    <a:pt x="102728" y="29045"/>
                  </a:lnTo>
                  <a:lnTo>
                    <a:pt x="103294" y="28642"/>
                  </a:lnTo>
                  <a:lnTo>
                    <a:pt x="103860" y="28239"/>
                  </a:lnTo>
                  <a:lnTo>
                    <a:pt x="104426" y="27836"/>
                  </a:lnTo>
                  <a:lnTo>
                    <a:pt x="104992" y="27432"/>
                  </a:lnTo>
                  <a:lnTo>
                    <a:pt x="105558" y="27028"/>
                  </a:lnTo>
                  <a:lnTo>
                    <a:pt x="106124" y="26624"/>
                  </a:lnTo>
                  <a:lnTo>
                    <a:pt x="106689" y="26220"/>
                  </a:lnTo>
                  <a:lnTo>
                    <a:pt x="107255" y="25816"/>
                  </a:lnTo>
                  <a:lnTo>
                    <a:pt x="107820" y="25412"/>
                  </a:lnTo>
                  <a:lnTo>
                    <a:pt x="108385" y="25007"/>
                  </a:lnTo>
                  <a:lnTo>
                    <a:pt x="108950" y="24602"/>
                  </a:lnTo>
                  <a:lnTo>
                    <a:pt x="109515" y="24197"/>
                  </a:lnTo>
                  <a:lnTo>
                    <a:pt x="110080" y="23792"/>
                  </a:lnTo>
                  <a:lnTo>
                    <a:pt x="110644" y="23387"/>
                  </a:lnTo>
                  <a:lnTo>
                    <a:pt x="111209" y="22982"/>
                  </a:lnTo>
                  <a:lnTo>
                    <a:pt x="111773" y="22576"/>
                  </a:lnTo>
                  <a:lnTo>
                    <a:pt x="112338" y="22170"/>
                  </a:lnTo>
                  <a:lnTo>
                    <a:pt x="112902" y="21764"/>
                  </a:lnTo>
                  <a:lnTo>
                    <a:pt x="113466" y="21358"/>
                  </a:lnTo>
                  <a:lnTo>
                    <a:pt x="114030" y="20952"/>
                  </a:lnTo>
                  <a:lnTo>
                    <a:pt x="114594" y="20545"/>
                  </a:lnTo>
                  <a:lnTo>
                    <a:pt x="115157" y="20139"/>
                  </a:lnTo>
                  <a:lnTo>
                    <a:pt x="115721" y="19732"/>
                  </a:lnTo>
                  <a:lnTo>
                    <a:pt x="116284" y="19325"/>
                  </a:lnTo>
                  <a:lnTo>
                    <a:pt x="116847" y="18918"/>
                  </a:lnTo>
                  <a:lnTo>
                    <a:pt x="117411" y="18510"/>
                  </a:lnTo>
                  <a:lnTo>
                    <a:pt x="117974" y="18103"/>
                  </a:lnTo>
                  <a:lnTo>
                    <a:pt x="118537" y="17695"/>
                  </a:lnTo>
                  <a:lnTo>
                    <a:pt x="119099" y="17287"/>
                  </a:lnTo>
                  <a:lnTo>
                    <a:pt x="119662" y="16879"/>
                  </a:lnTo>
                  <a:lnTo>
                    <a:pt x="120225" y="16471"/>
                  </a:lnTo>
                  <a:lnTo>
                    <a:pt x="120787" y="16062"/>
                  </a:lnTo>
                  <a:lnTo>
                    <a:pt x="121349" y="15654"/>
                  </a:lnTo>
                  <a:lnTo>
                    <a:pt x="121911" y="15245"/>
                  </a:lnTo>
                  <a:lnTo>
                    <a:pt x="122473" y="14836"/>
                  </a:lnTo>
                  <a:lnTo>
                    <a:pt x="123035" y="14427"/>
                  </a:lnTo>
                  <a:lnTo>
                    <a:pt x="123597" y="14018"/>
                  </a:lnTo>
                  <a:lnTo>
                    <a:pt x="124159" y="13608"/>
                  </a:lnTo>
                  <a:lnTo>
                    <a:pt x="124720" y="13199"/>
                  </a:lnTo>
                  <a:lnTo>
                    <a:pt x="125282" y="12789"/>
                  </a:lnTo>
                  <a:lnTo>
                    <a:pt x="125843" y="12379"/>
                  </a:lnTo>
                  <a:lnTo>
                    <a:pt x="126404" y="11969"/>
                  </a:lnTo>
                  <a:lnTo>
                    <a:pt x="126965" y="11558"/>
                  </a:lnTo>
                  <a:lnTo>
                    <a:pt x="127526" y="11148"/>
                  </a:lnTo>
                  <a:lnTo>
                    <a:pt x="128087" y="10737"/>
                  </a:lnTo>
                  <a:lnTo>
                    <a:pt x="128647" y="10326"/>
                  </a:lnTo>
                  <a:lnTo>
                    <a:pt x="129208" y="9915"/>
                  </a:lnTo>
                  <a:lnTo>
                    <a:pt x="129768" y="9504"/>
                  </a:lnTo>
                  <a:lnTo>
                    <a:pt x="130328" y="9093"/>
                  </a:lnTo>
                  <a:lnTo>
                    <a:pt x="130889" y="8681"/>
                  </a:lnTo>
                  <a:lnTo>
                    <a:pt x="131449" y="8270"/>
                  </a:lnTo>
                  <a:lnTo>
                    <a:pt x="132008" y="7858"/>
                  </a:lnTo>
                  <a:lnTo>
                    <a:pt x="132568" y="7446"/>
                  </a:lnTo>
                  <a:lnTo>
                    <a:pt x="133128" y="7034"/>
                  </a:lnTo>
                  <a:lnTo>
                    <a:pt x="133687" y="6621"/>
                  </a:lnTo>
                  <a:lnTo>
                    <a:pt x="134247" y="6209"/>
                  </a:lnTo>
                  <a:lnTo>
                    <a:pt x="134806" y="5796"/>
                  </a:lnTo>
                  <a:lnTo>
                    <a:pt x="135365" y="5383"/>
                  </a:lnTo>
                  <a:lnTo>
                    <a:pt x="135924" y="4970"/>
                  </a:lnTo>
                  <a:lnTo>
                    <a:pt x="136483" y="4557"/>
                  </a:lnTo>
                  <a:lnTo>
                    <a:pt x="137042" y="4143"/>
                  </a:lnTo>
                  <a:lnTo>
                    <a:pt x="137600" y="3730"/>
                  </a:lnTo>
                  <a:lnTo>
                    <a:pt x="138159" y="3316"/>
                  </a:lnTo>
                  <a:lnTo>
                    <a:pt x="138717" y="2902"/>
                  </a:lnTo>
                  <a:lnTo>
                    <a:pt x="139275" y="2488"/>
                  </a:lnTo>
                  <a:lnTo>
                    <a:pt x="139833" y="2074"/>
                  </a:lnTo>
                  <a:lnTo>
                    <a:pt x="140391" y="1659"/>
                  </a:lnTo>
                  <a:lnTo>
                    <a:pt x="140949" y="1244"/>
                  </a:lnTo>
                  <a:lnTo>
                    <a:pt x="141507" y="830"/>
                  </a:lnTo>
                  <a:lnTo>
                    <a:pt x="142064" y="415"/>
                  </a:lnTo>
                  <a:lnTo>
                    <a:pt x="142622" y="0"/>
                  </a:lnTo>
                </a:path>
              </a:pathLst>
            </a:custGeom>
            <a:ln w="22859" cap="rnd">
              <a:solidFill>
                <a:srgbClr val="7CC7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83820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6841108" y="5424549"/>
              <a:ext cx="299578" cy="130125"/>
            </a:xfrm>
            <a:custGeom>
              <a:avLst/>
              <a:pathLst>
                <a:path w="299578" h="130125">
                  <a:moveTo>
                    <a:pt x="0" y="130125"/>
                  </a:moveTo>
                  <a:lnTo>
                    <a:pt x="1238" y="129690"/>
                  </a:lnTo>
                  <a:lnTo>
                    <a:pt x="2477" y="129255"/>
                  </a:lnTo>
                  <a:lnTo>
                    <a:pt x="3715" y="128818"/>
                  </a:lnTo>
                  <a:lnTo>
                    <a:pt x="4953" y="128382"/>
                  </a:lnTo>
                  <a:lnTo>
                    <a:pt x="6191" y="127944"/>
                  </a:lnTo>
                  <a:lnTo>
                    <a:pt x="7429" y="127506"/>
                  </a:lnTo>
                  <a:lnTo>
                    <a:pt x="8666" y="127066"/>
                  </a:lnTo>
                  <a:lnTo>
                    <a:pt x="9903" y="126627"/>
                  </a:lnTo>
                  <a:lnTo>
                    <a:pt x="11140" y="126186"/>
                  </a:lnTo>
                  <a:lnTo>
                    <a:pt x="12376" y="125745"/>
                  </a:lnTo>
                  <a:lnTo>
                    <a:pt x="13612" y="125303"/>
                  </a:lnTo>
                  <a:lnTo>
                    <a:pt x="14848" y="124860"/>
                  </a:lnTo>
                  <a:lnTo>
                    <a:pt x="16084" y="124417"/>
                  </a:lnTo>
                  <a:lnTo>
                    <a:pt x="17320" y="123973"/>
                  </a:lnTo>
                  <a:lnTo>
                    <a:pt x="18555" y="123528"/>
                  </a:lnTo>
                  <a:lnTo>
                    <a:pt x="19790" y="123083"/>
                  </a:lnTo>
                  <a:lnTo>
                    <a:pt x="21024" y="122636"/>
                  </a:lnTo>
                  <a:lnTo>
                    <a:pt x="22259" y="122189"/>
                  </a:lnTo>
                  <a:lnTo>
                    <a:pt x="23493" y="121742"/>
                  </a:lnTo>
                  <a:lnTo>
                    <a:pt x="24727" y="121293"/>
                  </a:lnTo>
                  <a:lnTo>
                    <a:pt x="25961" y="120844"/>
                  </a:lnTo>
                  <a:lnTo>
                    <a:pt x="27194" y="120394"/>
                  </a:lnTo>
                  <a:lnTo>
                    <a:pt x="28427" y="119944"/>
                  </a:lnTo>
                  <a:lnTo>
                    <a:pt x="29660" y="119492"/>
                  </a:lnTo>
                  <a:lnTo>
                    <a:pt x="30893" y="119040"/>
                  </a:lnTo>
                  <a:lnTo>
                    <a:pt x="32125" y="118587"/>
                  </a:lnTo>
                  <a:lnTo>
                    <a:pt x="33357" y="118134"/>
                  </a:lnTo>
                  <a:lnTo>
                    <a:pt x="34589" y="117680"/>
                  </a:lnTo>
                  <a:lnTo>
                    <a:pt x="35820" y="117225"/>
                  </a:lnTo>
                  <a:lnTo>
                    <a:pt x="37052" y="116769"/>
                  </a:lnTo>
                  <a:lnTo>
                    <a:pt x="38283" y="116313"/>
                  </a:lnTo>
                  <a:lnTo>
                    <a:pt x="39514" y="115856"/>
                  </a:lnTo>
                  <a:lnTo>
                    <a:pt x="40744" y="115398"/>
                  </a:lnTo>
                  <a:lnTo>
                    <a:pt x="41974" y="114940"/>
                  </a:lnTo>
                  <a:lnTo>
                    <a:pt x="43204" y="114481"/>
                  </a:lnTo>
                  <a:lnTo>
                    <a:pt x="44434" y="114021"/>
                  </a:lnTo>
                  <a:lnTo>
                    <a:pt x="45663" y="113560"/>
                  </a:lnTo>
                  <a:lnTo>
                    <a:pt x="46892" y="113099"/>
                  </a:lnTo>
                  <a:lnTo>
                    <a:pt x="48121" y="112637"/>
                  </a:lnTo>
                  <a:lnTo>
                    <a:pt x="49350" y="112174"/>
                  </a:lnTo>
                  <a:lnTo>
                    <a:pt x="50578" y="111710"/>
                  </a:lnTo>
                  <a:lnTo>
                    <a:pt x="51806" y="111246"/>
                  </a:lnTo>
                  <a:lnTo>
                    <a:pt x="53034" y="110781"/>
                  </a:lnTo>
                  <a:lnTo>
                    <a:pt x="54262" y="110316"/>
                  </a:lnTo>
                  <a:lnTo>
                    <a:pt x="55489" y="109849"/>
                  </a:lnTo>
                  <a:lnTo>
                    <a:pt x="56716" y="109382"/>
                  </a:lnTo>
                  <a:lnTo>
                    <a:pt x="57943" y="108914"/>
                  </a:lnTo>
                  <a:lnTo>
                    <a:pt x="59169" y="108446"/>
                  </a:lnTo>
                  <a:lnTo>
                    <a:pt x="60395" y="107977"/>
                  </a:lnTo>
                  <a:lnTo>
                    <a:pt x="61621" y="107507"/>
                  </a:lnTo>
                  <a:lnTo>
                    <a:pt x="62847" y="107036"/>
                  </a:lnTo>
                  <a:lnTo>
                    <a:pt x="64072" y="106565"/>
                  </a:lnTo>
                  <a:lnTo>
                    <a:pt x="65297" y="106093"/>
                  </a:lnTo>
                  <a:lnTo>
                    <a:pt x="66522" y="105620"/>
                  </a:lnTo>
                  <a:lnTo>
                    <a:pt x="67746" y="105146"/>
                  </a:lnTo>
                  <a:lnTo>
                    <a:pt x="68971" y="104672"/>
                  </a:lnTo>
                  <a:lnTo>
                    <a:pt x="70195" y="104197"/>
                  </a:lnTo>
                  <a:lnTo>
                    <a:pt x="71418" y="103722"/>
                  </a:lnTo>
                  <a:lnTo>
                    <a:pt x="72642" y="103245"/>
                  </a:lnTo>
                  <a:lnTo>
                    <a:pt x="73865" y="102768"/>
                  </a:lnTo>
                  <a:lnTo>
                    <a:pt x="75088" y="102290"/>
                  </a:lnTo>
                  <a:lnTo>
                    <a:pt x="76310" y="101812"/>
                  </a:lnTo>
                  <a:lnTo>
                    <a:pt x="77533" y="101333"/>
                  </a:lnTo>
                  <a:lnTo>
                    <a:pt x="78755" y="100853"/>
                  </a:lnTo>
                  <a:lnTo>
                    <a:pt x="79976" y="100372"/>
                  </a:lnTo>
                  <a:lnTo>
                    <a:pt x="81198" y="99891"/>
                  </a:lnTo>
                  <a:lnTo>
                    <a:pt x="82419" y="99409"/>
                  </a:lnTo>
                  <a:lnTo>
                    <a:pt x="83640" y="98926"/>
                  </a:lnTo>
                  <a:lnTo>
                    <a:pt x="84860" y="98443"/>
                  </a:lnTo>
                  <a:lnTo>
                    <a:pt x="86081" y="97958"/>
                  </a:lnTo>
                  <a:lnTo>
                    <a:pt x="87301" y="97473"/>
                  </a:lnTo>
                  <a:lnTo>
                    <a:pt x="88521" y="96988"/>
                  </a:lnTo>
                  <a:lnTo>
                    <a:pt x="89740" y="96502"/>
                  </a:lnTo>
                  <a:lnTo>
                    <a:pt x="90959" y="96015"/>
                  </a:lnTo>
                  <a:lnTo>
                    <a:pt x="92178" y="95527"/>
                  </a:lnTo>
                  <a:lnTo>
                    <a:pt x="93397" y="95038"/>
                  </a:lnTo>
                  <a:lnTo>
                    <a:pt x="94615" y="94549"/>
                  </a:lnTo>
                  <a:lnTo>
                    <a:pt x="95833" y="94059"/>
                  </a:lnTo>
                  <a:lnTo>
                    <a:pt x="97051" y="93569"/>
                  </a:lnTo>
                  <a:lnTo>
                    <a:pt x="98268" y="93077"/>
                  </a:lnTo>
                  <a:lnTo>
                    <a:pt x="99486" y="92585"/>
                  </a:lnTo>
                  <a:lnTo>
                    <a:pt x="100702" y="92093"/>
                  </a:lnTo>
                  <a:lnTo>
                    <a:pt x="101919" y="91599"/>
                  </a:lnTo>
                  <a:lnTo>
                    <a:pt x="103135" y="91105"/>
                  </a:lnTo>
                  <a:lnTo>
                    <a:pt x="104352" y="90610"/>
                  </a:lnTo>
                  <a:lnTo>
                    <a:pt x="105567" y="90115"/>
                  </a:lnTo>
                  <a:lnTo>
                    <a:pt x="106783" y="89619"/>
                  </a:lnTo>
                  <a:lnTo>
                    <a:pt x="107998" y="89122"/>
                  </a:lnTo>
                  <a:lnTo>
                    <a:pt x="109213" y="88624"/>
                  </a:lnTo>
                  <a:lnTo>
                    <a:pt x="110427" y="88126"/>
                  </a:lnTo>
                  <a:lnTo>
                    <a:pt x="111642" y="87626"/>
                  </a:lnTo>
                  <a:lnTo>
                    <a:pt x="112856" y="87127"/>
                  </a:lnTo>
                  <a:lnTo>
                    <a:pt x="114069" y="86626"/>
                  </a:lnTo>
                  <a:lnTo>
                    <a:pt x="115283" y="86125"/>
                  </a:lnTo>
                  <a:lnTo>
                    <a:pt x="116496" y="85623"/>
                  </a:lnTo>
                  <a:lnTo>
                    <a:pt x="117709" y="85120"/>
                  </a:lnTo>
                  <a:lnTo>
                    <a:pt x="118921" y="84617"/>
                  </a:lnTo>
                  <a:lnTo>
                    <a:pt x="120134" y="84113"/>
                  </a:lnTo>
                  <a:lnTo>
                    <a:pt x="121346" y="83608"/>
                  </a:lnTo>
                  <a:lnTo>
                    <a:pt x="122557" y="83103"/>
                  </a:lnTo>
                  <a:lnTo>
                    <a:pt x="123769" y="82597"/>
                  </a:lnTo>
                  <a:lnTo>
                    <a:pt x="124980" y="82090"/>
                  </a:lnTo>
                  <a:lnTo>
                    <a:pt x="126191" y="81582"/>
                  </a:lnTo>
                  <a:lnTo>
                    <a:pt x="127401" y="81074"/>
                  </a:lnTo>
                  <a:lnTo>
                    <a:pt x="128611" y="80565"/>
                  </a:lnTo>
                  <a:lnTo>
                    <a:pt x="129821" y="80055"/>
                  </a:lnTo>
                  <a:lnTo>
                    <a:pt x="131031" y="79545"/>
                  </a:lnTo>
                  <a:lnTo>
                    <a:pt x="132240" y="79034"/>
                  </a:lnTo>
                  <a:lnTo>
                    <a:pt x="133449" y="78522"/>
                  </a:lnTo>
                  <a:lnTo>
                    <a:pt x="134658" y="78010"/>
                  </a:lnTo>
                  <a:lnTo>
                    <a:pt x="135866" y="77496"/>
                  </a:lnTo>
                  <a:lnTo>
                    <a:pt x="137074" y="76982"/>
                  </a:lnTo>
                  <a:lnTo>
                    <a:pt x="138282" y="76468"/>
                  </a:lnTo>
                  <a:lnTo>
                    <a:pt x="139490" y="75952"/>
                  </a:lnTo>
                  <a:lnTo>
                    <a:pt x="140697" y="75436"/>
                  </a:lnTo>
                  <a:lnTo>
                    <a:pt x="141904" y="74920"/>
                  </a:lnTo>
                  <a:lnTo>
                    <a:pt x="143110" y="74402"/>
                  </a:lnTo>
                  <a:lnTo>
                    <a:pt x="144317" y="73884"/>
                  </a:lnTo>
                  <a:lnTo>
                    <a:pt x="145523" y="73365"/>
                  </a:lnTo>
                  <a:lnTo>
                    <a:pt x="146728" y="72846"/>
                  </a:lnTo>
                  <a:lnTo>
                    <a:pt x="147934" y="72326"/>
                  </a:lnTo>
                  <a:lnTo>
                    <a:pt x="149139" y="71805"/>
                  </a:lnTo>
                  <a:lnTo>
                    <a:pt x="150344" y="71283"/>
                  </a:lnTo>
                  <a:lnTo>
                    <a:pt x="151548" y="70761"/>
                  </a:lnTo>
                  <a:lnTo>
                    <a:pt x="152752" y="70238"/>
                  </a:lnTo>
                  <a:lnTo>
                    <a:pt x="153956" y="69714"/>
                  </a:lnTo>
                  <a:lnTo>
                    <a:pt x="155160" y="69189"/>
                  </a:lnTo>
                  <a:lnTo>
                    <a:pt x="156363" y="68664"/>
                  </a:lnTo>
                  <a:lnTo>
                    <a:pt x="157566" y="68138"/>
                  </a:lnTo>
                  <a:lnTo>
                    <a:pt x="158769" y="67612"/>
                  </a:lnTo>
                  <a:lnTo>
                    <a:pt x="159971" y="67085"/>
                  </a:lnTo>
                  <a:lnTo>
                    <a:pt x="161173" y="66557"/>
                  </a:lnTo>
                  <a:lnTo>
                    <a:pt x="162375" y="66028"/>
                  </a:lnTo>
                  <a:lnTo>
                    <a:pt x="163576" y="65499"/>
                  </a:lnTo>
                  <a:lnTo>
                    <a:pt x="164777" y="64968"/>
                  </a:lnTo>
                  <a:lnTo>
                    <a:pt x="165978" y="64438"/>
                  </a:lnTo>
                  <a:lnTo>
                    <a:pt x="167179" y="63906"/>
                  </a:lnTo>
                  <a:lnTo>
                    <a:pt x="168379" y="63374"/>
                  </a:lnTo>
                  <a:lnTo>
                    <a:pt x="169579" y="62841"/>
                  </a:lnTo>
                  <a:lnTo>
                    <a:pt x="170778" y="62308"/>
                  </a:lnTo>
                  <a:lnTo>
                    <a:pt x="171978" y="61773"/>
                  </a:lnTo>
                  <a:lnTo>
                    <a:pt x="173176" y="61238"/>
                  </a:lnTo>
                  <a:lnTo>
                    <a:pt x="174375" y="60703"/>
                  </a:lnTo>
                  <a:lnTo>
                    <a:pt x="175573" y="60166"/>
                  </a:lnTo>
                  <a:lnTo>
                    <a:pt x="176771" y="59629"/>
                  </a:lnTo>
                  <a:lnTo>
                    <a:pt x="177969" y="59092"/>
                  </a:lnTo>
                  <a:lnTo>
                    <a:pt x="179166" y="58553"/>
                  </a:lnTo>
                  <a:lnTo>
                    <a:pt x="180364" y="58014"/>
                  </a:lnTo>
                  <a:lnTo>
                    <a:pt x="181560" y="57474"/>
                  </a:lnTo>
                  <a:lnTo>
                    <a:pt x="182757" y="56934"/>
                  </a:lnTo>
                  <a:lnTo>
                    <a:pt x="183953" y="56392"/>
                  </a:lnTo>
                  <a:lnTo>
                    <a:pt x="185149" y="55851"/>
                  </a:lnTo>
                  <a:lnTo>
                    <a:pt x="186344" y="55308"/>
                  </a:lnTo>
                  <a:lnTo>
                    <a:pt x="187539" y="54765"/>
                  </a:lnTo>
                  <a:lnTo>
                    <a:pt x="188734" y="54221"/>
                  </a:lnTo>
                  <a:lnTo>
                    <a:pt x="189929" y="53676"/>
                  </a:lnTo>
                  <a:lnTo>
                    <a:pt x="191123" y="53130"/>
                  </a:lnTo>
                  <a:lnTo>
                    <a:pt x="192317" y="52584"/>
                  </a:lnTo>
                  <a:lnTo>
                    <a:pt x="193510" y="52037"/>
                  </a:lnTo>
                  <a:lnTo>
                    <a:pt x="194704" y="51490"/>
                  </a:lnTo>
                  <a:lnTo>
                    <a:pt x="195897" y="50942"/>
                  </a:lnTo>
                  <a:lnTo>
                    <a:pt x="197089" y="50393"/>
                  </a:lnTo>
                  <a:lnTo>
                    <a:pt x="198282" y="49843"/>
                  </a:lnTo>
                  <a:lnTo>
                    <a:pt x="199474" y="49293"/>
                  </a:lnTo>
                  <a:lnTo>
                    <a:pt x="200665" y="48742"/>
                  </a:lnTo>
                  <a:lnTo>
                    <a:pt x="201857" y="48190"/>
                  </a:lnTo>
                  <a:lnTo>
                    <a:pt x="203048" y="47638"/>
                  </a:lnTo>
                  <a:lnTo>
                    <a:pt x="204238" y="47085"/>
                  </a:lnTo>
                  <a:lnTo>
                    <a:pt x="205429" y="46531"/>
                  </a:lnTo>
                  <a:lnTo>
                    <a:pt x="206619" y="45977"/>
                  </a:lnTo>
                  <a:lnTo>
                    <a:pt x="207808" y="45422"/>
                  </a:lnTo>
                  <a:lnTo>
                    <a:pt x="208998" y="44866"/>
                  </a:lnTo>
                  <a:lnTo>
                    <a:pt x="210187" y="44309"/>
                  </a:lnTo>
                  <a:lnTo>
                    <a:pt x="211376" y="43752"/>
                  </a:lnTo>
                  <a:lnTo>
                    <a:pt x="212564" y="43194"/>
                  </a:lnTo>
                  <a:lnTo>
                    <a:pt x="213752" y="42635"/>
                  </a:lnTo>
                  <a:lnTo>
                    <a:pt x="214940" y="42076"/>
                  </a:lnTo>
                  <a:lnTo>
                    <a:pt x="216127" y="41516"/>
                  </a:lnTo>
                  <a:lnTo>
                    <a:pt x="217315" y="40955"/>
                  </a:lnTo>
                  <a:lnTo>
                    <a:pt x="218501" y="40394"/>
                  </a:lnTo>
                  <a:lnTo>
                    <a:pt x="219688" y="39832"/>
                  </a:lnTo>
                  <a:lnTo>
                    <a:pt x="220874" y="39269"/>
                  </a:lnTo>
                  <a:lnTo>
                    <a:pt x="222060" y="38706"/>
                  </a:lnTo>
                  <a:lnTo>
                    <a:pt x="223245" y="38142"/>
                  </a:lnTo>
                  <a:lnTo>
                    <a:pt x="224430" y="37577"/>
                  </a:lnTo>
                  <a:lnTo>
                    <a:pt x="225615" y="37011"/>
                  </a:lnTo>
                  <a:lnTo>
                    <a:pt x="226800" y="36445"/>
                  </a:lnTo>
                  <a:lnTo>
                    <a:pt x="227984" y="35878"/>
                  </a:lnTo>
                  <a:lnTo>
                    <a:pt x="229168" y="35311"/>
                  </a:lnTo>
                  <a:lnTo>
                    <a:pt x="230351" y="34742"/>
                  </a:lnTo>
                  <a:lnTo>
                    <a:pt x="231534" y="34173"/>
                  </a:lnTo>
                  <a:lnTo>
                    <a:pt x="232717" y="33604"/>
                  </a:lnTo>
                  <a:lnTo>
                    <a:pt x="233900" y="33033"/>
                  </a:lnTo>
                  <a:lnTo>
                    <a:pt x="235082" y="32462"/>
                  </a:lnTo>
                  <a:lnTo>
                    <a:pt x="236264" y="31891"/>
                  </a:lnTo>
                  <a:lnTo>
                    <a:pt x="237445" y="31318"/>
                  </a:lnTo>
                  <a:lnTo>
                    <a:pt x="238627" y="30745"/>
                  </a:lnTo>
                  <a:lnTo>
                    <a:pt x="239807" y="30171"/>
                  </a:lnTo>
                  <a:lnTo>
                    <a:pt x="240988" y="29597"/>
                  </a:lnTo>
                  <a:lnTo>
                    <a:pt x="242168" y="29022"/>
                  </a:lnTo>
                  <a:lnTo>
                    <a:pt x="243348" y="28446"/>
                  </a:lnTo>
                  <a:lnTo>
                    <a:pt x="244527" y="27869"/>
                  </a:lnTo>
                  <a:lnTo>
                    <a:pt x="245707" y="27292"/>
                  </a:lnTo>
                  <a:lnTo>
                    <a:pt x="246885" y="26714"/>
                  </a:lnTo>
                  <a:lnTo>
                    <a:pt x="248064" y="26135"/>
                  </a:lnTo>
                  <a:lnTo>
                    <a:pt x="249242" y="25556"/>
                  </a:lnTo>
                  <a:lnTo>
                    <a:pt x="250420" y="24976"/>
                  </a:lnTo>
                  <a:lnTo>
                    <a:pt x="251597" y="24395"/>
                  </a:lnTo>
                  <a:lnTo>
                    <a:pt x="252774" y="23814"/>
                  </a:lnTo>
                  <a:lnTo>
                    <a:pt x="253951" y="23232"/>
                  </a:lnTo>
                  <a:lnTo>
                    <a:pt x="255128" y="22649"/>
                  </a:lnTo>
                  <a:lnTo>
                    <a:pt x="256304" y="22066"/>
                  </a:lnTo>
                  <a:lnTo>
                    <a:pt x="257480" y="21482"/>
                  </a:lnTo>
                  <a:lnTo>
                    <a:pt x="258655" y="20897"/>
                  </a:lnTo>
                  <a:lnTo>
                    <a:pt x="259830" y="20312"/>
                  </a:lnTo>
                  <a:lnTo>
                    <a:pt x="261005" y="19725"/>
                  </a:lnTo>
                  <a:lnTo>
                    <a:pt x="262179" y="19139"/>
                  </a:lnTo>
                  <a:lnTo>
                    <a:pt x="263353" y="18551"/>
                  </a:lnTo>
                  <a:lnTo>
                    <a:pt x="264527" y="17963"/>
                  </a:lnTo>
                  <a:lnTo>
                    <a:pt x="265701" y="17374"/>
                  </a:lnTo>
                  <a:lnTo>
                    <a:pt x="266874" y="16784"/>
                  </a:lnTo>
                  <a:lnTo>
                    <a:pt x="268046" y="16194"/>
                  </a:lnTo>
                  <a:lnTo>
                    <a:pt x="269219" y="15603"/>
                  </a:lnTo>
                  <a:lnTo>
                    <a:pt x="270391" y="15012"/>
                  </a:lnTo>
                  <a:lnTo>
                    <a:pt x="271562" y="14419"/>
                  </a:lnTo>
                  <a:lnTo>
                    <a:pt x="272734" y="13826"/>
                  </a:lnTo>
                  <a:lnTo>
                    <a:pt x="273905" y="13233"/>
                  </a:lnTo>
                  <a:lnTo>
                    <a:pt x="275075" y="12638"/>
                  </a:lnTo>
                  <a:lnTo>
                    <a:pt x="276246" y="12043"/>
                  </a:lnTo>
                  <a:lnTo>
                    <a:pt x="277416" y="11447"/>
                  </a:lnTo>
                  <a:lnTo>
                    <a:pt x="278585" y="10851"/>
                  </a:lnTo>
                  <a:lnTo>
                    <a:pt x="279754" y="10254"/>
                  </a:lnTo>
                  <a:lnTo>
                    <a:pt x="280923" y="9656"/>
                  </a:lnTo>
                  <a:lnTo>
                    <a:pt x="282092" y="9058"/>
                  </a:lnTo>
                  <a:lnTo>
                    <a:pt x="283260" y="8459"/>
                  </a:lnTo>
                  <a:lnTo>
                    <a:pt x="284428" y="7859"/>
                  </a:lnTo>
                  <a:lnTo>
                    <a:pt x="285595" y="7258"/>
                  </a:lnTo>
                  <a:lnTo>
                    <a:pt x="286762" y="6657"/>
                  </a:lnTo>
                  <a:lnTo>
                    <a:pt x="287929" y="6055"/>
                  </a:lnTo>
                  <a:lnTo>
                    <a:pt x="289096" y="5453"/>
                  </a:lnTo>
                  <a:lnTo>
                    <a:pt x="290262" y="4850"/>
                  </a:lnTo>
                  <a:lnTo>
                    <a:pt x="291428" y="4246"/>
                  </a:lnTo>
                  <a:lnTo>
                    <a:pt x="292593" y="3641"/>
                  </a:lnTo>
                  <a:lnTo>
                    <a:pt x="293758" y="3036"/>
                  </a:lnTo>
                  <a:lnTo>
                    <a:pt x="294923" y="2430"/>
                  </a:lnTo>
                  <a:lnTo>
                    <a:pt x="296087" y="1823"/>
                  </a:lnTo>
                  <a:lnTo>
                    <a:pt x="297251" y="1216"/>
                  </a:lnTo>
                  <a:lnTo>
                    <a:pt x="298415" y="608"/>
                  </a:lnTo>
                  <a:lnTo>
                    <a:pt x="299578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83820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149195" y="5401797"/>
              <a:ext cx="33840" cy="18274"/>
            </a:xfrm>
            <a:custGeom>
              <a:avLst/>
              <a:pathLst>
                <a:path w="33840" h="18274">
                  <a:moveTo>
                    <a:pt x="0" y="18274"/>
                  </a:moveTo>
                  <a:lnTo>
                    <a:pt x="136" y="18201"/>
                  </a:lnTo>
                  <a:lnTo>
                    <a:pt x="273" y="18129"/>
                  </a:lnTo>
                  <a:lnTo>
                    <a:pt x="409" y="18057"/>
                  </a:lnTo>
                  <a:lnTo>
                    <a:pt x="546" y="17985"/>
                  </a:lnTo>
                  <a:lnTo>
                    <a:pt x="682" y="17912"/>
                  </a:lnTo>
                  <a:lnTo>
                    <a:pt x="819" y="17840"/>
                  </a:lnTo>
                  <a:lnTo>
                    <a:pt x="955" y="17768"/>
                  </a:lnTo>
                  <a:lnTo>
                    <a:pt x="1092" y="17695"/>
                  </a:lnTo>
                  <a:lnTo>
                    <a:pt x="1228" y="17623"/>
                  </a:lnTo>
                  <a:lnTo>
                    <a:pt x="1365" y="17551"/>
                  </a:lnTo>
                  <a:lnTo>
                    <a:pt x="1501" y="17478"/>
                  </a:lnTo>
                  <a:lnTo>
                    <a:pt x="1637" y="17406"/>
                  </a:lnTo>
                  <a:lnTo>
                    <a:pt x="1774" y="17334"/>
                  </a:lnTo>
                  <a:lnTo>
                    <a:pt x="1910" y="17261"/>
                  </a:lnTo>
                  <a:lnTo>
                    <a:pt x="2047" y="17189"/>
                  </a:lnTo>
                  <a:lnTo>
                    <a:pt x="2183" y="17117"/>
                  </a:lnTo>
                  <a:lnTo>
                    <a:pt x="2320" y="17044"/>
                  </a:lnTo>
                  <a:lnTo>
                    <a:pt x="2456" y="16972"/>
                  </a:lnTo>
                  <a:lnTo>
                    <a:pt x="2593" y="16900"/>
                  </a:lnTo>
                  <a:lnTo>
                    <a:pt x="2729" y="16827"/>
                  </a:lnTo>
                  <a:lnTo>
                    <a:pt x="2865" y="16755"/>
                  </a:lnTo>
                  <a:lnTo>
                    <a:pt x="3002" y="16682"/>
                  </a:lnTo>
                  <a:lnTo>
                    <a:pt x="3138" y="16610"/>
                  </a:lnTo>
                  <a:lnTo>
                    <a:pt x="3275" y="16537"/>
                  </a:lnTo>
                  <a:lnTo>
                    <a:pt x="3411" y="16465"/>
                  </a:lnTo>
                  <a:lnTo>
                    <a:pt x="3548" y="16392"/>
                  </a:lnTo>
                  <a:lnTo>
                    <a:pt x="3684" y="16320"/>
                  </a:lnTo>
                  <a:lnTo>
                    <a:pt x="3820" y="16248"/>
                  </a:lnTo>
                  <a:lnTo>
                    <a:pt x="3957" y="16175"/>
                  </a:lnTo>
                  <a:lnTo>
                    <a:pt x="4093" y="16103"/>
                  </a:lnTo>
                  <a:lnTo>
                    <a:pt x="4229" y="16030"/>
                  </a:lnTo>
                  <a:lnTo>
                    <a:pt x="4366" y="15957"/>
                  </a:lnTo>
                  <a:lnTo>
                    <a:pt x="4502" y="15885"/>
                  </a:lnTo>
                  <a:lnTo>
                    <a:pt x="4639" y="15812"/>
                  </a:lnTo>
                  <a:lnTo>
                    <a:pt x="4775" y="15740"/>
                  </a:lnTo>
                  <a:lnTo>
                    <a:pt x="4911" y="15667"/>
                  </a:lnTo>
                  <a:lnTo>
                    <a:pt x="5048" y="15595"/>
                  </a:lnTo>
                  <a:lnTo>
                    <a:pt x="5184" y="15522"/>
                  </a:lnTo>
                  <a:lnTo>
                    <a:pt x="5320" y="15450"/>
                  </a:lnTo>
                  <a:lnTo>
                    <a:pt x="5457" y="15377"/>
                  </a:lnTo>
                  <a:lnTo>
                    <a:pt x="5593" y="15304"/>
                  </a:lnTo>
                  <a:lnTo>
                    <a:pt x="5729" y="15232"/>
                  </a:lnTo>
                  <a:lnTo>
                    <a:pt x="5866" y="15159"/>
                  </a:lnTo>
                  <a:lnTo>
                    <a:pt x="6002" y="15086"/>
                  </a:lnTo>
                  <a:lnTo>
                    <a:pt x="6138" y="15014"/>
                  </a:lnTo>
                  <a:lnTo>
                    <a:pt x="6275" y="14941"/>
                  </a:lnTo>
                  <a:lnTo>
                    <a:pt x="6411" y="14869"/>
                  </a:lnTo>
                  <a:lnTo>
                    <a:pt x="6547" y="14796"/>
                  </a:lnTo>
                  <a:lnTo>
                    <a:pt x="6683" y="14723"/>
                  </a:lnTo>
                  <a:lnTo>
                    <a:pt x="6820" y="14650"/>
                  </a:lnTo>
                  <a:lnTo>
                    <a:pt x="6956" y="14578"/>
                  </a:lnTo>
                  <a:lnTo>
                    <a:pt x="7092" y="14505"/>
                  </a:lnTo>
                  <a:lnTo>
                    <a:pt x="7228" y="14432"/>
                  </a:lnTo>
                  <a:lnTo>
                    <a:pt x="7365" y="14360"/>
                  </a:lnTo>
                  <a:lnTo>
                    <a:pt x="7501" y="14287"/>
                  </a:lnTo>
                  <a:lnTo>
                    <a:pt x="7637" y="14214"/>
                  </a:lnTo>
                  <a:lnTo>
                    <a:pt x="7773" y="14141"/>
                  </a:lnTo>
                  <a:lnTo>
                    <a:pt x="7910" y="14069"/>
                  </a:lnTo>
                  <a:lnTo>
                    <a:pt x="8046" y="13996"/>
                  </a:lnTo>
                  <a:lnTo>
                    <a:pt x="8182" y="13923"/>
                  </a:lnTo>
                  <a:lnTo>
                    <a:pt x="8318" y="13850"/>
                  </a:lnTo>
                  <a:lnTo>
                    <a:pt x="8455" y="13777"/>
                  </a:lnTo>
                  <a:lnTo>
                    <a:pt x="8591" y="13705"/>
                  </a:lnTo>
                  <a:lnTo>
                    <a:pt x="8727" y="13632"/>
                  </a:lnTo>
                  <a:lnTo>
                    <a:pt x="8863" y="13559"/>
                  </a:lnTo>
                  <a:lnTo>
                    <a:pt x="8999" y="13486"/>
                  </a:lnTo>
                  <a:lnTo>
                    <a:pt x="9136" y="13413"/>
                  </a:lnTo>
                  <a:lnTo>
                    <a:pt x="9272" y="13340"/>
                  </a:lnTo>
                  <a:lnTo>
                    <a:pt x="9408" y="13268"/>
                  </a:lnTo>
                  <a:lnTo>
                    <a:pt x="9544" y="13195"/>
                  </a:lnTo>
                  <a:lnTo>
                    <a:pt x="9680" y="13122"/>
                  </a:lnTo>
                  <a:lnTo>
                    <a:pt x="9817" y="13049"/>
                  </a:lnTo>
                  <a:lnTo>
                    <a:pt x="9953" y="12976"/>
                  </a:lnTo>
                  <a:lnTo>
                    <a:pt x="10089" y="12903"/>
                  </a:lnTo>
                  <a:lnTo>
                    <a:pt x="10225" y="12830"/>
                  </a:lnTo>
                  <a:lnTo>
                    <a:pt x="10361" y="12757"/>
                  </a:lnTo>
                  <a:lnTo>
                    <a:pt x="10497" y="12684"/>
                  </a:lnTo>
                  <a:lnTo>
                    <a:pt x="10634" y="12611"/>
                  </a:lnTo>
                  <a:lnTo>
                    <a:pt x="10770" y="12538"/>
                  </a:lnTo>
                  <a:lnTo>
                    <a:pt x="10906" y="12465"/>
                  </a:lnTo>
                  <a:lnTo>
                    <a:pt x="11042" y="12392"/>
                  </a:lnTo>
                  <a:lnTo>
                    <a:pt x="11178" y="12319"/>
                  </a:lnTo>
                  <a:lnTo>
                    <a:pt x="11314" y="12246"/>
                  </a:lnTo>
                  <a:lnTo>
                    <a:pt x="11450" y="12173"/>
                  </a:lnTo>
                  <a:lnTo>
                    <a:pt x="11586" y="12100"/>
                  </a:lnTo>
                  <a:lnTo>
                    <a:pt x="11722" y="12027"/>
                  </a:lnTo>
                  <a:lnTo>
                    <a:pt x="11859" y="11954"/>
                  </a:lnTo>
                  <a:lnTo>
                    <a:pt x="11995" y="11881"/>
                  </a:lnTo>
                  <a:lnTo>
                    <a:pt x="12131" y="11808"/>
                  </a:lnTo>
                  <a:lnTo>
                    <a:pt x="12267" y="11735"/>
                  </a:lnTo>
                  <a:lnTo>
                    <a:pt x="12403" y="11662"/>
                  </a:lnTo>
                  <a:lnTo>
                    <a:pt x="12539" y="11589"/>
                  </a:lnTo>
                  <a:lnTo>
                    <a:pt x="12675" y="11516"/>
                  </a:lnTo>
                  <a:lnTo>
                    <a:pt x="12811" y="11443"/>
                  </a:lnTo>
                  <a:lnTo>
                    <a:pt x="12947" y="11370"/>
                  </a:lnTo>
                  <a:lnTo>
                    <a:pt x="13083" y="11297"/>
                  </a:lnTo>
                  <a:lnTo>
                    <a:pt x="13219" y="11223"/>
                  </a:lnTo>
                  <a:lnTo>
                    <a:pt x="13355" y="11150"/>
                  </a:lnTo>
                  <a:lnTo>
                    <a:pt x="13491" y="11077"/>
                  </a:lnTo>
                  <a:lnTo>
                    <a:pt x="13627" y="11004"/>
                  </a:lnTo>
                  <a:lnTo>
                    <a:pt x="13763" y="10931"/>
                  </a:lnTo>
                  <a:lnTo>
                    <a:pt x="13899" y="10858"/>
                  </a:lnTo>
                  <a:lnTo>
                    <a:pt x="14035" y="10785"/>
                  </a:lnTo>
                  <a:lnTo>
                    <a:pt x="14171" y="10711"/>
                  </a:lnTo>
                  <a:lnTo>
                    <a:pt x="14307" y="10638"/>
                  </a:lnTo>
                  <a:lnTo>
                    <a:pt x="14443" y="10565"/>
                  </a:lnTo>
                  <a:lnTo>
                    <a:pt x="14579" y="10492"/>
                  </a:lnTo>
                  <a:lnTo>
                    <a:pt x="14715" y="10418"/>
                  </a:lnTo>
                  <a:lnTo>
                    <a:pt x="14851" y="10345"/>
                  </a:lnTo>
                  <a:lnTo>
                    <a:pt x="14987" y="10272"/>
                  </a:lnTo>
                  <a:lnTo>
                    <a:pt x="15123" y="10199"/>
                  </a:lnTo>
                  <a:lnTo>
                    <a:pt x="15259" y="10125"/>
                  </a:lnTo>
                  <a:lnTo>
                    <a:pt x="15395" y="10052"/>
                  </a:lnTo>
                  <a:lnTo>
                    <a:pt x="15531" y="9979"/>
                  </a:lnTo>
                  <a:lnTo>
                    <a:pt x="15667" y="9906"/>
                  </a:lnTo>
                  <a:lnTo>
                    <a:pt x="15803" y="9832"/>
                  </a:lnTo>
                  <a:lnTo>
                    <a:pt x="15939" y="9759"/>
                  </a:lnTo>
                  <a:lnTo>
                    <a:pt x="16075" y="9686"/>
                  </a:lnTo>
                  <a:lnTo>
                    <a:pt x="16211" y="9612"/>
                  </a:lnTo>
                  <a:lnTo>
                    <a:pt x="16347" y="9539"/>
                  </a:lnTo>
                  <a:lnTo>
                    <a:pt x="16483" y="9466"/>
                  </a:lnTo>
                  <a:lnTo>
                    <a:pt x="16619" y="9392"/>
                  </a:lnTo>
                  <a:lnTo>
                    <a:pt x="16755" y="9319"/>
                  </a:lnTo>
                  <a:lnTo>
                    <a:pt x="16891" y="9245"/>
                  </a:lnTo>
                  <a:lnTo>
                    <a:pt x="17027" y="9172"/>
                  </a:lnTo>
                  <a:lnTo>
                    <a:pt x="17162" y="9099"/>
                  </a:lnTo>
                  <a:lnTo>
                    <a:pt x="17298" y="9025"/>
                  </a:lnTo>
                  <a:lnTo>
                    <a:pt x="17434" y="8952"/>
                  </a:lnTo>
                  <a:lnTo>
                    <a:pt x="17570" y="8878"/>
                  </a:lnTo>
                  <a:lnTo>
                    <a:pt x="17706" y="8805"/>
                  </a:lnTo>
                  <a:lnTo>
                    <a:pt x="17842" y="8732"/>
                  </a:lnTo>
                  <a:lnTo>
                    <a:pt x="17978" y="8658"/>
                  </a:lnTo>
                  <a:lnTo>
                    <a:pt x="18114" y="8585"/>
                  </a:lnTo>
                  <a:lnTo>
                    <a:pt x="18249" y="8511"/>
                  </a:lnTo>
                  <a:lnTo>
                    <a:pt x="18385" y="8438"/>
                  </a:lnTo>
                  <a:lnTo>
                    <a:pt x="18521" y="8364"/>
                  </a:lnTo>
                  <a:lnTo>
                    <a:pt x="18657" y="8291"/>
                  </a:lnTo>
                  <a:lnTo>
                    <a:pt x="18793" y="8217"/>
                  </a:lnTo>
                  <a:lnTo>
                    <a:pt x="18929" y="8144"/>
                  </a:lnTo>
                  <a:lnTo>
                    <a:pt x="19064" y="8070"/>
                  </a:lnTo>
                  <a:lnTo>
                    <a:pt x="19200" y="7997"/>
                  </a:lnTo>
                  <a:lnTo>
                    <a:pt x="19336" y="7923"/>
                  </a:lnTo>
                  <a:lnTo>
                    <a:pt x="19472" y="7849"/>
                  </a:lnTo>
                  <a:lnTo>
                    <a:pt x="19608" y="7776"/>
                  </a:lnTo>
                  <a:lnTo>
                    <a:pt x="19744" y="7702"/>
                  </a:lnTo>
                  <a:lnTo>
                    <a:pt x="19879" y="7629"/>
                  </a:lnTo>
                  <a:lnTo>
                    <a:pt x="20015" y="7555"/>
                  </a:lnTo>
                  <a:lnTo>
                    <a:pt x="20151" y="7482"/>
                  </a:lnTo>
                  <a:lnTo>
                    <a:pt x="20287" y="7408"/>
                  </a:lnTo>
                  <a:lnTo>
                    <a:pt x="20423" y="7334"/>
                  </a:lnTo>
                  <a:lnTo>
                    <a:pt x="20558" y="7261"/>
                  </a:lnTo>
                  <a:lnTo>
                    <a:pt x="20694" y="7187"/>
                  </a:lnTo>
                  <a:lnTo>
                    <a:pt x="20830" y="7113"/>
                  </a:lnTo>
                  <a:lnTo>
                    <a:pt x="20966" y="7040"/>
                  </a:lnTo>
                  <a:lnTo>
                    <a:pt x="21101" y="6966"/>
                  </a:lnTo>
                  <a:lnTo>
                    <a:pt x="21237" y="6892"/>
                  </a:lnTo>
                  <a:lnTo>
                    <a:pt x="21373" y="6819"/>
                  </a:lnTo>
                  <a:lnTo>
                    <a:pt x="21509" y="6745"/>
                  </a:lnTo>
                  <a:lnTo>
                    <a:pt x="21644" y="6671"/>
                  </a:lnTo>
                  <a:lnTo>
                    <a:pt x="21780" y="6598"/>
                  </a:lnTo>
                  <a:lnTo>
                    <a:pt x="21916" y="6524"/>
                  </a:lnTo>
                  <a:lnTo>
                    <a:pt x="22051" y="6450"/>
                  </a:lnTo>
                  <a:lnTo>
                    <a:pt x="22187" y="6376"/>
                  </a:lnTo>
                  <a:lnTo>
                    <a:pt x="22323" y="6303"/>
                  </a:lnTo>
                  <a:lnTo>
                    <a:pt x="22459" y="6229"/>
                  </a:lnTo>
                  <a:lnTo>
                    <a:pt x="22594" y="6155"/>
                  </a:lnTo>
                  <a:lnTo>
                    <a:pt x="22730" y="6081"/>
                  </a:lnTo>
                  <a:lnTo>
                    <a:pt x="22866" y="6007"/>
                  </a:lnTo>
                  <a:lnTo>
                    <a:pt x="23001" y="5934"/>
                  </a:lnTo>
                  <a:lnTo>
                    <a:pt x="23137" y="5860"/>
                  </a:lnTo>
                  <a:lnTo>
                    <a:pt x="23273" y="5786"/>
                  </a:lnTo>
                  <a:lnTo>
                    <a:pt x="23408" y="5712"/>
                  </a:lnTo>
                  <a:lnTo>
                    <a:pt x="23544" y="5638"/>
                  </a:lnTo>
                  <a:lnTo>
                    <a:pt x="23680" y="5565"/>
                  </a:lnTo>
                  <a:lnTo>
                    <a:pt x="23815" y="5491"/>
                  </a:lnTo>
                  <a:lnTo>
                    <a:pt x="23951" y="5417"/>
                  </a:lnTo>
                  <a:lnTo>
                    <a:pt x="24087" y="5343"/>
                  </a:lnTo>
                  <a:lnTo>
                    <a:pt x="24222" y="5269"/>
                  </a:lnTo>
                  <a:lnTo>
                    <a:pt x="24358" y="5195"/>
                  </a:lnTo>
                  <a:lnTo>
                    <a:pt x="24494" y="5121"/>
                  </a:lnTo>
                  <a:lnTo>
                    <a:pt x="24629" y="5047"/>
                  </a:lnTo>
                  <a:lnTo>
                    <a:pt x="24765" y="4973"/>
                  </a:lnTo>
                  <a:lnTo>
                    <a:pt x="24900" y="4899"/>
                  </a:lnTo>
                  <a:lnTo>
                    <a:pt x="25036" y="4826"/>
                  </a:lnTo>
                  <a:lnTo>
                    <a:pt x="25172" y="4752"/>
                  </a:lnTo>
                  <a:lnTo>
                    <a:pt x="25307" y="4678"/>
                  </a:lnTo>
                  <a:lnTo>
                    <a:pt x="25443" y="4604"/>
                  </a:lnTo>
                  <a:lnTo>
                    <a:pt x="25578" y="4530"/>
                  </a:lnTo>
                  <a:lnTo>
                    <a:pt x="25714" y="4456"/>
                  </a:lnTo>
                  <a:lnTo>
                    <a:pt x="25850" y="4382"/>
                  </a:lnTo>
                  <a:lnTo>
                    <a:pt x="25985" y="4308"/>
                  </a:lnTo>
                  <a:lnTo>
                    <a:pt x="26121" y="4234"/>
                  </a:lnTo>
                  <a:lnTo>
                    <a:pt x="26256" y="4160"/>
                  </a:lnTo>
                  <a:lnTo>
                    <a:pt x="26392" y="4086"/>
                  </a:lnTo>
                  <a:lnTo>
                    <a:pt x="26527" y="4012"/>
                  </a:lnTo>
                  <a:lnTo>
                    <a:pt x="26663" y="3938"/>
                  </a:lnTo>
                  <a:lnTo>
                    <a:pt x="26798" y="3863"/>
                  </a:lnTo>
                  <a:lnTo>
                    <a:pt x="26934" y="3789"/>
                  </a:lnTo>
                  <a:lnTo>
                    <a:pt x="27070" y="3715"/>
                  </a:lnTo>
                  <a:lnTo>
                    <a:pt x="27205" y="3641"/>
                  </a:lnTo>
                  <a:lnTo>
                    <a:pt x="27341" y="3567"/>
                  </a:lnTo>
                  <a:lnTo>
                    <a:pt x="27476" y="3493"/>
                  </a:lnTo>
                  <a:lnTo>
                    <a:pt x="27612" y="3419"/>
                  </a:lnTo>
                  <a:lnTo>
                    <a:pt x="27747" y="3345"/>
                  </a:lnTo>
                  <a:lnTo>
                    <a:pt x="27883" y="3271"/>
                  </a:lnTo>
                  <a:lnTo>
                    <a:pt x="28018" y="3196"/>
                  </a:lnTo>
                  <a:lnTo>
                    <a:pt x="28154" y="3122"/>
                  </a:lnTo>
                  <a:lnTo>
                    <a:pt x="28289" y="3048"/>
                  </a:lnTo>
                  <a:lnTo>
                    <a:pt x="28425" y="2974"/>
                  </a:lnTo>
                  <a:lnTo>
                    <a:pt x="28560" y="2900"/>
                  </a:lnTo>
                  <a:lnTo>
                    <a:pt x="28696" y="2826"/>
                  </a:lnTo>
                  <a:lnTo>
                    <a:pt x="28831" y="2751"/>
                  </a:lnTo>
                  <a:lnTo>
                    <a:pt x="28966" y="2677"/>
                  </a:lnTo>
                  <a:lnTo>
                    <a:pt x="29102" y="2603"/>
                  </a:lnTo>
                  <a:lnTo>
                    <a:pt x="29237" y="2529"/>
                  </a:lnTo>
                  <a:lnTo>
                    <a:pt x="29373" y="2455"/>
                  </a:lnTo>
                  <a:lnTo>
                    <a:pt x="29508" y="2380"/>
                  </a:lnTo>
                  <a:lnTo>
                    <a:pt x="29644" y="2306"/>
                  </a:lnTo>
                  <a:lnTo>
                    <a:pt x="29779" y="2232"/>
                  </a:lnTo>
                  <a:lnTo>
                    <a:pt x="29915" y="2157"/>
                  </a:lnTo>
                  <a:lnTo>
                    <a:pt x="30050" y="2083"/>
                  </a:lnTo>
                  <a:lnTo>
                    <a:pt x="30185" y="2009"/>
                  </a:lnTo>
                  <a:lnTo>
                    <a:pt x="30321" y="1935"/>
                  </a:lnTo>
                  <a:lnTo>
                    <a:pt x="30456" y="1860"/>
                  </a:lnTo>
                  <a:lnTo>
                    <a:pt x="30592" y="1786"/>
                  </a:lnTo>
                  <a:lnTo>
                    <a:pt x="30727" y="1712"/>
                  </a:lnTo>
                  <a:lnTo>
                    <a:pt x="30862" y="1637"/>
                  </a:lnTo>
                  <a:lnTo>
                    <a:pt x="30998" y="1563"/>
                  </a:lnTo>
                  <a:lnTo>
                    <a:pt x="31133" y="1489"/>
                  </a:lnTo>
                  <a:lnTo>
                    <a:pt x="31268" y="1414"/>
                  </a:lnTo>
                  <a:lnTo>
                    <a:pt x="31404" y="1340"/>
                  </a:lnTo>
                  <a:lnTo>
                    <a:pt x="31539" y="1265"/>
                  </a:lnTo>
                  <a:lnTo>
                    <a:pt x="31675" y="1191"/>
                  </a:lnTo>
                  <a:lnTo>
                    <a:pt x="31810" y="1117"/>
                  </a:lnTo>
                  <a:lnTo>
                    <a:pt x="31945" y="1042"/>
                  </a:lnTo>
                  <a:lnTo>
                    <a:pt x="32081" y="968"/>
                  </a:lnTo>
                  <a:lnTo>
                    <a:pt x="32216" y="893"/>
                  </a:lnTo>
                  <a:lnTo>
                    <a:pt x="32351" y="819"/>
                  </a:lnTo>
                  <a:lnTo>
                    <a:pt x="32487" y="745"/>
                  </a:lnTo>
                  <a:lnTo>
                    <a:pt x="32622" y="670"/>
                  </a:lnTo>
                  <a:lnTo>
                    <a:pt x="32757" y="596"/>
                  </a:lnTo>
                  <a:lnTo>
                    <a:pt x="32893" y="521"/>
                  </a:lnTo>
                  <a:lnTo>
                    <a:pt x="33028" y="447"/>
                  </a:lnTo>
                  <a:lnTo>
                    <a:pt x="33163" y="372"/>
                  </a:lnTo>
                  <a:lnTo>
                    <a:pt x="33298" y="298"/>
                  </a:lnTo>
                  <a:lnTo>
                    <a:pt x="33434" y="223"/>
                  </a:lnTo>
                  <a:lnTo>
                    <a:pt x="33569" y="149"/>
                  </a:lnTo>
                  <a:lnTo>
                    <a:pt x="33704" y="74"/>
                  </a:lnTo>
                  <a:lnTo>
                    <a:pt x="33840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7191446" y="539713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C25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83820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l7158"/>
            <p:cNvSpPr/>
            <p:nvPr/>
          </p:nvSpPr>
          <p:spPr>
            <a:xfrm>
              <a:off x="7199837" y="5373310"/>
              <a:ext cx="33361" cy="19134"/>
            </a:xfrm>
            <a:custGeom>
              <a:avLst/>
              <a:pathLst>
                <a:path w="33361" h="19134">
                  <a:moveTo>
                    <a:pt x="0" y="19134"/>
                  </a:moveTo>
                  <a:lnTo>
                    <a:pt x="134" y="19058"/>
                  </a:lnTo>
                  <a:lnTo>
                    <a:pt x="269" y="18983"/>
                  </a:lnTo>
                  <a:lnTo>
                    <a:pt x="403" y="18907"/>
                  </a:lnTo>
                  <a:lnTo>
                    <a:pt x="538" y="18831"/>
                  </a:lnTo>
                  <a:lnTo>
                    <a:pt x="673" y="18756"/>
                  </a:lnTo>
                  <a:lnTo>
                    <a:pt x="807" y="18680"/>
                  </a:lnTo>
                  <a:lnTo>
                    <a:pt x="942" y="18604"/>
                  </a:lnTo>
                  <a:lnTo>
                    <a:pt x="1076" y="18528"/>
                  </a:lnTo>
                  <a:lnTo>
                    <a:pt x="1211" y="18452"/>
                  </a:lnTo>
                  <a:lnTo>
                    <a:pt x="1346" y="18377"/>
                  </a:lnTo>
                  <a:lnTo>
                    <a:pt x="1480" y="18301"/>
                  </a:lnTo>
                  <a:lnTo>
                    <a:pt x="1615" y="18225"/>
                  </a:lnTo>
                  <a:lnTo>
                    <a:pt x="1749" y="18149"/>
                  </a:lnTo>
                  <a:lnTo>
                    <a:pt x="1884" y="18073"/>
                  </a:lnTo>
                  <a:lnTo>
                    <a:pt x="2018" y="17998"/>
                  </a:lnTo>
                  <a:lnTo>
                    <a:pt x="2153" y="17922"/>
                  </a:lnTo>
                  <a:lnTo>
                    <a:pt x="2288" y="17846"/>
                  </a:lnTo>
                  <a:lnTo>
                    <a:pt x="2422" y="17770"/>
                  </a:lnTo>
                  <a:lnTo>
                    <a:pt x="2557" y="17694"/>
                  </a:lnTo>
                  <a:lnTo>
                    <a:pt x="2691" y="17618"/>
                  </a:lnTo>
                  <a:lnTo>
                    <a:pt x="2826" y="17542"/>
                  </a:lnTo>
                  <a:lnTo>
                    <a:pt x="2960" y="17467"/>
                  </a:lnTo>
                  <a:lnTo>
                    <a:pt x="3095" y="17391"/>
                  </a:lnTo>
                  <a:lnTo>
                    <a:pt x="3229" y="17315"/>
                  </a:lnTo>
                  <a:lnTo>
                    <a:pt x="3364" y="17239"/>
                  </a:lnTo>
                  <a:lnTo>
                    <a:pt x="3498" y="17163"/>
                  </a:lnTo>
                  <a:lnTo>
                    <a:pt x="3633" y="17087"/>
                  </a:lnTo>
                  <a:lnTo>
                    <a:pt x="3767" y="17011"/>
                  </a:lnTo>
                  <a:lnTo>
                    <a:pt x="3902" y="16935"/>
                  </a:lnTo>
                  <a:lnTo>
                    <a:pt x="4036" y="16859"/>
                  </a:lnTo>
                  <a:lnTo>
                    <a:pt x="4171" y="16783"/>
                  </a:lnTo>
                  <a:lnTo>
                    <a:pt x="4305" y="16707"/>
                  </a:lnTo>
                  <a:lnTo>
                    <a:pt x="4440" y="16631"/>
                  </a:lnTo>
                  <a:lnTo>
                    <a:pt x="4574" y="16555"/>
                  </a:lnTo>
                  <a:lnTo>
                    <a:pt x="4708" y="16479"/>
                  </a:lnTo>
                  <a:lnTo>
                    <a:pt x="4843" y="16403"/>
                  </a:lnTo>
                  <a:lnTo>
                    <a:pt x="4977" y="16327"/>
                  </a:lnTo>
                  <a:lnTo>
                    <a:pt x="5112" y="16251"/>
                  </a:lnTo>
                  <a:lnTo>
                    <a:pt x="5246" y="16175"/>
                  </a:lnTo>
                  <a:lnTo>
                    <a:pt x="5381" y="16099"/>
                  </a:lnTo>
                  <a:lnTo>
                    <a:pt x="5515" y="16023"/>
                  </a:lnTo>
                  <a:lnTo>
                    <a:pt x="5649" y="15947"/>
                  </a:lnTo>
                  <a:lnTo>
                    <a:pt x="5784" y="15871"/>
                  </a:lnTo>
                  <a:lnTo>
                    <a:pt x="5918" y="15794"/>
                  </a:lnTo>
                  <a:lnTo>
                    <a:pt x="6053" y="15718"/>
                  </a:lnTo>
                  <a:lnTo>
                    <a:pt x="6187" y="15642"/>
                  </a:lnTo>
                  <a:lnTo>
                    <a:pt x="6322" y="15566"/>
                  </a:lnTo>
                  <a:lnTo>
                    <a:pt x="6456" y="15490"/>
                  </a:lnTo>
                  <a:lnTo>
                    <a:pt x="6590" y="15414"/>
                  </a:lnTo>
                  <a:lnTo>
                    <a:pt x="6725" y="15338"/>
                  </a:lnTo>
                  <a:lnTo>
                    <a:pt x="6859" y="15261"/>
                  </a:lnTo>
                  <a:lnTo>
                    <a:pt x="6993" y="15185"/>
                  </a:lnTo>
                  <a:lnTo>
                    <a:pt x="7128" y="15109"/>
                  </a:lnTo>
                  <a:lnTo>
                    <a:pt x="7262" y="15033"/>
                  </a:lnTo>
                  <a:lnTo>
                    <a:pt x="7396" y="14957"/>
                  </a:lnTo>
                  <a:lnTo>
                    <a:pt x="7531" y="14880"/>
                  </a:lnTo>
                  <a:lnTo>
                    <a:pt x="7665" y="14804"/>
                  </a:lnTo>
                  <a:lnTo>
                    <a:pt x="7799" y="14728"/>
                  </a:lnTo>
                  <a:lnTo>
                    <a:pt x="7934" y="14652"/>
                  </a:lnTo>
                  <a:lnTo>
                    <a:pt x="8068" y="14576"/>
                  </a:lnTo>
                  <a:lnTo>
                    <a:pt x="8202" y="14499"/>
                  </a:lnTo>
                  <a:lnTo>
                    <a:pt x="8337" y="14423"/>
                  </a:lnTo>
                  <a:lnTo>
                    <a:pt x="8471" y="14347"/>
                  </a:lnTo>
                  <a:lnTo>
                    <a:pt x="8605" y="14270"/>
                  </a:lnTo>
                  <a:lnTo>
                    <a:pt x="8740" y="14194"/>
                  </a:lnTo>
                  <a:lnTo>
                    <a:pt x="8874" y="14118"/>
                  </a:lnTo>
                  <a:lnTo>
                    <a:pt x="9008" y="14042"/>
                  </a:lnTo>
                  <a:lnTo>
                    <a:pt x="9143" y="13965"/>
                  </a:lnTo>
                  <a:lnTo>
                    <a:pt x="9277" y="13889"/>
                  </a:lnTo>
                  <a:lnTo>
                    <a:pt x="9411" y="13813"/>
                  </a:lnTo>
                  <a:lnTo>
                    <a:pt x="9545" y="13736"/>
                  </a:lnTo>
                  <a:lnTo>
                    <a:pt x="9680" y="13660"/>
                  </a:lnTo>
                  <a:lnTo>
                    <a:pt x="9814" y="13583"/>
                  </a:lnTo>
                  <a:lnTo>
                    <a:pt x="9948" y="13507"/>
                  </a:lnTo>
                  <a:lnTo>
                    <a:pt x="10082" y="13431"/>
                  </a:lnTo>
                  <a:lnTo>
                    <a:pt x="10217" y="13354"/>
                  </a:lnTo>
                  <a:lnTo>
                    <a:pt x="10351" y="13278"/>
                  </a:lnTo>
                  <a:lnTo>
                    <a:pt x="10485" y="13201"/>
                  </a:lnTo>
                  <a:lnTo>
                    <a:pt x="10619" y="13125"/>
                  </a:lnTo>
                  <a:lnTo>
                    <a:pt x="10753" y="13049"/>
                  </a:lnTo>
                  <a:lnTo>
                    <a:pt x="10888" y="12972"/>
                  </a:lnTo>
                  <a:lnTo>
                    <a:pt x="11022" y="12896"/>
                  </a:lnTo>
                  <a:lnTo>
                    <a:pt x="11156" y="12819"/>
                  </a:lnTo>
                  <a:lnTo>
                    <a:pt x="11290" y="12743"/>
                  </a:lnTo>
                  <a:lnTo>
                    <a:pt x="11424" y="12666"/>
                  </a:lnTo>
                  <a:lnTo>
                    <a:pt x="11559" y="12590"/>
                  </a:lnTo>
                  <a:lnTo>
                    <a:pt x="11693" y="12513"/>
                  </a:lnTo>
                  <a:lnTo>
                    <a:pt x="11827" y="12437"/>
                  </a:lnTo>
                  <a:lnTo>
                    <a:pt x="11961" y="12360"/>
                  </a:lnTo>
                  <a:lnTo>
                    <a:pt x="12095" y="12284"/>
                  </a:lnTo>
                  <a:lnTo>
                    <a:pt x="12230" y="12207"/>
                  </a:lnTo>
                  <a:lnTo>
                    <a:pt x="12364" y="12131"/>
                  </a:lnTo>
                  <a:lnTo>
                    <a:pt x="12498" y="12054"/>
                  </a:lnTo>
                  <a:lnTo>
                    <a:pt x="12632" y="11978"/>
                  </a:lnTo>
                  <a:lnTo>
                    <a:pt x="12766" y="11901"/>
                  </a:lnTo>
                  <a:lnTo>
                    <a:pt x="12900" y="11824"/>
                  </a:lnTo>
                  <a:lnTo>
                    <a:pt x="13034" y="11748"/>
                  </a:lnTo>
                  <a:lnTo>
                    <a:pt x="13169" y="11671"/>
                  </a:lnTo>
                  <a:lnTo>
                    <a:pt x="13303" y="11595"/>
                  </a:lnTo>
                  <a:lnTo>
                    <a:pt x="13437" y="11518"/>
                  </a:lnTo>
                  <a:lnTo>
                    <a:pt x="13571" y="11441"/>
                  </a:lnTo>
                  <a:lnTo>
                    <a:pt x="13705" y="11365"/>
                  </a:lnTo>
                  <a:lnTo>
                    <a:pt x="13839" y="11288"/>
                  </a:lnTo>
                  <a:lnTo>
                    <a:pt x="13973" y="11211"/>
                  </a:lnTo>
                  <a:lnTo>
                    <a:pt x="14107" y="11135"/>
                  </a:lnTo>
                  <a:lnTo>
                    <a:pt x="14241" y="11058"/>
                  </a:lnTo>
                  <a:lnTo>
                    <a:pt x="14375" y="10981"/>
                  </a:lnTo>
                  <a:lnTo>
                    <a:pt x="14509" y="10905"/>
                  </a:lnTo>
                  <a:lnTo>
                    <a:pt x="14644" y="10828"/>
                  </a:lnTo>
                  <a:lnTo>
                    <a:pt x="14778" y="10751"/>
                  </a:lnTo>
                  <a:lnTo>
                    <a:pt x="14912" y="10675"/>
                  </a:lnTo>
                  <a:lnTo>
                    <a:pt x="15046" y="10598"/>
                  </a:lnTo>
                  <a:lnTo>
                    <a:pt x="15180" y="10521"/>
                  </a:lnTo>
                  <a:lnTo>
                    <a:pt x="15314" y="10444"/>
                  </a:lnTo>
                  <a:lnTo>
                    <a:pt x="15448" y="10368"/>
                  </a:lnTo>
                  <a:lnTo>
                    <a:pt x="15582" y="10291"/>
                  </a:lnTo>
                  <a:lnTo>
                    <a:pt x="15716" y="10214"/>
                  </a:lnTo>
                  <a:lnTo>
                    <a:pt x="15850" y="10137"/>
                  </a:lnTo>
                  <a:lnTo>
                    <a:pt x="15984" y="10061"/>
                  </a:lnTo>
                  <a:lnTo>
                    <a:pt x="16118" y="9984"/>
                  </a:lnTo>
                  <a:lnTo>
                    <a:pt x="16252" y="9907"/>
                  </a:lnTo>
                  <a:lnTo>
                    <a:pt x="16386" y="9830"/>
                  </a:lnTo>
                  <a:lnTo>
                    <a:pt x="16520" y="9753"/>
                  </a:lnTo>
                  <a:lnTo>
                    <a:pt x="16654" y="9676"/>
                  </a:lnTo>
                  <a:lnTo>
                    <a:pt x="16788" y="9600"/>
                  </a:lnTo>
                  <a:lnTo>
                    <a:pt x="16922" y="9523"/>
                  </a:lnTo>
                  <a:lnTo>
                    <a:pt x="17056" y="9446"/>
                  </a:lnTo>
                  <a:lnTo>
                    <a:pt x="17190" y="9369"/>
                  </a:lnTo>
                  <a:lnTo>
                    <a:pt x="17324" y="9292"/>
                  </a:lnTo>
                  <a:lnTo>
                    <a:pt x="17458" y="9215"/>
                  </a:lnTo>
                  <a:lnTo>
                    <a:pt x="17592" y="9138"/>
                  </a:lnTo>
                  <a:lnTo>
                    <a:pt x="17726" y="9061"/>
                  </a:lnTo>
                  <a:lnTo>
                    <a:pt x="17860" y="8984"/>
                  </a:lnTo>
                  <a:lnTo>
                    <a:pt x="17993" y="8908"/>
                  </a:lnTo>
                  <a:lnTo>
                    <a:pt x="18127" y="8831"/>
                  </a:lnTo>
                  <a:lnTo>
                    <a:pt x="18261" y="8754"/>
                  </a:lnTo>
                  <a:lnTo>
                    <a:pt x="18395" y="8677"/>
                  </a:lnTo>
                  <a:lnTo>
                    <a:pt x="18529" y="8600"/>
                  </a:lnTo>
                  <a:lnTo>
                    <a:pt x="18663" y="8523"/>
                  </a:lnTo>
                  <a:lnTo>
                    <a:pt x="18797" y="8446"/>
                  </a:lnTo>
                  <a:lnTo>
                    <a:pt x="18931" y="8369"/>
                  </a:lnTo>
                  <a:lnTo>
                    <a:pt x="19065" y="8292"/>
                  </a:lnTo>
                  <a:lnTo>
                    <a:pt x="19199" y="8215"/>
                  </a:lnTo>
                  <a:lnTo>
                    <a:pt x="19333" y="8138"/>
                  </a:lnTo>
                  <a:lnTo>
                    <a:pt x="19466" y="8061"/>
                  </a:lnTo>
                  <a:lnTo>
                    <a:pt x="19600" y="7984"/>
                  </a:lnTo>
                  <a:lnTo>
                    <a:pt x="19734" y="7907"/>
                  </a:lnTo>
                  <a:lnTo>
                    <a:pt x="19868" y="7830"/>
                  </a:lnTo>
                  <a:lnTo>
                    <a:pt x="20002" y="7753"/>
                  </a:lnTo>
                  <a:lnTo>
                    <a:pt x="20136" y="7675"/>
                  </a:lnTo>
                  <a:lnTo>
                    <a:pt x="20270" y="7598"/>
                  </a:lnTo>
                  <a:lnTo>
                    <a:pt x="20403" y="7521"/>
                  </a:lnTo>
                  <a:lnTo>
                    <a:pt x="20537" y="7444"/>
                  </a:lnTo>
                  <a:lnTo>
                    <a:pt x="20671" y="7367"/>
                  </a:lnTo>
                  <a:lnTo>
                    <a:pt x="20805" y="7290"/>
                  </a:lnTo>
                  <a:lnTo>
                    <a:pt x="20939" y="7213"/>
                  </a:lnTo>
                  <a:lnTo>
                    <a:pt x="21072" y="7136"/>
                  </a:lnTo>
                  <a:lnTo>
                    <a:pt x="21206" y="7059"/>
                  </a:lnTo>
                  <a:lnTo>
                    <a:pt x="21340" y="6981"/>
                  </a:lnTo>
                  <a:lnTo>
                    <a:pt x="21474" y="6904"/>
                  </a:lnTo>
                  <a:lnTo>
                    <a:pt x="21608" y="6827"/>
                  </a:lnTo>
                  <a:lnTo>
                    <a:pt x="21741" y="6750"/>
                  </a:lnTo>
                  <a:lnTo>
                    <a:pt x="21875" y="6673"/>
                  </a:lnTo>
                  <a:lnTo>
                    <a:pt x="22009" y="6595"/>
                  </a:lnTo>
                  <a:lnTo>
                    <a:pt x="22143" y="6518"/>
                  </a:lnTo>
                  <a:lnTo>
                    <a:pt x="22277" y="6441"/>
                  </a:lnTo>
                  <a:lnTo>
                    <a:pt x="22410" y="6364"/>
                  </a:lnTo>
                  <a:lnTo>
                    <a:pt x="22544" y="6286"/>
                  </a:lnTo>
                  <a:lnTo>
                    <a:pt x="22678" y="6209"/>
                  </a:lnTo>
                  <a:lnTo>
                    <a:pt x="22812" y="6132"/>
                  </a:lnTo>
                  <a:lnTo>
                    <a:pt x="22945" y="6055"/>
                  </a:lnTo>
                  <a:lnTo>
                    <a:pt x="23079" y="5977"/>
                  </a:lnTo>
                  <a:lnTo>
                    <a:pt x="23213" y="5900"/>
                  </a:lnTo>
                  <a:lnTo>
                    <a:pt x="23347" y="5823"/>
                  </a:lnTo>
                  <a:lnTo>
                    <a:pt x="23480" y="5746"/>
                  </a:lnTo>
                  <a:lnTo>
                    <a:pt x="23614" y="5668"/>
                  </a:lnTo>
                  <a:lnTo>
                    <a:pt x="23748" y="5591"/>
                  </a:lnTo>
                  <a:lnTo>
                    <a:pt x="23881" y="5514"/>
                  </a:lnTo>
                  <a:lnTo>
                    <a:pt x="24015" y="5436"/>
                  </a:lnTo>
                  <a:lnTo>
                    <a:pt x="24149" y="5359"/>
                  </a:lnTo>
                  <a:lnTo>
                    <a:pt x="24282" y="5282"/>
                  </a:lnTo>
                  <a:lnTo>
                    <a:pt x="24416" y="5204"/>
                  </a:lnTo>
                  <a:lnTo>
                    <a:pt x="24550" y="5127"/>
                  </a:lnTo>
                  <a:lnTo>
                    <a:pt x="24683" y="5049"/>
                  </a:lnTo>
                  <a:lnTo>
                    <a:pt x="24817" y="4972"/>
                  </a:lnTo>
                  <a:lnTo>
                    <a:pt x="24951" y="4895"/>
                  </a:lnTo>
                  <a:lnTo>
                    <a:pt x="25084" y="4817"/>
                  </a:lnTo>
                  <a:lnTo>
                    <a:pt x="25218" y="4740"/>
                  </a:lnTo>
                  <a:lnTo>
                    <a:pt x="25352" y="4662"/>
                  </a:lnTo>
                  <a:lnTo>
                    <a:pt x="25485" y="4585"/>
                  </a:lnTo>
                  <a:lnTo>
                    <a:pt x="25619" y="4507"/>
                  </a:lnTo>
                  <a:lnTo>
                    <a:pt x="25753" y="4430"/>
                  </a:lnTo>
                  <a:lnTo>
                    <a:pt x="25886" y="4352"/>
                  </a:lnTo>
                  <a:lnTo>
                    <a:pt x="26020" y="4275"/>
                  </a:lnTo>
                  <a:lnTo>
                    <a:pt x="26153" y="4198"/>
                  </a:lnTo>
                  <a:lnTo>
                    <a:pt x="26287" y="4120"/>
                  </a:lnTo>
                  <a:lnTo>
                    <a:pt x="26421" y="4043"/>
                  </a:lnTo>
                  <a:lnTo>
                    <a:pt x="26554" y="3965"/>
                  </a:lnTo>
                  <a:lnTo>
                    <a:pt x="26688" y="3887"/>
                  </a:lnTo>
                  <a:lnTo>
                    <a:pt x="26821" y="3810"/>
                  </a:lnTo>
                  <a:lnTo>
                    <a:pt x="26955" y="3732"/>
                  </a:lnTo>
                  <a:lnTo>
                    <a:pt x="27089" y="3655"/>
                  </a:lnTo>
                  <a:lnTo>
                    <a:pt x="27222" y="3577"/>
                  </a:lnTo>
                  <a:lnTo>
                    <a:pt x="27356" y="3500"/>
                  </a:lnTo>
                  <a:lnTo>
                    <a:pt x="27489" y="3422"/>
                  </a:lnTo>
                  <a:lnTo>
                    <a:pt x="27623" y="3345"/>
                  </a:lnTo>
                  <a:lnTo>
                    <a:pt x="27756" y="3267"/>
                  </a:lnTo>
                  <a:lnTo>
                    <a:pt x="27890" y="3189"/>
                  </a:lnTo>
                  <a:lnTo>
                    <a:pt x="28023" y="3112"/>
                  </a:lnTo>
                  <a:lnTo>
                    <a:pt x="28157" y="3034"/>
                  </a:lnTo>
                  <a:lnTo>
                    <a:pt x="28291" y="2956"/>
                  </a:lnTo>
                  <a:lnTo>
                    <a:pt x="28424" y="2879"/>
                  </a:lnTo>
                  <a:lnTo>
                    <a:pt x="28558" y="2801"/>
                  </a:lnTo>
                  <a:lnTo>
                    <a:pt x="28691" y="2723"/>
                  </a:lnTo>
                  <a:lnTo>
                    <a:pt x="28825" y="2646"/>
                  </a:lnTo>
                  <a:lnTo>
                    <a:pt x="28958" y="2568"/>
                  </a:lnTo>
                  <a:lnTo>
                    <a:pt x="29092" y="2490"/>
                  </a:lnTo>
                  <a:lnTo>
                    <a:pt x="29225" y="2413"/>
                  </a:lnTo>
                  <a:lnTo>
                    <a:pt x="29359" y="2335"/>
                  </a:lnTo>
                  <a:lnTo>
                    <a:pt x="29492" y="2257"/>
                  </a:lnTo>
                  <a:lnTo>
                    <a:pt x="29625" y="2180"/>
                  </a:lnTo>
                  <a:lnTo>
                    <a:pt x="29759" y="2102"/>
                  </a:lnTo>
                  <a:lnTo>
                    <a:pt x="29892" y="2024"/>
                  </a:lnTo>
                  <a:lnTo>
                    <a:pt x="30026" y="1946"/>
                  </a:lnTo>
                  <a:lnTo>
                    <a:pt x="30159" y="1869"/>
                  </a:lnTo>
                  <a:lnTo>
                    <a:pt x="30293" y="1791"/>
                  </a:lnTo>
                  <a:lnTo>
                    <a:pt x="30426" y="1713"/>
                  </a:lnTo>
                  <a:lnTo>
                    <a:pt x="30560" y="1635"/>
                  </a:lnTo>
                  <a:lnTo>
                    <a:pt x="30693" y="1557"/>
                  </a:lnTo>
                  <a:lnTo>
                    <a:pt x="30827" y="1480"/>
                  </a:lnTo>
                  <a:lnTo>
                    <a:pt x="30960" y="1402"/>
                  </a:lnTo>
                  <a:lnTo>
                    <a:pt x="31093" y="1324"/>
                  </a:lnTo>
                  <a:lnTo>
                    <a:pt x="31227" y="1246"/>
                  </a:lnTo>
                  <a:lnTo>
                    <a:pt x="31360" y="1168"/>
                  </a:lnTo>
                  <a:lnTo>
                    <a:pt x="31494" y="1090"/>
                  </a:lnTo>
                  <a:lnTo>
                    <a:pt x="31627" y="1013"/>
                  </a:lnTo>
                  <a:lnTo>
                    <a:pt x="31760" y="935"/>
                  </a:lnTo>
                  <a:lnTo>
                    <a:pt x="31894" y="857"/>
                  </a:lnTo>
                  <a:lnTo>
                    <a:pt x="32027" y="779"/>
                  </a:lnTo>
                  <a:lnTo>
                    <a:pt x="32160" y="701"/>
                  </a:lnTo>
                  <a:lnTo>
                    <a:pt x="32294" y="623"/>
                  </a:lnTo>
                  <a:lnTo>
                    <a:pt x="32427" y="545"/>
                  </a:lnTo>
                  <a:lnTo>
                    <a:pt x="32561" y="467"/>
                  </a:lnTo>
                  <a:lnTo>
                    <a:pt x="32694" y="389"/>
                  </a:lnTo>
                  <a:lnTo>
                    <a:pt x="32827" y="311"/>
                  </a:lnTo>
                  <a:lnTo>
                    <a:pt x="32961" y="233"/>
                  </a:lnTo>
                  <a:lnTo>
                    <a:pt x="33094" y="155"/>
                  </a:lnTo>
                  <a:lnTo>
                    <a:pt x="33227" y="77"/>
                  </a:lnTo>
                  <a:lnTo>
                    <a:pt x="33361" y="0"/>
                  </a:lnTo>
                </a:path>
              </a:pathLst>
            </a:custGeom>
            <a:ln w="22859" cap="rnd">
              <a:solidFill>
                <a:srgbClr val="8E6AE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l7159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l7160"/>
            <p:cNvSpPr/>
            <p:nvPr/>
          </p:nvSpPr>
          <p:spPr>
            <a:xfrm>
              <a:off x="7274432" y="534859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l7161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l7162"/>
            <p:cNvSpPr/>
            <p:nvPr/>
          </p:nvSpPr>
          <p:spPr>
            <a:xfrm>
              <a:off x="7282615" y="53435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F8ED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l7163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83820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l7164"/>
            <p:cNvSpPr/>
            <p:nvPr/>
          </p:nvSpPr>
          <p:spPr>
            <a:xfrm>
              <a:off x="7241487" y="5338463"/>
              <a:ext cx="49289" cy="29973"/>
            </a:xfrm>
            <a:custGeom>
              <a:avLst/>
              <a:pathLst>
                <a:path w="49289" h="29973">
                  <a:moveTo>
                    <a:pt x="0" y="29973"/>
                  </a:moveTo>
                  <a:lnTo>
                    <a:pt x="199" y="29855"/>
                  </a:lnTo>
                  <a:lnTo>
                    <a:pt x="398" y="29737"/>
                  </a:lnTo>
                  <a:lnTo>
                    <a:pt x="598" y="29619"/>
                  </a:lnTo>
                  <a:lnTo>
                    <a:pt x="797" y="29502"/>
                  </a:lnTo>
                  <a:lnTo>
                    <a:pt x="997" y="29384"/>
                  </a:lnTo>
                  <a:lnTo>
                    <a:pt x="1196" y="29266"/>
                  </a:lnTo>
                  <a:lnTo>
                    <a:pt x="1396" y="29148"/>
                  </a:lnTo>
                  <a:lnTo>
                    <a:pt x="1595" y="29030"/>
                  </a:lnTo>
                  <a:lnTo>
                    <a:pt x="1794" y="28912"/>
                  </a:lnTo>
                  <a:lnTo>
                    <a:pt x="1994" y="28794"/>
                  </a:lnTo>
                  <a:lnTo>
                    <a:pt x="2193" y="28676"/>
                  </a:lnTo>
                  <a:lnTo>
                    <a:pt x="2392" y="28558"/>
                  </a:lnTo>
                  <a:lnTo>
                    <a:pt x="2592" y="28439"/>
                  </a:lnTo>
                  <a:lnTo>
                    <a:pt x="2791" y="28321"/>
                  </a:lnTo>
                  <a:lnTo>
                    <a:pt x="2990" y="28203"/>
                  </a:lnTo>
                  <a:lnTo>
                    <a:pt x="3190" y="28085"/>
                  </a:lnTo>
                  <a:lnTo>
                    <a:pt x="3389" y="27967"/>
                  </a:lnTo>
                  <a:lnTo>
                    <a:pt x="3588" y="27849"/>
                  </a:lnTo>
                  <a:lnTo>
                    <a:pt x="3787" y="27731"/>
                  </a:lnTo>
                  <a:lnTo>
                    <a:pt x="3987" y="27612"/>
                  </a:lnTo>
                  <a:lnTo>
                    <a:pt x="4186" y="27494"/>
                  </a:lnTo>
                  <a:lnTo>
                    <a:pt x="4385" y="27376"/>
                  </a:lnTo>
                  <a:lnTo>
                    <a:pt x="4584" y="27257"/>
                  </a:lnTo>
                  <a:lnTo>
                    <a:pt x="4784" y="27139"/>
                  </a:lnTo>
                  <a:lnTo>
                    <a:pt x="4983" y="27021"/>
                  </a:lnTo>
                  <a:lnTo>
                    <a:pt x="5182" y="26902"/>
                  </a:lnTo>
                  <a:lnTo>
                    <a:pt x="5381" y="26784"/>
                  </a:lnTo>
                  <a:lnTo>
                    <a:pt x="5580" y="26666"/>
                  </a:lnTo>
                  <a:lnTo>
                    <a:pt x="5779" y="26547"/>
                  </a:lnTo>
                  <a:lnTo>
                    <a:pt x="5978" y="26429"/>
                  </a:lnTo>
                  <a:lnTo>
                    <a:pt x="6178" y="26310"/>
                  </a:lnTo>
                  <a:lnTo>
                    <a:pt x="6377" y="26192"/>
                  </a:lnTo>
                  <a:lnTo>
                    <a:pt x="6576" y="26073"/>
                  </a:lnTo>
                  <a:lnTo>
                    <a:pt x="6775" y="25955"/>
                  </a:lnTo>
                  <a:lnTo>
                    <a:pt x="6974" y="25836"/>
                  </a:lnTo>
                  <a:lnTo>
                    <a:pt x="7173" y="25718"/>
                  </a:lnTo>
                  <a:lnTo>
                    <a:pt x="7372" y="25599"/>
                  </a:lnTo>
                  <a:lnTo>
                    <a:pt x="7571" y="25481"/>
                  </a:lnTo>
                  <a:lnTo>
                    <a:pt x="7770" y="25362"/>
                  </a:lnTo>
                  <a:lnTo>
                    <a:pt x="7969" y="25243"/>
                  </a:lnTo>
                  <a:lnTo>
                    <a:pt x="8168" y="25125"/>
                  </a:lnTo>
                  <a:lnTo>
                    <a:pt x="8367" y="25006"/>
                  </a:lnTo>
                  <a:lnTo>
                    <a:pt x="8566" y="24887"/>
                  </a:lnTo>
                  <a:lnTo>
                    <a:pt x="8765" y="24769"/>
                  </a:lnTo>
                  <a:lnTo>
                    <a:pt x="8964" y="24650"/>
                  </a:lnTo>
                  <a:lnTo>
                    <a:pt x="9163" y="24531"/>
                  </a:lnTo>
                  <a:lnTo>
                    <a:pt x="9362" y="24412"/>
                  </a:lnTo>
                  <a:lnTo>
                    <a:pt x="9561" y="24293"/>
                  </a:lnTo>
                  <a:lnTo>
                    <a:pt x="9759" y="24175"/>
                  </a:lnTo>
                  <a:lnTo>
                    <a:pt x="9958" y="24056"/>
                  </a:lnTo>
                  <a:lnTo>
                    <a:pt x="10157" y="23937"/>
                  </a:lnTo>
                  <a:lnTo>
                    <a:pt x="10356" y="23818"/>
                  </a:lnTo>
                  <a:lnTo>
                    <a:pt x="10555" y="23699"/>
                  </a:lnTo>
                  <a:lnTo>
                    <a:pt x="10754" y="23580"/>
                  </a:lnTo>
                  <a:lnTo>
                    <a:pt x="10953" y="23461"/>
                  </a:lnTo>
                  <a:lnTo>
                    <a:pt x="11151" y="23342"/>
                  </a:lnTo>
                  <a:lnTo>
                    <a:pt x="11350" y="23223"/>
                  </a:lnTo>
                  <a:lnTo>
                    <a:pt x="11549" y="23104"/>
                  </a:lnTo>
                  <a:lnTo>
                    <a:pt x="11748" y="22985"/>
                  </a:lnTo>
                  <a:lnTo>
                    <a:pt x="11946" y="22866"/>
                  </a:lnTo>
                  <a:lnTo>
                    <a:pt x="12145" y="22747"/>
                  </a:lnTo>
                  <a:lnTo>
                    <a:pt x="12344" y="22628"/>
                  </a:lnTo>
                  <a:lnTo>
                    <a:pt x="12543" y="22509"/>
                  </a:lnTo>
                  <a:lnTo>
                    <a:pt x="12741" y="22390"/>
                  </a:lnTo>
                  <a:lnTo>
                    <a:pt x="12940" y="22271"/>
                  </a:lnTo>
                  <a:lnTo>
                    <a:pt x="13139" y="22151"/>
                  </a:lnTo>
                  <a:lnTo>
                    <a:pt x="13337" y="22032"/>
                  </a:lnTo>
                  <a:lnTo>
                    <a:pt x="13536" y="21913"/>
                  </a:lnTo>
                  <a:lnTo>
                    <a:pt x="13735" y="21794"/>
                  </a:lnTo>
                  <a:lnTo>
                    <a:pt x="13933" y="21674"/>
                  </a:lnTo>
                  <a:lnTo>
                    <a:pt x="14132" y="21555"/>
                  </a:lnTo>
                  <a:lnTo>
                    <a:pt x="14331" y="21436"/>
                  </a:lnTo>
                  <a:lnTo>
                    <a:pt x="14529" y="21317"/>
                  </a:lnTo>
                  <a:lnTo>
                    <a:pt x="14728" y="21197"/>
                  </a:lnTo>
                  <a:lnTo>
                    <a:pt x="14926" y="21078"/>
                  </a:lnTo>
                  <a:lnTo>
                    <a:pt x="15125" y="20958"/>
                  </a:lnTo>
                  <a:lnTo>
                    <a:pt x="15323" y="20839"/>
                  </a:lnTo>
                  <a:lnTo>
                    <a:pt x="15522" y="20720"/>
                  </a:lnTo>
                  <a:lnTo>
                    <a:pt x="15720" y="20600"/>
                  </a:lnTo>
                  <a:lnTo>
                    <a:pt x="15919" y="20481"/>
                  </a:lnTo>
                  <a:lnTo>
                    <a:pt x="16117" y="20361"/>
                  </a:lnTo>
                  <a:lnTo>
                    <a:pt x="16316" y="20242"/>
                  </a:lnTo>
                  <a:lnTo>
                    <a:pt x="16514" y="20122"/>
                  </a:lnTo>
                  <a:lnTo>
                    <a:pt x="16713" y="20003"/>
                  </a:lnTo>
                  <a:lnTo>
                    <a:pt x="16911" y="19883"/>
                  </a:lnTo>
                  <a:lnTo>
                    <a:pt x="17110" y="19764"/>
                  </a:lnTo>
                  <a:lnTo>
                    <a:pt x="17308" y="19644"/>
                  </a:lnTo>
                  <a:lnTo>
                    <a:pt x="17507" y="19524"/>
                  </a:lnTo>
                  <a:lnTo>
                    <a:pt x="17705" y="19405"/>
                  </a:lnTo>
                  <a:lnTo>
                    <a:pt x="17903" y="19285"/>
                  </a:lnTo>
                  <a:lnTo>
                    <a:pt x="18102" y="19165"/>
                  </a:lnTo>
                  <a:lnTo>
                    <a:pt x="18300" y="19046"/>
                  </a:lnTo>
                  <a:lnTo>
                    <a:pt x="18498" y="18926"/>
                  </a:lnTo>
                  <a:lnTo>
                    <a:pt x="18697" y="18806"/>
                  </a:lnTo>
                  <a:lnTo>
                    <a:pt x="18895" y="18686"/>
                  </a:lnTo>
                  <a:lnTo>
                    <a:pt x="19093" y="18567"/>
                  </a:lnTo>
                  <a:lnTo>
                    <a:pt x="19292" y="18447"/>
                  </a:lnTo>
                  <a:lnTo>
                    <a:pt x="19490" y="18327"/>
                  </a:lnTo>
                  <a:lnTo>
                    <a:pt x="19688" y="18207"/>
                  </a:lnTo>
                  <a:lnTo>
                    <a:pt x="19887" y="18087"/>
                  </a:lnTo>
                  <a:lnTo>
                    <a:pt x="20085" y="17967"/>
                  </a:lnTo>
                  <a:lnTo>
                    <a:pt x="20283" y="17847"/>
                  </a:lnTo>
                  <a:lnTo>
                    <a:pt x="20481" y="17728"/>
                  </a:lnTo>
                  <a:lnTo>
                    <a:pt x="20680" y="17608"/>
                  </a:lnTo>
                  <a:lnTo>
                    <a:pt x="20878" y="17488"/>
                  </a:lnTo>
                  <a:lnTo>
                    <a:pt x="21076" y="17368"/>
                  </a:lnTo>
                  <a:lnTo>
                    <a:pt x="21274" y="17248"/>
                  </a:lnTo>
                  <a:lnTo>
                    <a:pt x="21472" y="17128"/>
                  </a:lnTo>
                  <a:lnTo>
                    <a:pt x="21670" y="17008"/>
                  </a:lnTo>
                  <a:lnTo>
                    <a:pt x="21869" y="16887"/>
                  </a:lnTo>
                  <a:lnTo>
                    <a:pt x="22067" y="16767"/>
                  </a:lnTo>
                  <a:lnTo>
                    <a:pt x="22265" y="16647"/>
                  </a:lnTo>
                  <a:lnTo>
                    <a:pt x="22463" y="16527"/>
                  </a:lnTo>
                  <a:lnTo>
                    <a:pt x="22661" y="16407"/>
                  </a:lnTo>
                  <a:lnTo>
                    <a:pt x="22859" y="16287"/>
                  </a:lnTo>
                  <a:lnTo>
                    <a:pt x="23057" y="16167"/>
                  </a:lnTo>
                  <a:lnTo>
                    <a:pt x="23255" y="16046"/>
                  </a:lnTo>
                  <a:lnTo>
                    <a:pt x="23453" y="15926"/>
                  </a:lnTo>
                  <a:lnTo>
                    <a:pt x="23651" y="15806"/>
                  </a:lnTo>
                  <a:lnTo>
                    <a:pt x="23849" y="15686"/>
                  </a:lnTo>
                  <a:lnTo>
                    <a:pt x="24047" y="15565"/>
                  </a:lnTo>
                  <a:lnTo>
                    <a:pt x="24245" y="15445"/>
                  </a:lnTo>
                  <a:lnTo>
                    <a:pt x="24443" y="15325"/>
                  </a:lnTo>
                  <a:lnTo>
                    <a:pt x="24641" y="15204"/>
                  </a:lnTo>
                  <a:lnTo>
                    <a:pt x="24839" y="15084"/>
                  </a:lnTo>
                  <a:lnTo>
                    <a:pt x="25037" y="14963"/>
                  </a:lnTo>
                  <a:lnTo>
                    <a:pt x="25235" y="14843"/>
                  </a:lnTo>
                  <a:lnTo>
                    <a:pt x="25433" y="14723"/>
                  </a:lnTo>
                  <a:lnTo>
                    <a:pt x="25631" y="14602"/>
                  </a:lnTo>
                  <a:lnTo>
                    <a:pt x="25829" y="14482"/>
                  </a:lnTo>
                  <a:lnTo>
                    <a:pt x="26027" y="14361"/>
                  </a:lnTo>
                  <a:lnTo>
                    <a:pt x="26224" y="14241"/>
                  </a:lnTo>
                  <a:lnTo>
                    <a:pt x="26422" y="14120"/>
                  </a:lnTo>
                  <a:lnTo>
                    <a:pt x="26620" y="14000"/>
                  </a:lnTo>
                  <a:lnTo>
                    <a:pt x="26818" y="13879"/>
                  </a:lnTo>
                  <a:lnTo>
                    <a:pt x="27016" y="13758"/>
                  </a:lnTo>
                  <a:lnTo>
                    <a:pt x="27214" y="13638"/>
                  </a:lnTo>
                  <a:lnTo>
                    <a:pt x="27411" y="13517"/>
                  </a:lnTo>
                  <a:lnTo>
                    <a:pt x="27609" y="13396"/>
                  </a:lnTo>
                  <a:lnTo>
                    <a:pt x="27807" y="13276"/>
                  </a:lnTo>
                  <a:lnTo>
                    <a:pt x="28005" y="13155"/>
                  </a:lnTo>
                  <a:lnTo>
                    <a:pt x="28202" y="13034"/>
                  </a:lnTo>
                  <a:lnTo>
                    <a:pt x="28400" y="12914"/>
                  </a:lnTo>
                  <a:lnTo>
                    <a:pt x="28598" y="12793"/>
                  </a:lnTo>
                  <a:lnTo>
                    <a:pt x="28796" y="12672"/>
                  </a:lnTo>
                  <a:lnTo>
                    <a:pt x="28993" y="12551"/>
                  </a:lnTo>
                  <a:lnTo>
                    <a:pt x="29191" y="12430"/>
                  </a:lnTo>
                  <a:lnTo>
                    <a:pt x="29389" y="12310"/>
                  </a:lnTo>
                  <a:lnTo>
                    <a:pt x="29586" y="12189"/>
                  </a:lnTo>
                  <a:lnTo>
                    <a:pt x="29784" y="12068"/>
                  </a:lnTo>
                  <a:lnTo>
                    <a:pt x="29982" y="11947"/>
                  </a:lnTo>
                  <a:lnTo>
                    <a:pt x="30179" y="11826"/>
                  </a:lnTo>
                  <a:lnTo>
                    <a:pt x="30377" y="11705"/>
                  </a:lnTo>
                  <a:lnTo>
                    <a:pt x="30574" y="11584"/>
                  </a:lnTo>
                  <a:lnTo>
                    <a:pt x="30772" y="11463"/>
                  </a:lnTo>
                  <a:lnTo>
                    <a:pt x="30970" y="11342"/>
                  </a:lnTo>
                  <a:lnTo>
                    <a:pt x="31167" y="11221"/>
                  </a:lnTo>
                  <a:lnTo>
                    <a:pt x="31365" y="11100"/>
                  </a:lnTo>
                  <a:lnTo>
                    <a:pt x="31562" y="10979"/>
                  </a:lnTo>
                  <a:lnTo>
                    <a:pt x="31760" y="10858"/>
                  </a:lnTo>
                  <a:lnTo>
                    <a:pt x="31957" y="10737"/>
                  </a:lnTo>
                  <a:lnTo>
                    <a:pt x="32155" y="10616"/>
                  </a:lnTo>
                  <a:lnTo>
                    <a:pt x="32352" y="10494"/>
                  </a:lnTo>
                  <a:lnTo>
                    <a:pt x="32550" y="10373"/>
                  </a:lnTo>
                  <a:lnTo>
                    <a:pt x="32747" y="10252"/>
                  </a:lnTo>
                  <a:lnTo>
                    <a:pt x="32945" y="10131"/>
                  </a:lnTo>
                  <a:lnTo>
                    <a:pt x="33142" y="10010"/>
                  </a:lnTo>
                  <a:lnTo>
                    <a:pt x="33339" y="9888"/>
                  </a:lnTo>
                  <a:lnTo>
                    <a:pt x="33537" y="9767"/>
                  </a:lnTo>
                  <a:lnTo>
                    <a:pt x="33734" y="9646"/>
                  </a:lnTo>
                  <a:lnTo>
                    <a:pt x="33932" y="9524"/>
                  </a:lnTo>
                  <a:lnTo>
                    <a:pt x="34129" y="9403"/>
                  </a:lnTo>
                  <a:lnTo>
                    <a:pt x="34326" y="9282"/>
                  </a:lnTo>
                  <a:lnTo>
                    <a:pt x="34524" y="9160"/>
                  </a:lnTo>
                  <a:lnTo>
                    <a:pt x="34721" y="9039"/>
                  </a:lnTo>
                  <a:lnTo>
                    <a:pt x="34918" y="8918"/>
                  </a:lnTo>
                  <a:lnTo>
                    <a:pt x="35116" y="8796"/>
                  </a:lnTo>
                  <a:lnTo>
                    <a:pt x="35313" y="8675"/>
                  </a:lnTo>
                  <a:lnTo>
                    <a:pt x="35510" y="8553"/>
                  </a:lnTo>
                  <a:lnTo>
                    <a:pt x="35708" y="8432"/>
                  </a:lnTo>
                  <a:lnTo>
                    <a:pt x="35905" y="8310"/>
                  </a:lnTo>
                  <a:lnTo>
                    <a:pt x="36102" y="8189"/>
                  </a:lnTo>
                  <a:lnTo>
                    <a:pt x="36299" y="8067"/>
                  </a:lnTo>
                  <a:lnTo>
                    <a:pt x="36497" y="7946"/>
                  </a:lnTo>
                  <a:lnTo>
                    <a:pt x="36694" y="7824"/>
                  </a:lnTo>
                  <a:lnTo>
                    <a:pt x="36891" y="7702"/>
                  </a:lnTo>
                  <a:lnTo>
                    <a:pt x="37088" y="7581"/>
                  </a:lnTo>
                  <a:lnTo>
                    <a:pt x="37285" y="7459"/>
                  </a:lnTo>
                  <a:lnTo>
                    <a:pt x="37482" y="7337"/>
                  </a:lnTo>
                  <a:lnTo>
                    <a:pt x="37680" y="7216"/>
                  </a:lnTo>
                  <a:lnTo>
                    <a:pt x="37877" y="7094"/>
                  </a:lnTo>
                  <a:lnTo>
                    <a:pt x="38074" y="6972"/>
                  </a:lnTo>
                  <a:lnTo>
                    <a:pt x="38271" y="6850"/>
                  </a:lnTo>
                  <a:lnTo>
                    <a:pt x="38468" y="6729"/>
                  </a:lnTo>
                  <a:lnTo>
                    <a:pt x="38665" y="6607"/>
                  </a:lnTo>
                  <a:lnTo>
                    <a:pt x="38862" y="6485"/>
                  </a:lnTo>
                  <a:lnTo>
                    <a:pt x="39059" y="6363"/>
                  </a:lnTo>
                  <a:lnTo>
                    <a:pt x="39256" y="6241"/>
                  </a:lnTo>
                  <a:lnTo>
                    <a:pt x="39453" y="6119"/>
                  </a:lnTo>
                  <a:lnTo>
                    <a:pt x="39650" y="5998"/>
                  </a:lnTo>
                  <a:lnTo>
                    <a:pt x="39847" y="5876"/>
                  </a:lnTo>
                  <a:lnTo>
                    <a:pt x="40044" y="5754"/>
                  </a:lnTo>
                  <a:lnTo>
                    <a:pt x="40241" y="5632"/>
                  </a:lnTo>
                  <a:lnTo>
                    <a:pt x="40438" y="5510"/>
                  </a:lnTo>
                  <a:lnTo>
                    <a:pt x="40635" y="5388"/>
                  </a:lnTo>
                  <a:lnTo>
                    <a:pt x="40832" y="5266"/>
                  </a:lnTo>
                  <a:lnTo>
                    <a:pt x="41029" y="5144"/>
                  </a:lnTo>
                  <a:lnTo>
                    <a:pt x="41226" y="5022"/>
                  </a:lnTo>
                  <a:lnTo>
                    <a:pt x="41423" y="4899"/>
                  </a:lnTo>
                  <a:lnTo>
                    <a:pt x="41620" y="4777"/>
                  </a:lnTo>
                  <a:lnTo>
                    <a:pt x="41817" y="4655"/>
                  </a:lnTo>
                  <a:lnTo>
                    <a:pt x="42014" y="4533"/>
                  </a:lnTo>
                  <a:lnTo>
                    <a:pt x="42210" y="4411"/>
                  </a:lnTo>
                  <a:lnTo>
                    <a:pt x="42407" y="4289"/>
                  </a:lnTo>
                  <a:lnTo>
                    <a:pt x="42604" y="4167"/>
                  </a:lnTo>
                  <a:lnTo>
                    <a:pt x="42801" y="4044"/>
                  </a:lnTo>
                  <a:lnTo>
                    <a:pt x="42998" y="3922"/>
                  </a:lnTo>
                  <a:lnTo>
                    <a:pt x="43195" y="3800"/>
                  </a:lnTo>
                  <a:lnTo>
                    <a:pt x="43391" y="3678"/>
                  </a:lnTo>
                  <a:lnTo>
                    <a:pt x="43588" y="3555"/>
                  </a:lnTo>
                  <a:lnTo>
                    <a:pt x="43785" y="3433"/>
                  </a:lnTo>
                  <a:lnTo>
                    <a:pt x="43982" y="3311"/>
                  </a:lnTo>
                  <a:lnTo>
                    <a:pt x="44178" y="3188"/>
                  </a:lnTo>
                  <a:lnTo>
                    <a:pt x="44375" y="3066"/>
                  </a:lnTo>
                  <a:lnTo>
                    <a:pt x="44572" y="2943"/>
                  </a:lnTo>
                  <a:lnTo>
                    <a:pt x="44768" y="2821"/>
                  </a:lnTo>
                  <a:lnTo>
                    <a:pt x="44965" y="2698"/>
                  </a:lnTo>
                  <a:lnTo>
                    <a:pt x="45162" y="2576"/>
                  </a:lnTo>
                  <a:lnTo>
                    <a:pt x="45358" y="2454"/>
                  </a:lnTo>
                  <a:lnTo>
                    <a:pt x="45555" y="2331"/>
                  </a:lnTo>
                  <a:lnTo>
                    <a:pt x="45752" y="2208"/>
                  </a:lnTo>
                  <a:lnTo>
                    <a:pt x="45948" y="2086"/>
                  </a:lnTo>
                  <a:lnTo>
                    <a:pt x="46145" y="1963"/>
                  </a:lnTo>
                  <a:lnTo>
                    <a:pt x="46342" y="1841"/>
                  </a:lnTo>
                  <a:lnTo>
                    <a:pt x="46538" y="1718"/>
                  </a:lnTo>
                  <a:lnTo>
                    <a:pt x="46735" y="1596"/>
                  </a:lnTo>
                  <a:lnTo>
                    <a:pt x="46931" y="1473"/>
                  </a:lnTo>
                  <a:lnTo>
                    <a:pt x="47128" y="1350"/>
                  </a:lnTo>
                  <a:lnTo>
                    <a:pt x="47324" y="1228"/>
                  </a:lnTo>
                  <a:lnTo>
                    <a:pt x="47521" y="1105"/>
                  </a:lnTo>
                  <a:lnTo>
                    <a:pt x="47717" y="982"/>
                  </a:lnTo>
                  <a:lnTo>
                    <a:pt x="47914" y="859"/>
                  </a:lnTo>
                  <a:lnTo>
                    <a:pt x="48110" y="737"/>
                  </a:lnTo>
                  <a:lnTo>
                    <a:pt x="48307" y="614"/>
                  </a:lnTo>
                  <a:lnTo>
                    <a:pt x="48503" y="491"/>
                  </a:lnTo>
                  <a:lnTo>
                    <a:pt x="48700" y="368"/>
                  </a:lnTo>
                  <a:lnTo>
                    <a:pt x="48896" y="245"/>
                  </a:lnTo>
                  <a:lnTo>
                    <a:pt x="49093" y="122"/>
                  </a:lnTo>
                  <a:lnTo>
                    <a:pt x="49289" y="0"/>
                  </a:lnTo>
                </a:path>
              </a:pathLst>
            </a:custGeom>
            <a:ln w="22859" cap="rnd">
              <a:solidFill>
                <a:srgbClr val="A8D8F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l716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l7166"/>
            <p:cNvSpPr/>
            <p:nvPr/>
          </p:nvSpPr>
          <p:spPr>
            <a:xfrm>
              <a:off x="7464559" y="521800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l7167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83820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l7168"/>
            <p:cNvSpPr/>
            <p:nvPr/>
          </p:nvSpPr>
          <p:spPr>
            <a:xfrm>
              <a:off x="7449236" y="5212145"/>
              <a:ext cx="22946" cy="17477"/>
            </a:xfrm>
            <a:custGeom>
              <a:avLst/>
              <a:pathLst>
                <a:path w="22946" h="17477">
                  <a:moveTo>
                    <a:pt x="0" y="17477"/>
                  </a:moveTo>
                  <a:lnTo>
                    <a:pt x="92" y="17408"/>
                  </a:lnTo>
                  <a:lnTo>
                    <a:pt x="185" y="17338"/>
                  </a:lnTo>
                  <a:lnTo>
                    <a:pt x="277" y="17269"/>
                  </a:lnTo>
                  <a:lnTo>
                    <a:pt x="370" y="17199"/>
                  </a:lnTo>
                  <a:lnTo>
                    <a:pt x="462" y="17129"/>
                  </a:lnTo>
                  <a:lnTo>
                    <a:pt x="555" y="17060"/>
                  </a:lnTo>
                  <a:lnTo>
                    <a:pt x="648" y="16990"/>
                  </a:lnTo>
                  <a:lnTo>
                    <a:pt x="740" y="16920"/>
                  </a:lnTo>
                  <a:lnTo>
                    <a:pt x="833" y="16851"/>
                  </a:lnTo>
                  <a:lnTo>
                    <a:pt x="925" y="16781"/>
                  </a:lnTo>
                  <a:lnTo>
                    <a:pt x="1018" y="16711"/>
                  </a:lnTo>
                  <a:lnTo>
                    <a:pt x="1110" y="16642"/>
                  </a:lnTo>
                  <a:lnTo>
                    <a:pt x="1203" y="16572"/>
                  </a:lnTo>
                  <a:lnTo>
                    <a:pt x="1296" y="16502"/>
                  </a:lnTo>
                  <a:lnTo>
                    <a:pt x="1388" y="16433"/>
                  </a:lnTo>
                  <a:lnTo>
                    <a:pt x="1481" y="16363"/>
                  </a:lnTo>
                  <a:lnTo>
                    <a:pt x="1573" y="16293"/>
                  </a:lnTo>
                  <a:lnTo>
                    <a:pt x="1666" y="16224"/>
                  </a:lnTo>
                  <a:lnTo>
                    <a:pt x="1758" y="16154"/>
                  </a:lnTo>
                  <a:lnTo>
                    <a:pt x="1851" y="16084"/>
                  </a:lnTo>
                  <a:lnTo>
                    <a:pt x="1943" y="16015"/>
                  </a:lnTo>
                  <a:lnTo>
                    <a:pt x="2036" y="15945"/>
                  </a:lnTo>
                  <a:lnTo>
                    <a:pt x="2128" y="15875"/>
                  </a:lnTo>
                  <a:lnTo>
                    <a:pt x="2221" y="15806"/>
                  </a:lnTo>
                  <a:lnTo>
                    <a:pt x="2313" y="15736"/>
                  </a:lnTo>
                  <a:lnTo>
                    <a:pt x="2406" y="15666"/>
                  </a:lnTo>
                  <a:lnTo>
                    <a:pt x="2498" y="15596"/>
                  </a:lnTo>
                  <a:lnTo>
                    <a:pt x="2591" y="15527"/>
                  </a:lnTo>
                  <a:lnTo>
                    <a:pt x="2683" y="15457"/>
                  </a:lnTo>
                  <a:lnTo>
                    <a:pt x="2776" y="15387"/>
                  </a:lnTo>
                  <a:lnTo>
                    <a:pt x="2868" y="15317"/>
                  </a:lnTo>
                  <a:lnTo>
                    <a:pt x="2961" y="15248"/>
                  </a:lnTo>
                  <a:lnTo>
                    <a:pt x="3053" y="15178"/>
                  </a:lnTo>
                  <a:lnTo>
                    <a:pt x="3146" y="15108"/>
                  </a:lnTo>
                  <a:lnTo>
                    <a:pt x="3238" y="15038"/>
                  </a:lnTo>
                  <a:lnTo>
                    <a:pt x="3331" y="14969"/>
                  </a:lnTo>
                  <a:lnTo>
                    <a:pt x="3423" y="14899"/>
                  </a:lnTo>
                  <a:lnTo>
                    <a:pt x="3516" y="14829"/>
                  </a:lnTo>
                  <a:lnTo>
                    <a:pt x="3608" y="14759"/>
                  </a:lnTo>
                  <a:lnTo>
                    <a:pt x="3701" y="14689"/>
                  </a:lnTo>
                  <a:lnTo>
                    <a:pt x="3793" y="14620"/>
                  </a:lnTo>
                  <a:lnTo>
                    <a:pt x="3886" y="14550"/>
                  </a:lnTo>
                  <a:lnTo>
                    <a:pt x="3978" y="14480"/>
                  </a:lnTo>
                  <a:lnTo>
                    <a:pt x="4070" y="14410"/>
                  </a:lnTo>
                  <a:lnTo>
                    <a:pt x="4163" y="14340"/>
                  </a:lnTo>
                  <a:lnTo>
                    <a:pt x="4255" y="14271"/>
                  </a:lnTo>
                  <a:lnTo>
                    <a:pt x="4348" y="14201"/>
                  </a:lnTo>
                  <a:lnTo>
                    <a:pt x="4440" y="14131"/>
                  </a:lnTo>
                  <a:lnTo>
                    <a:pt x="4533" y="14061"/>
                  </a:lnTo>
                  <a:lnTo>
                    <a:pt x="4625" y="13991"/>
                  </a:lnTo>
                  <a:lnTo>
                    <a:pt x="4718" y="13922"/>
                  </a:lnTo>
                  <a:lnTo>
                    <a:pt x="4810" y="13852"/>
                  </a:lnTo>
                  <a:lnTo>
                    <a:pt x="4902" y="13782"/>
                  </a:lnTo>
                  <a:lnTo>
                    <a:pt x="4995" y="13712"/>
                  </a:lnTo>
                  <a:lnTo>
                    <a:pt x="5087" y="13642"/>
                  </a:lnTo>
                  <a:lnTo>
                    <a:pt x="5180" y="13572"/>
                  </a:lnTo>
                  <a:lnTo>
                    <a:pt x="5272" y="13502"/>
                  </a:lnTo>
                  <a:lnTo>
                    <a:pt x="5364" y="13432"/>
                  </a:lnTo>
                  <a:lnTo>
                    <a:pt x="5457" y="13363"/>
                  </a:lnTo>
                  <a:lnTo>
                    <a:pt x="5549" y="13293"/>
                  </a:lnTo>
                  <a:lnTo>
                    <a:pt x="5642" y="13223"/>
                  </a:lnTo>
                  <a:lnTo>
                    <a:pt x="5734" y="13153"/>
                  </a:lnTo>
                  <a:lnTo>
                    <a:pt x="5826" y="13083"/>
                  </a:lnTo>
                  <a:lnTo>
                    <a:pt x="5919" y="13013"/>
                  </a:lnTo>
                  <a:lnTo>
                    <a:pt x="6011" y="12943"/>
                  </a:lnTo>
                  <a:lnTo>
                    <a:pt x="6103" y="12873"/>
                  </a:lnTo>
                  <a:lnTo>
                    <a:pt x="6196" y="12803"/>
                  </a:lnTo>
                  <a:lnTo>
                    <a:pt x="6288" y="12733"/>
                  </a:lnTo>
                  <a:lnTo>
                    <a:pt x="6380" y="12664"/>
                  </a:lnTo>
                  <a:lnTo>
                    <a:pt x="6473" y="12594"/>
                  </a:lnTo>
                  <a:lnTo>
                    <a:pt x="6565" y="12524"/>
                  </a:lnTo>
                  <a:lnTo>
                    <a:pt x="6657" y="12454"/>
                  </a:lnTo>
                  <a:lnTo>
                    <a:pt x="6750" y="12384"/>
                  </a:lnTo>
                  <a:lnTo>
                    <a:pt x="6842" y="12314"/>
                  </a:lnTo>
                  <a:lnTo>
                    <a:pt x="6935" y="12244"/>
                  </a:lnTo>
                  <a:lnTo>
                    <a:pt x="7027" y="12174"/>
                  </a:lnTo>
                  <a:lnTo>
                    <a:pt x="7119" y="12104"/>
                  </a:lnTo>
                  <a:lnTo>
                    <a:pt x="7211" y="12034"/>
                  </a:lnTo>
                  <a:lnTo>
                    <a:pt x="7304" y="11964"/>
                  </a:lnTo>
                  <a:lnTo>
                    <a:pt x="7396" y="11894"/>
                  </a:lnTo>
                  <a:lnTo>
                    <a:pt x="7488" y="11824"/>
                  </a:lnTo>
                  <a:lnTo>
                    <a:pt x="7581" y="11754"/>
                  </a:lnTo>
                  <a:lnTo>
                    <a:pt x="7673" y="11684"/>
                  </a:lnTo>
                  <a:lnTo>
                    <a:pt x="7765" y="11614"/>
                  </a:lnTo>
                  <a:lnTo>
                    <a:pt x="7858" y="11544"/>
                  </a:lnTo>
                  <a:lnTo>
                    <a:pt x="7950" y="11474"/>
                  </a:lnTo>
                  <a:lnTo>
                    <a:pt x="8042" y="11404"/>
                  </a:lnTo>
                  <a:lnTo>
                    <a:pt x="8135" y="11334"/>
                  </a:lnTo>
                  <a:lnTo>
                    <a:pt x="8227" y="11264"/>
                  </a:lnTo>
                  <a:lnTo>
                    <a:pt x="8319" y="11194"/>
                  </a:lnTo>
                  <a:lnTo>
                    <a:pt x="8411" y="11124"/>
                  </a:lnTo>
                  <a:lnTo>
                    <a:pt x="8504" y="11054"/>
                  </a:lnTo>
                  <a:lnTo>
                    <a:pt x="8596" y="10984"/>
                  </a:lnTo>
                  <a:lnTo>
                    <a:pt x="8688" y="10914"/>
                  </a:lnTo>
                  <a:lnTo>
                    <a:pt x="8780" y="10844"/>
                  </a:lnTo>
                  <a:lnTo>
                    <a:pt x="8873" y="10774"/>
                  </a:lnTo>
                  <a:lnTo>
                    <a:pt x="8965" y="10704"/>
                  </a:lnTo>
                  <a:lnTo>
                    <a:pt x="9057" y="10634"/>
                  </a:lnTo>
                  <a:lnTo>
                    <a:pt x="9149" y="10564"/>
                  </a:lnTo>
                  <a:lnTo>
                    <a:pt x="9242" y="10493"/>
                  </a:lnTo>
                  <a:lnTo>
                    <a:pt x="9334" y="10423"/>
                  </a:lnTo>
                  <a:lnTo>
                    <a:pt x="9426" y="10353"/>
                  </a:lnTo>
                  <a:lnTo>
                    <a:pt x="9518" y="10283"/>
                  </a:lnTo>
                  <a:lnTo>
                    <a:pt x="9611" y="10213"/>
                  </a:lnTo>
                  <a:lnTo>
                    <a:pt x="9703" y="10143"/>
                  </a:lnTo>
                  <a:lnTo>
                    <a:pt x="9795" y="10073"/>
                  </a:lnTo>
                  <a:lnTo>
                    <a:pt x="9887" y="10003"/>
                  </a:lnTo>
                  <a:lnTo>
                    <a:pt x="9980" y="9933"/>
                  </a:lnTo>
                  <a:lnTo>
                    <a:pt x="10072" y="9863"/>
                  </a:lnTo>
                  <a:lnTo>
                    <a:pt x="10164" y="9792"/>
                  </a:lnTo>
                  <a:lnTo>
                    <a:pt x="10256" y="9722"/>
                  </a:lnTo>
                  <a:lnTo>
                    <a:pt x="10348" y="9652"/>
                  </a:lnTo>
                  <a:lnTo>
                    <a:pt x="10441" y="9582"/>
                  </a:lnTo>
                  <a:lnTo>
                    <a:pt x="10533" y="9512"/>
                  </a:lnTo>
                  <a:lnTo>
                    <a:pt x="10625" y="9442"/>
                  </a:lnTo>
                  <a:lnTo>
                    <a:pt x="10717" y="9372"/>
                  </a:lnTo>
                  <a:lnTo>
                    <a:pt x="10809" y="9301"/>
                  </a:lnTo>
                  <a:lnTo>
                    <a:pt x="10901" y="9231"/>
                  </a:lnTo>
                  <a:lnTo>
                    <a:pt x="10994" y="9161"/>
                  </a:lnTo>
                  <a:lnTo>
                    <a:pt x="11086" y="9091"/>
                  </a:lnTo>
                  <a:lnTo>
                    <a:pt x="11178" y="9021"/>
                  </a:lnTo>
                  <a:lnTo>
                    <a:pt x="11270" y="8951"/>
                  </a:lnTo>
                  <a:lnTo>
                    <a:pt x="11362" y="8880"/>
                  </a:lnTo>
                  <a:lnTo>
                    <a:pt x="11454" y="8810"/>
                  </a:lnTo>
                  <a:lnTo>
                    <a:pt x="11547" y="8740"/>
                  </a:lnTo>
                  <a:lnTo>
                    <a:pt x="11639" y="8670"/>
                  </a:lnTo>
                  <a:lnTo>
                    <a:pt x="11731" y="8600"/>
                  </a:lnTo>
                  <a:lnTo>
                    <a:pt x="11823" y="8529"/>
                  </a:lnTo>
                  <a:lnTo>
                    <a:pt x="11915" y="8459"/>
                  </a:lnTo>
                  <a:lnTo>
                    <a:pt x="12007" y="8389"/>
                  </a:lnTo>
                  <a:lnTo>
                    <a:pt x="12099" y="8319"/>
                  </a:lnTo>
                  <a:lnTo>
                    <a:pt x="12192" y="8249"/>
                  </a:lnTo>
                  <a:lnTo>
                    <a:pt x="12284" y="8178"/>
                  </a:lnTo>
                  <a:lnTo>
                    <a:pt x="12376" y="8108"/>
                  </a:lnTo>
                  <a:lnTo>
                    <a:pt x="12468" y="8038"/>
                  </a:lnTo>
                  <a:lnTo>
                    <a:pt x="12560" y="7968"/>
                  </a:lnTo>
                  <a:lnTo>
                    <a:pt x="12652" y="7897"/>
                  </a:lnTo>
                  <a:lnTo>
                    <a:pt x="12744" y="7827"/>
                  </a:lnTo>
                  <a:lnTo>
                    <a:pt x="12836" y="7757"/>
                  </a:lnTo>
                  <a:lnTo>
                    <a:pt x="12928" y="7687"/>
                  </a:lnTo>
                  <a:lnTo>
                    <a:pt x="13021" y="7616"/>
                  </a:lnTo>
                  <a:lnTo>
                    <a:pt x="13113" y="7546"/>
                  </a:lnTo>
                  <a:lnTo>
                    <a:pt x="13205" y="7476"/>
                  </a:lnTo>
                  <a:lnTo>
                    <a:pt x="13297" y="7405"/>
                  </a:lnTo>
                  <a:lnTo>
                    <a:pt x="13389" y="7335"/>
                  </a:lnTo>
                  <a:lnTo>
                    <a:pt x="13481" y="7265"/>
                  </a:lnTo>
                  <a:lnTo>
                    <a:pt x="13573" y="7195"/>
                  </a:lnTo>
                  <a:lnTo>
                    <a:pt x="13665" y="7124"/>
                  </a:lnTo>
                  <a:lnTo>
                    <a:pt x="13757" y="7054"/>
                  </a:lnTo>
                  <a:lnTo>
                    <a:pt x="13849" y="6984"/>
                  </a:lnTo>
                  <a:lnTo>
                    <a:pt x="13941" y="6913"/>
                  </a:lnTo>
                  <a:lnTo>
                    <a:pt x="14033" y="6843"/>
                  </a:lnTo>
                  <a:lnTo>
                    <a:pt x="14125" y="6773"/>
                  </a:lnTo>
                  <a:lnTo>
                    <a:pt x="14218" y="6702"/>
                  </a:lnTo>
                  <a:lnTo>
                    <a:pt x="14310" y="6632"/>
                  </a:lnTo>
                  <a:lnTo>
                    <a:pt x="14402" y="6562"/>
                  </a:lnTo>
                  <a:lnTo>
                    <a:pt x="14494" y="6491"/>
                  </a:lnTo>
                  <a:lnTo>
                    <a:pt x="14586" y="6421"/>
                  </a:lnTo>
                  <a:lnTo>
                    <a:pt x="14678" y="6351"/>
                  </a:lnTo>
                  <a:lnTo>
                    <a:pt x="14770" y="6280"/>
                  </a:lnTo>
                  <a:lnTo>
                    <a:pt x="14862" y="6210"/>
                  </a:lnTo>
                  <a:lnTo>
                    <a:pt x="14954" y="6140"/>
                  </a:lnTo>
                  <a:lnTo>
                    <a:pt x="15046" y="6069"/>
                  </a:lnTo>
                  <a:lnTo>
                    <a:pt x="15138" y="5999"/>
                  </a:lnTo>
                  <a:lnTo>
                    <a:pt x="15230" y="5928"/>
                  </a:lnTo>
                  <a:lnTo>
                    <a:pt x="15322" y="5858"/>
                  </a:lnTo>
                  <a:lnTo>
                    <a:pt x="15414" y="5788"/>
                  </a:lnTo>
                  <a:lnTo>
                    <a:pt x="15506" y="5717"/>
                  </a:lnTo>
                  <a:lnTo>
                    <a:pt x="15598" y="5647"/>
                  </a:lnTo>
                  <a:lnTo>
                    <a:pt x="15690" y="5576"/>
                  </a:lnTo>
                  <a:lnTo>
                    <a:pt x="15782" y="5506"/>
                  </a:lnTo>
                  <a:lnTo>
                    <a:pt x="15874" y="5436"/>
                  </a:lnTo>
                  <a:lnTo>
                    <a:pt x="15966" y="5365"/>
                  </a:lnTo>
                  <a:lnTo>
                    <a:pt x="16058" y="5295"/>
                  </a:lnTo>
                  <a:lnTo>
                    <a:pt x="16150" y="5224"/>
                  </a:lnTo>
                  <a:lnTo>
                    <a:pt x="16242" y="5154"/>
                  </a:lnTo>
                  <a:lnTo>
                    <a:pt x="16334" y="5084"/>
                  </a:lnTo>
                  <a:lnTo>
                    <a:pt x="16426" y="5013"/>
                  </a:lnTo>
                  <a:lnTo>
                    <a:pt x="16518" y="4943"/>
                  </a:lnTo>
                  <a:lnTo>
                    <a:pt x="16610" y="4872"/>
                  </a:lnTo>
                  <a:lnTo>
                    <a:pt x="16701" y="4802"/>
                  </a:lnTo>
                  <a:lnTo>
                    <a:pt x="16793" y="4731"/>
                  </a:lnTo>
                  <a:lnTo>
                    <a:pt x="16885" y="4661"/>
                  </a:lnTo>
                  <a:lnTo>
                    <a:pt x="16977" y="4590"/>
                  </a:lnTo>
                  <a:lnTo>
                    <a:pt x="17069" y="4520"/>
                  </a:lnTo>
                  <a:lnTo>
                    <a:pt x="17161" y="4449"/>
                  </a:lnTo>
                  <a:lnTo>
                    <a:pt x="17253" y="4379"/>
                  </a:lnTo>
                  <a:lnTo>
                    <a:pt x="17345" y="4308"/>
                  </a:lnTo>
                  <a:lnTo>
                    <a:pt x="17437" y="4238"/>
                  </a:lnTo>
                  <a:lnTo>
                    <a:pt x="17529" y="4167"/>
                  </a:lnTo>
                  <a:lnTo>
                    <a:pt x="17621" y="4097"/>
                  </a:lnTo>
                  <a:lnTo>
                    <a:pt x="17713" y="4026"/>
                  </a:lnTo>
                  <a:lnTo>
                    <a:pt x="17805" y="3956"/>
                  </a:lnTo>
                  <a:lnTo>
                    <a:pt x="17896" y="3885"/>
                  </a:lnTo>
                  <a:lnTo>
                    <a:pt x="17988" y="3815"/>
                  </a:lnTo>
                  <a:lnTo>
                    <a:pt x="18080" y="3744"/>
                  </a:lnTo>
                  <a:lnTo>
                    <a:pt x="18172" y="3674"/>
                  </a:lnTo>
                  <a:lnTo>
                    <a:pt x="18264" y="3603"/>
                  </a:lnTo>
                  <a:lnTo>
                    <a:pt x="18356" y="3533"/>
                  </a:lnTo>
                  <a:lnTo>
                    <a:pt x="18448" y="3462"/>
                  </a:lnTo>
                  <a:lnTo>
                    <a:pt x="18540" y="3392"/>
                  </a:lnTo>
                  <a:lnTo>
                    <a:pt x="18632" y="3321"/>
                  </a:lnTo>
                  <a:lnTo>
                    <a:pt x="18723" y="3250"/>
                  </a:lnTo>
                  <a:lnTo>
                    <a:pt x="18815" y="3180"/>
                  </a:lnTo>
                  <a:lnTo>
                    <a:pt x="18907" y="3109"/>
                  </a:lnTo>
                  <a:lnTo>
                    <a:pt x="18999" y="3039"/>
                  </a:lnTo>
                  <a:lnTo>
                    <a:pt x="19091" y="2968"/>
                  </a:lnTo>
                  <a:lnTo>
                    <a:pt x="19183" y="2898"/>
                  </a:lnTo>
                  <a:lnTo>
                    <a:pt x="19275" y="2827"/>
                  </a:lnTo>
                  <a:lnTo>
                    <a:pt x="19366" y="2756"/>
                  </a:lnTo>
                  <a:lnTo>
                    <a:pt x="19458" y="2686"/>
                  </a:lnTo>
                  <a:lnTo>
                    <a:pt x="19550" y="2615"/>
                  </a:lnTo>
                  <a:lnTo>
                    <a:pt x="19642" y="2545"/>
                  </a:lnTo>
                  <a:lnTo>
                    <a:pt x="19734" y="2474"/>
                  </a:lnTo>
                  <a:lnTo>
                    <a:pt x="19826" y="2403"/>
                  </a:lnTo>
                  <a:lnTo>
                    <a:pt x="19917" y="2333"/>
                  </a:lnTo>
                  <a:lnTo>
                    <a:pt x="20009" y="2262"/>
                  </a:lnTo>
                  <a:lnTo>
                    <a:pt x="20101" y="2191"/>
                  </a:lnTo>
                  <a:lnTo>
                    <a:pt x="20193" y="2121"/>
                  </a:lnTo>
                  <a:lnTo>
                    <a:pt x="20285" y="2050"/>
                  </a:lnTo>
                  <a:lnTo>
                    <a:pt x="20377" y="1980"/>
                  </a:lnTo>
                  <a:lnTo>
                    <a:pt x="20468" y="1909"/>
                  </a:lnTo>
                  <a:lnTo>
                    <a:pt x="20560" y="1838"/>
                  </a:lnTo>
                  <a:lnTo>
                    <a:pt x="20652" y="1768"/>
                  </a:lnTo>
                  <a:lnTo>
                    <a:pt x="20744" y="1697"/>
                  </a:lnTo>
                  <a:lnTo>
                    <a:pt x="20836" y="1626"/>
                  </a:lnTo>
                  <a:lnTo>
                    <a:pt x="20927" y="1556"/>
                  </a:lnTo>
                  <a:lnTo>
                    <a:pt x="21019" y="1485"/>
                  </a:lnTo>
                  <a:lnTo>
                    <a:pt x="21111" y="1414"/>
                  </a:lnTo>
                  <a:lnTo>
                    <a:pt x="21203" y="1343"/>
                  </a:lnTo>
                  <a:lnTo>
                    <a:pt x="21294" y="1273"/>
                  </a:lnTo>
                  <a:lnTo>
                    <a:pt x="21386" y="1202"/>
                  </a:lnTo>
                  <a:lnTo>
                    <a:pt x="21478" y="1131"/>
                  </a:lnTo>
                  <a:lnTo>
                    <a:pt x="21570" y="1061"/>
                  </a:lnTo>
                  <a:lnTo>
                    <a:pt x="21661" y="990"/>
                  </a:lnTo>
                  <a:lnTo>
                    <a:pt x="21753" y="919"/>
                  </a:lnTo>
                  <a:lnTo>
                    <a:pt x="21845" y="849"/>
                  </a:lnTo>
                  <a:lnTo>
                    <a:pt x="21937" y="778"/>
                  </a:lnTo>
                  <a:lnTo>
                    <a:pt x="22028" y="707"/>
                  </a:lnTo>
                  <a:lnTo>
                    <a:pt x="22120" y="636"/>
                  </a:lnTo>
                  <a:lnTo>
                    <a:pt x="22212" y="566"/>
                  </a:lnTo>
                  <a:lnTo>
                    <a:pt x="22304" y="495"/>
                  </a:lnTo>
                  <a:lnTo>
                    <a:pt x="22395" y="424"/>
                  </a:lnTo>
                  <a:lnTo>
                    <a:pt x="22487" y="353"/>
                  </a:lnTo>
                  <a:lnTo>
                    <a:pt x="22579" y="283"/>
                  </a:lnTo>
                  <a:lnTo>
                    <a:pt x="22671" y="212"/>
                  </a:lnTo>
                  <a:lnTo>
                    <a:pt x="22762" y="141"/>
                  </a:lnTo>
                  <a:lnTo>
                    <a:pt x="22854" y="70"/>
                  </a:lnTo>
                  <a:lnTo>
                    <a:pt x="22946" y="0"/>
                  </a:lnTo>
                </a:path>
              </a:pathLst>
            </a:custGeom>
            <a:ln w="22859" cap="rnd">
              <a:solidFill>
                <a:srgbClr val="1EB2D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l7169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0" name="pl7170"/>
            <p:cNvSpPr/>
            <p:nvPr/>
          </p:nvSpPr>
          <p:spPr>
            <a:xfrm>
              <a:off x="7479781" y="5194375"/>
              <a:ext cx="15121" cy="11879"/>
            </a:xfrm>
            <a:custGeom>
              <a:avLst/>
              <a:pathLst>
                <a:path w="15121" h="11879">
                  <a:moveTo>
                    <a:pt x="0" y="11879"/>
                  </a:moveTo>
                  <a:lnTo>
                    <a:pt x="60" y="11831"/>
                  </a:lnTo>
                  <a:lnTo>
                    <a:pt x="121" y="11784"/>
                  </a:lnTo>
                  <a:lnTo>
                    <a:pt x="182" y="11736"/>
                  </a:lnTo>
                  <a:lnTo>
                    <a:pt x="243" y="11689"/>
                  </a:lnTo>
                  <a:lnTo>
                    <a:pt x="304" y="11641"/>
                  </a:lnTo>
                  <a:lnTo>
                    <a:pt x="365" y="11594"/>
                  </a:lnTo>
                  <a:lnTo>
                    <a:pt x="426" y="11546"/>
                  </a:lnTo>
                  <a:lnTo>
                    <a:pt x="487" y="11499"/>
                  </a:lnTo>
                  <a:lnTo>
                    <a:pt x="548" y="11452"/>
                  </a:lnTo>
                  <a:lnTo>
                    <a:pt x="609" y="11404"/>
                  </a:lnTo>
                  <a:lnTo>
                    <a:pt x="670" y="11357"/>
                  </a:lnTo>
                  <a:lnTo>
                    <a:pt x="731" y="11309"/>
                  </a:lnTo>
                  <a:lnTo>
                    <a:pt x="791" y="11262"/>
                  </a:lnTo>
                  <a:lnTo>
                    <a:pt x="852" y="11214"/>
                  </a:lnTo>
                  <a:lnTo>
                    <a:pt x="913" y="11167"/>
                  </a:lnTo>
                  <a:lnTo>
                    <a:pt x="974" y="11119"/>
                  </a:lnTo>
                  <a:lnTo>
                    <a:pt x="1035" y="11072"/>
                  </a:lnTo>
                  <a:lnTo>
                    <a:pt x="1096" y="11024"/>
                  </a:lnTo>
                  <a:lnTo>
                    <a:pt x="1157" y="10977"/>
                  </a:lnTo>
                  <a:lnTo>
                    <a:pt x="1218" y="10929"/>
                  </a:lnTo>
                  <a:lnTo>
                    <a:pt x="1279" y="10882"/>
                  </a:lnTo>
                  <a:lnTo>
                    <a:pt x="1340" y="10834"/>
                  </a:lnTo>
                  <a:lnTo>
                    <a:pt x="1401" y="10787"/>
                  </a:lnTo>
                  <a:lnTo>
                    <a:pt x="1461" y="10739"/>
                  </a:lnTo>
                  <a:lnTo>
                    <a:pt x="1522" y="10692"/>
                  </a:lnTo>
                  <a:lnTo>
                    <a:pt x="1583" y="10644"/>
                  </a:lnTo>
                  <a:lnTo>
                    <a:pt x="1644" y="10597"/>
                  </a:lnTo>
                  <a:lnTo>
                    <a:pt x="1705" y="10549"/>
                  </a:lnTo>
                  <a:lnTo>
                    <a:pt x="1766" y="10502"/>
                  </a:lnTo>
                  <a:lnTo>
                    <a:pt x="1827" y="10454"/>
                  </a:lnTo>
                  <a:lnTo>
                    <a:pt x="1888" y="10407"/>
                  </a:lnTo>
                  <a:lnTo>
                    <a:pt x="1949" y="10359"/>
                  </a:lnTo>
                  <a:lnTo>
                    <a:pt x="2009" y="10312"/>
                  </a:lnTo>
                  <a:lnTo>
                    <a:pt x="2070" y="10264"/>
                  </a:lnTo>
                  <a:lnTo>
                    <a:pt x="2131" y="10217"/>
                  </a:lnTo>
                  <a:lnTo>
                    <a:pt x="2192" y="10169"/>
                  </a:lnTo>
                  <a:lnTo>
                    <a:pt x="2253" y="10122"/>
                  </a:lnTo>
                  <a:lnTo>
                    <a:pt x="2314" y="10074"/>
                  </a:lnTo>
                  <a:lnTo>
                    <a:pt x="2375" y="10027"/>
                  </a:lnTo>
                  <a:lnTo>
                    <a:pt x="2436" y="9979"/>
                  </a:lnTo>
                  <a:lnTo>
                    <a:pt x="2496" y="9932"/>
                  </a:lnTo>
                  <a:lnTo>
                    <a:pt x="2557" y="9884"/>
                  </a:lnTo>
                  <a:lnTo>
                    <a:pt x="2618" y="9836"/>
                  </a:lnTo>
                  <a:lnTo>
                    <a:pt x="2679" y="9789"/>
                  </a:lnTo>
                  <a:lnTo>
                    <a:pt x="2740" y="9741"/>
                  </a:lnTo>
                  <a:lnTo>
                    <a:pt x="2801" y="9694"/>
                  </a:lnTo>
                  <a:lnTo>
                    <a:pt x="2862" y="9646"/>
                  </a:lnTo>
                  <a:lnTo>
                    <a:pt x="2922" y="9599"/>
                  </a:lnTo>
                  <a:lnTo>
                    <a:pt x="2983" y="9551"/>
                  </a:lnTo>
                  <a:lnTo>
                    <a:pt x="3044" y="9504"/>
                  </a:lnTo>
                  <a:lnTo>
                    <a:pt x="3105" y="9456"/>
                  </a:lnTo>
                  <a:lnTo>
                    <a:pt x="3166" y="9409"/>
                  </a:lnTo>
                  <a:lnTo>
                    <a:pt x="3227" y="9361"/>
                  </a:lnTo>
                  <a:lnTo>
                    <a:pt x="3288" y="9313"/>
                  </a:lnTo>
                  <a:lnTo>
                    <a:pt x="3348" y="9266"/>
                  </a:lnTo>
                  <a:lnTo>
                    <a:pt x="3409" y="9218"/>
                  </a:lnTo>
                  <a:lnTo>
                    <a:pt x="3470" y="9171"/>
                  </a:lnTo>
                  <a:lnTo>
                    <a:pt x="3531" y="9123"/>
                  </a:lnTo>
                  <a:lnTo>
                    <a:pt x="3592" y="9076"/>
                  </a:lnTo>
                  <a:lnTo>
                    <a:pt x="3653" y="9028"/>
                  </a:lnTo>
                  <a:lnTo>
                    <a:pt x="3713" y="8980"/>
                  </a:lnTo>
                  <a:lnTo>
                    <a:pt x="3774" y="8933"/>
                  </a:lnTo>
                  <a:lnTo>
                    <a:pt x="3835" y="8885"/>
                  </a:lnTo>
                  <a:lnTo>
                    <a:pt x="3896" y="8838"/>
                  </a:lnTo>
                  <a:lnTo>
                    <a:pt x="3957" y="8790"/>
                  </a:lnTo>
                  <a:lnTo>
                    <a:pt x="4018" y="8743"/>
                  </a:lnTo>
                  <a:lnTo>
                    <a:pt x="4078" y="8695"/>
                  </a:lnTo>
                  <a:lnTo>
                    <a:pt x="4139" y="8647"/>
                  </a:lnTo>
                  <a:lnTo>
                    <a:pt x="4200" y="8600"/>
                  </a:lnTo>
                  <a:lnTo>
                    <a:pt x="4261" y="8552"/>
                  </a:lnTo>
                  <a:lnTo>
                    <a:pt x="4322" y="8505"/>
                  </a:lnTo>
                  <a:lnTo>
                    <a:pt x="4382" y="8457"/>
                  </a:lnTo>
                  <a:lnTo>
                    <a:pt x="4443" y="8409"/>
                  </a:lnTo>
                  <a:lnTo>
                    <a:pt x="4504" y="8362"/>
                  </a:lnTo>
                  <a:lnTo>
                    <a:pt x="4565" y="8314"/>
                  </a:lnTo>
                  <a:lnTo>
                    <a:pt x="4626" y="8267"/>
                  </a:lnTo>
                  <a:lnTo>
                    <a:pt x="4687" y="8219"/>
                  </a:lnTo>
                  <a:lnTo>
                    <a:pt x="4747" y="8171"/>
                  </a:lnTo>
                  <a:lnTo>
                    <a:pt x="4808" y="8124"/>
                  </a:lnTo>
                  <a:lnTo>
                    <a:pt x="4869" y="8076"/>
                  </a:lnTo>
                  <a:lnTo>
                    <a:pt x="4930" y="8029"/>
                  </a:lnTo>
                  <a:lnTo>
                    <a:pt x="4991" y="7981"/>
                  </a:lnTo>
                  <a:lnTo>
                    <a:pt x="5051" y="7933"/>
                  </a:lnTo>
                  <a:lnTo>
                    <a:pt x="5112" y="7886"/>
                  </a:lnTo>
                  <a:lnTo>
                    <a:pt x="5173" y="7838"/>
                  </a:lnTo>
                  <a:lnTo>
                    <a:pt x="5234" y="7790"/>
                  </a:lnTo>
                  <a:lnTo>
                    <a:pt x="5295" y="7743"/>
                  </a:lnTo>
                  <a:lnTo>
                    <a:pt x="5355" y="7695"/>
                  </a:lnTo>
                  <a:lnTo>
                    <a:pt x="5416" y="7648"/>
                  </a:lnTo>
                  <a:lnTo>
                    <a:pt x="5477" y="7600"/>
                  </a:lnTo>
                  <a:lnTo>
                    <a:pt x="5538" y="7552"/>
                  </a:lnTo>
                  <a:lnTo>
                    <a:pt x="5598" y="7505"/>
                  </a:lnTo>
                  <a:lnTo>
                    <a:pt x="5659" y="7457"/>
                  </a:lnTo>
                  <a:lnTo>
                    <a:pt x="5720" y="7409"/>
                  </a:lnTo>
                  <a:lnTo>
                    <a:pt x="5781" y="7362"/>
                  </a:lnTo>
                  <a:lnTo>
                    <a:pt x="5842" y="7314"/>
                  </a:lnTo>
                  <a:lnTo>
                    <a:pt x="5902" y="7266"/>
                  </a:lnTo>
                  <a:lnTo>
                    <a:pt x="5963" y="7219"/>
                  </a:lnTo>
                  <a:lnTo>
                    <a:pt x="6024" y="7171"/>
                  </a:lnTo>
                  <a:lnTo>
                    <a:pt x="6085" y="7123"/>
                  </a:lnTo>
                  <a:lnTo>
                    <a:pt x="6145" y="7076"/>
                  </a:lnTo>
                  <a:lnTo>
                    <a:pt x="6206" y="7028"/>
                  </a:lnTo>
                  <a:lnTo>
                    <a:pt x="6267" y="6980"/>
                  </a:lnTo>
                  <a:lnTo>
                    <a:pt x="6328" y="6933"/>
                  </a:lnTo>
                  <a:lnTo>
                    <a:pt x="6388" y="6885"/>
                  </a:lnTo>
                  <a:lnTo>
                    <a:pt x="6449" y="6837"/>
                  </a:lnTo>
                  <a:lnTo>
                    <a:pt x="6510" y="6790"/>
                  </a:lnTo>
                  <a:lnTo>
                    <a:pt x="6571" y="6742"/>
                  </a:lnTo>
                  <a:lnTo>
                    <a:pt x="6632" y="6694"/>
                  </a:lnTo>
                  <a:lnTo>
                    <a:pt x="6692" y="6647"/>
                  </a:lnTo>
                  <a:lnTo>
                    <a:pt x="6753" y="6599"/>
                  </a:lnTo>
                  <a:lnTo>
                    <a:pt x="6814" y="6551"/>
                  </a:lnTo>
                  <a:lnTo>
                    <a:pt x="6875" y="6504"/>
                  </a:lnTo>
                  <a:lnTo>
                    <a:pt x="6935" y="6456"/>
                  </a:lnTo>
                  <a:lnTo>
                    <a:pt x="6996" y="6408"/>
                  </a:lnTo>
                  <a:lnTo>
                    <a:pt x="7057" y="6361"/>
                  </a:lnTo>
                  <a:lnTo>
                    <a:pt x="7118" y="6313"/>
                  </a:lnTo>
                  <a:lnTo>
                    <a:pt x="7178" y="6265"/>
                  </a:lnTo>
                  <a:lnTo>
                    <a:pt x="7239" y="6218"/>
                  </a:lnTo>
                  <a:lnTo>
                    <a:pt x="7300" y="6170"/>
                  </a:lnTo>
                  <a:lnTo>
                    <a:pt x="7360" y="6122"/>
                  </a:lnTo>
                  <a:lnTo>
                    <a:pt x="7421" y="6074"/>
                  </a:lnTo>
                  <a:lnTo>
                    <a:pt x="7482" y="6027"/>
                  </a:lnTo>
                  <a:lnTo>
                    <a:pt x="7543" y="5979"/>
                  </a:lnTo>
                  <a:lnTo>
                    <a:pt x="7603" y="5931"/>
                  </a:lnTo>
                  <a:lnTo>
                    <a:pt x="7664" y="5884"/>
                  </a:lnTo>
                  <a:lnTo>
                    <a:pt x="7725" y="5836"/>
                  </a:lnTo>
                  <a:lnTo>
                    <a:pt x="7786" y="5788"/>
                  </a:lnTo>
                  <a:lnTo>
                    <a:pt x="7846" y="5741"/>
                  </a:lnTo>
                  <a:lnTo>
                    <a:pt x="7907" y="5693"/>
                  </a:lnTo>
                  <a:lnTo>
                    <a:pt x="7968" y="5645"/>
                  </a:lnTo>
                  <a:lnTo>
                    <a:pt x="8028" y="5597"/>
                  </a:lnTo>
                  <a:lnTo>
                    <a:pt x="8089" y="5550"/>
                  </a:lnTo>
                  <a:lnTo>
                    <a:pt x="8150" y="5502"/>
                  </a:lnTo>
                  <a:lnTo>
                    <a:pt x="8211" y="5454"/>
                  </a:lnTo>
                  <a:lnTo>
                    <a:pt x="8271" y="5406"/>
                  </a:lnTo>
                  <a:lnTo>
                    <a:pt x="8332" y="5359"/>
                  </a:lnTo>
                  <a:lnTo>
                    <a:pt x="8393" y="5311"/>
                  </a:lnTo>
                  <a:lnTo>
                    <a:pt x="8453" y="5263"/>
                  </a:lnTo>
                  <a:lnTo>
                    <a:pt x="8514" y="5216"/>
                  </a:lnTo>
                  <a:lnTo>
                    <a:pt x="8575" y="5168"/>
                  </a:lnTo>
                  <a:lnTo>
                    <a:pt x="8636" y="5120"/>
                  </a:lnTo>
                  <a:lnTo>
                    <a:pt x="8696" y="5072"/>
                  </a:lnTo>
                  <a:lnTo>
                    <a:pt x="8757" y="5025"/>
                  </a:lnTo>
                  <a:lnTo>
                    <a:pt x="8818" y="4977"/>
                  </a:lnTo>
                  <a:lnTo>
                    <a:pt x="8878" y="4929"/>
                  </a:lnTo>
                  <a:lnTo>
                    <a:pt x="8939" y="4881"/>
                  </a:lnTo>
                  <a:lnTo>
                    <a:pt x="9000" y="4834"/>
                  </a:lnTo>
                  <a:lnTo>
                    <a:pt x="9060" y="4786"/>
                  </a:lnTo>
                  <a:lnTo>
                    <a:pt x="9121" y="4738"/>
                  </a:lnTo>
                  <a:lnTo>
                    <a:pt x="9182" y="4690"/>
                  </a:lnTo>
                  <a:lnTo>
                    <a:pt x="9242" y="4642"/>
                  </a:lnTo>
                  <a:lnTo>
                    <a:pt x="9303" y="4595"/>
                  </a:lnTo>
                  <a:lnTo>
                    <a:pt x="9364" y="4547"/>
                  </a:lnTo>
                  <a:lnTo>
                    <a:pt x="9425" y="4499"/>
                  </a:lnTo>
                  <a:lnTo>
                    <a:pt x="9485" y="4451"/>
                  </a:lnTo>
                  <a:lnTo>
                    <a:pt x="9546" y="4404"/>
                  </a:lnTo>
                  <a:lnTo>
                    <a:pt x="9607" y="4356"/>
                  </a:lnTo>
                  <a:lnTo>
                    <a:pt x="9667" y="4308"/>
                  </a:lnTo>
                  <a:lnTo>
                    <a:pt x="9728" y="4260"/>
                  </a:lnTo>
                  <a:lnTo>
                    <a:pt x="9789" y="4213"/>
                  </a:lnTo>
                  <a:lnTo>
                    <a:pt x="9849" y="4165"/>
                  </a:lnTo>
                  <a:lnTo>
                    <a:pt x="9910" y="4117"/>
                  </a:lnTo>
                  <a:lnTo>
                    <a:pt x="9971" y="4069"/>
                  </a:lnTo>
                  <a:lnTo>
                    <a:pt x="10031" y="4021"/>
                  </a:lnTo>
                  <a:lnTo>
                    <a:pt x="10092" y="3974"/>
                  </a:lnTo>
                  <a:lnTo>
                    <a:pt x="10153" y="3926"/>
                  </a:lnTo>
                  <a:lnTo>
                    <a:pt x="10213" y="3878"/>
                  </a:lnTo>
                  <a:lnTo>
                    <a:pt x="10274" y="3830"/>
                  </a:lnTo>
                  <a:lnTo>
                    <a:pt x="10335" y="3782"/>
                  </a:lnTo>
                  <a:lnTo>
                    <a:pt x="10395" y="3735"/>
                  </a:lnTo>
                  <a:lnTo>
                    <a:pt x="10456" y="3687"/>
                  </a:lnTo>
                  <a:lnTo>
                    <a:pt x="10516" y="3639"/>
                  </a:lnTo>
                  <a:lnTo>
                    <a:pt x="10577" y="3591"/>
                  </a:lnTo>
                  <a:lnTo>
                    <a:pt x="10638" y="3543"/>
                  </a:lnTo>
                  <a:lnTo>
                    <a:pt x="10698" y="3496"/>
                  </a:lnTo>
                  <a:lnTo>
                    <a:pt x="10759" y="3448"/>
                  </a:lnTo>
                  <a:lnTo>
                    <a:pt x="10820" y="3400"/>
                  </a:lnTo>
                  <a:lnTo>
                    <a:pt x="10880" y="3352"/>
                  </a:lnTo>
                  <a:lnTo>
                    <a:pt x="10941" y="3304"/>
                  </a:lnTo>
                  <a:lnTo>
                    <a:pt x="11002" y="3256"/>
                  </a:lnTo>
                  <a:lnTo>
                    <a:pt x="11062" y="3209"/>
                  </a:lnTo>
                  <a:lnTo>
                    <a:pt x="11123" y="3161"/>
                  </a:lnTo>
                  <a:lnTo>
                    <a:pt x="11184" y="3113"/>
                  </a:lnTo>
                  <a:lnTo>
                    <a:pt x="11244" y="3065"/>
                  </a:lnTo>
                  <a:lnTo>
                    <a:pt x="11305" y="3017"/>
                  </a:lnTo>
                  <a:lnTo>
                    <a:pt x="11365" y="2969"/>
                  </a:lnTo>
                  <a:lnTo>
                    <a:pt x="11426" y="2922"/>
                  </a:lnTo>
                  <a:lnTo>
                    <a:pt x="11487" y="2874"/>
                  </a:lnTo>
                  <a:lnTo>
                    <a:pt x="11547" y="2826"/>
                  </a:lnTo>
                  <a:lnTo>
                    <a:pt x="11608" y="2778"/>
                  </a:lnTo>
                  <a:lnTo>
                    <a:pt x="11669" y="2730"/>
                  </a:lnTo>
                  <a:lnTo>
                    <a:pt x="11729" y="2682"/>
                  </a:lnTo>
                  <a:lnTo>
                    <a:pt x="11790" y="2635"/>
                  </a:lnTo>
                  <a:lnTo>
                    <a:pt x="11850" y="2587"/>
                  </a:lnTo>
                  <a:lnTo>
                    <a:pt x="11911" y="2539"/>
                  </a:lnTo>
                  <a:lnTo>
                    <a:pt x="11972" y="2491"/>
                  </a:lnTo>
                  <a:lnTo>
                    <a:pt x="12032" y="2443"/>
                  </a:lnTo>
                  <a:lnTo>
                    <a:pt x="12093" y="2395"/>
                  </a:lnTo>
                  <a:lnTo>
                    <a:pt x="12153" y="2347"/>
                  </a:lnTo>
                  <a:lnTo>
                    <a:pt x="12214" y="2299"/>
                  </a:lnTo>
                  <a:lnTo>
                    <a:pt x="12275" y="2252"/>
                  </a:lnTo>
                  <a:lnTo>
                    <a:pt x="12335" y="2204"/>
                  </a:lnTo>
                  <a:lnTo>
                    <a:pt x="12396" y="2156"/>
                  </a:lnTo>
                  <a:lnTo>
                    <a:pt x="12456" y="2108"/>
                  </a:lnTo>
                  <a:lnTo>
                    <a:pt x="12517" y="2060"/>
                  </a:lnTo>
                  <a:lnTo>
                    <a:pt x="12578" y="2012"/>
                  </a:lnTo>
                  <a:lnTo>
                    <a:pt x="12638" y="1964"/>
                  </a:lnTo>
                  <a:lnTo>
                    <a:pt x="12699" y="1916"/>
                  </a:lnTo>
                  <a:lnTo>
                    <a:pt x="12759" y="1869"/>
                  </a:lnTo>
                  <a:lnTo>
                    <a:pt x="12820" y="1821"/>
                  </a:lnTo>
                  <a:lnTo>
                    <a:pt x="12881" y="1773"/>
                  </a:lnTo>
                  <a:lnTo>
                    <a:pt x="12941" y="1725"/>
                  </a:lnTo>
                  <a:lnTo>
                    <a:pt x="13002" y="1677"/>
                  </a:lnTo>
                  <a:lnTo>
                    <a:pt x="13062" y="1629"/>
                  </a:lnTo>
                  <a:lnTo>
                    <a:pt x="13123" y="1581"/>
                  </a:lnTo>
                  <a:lnTo>
                    <a:pt x="13184" y="1533"/>
                  </a:lnTo>
                  <a:lnTo>
                    <a:pt x="13244" y="1485"/>
                  </a:lnTo>
                  <a:lnTo>
                    <a:pt x="13305" y="1438"/>
                  </a:lnTo>
                  <a:lnTo>
                    <a:pt x="13365" y="1390"/>
                  </a:lnTo>
                  <a:lnTo>
                    <a:pt x="13426" y="1342"/>
                  </a:lnTo>
                  <a:lnTo>
                    <a:pt x="13486" y="1294"/>
                  </a:lnTo>
                  <a:lnTo>
                    <a:pt x="13547" y="1246"/>
                  </a:lnTo>
                  <a:lnTo>
                    <a:pt x="13608" y="1198"/>
                  </a:lnTo>
                  <a:lnTo>
                    <a:pt x="13668" y="1150"/>
                  </a:lnTo>
                  <a:lnTo>
                    <a:pt x="13729" y="1102"/>
                  </a:lnTo>
                  <a:lnTo>
                    <a:pt x="13789" y="1054"/>
                  </a:lnTo>
                  <a:lnTo>
                    <a:pt x="13850" y="1006"/>
                  </a:lnTo>
                  <a:lnTo>
                    <a:pt x="13910" y="958"/>
                  </a:lnTo>
                  <a:lnTo>
                    <a:pt x="13971" y="910"/>
                  </a:lnTo>
                  <a:lnTo>
                    <a:pt x="14031" y="863"/>
                  </a:lnTo>
                  <a:lnTo>
                    <a:pt x="14092" y="815"/>
                  </a:lnTo>
                  <a:lnTo>
                    <a:pt x="14153" y="767"/>
                  </a:lnTo>
                  <a:lnTo>
                    <a:pt x="14213" y="719"/>
                  </a:lnTo>
                  <a:lnTo>
                    <a:pt x="14274" y="671"/>
                  </a:lnTo>
                  <a:lnTo>
                    <a:pt x="14334" y="623"/>
                  </a:lnTo>
                  <a:lnTo>
                    <a:pt x="14395" y="575"/>
                  </a:lnTo>
                  <a:lnTo>
                    <a:pt x="14455" y="527"/>
                  </a:lnTo>
                  <a:lnTo>
                    <a:pt x="14516" y="479"/>
                  </a:lnTo>
                  <a:lnTo>
                    <a:pt x="14576" y="431"/>
                  </a:lnTo>
                  <a:lnTo>
                    <a:pt x="14637" y="383"/>
                  </a:lnTo>
                  <a:lnTo>
                    <a:pt x="14697" y="335"/>
                  </a:lnTo>
                  <a:lnTo>
                    <a:pt x="14758" y="287"/>
                  </a:lnTo>
                  <a:lnTo>
                    <a:pt x="14819" y="239"/>
                  </a:lnTo>
                  <a:lnTo>
                    <a:pt x="14879" y="191"/>
                  </a:lnTo>
                  <a:lnTo>
                    <a:pt x="14940" y="143"/>
                  </a:lnTo>
                  <a:lnTo>
                    <a:pt x="15000" y="95"/>
                  </a:lnTo>
                  <a:lnTo>
                    <a:pt x="15061" y="47"/>
                  </a:lnTo>
                  <a:lnTo>
                    <a:pt x="151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71" name="pl7171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83820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l7172"/>
            <p:cNvSpPr/>
            <p:nvPr/>
          </p:nvSpPr>
          <p:spPr>
            <a:xfrm>
              <a:off x="5242731" y="5513730"/>
              <a:ext cx="1320817" cy="167803"/>
            </a:xfrm>
            <a:custGeom>
              <a:avLst/>
              <a:pathLst>
                <a:path w="1320817" h="167803">
                  <a:moveTo>
                    <a:pt x="0" y="0"/>
                  </a:moveTo>
                  <a:lnTo>
                    <a:pt x="5005" y="2041"/>
                  </a:lnTo>
                  <a:lnTo>
                    <a:pt x="10016" y="4070"/>
                  </a:lnTo>
                  <a:lnTo>
                    <a:pt x="15031" y="6088"/>
                  </a:lnTo>
                  <a:lnTo>
                    <a:pt x="20051" y="8093"/>
                  </a:lnTo>
                  <a:lnTo>
                    <a:pt x="25076" y="10086"/>
                  </a:lnTo>
                  <a:lnTo>
                    <a:pt x="30106" y="12068"/>
                  </a:lnTo>
                  <a:lnTo>
                    <a:pt x="35141" y="14037"/>
                  </a:lnTo>
                  <a:lnTo>
                    <a:pt x="40180" y="15994"/>
                  </a:lnTo>
                  <a:lnTo>
                    <a:pt x="45224" y="17939"/>
                  </a:lnTo>
                  <a:lnTo>
                    <a:pt x="50273" y="19871"/>
                  </a:lnTo>
                  <a:lnTo>
                    <a:pt x="55326" y="21792"/>
                  </a:lnTo>
                  <a:lnTo>
                    <a:pt x="60384" y="23701"/>
                  </a:lnTo>
                  <a:lnTo>
                    <a:pt x="65446" y="25597"/>
                  </a:lnTo>
                  <a:lnTo>
                    <a:pt x="70513" y="27482"/>
                  </a:lnTo>
                  <a:lnTo>
                    <a:pt x="75585" y="29354"/>
                  </a:lnTo>
                  <a:lnTo>
                    <a:pt x="80660" y="31214"/>
                  </a:lnTo>
                  <a:lnTo>
                    <a:pt x="85741" y="33061"/>
                  </a:lnTo>
                  <a:lnTo>
                    <a:pt x="90826" y="34897"/>
                  </a:lnTo>
                  <a:lnTo>
                    <a:pt x="95915" y="36720"/>
                  </a:lnTo>
                  <a:lnTo>
                    <a:pt x="101008" y="38531"/>
                  </a:lnTo>
                  <a:lnTo>
                    <a:pt x="106106" y="40330"/>
                  </a:lnTo>
                  <a:lnTo>
                    <a:pt x="111208" y="42117"/>
                  </a:lnTo>
                  <a:lnTo>
                    <a:pt x="116315" y="43891"/>
                  </a:lnTo>
                  <a:lnTo>
                    <a:pt x="121425" y="45653"/>
                  </a:lnTo>
                  <a:lnTo>
                    <a:pt x="126540" y="47403"/>
                  </a:lnTo>
                  <a:lnTo>
                    <a:pt x="131659" y="49141"/>
                  </a:lnTo>
                  <a:lnTo>
                    <a:pt x="136783" y="50866"/>
                  </a:lnTo>
                  <a:lnTo>
                    <a:pt x="141910" y="52579"/>
                  </a:lnTo>
                  <a:lnTo>
                    <a:pt x="147041" y="54280"/>
                  </a:lnTo>
                  <a:lnTo>
                    <a:pt x="152177" y="55968"/>
                  </a:lnTo>
                  <a:lnTo>
                    <a:pt x="157317" y="57644"/>
                  </a:lnTo>
                  <a:lnTo>
                    <a:pt x="162460" y="59308"/>
                  </a:lnTo>
                  <a:lnTo>
                    <a:pt x="167608" y="60959"/>
                  </a:lnTo>
                  <a:lnTo>
                    <a:pt x="172759" y="62598"/>
                  </a:lnTo>
                  <a:lnTo>
                    <a:pt x="177915" y="64225"/>
                  </a:lnTo>
                  <a:lnTo>
                    <a:pt x="183074" y="65839"/>
                  </a:lnTo>
                  <a:lnTo>
                    <a:pt x="188237" y="67441"/>
                  </a:lnTo>
                  <a:lnTo>
                    <a:pt x="193404" y="69031"/>
                  </a:lnTo>
                  <a:lnTo>
                    <a:pt x="198575" y="70608"/>
                  </a:lnTo>
                  <a:lnTo>
                    <a:pt x="203749" y="72172"/>
                  </a:lnTo>
                  <a:lnTo>
                    <a:pt x="208928" y="73725"/>
                  </a:lnTo>
                  <a:lnTo>
                    <a:pt x="214110" y="75264"/>
                  </a:lnTo>
                  <a:lnTo>
                    <a:pt x="219296" y="76792"/>
                  </a:lnTo>
                  <a:lnTo>
                    <a:pt x="224485" y="78307"/>
                  </a:lnTo>
                  <a:lnTo>
                    <a:pt x="229678" y="79809"/>
                  </a:lnTo>
                  <a:lnTo>
                    <a:pt x="234874" y="81299"/>
                  </a:lnTo>
                  <a:lnTo>
                    <a:pt x="240075" y="82777"/>
                  </a:lnTo>
                  <a:lnTo>
                    <a:pt x="245278" y="84242"/>
                  </a:lnTo>
                  <a:lnTo>
                    <a:pt x="250485" y="85694"/>
                  </a:lnTo>
                  <a:lnTo>
                    <a:pt x="255696" y="87134"/>
                  </a:lnTo>
                  <a:lnTo>
                    <a:pt x="260910" y="88562"/>
                  </a:lnTo>
                  <a:lnTo>
                    <a:pt x="266127" y="89977"/>
                  </a:lnTo>
                  <a:lnTo>
                    <a:pt x="271348" y="91379"/>
                  </a:lnTo>
                  <a:lnTo>
                    <a:pt x="276573" y="92769"/>
                  </a:lnTo>
                  <a:lnTo>
                    <a:pt x="281800" y="94147"/>
                  </a:lnTo>
                  <a:lnTo>
                    <a:pt x="287031" y="95511"/>
                  </a:lnTo>
                  <a:lnTo>
                    <a:pt x="292265" y="96864"/>
                  </a:lnTo>
                  <a:lnTo>
                    <a:pt x="297502" y="98203"/>
                  </a:lnTo>
                  <a:lnTo>
                    <a:pt x="302743" y="99531"/>
                  </a:lnTo>
                  <a:lnTo>
                    <a:pt x="307986" y="100845"/>
                  </a:lnTo>
                  <a:lnTo>
                    <a:pt x="313233" y="102147"/>
                  </a:lnTo>
                  <a:lnTo>
                    <a:pt x="318483" y="103436"/>
                  </a:lnTo>
                  <a:lnTo>
                    <a:pt x="323736" y="104713"/>
                  </a:lnTo>
                  <a:lnTo>
                    <a:pt x="328992" y="105977"/>
                  </a:lnTo>
                  <a:lnTo>
                    <a:pt x="334251" y="107229"/>
                  </a:lnTo>
                  <a:lnTo>
                    <a:pt x="339513" y="108468"/>
                  </a:lnTo>
                  <a:lnTo>
                    <a:pt x="344778" y="109694"/>
                  </a:lnTo>
                  <a:lnTo>
                    <a:pt x="350046" y="110908"/>
                  </a:lnTo>
                  <a:lnTo>
                    <a:pt x="355317" y="112109"/>
                  </a:lnTo>
                  <a:lnTo>
                    <a:pt x="360591" y="113297"/>
                  </a:lnTo>
                  <a:lnTo>
                    <a:pt x="365868" y="114473"/>
                  </a:lnTo>
                  <a:lnTo>
                    <a:pt x="371147" y="115636"/>
                  </a:lnTo>
                  <a:lnTo>
                    <a:pt x="376429" y="116786"/>
                  </a:lnTo>
                  <a:lnTo>
                    <a:pt x="381714" y="117924"/>
                  </a:lnTo>
                  <a:lnTo>
                    <a:pt x="387002" y="119049"/>
                  </a:lnTo>
                  <a:lnTo>
                    <a:pt x="392292" y="120161"/>
                  </a:lnTo>
                  <a:lnTo>
                    <a:pt x="397585" y="121261"/>
                  </a:lnTo>
                  <a:lnTo>
                    <a:pt x="402880" y="122348"/>
                  </a:lnTo>
                  <a:lnTo>
                    <a:pt x="408178" y="123422"/>
                  </a:lnTo>
                  <a:lnTo>
                    <a:pt x="413479" y="124483"/>
                  </a:lnTo>
                  <a:lnTo>
                    <a:pt x="418782" y="125532"/>
                  </a:lnTo>
                  <a:lnTo>
                    <a:pt x="424088" y="126568"/>
                  </a:lnTo>
                  <a:lnTo>
                    <a:pt x="429396" y="127591"/>
                  </a:lnTo>
                  <a:lnTo>
                    <a:pt x="434707" y="128602"/>
                  </a:lnTo>
                  <a:lnTo>
                    <a:pt x="440020" y="129600"/>
                  </a:lnTo>
                  <a:lnTo>
                    <a:pt x="445336" y="130585"/>
                  </a:lnTo>
                  <a:lnTo>
                    <a:pt x="450653" y="131557"/>
                  </a:lnTo>
                  <a:lnTo>
                    <a:pt x="455973" y="132517"/>
                  </a:lnTo>
                  <a:lnTo>
                    <a:pt x="461296" y="133463"/>
                  </a:lnTo>
                  <a:lnTo>
                    <a:pt x="466621" y="134397"/>
                  </a:lnTo>
                  <a:lnTo>
                    <a:pt x="471947" y="135318"/>
                  </a:lnTo>
                  <a:lnTo>
                    <a:pt x="477276" y="136227"/>
                  </a:lnTo>
                  <a:lnTo>
                    <a:pt x="482608" y="137122"/>
                  </a:lnTo>
                  <a:lnTo>
                    <a:pt x="487941" y="138005"/>
                  </a:lnTo>
                  <a:lnTo>
                    <a:pt x="493277" y="138875"/>
                  </a:lnTo>
                  <a:lnTo>
                    <a:pt x="498614" y="139732"/>
                  </a:lnTo>
                  <a:lnTo>
                    <a:pt x="503954" y="140577"/>
                  </a:lnTo>
                  <a:lnTo>
                    <a:pt x="509295" y="141408"/>
                  </a:lnTo>
                  <a:lnTo>
                    <a:pt x="514639" y="142227"/>
                  </a:lnTo>
                  <a:lnTo>
                    <a:pt x="519985" y="143033"/>
                  </a:lnTo>
                  <a:lnTo>
                    <a:pt x="525332" y="143826"/>
                  </a:lnTo>
                  <a:lnTo>
                    <a:pt x="530681" y="144606"/>
                  </a:lnTo>
                  <a:lnTo>
                    <a:pt x="536033" y="145374"/>
                  </a:lnTo>
                  <a:lnTo>
                    <a:pt x="541386" y="146128"/>
                  </a:lnTo>
                  <a:lnTo>
                    <a:pt x="546740" y="146870"/>
                  </a:lnTo>
                  <a:lnTo>
                    <a:pt x="552097" y="147599"/>
                  </a:lnTo>
                  <a:lnTo>
                    <a:pt x="557455" y="148315"/>
                  </a:lnTo>
                  <a:lnTo>
                    <a:pt x="562815" y="149018"/>
                  </a:lnTo>
                  <a:lnTo>
                    <a:pt x="568177" y="149708"/>
                  </a:lnTo>
                  <a:lnTo>
                    <a:pt x="573540" y="150386"/>
                  </a:lnTo>
                  <a:lnTo>
                    <a:pt x="578905" y="151050"/>
                  </a:lnTo>
                  <a:lnTo>
                    <a:pt x="584272" y="151702"/>
                  </a:lnTo>
                  <a:lnTo>
                    <a:pt x="589640" y="152341"/>
                  </a:lnTo>
                  <a:lnTo>
                    <a:pt x="595009" y="152967"/>
                  </a:lnTo>
                  <a:lnTo>
                    <a:pt x="600381" y="153580"/>
                  </a:lnTo>
                  <a:lnTo>
                    <a:pt x="605753" y="154180"/>
                  </a:lnTo>
                  <a:lnTo>
                    <a:pt x="611127" y="154767"/>
                  </a:lnTo>
                  <a:lnTo>
                    <a:pt x="616502" y="155341"/>
                  </a:lnTo>
                  <a:lnTo>
                    <a:pt x="621879" y="155903"/>
                  </a:lnTo>
                  <a:lnTo>
                    <a:pt x="627257" y="156451"/>
                  </a:lnTo>
                  <a:lnTo>
                    <a:pt x="632637" y="156987"/>
                  </a:lnTo>
                  <a:lnTo>
                    <a:pt x="638017" y="157509"/>
                  </a:lnTo>
                  <a:lnTo>
                    <a:pt x="643399" y="158019"/>
                  </a:lnTo>
                  <a:lnTo>
                    <a:pt x="648782" y="158516"/>
                  </a:lnTo>
                  <a:lnTo>
                    <a:pt x="654166" y="159000"/>
                  </a:lnTo>
                  <a:lnTo>
                    <a:pt x="659552" y="159471"/>
                  </a:lnTo>
                  <a:lnTo>
                    <a:pt x="664938" y="159929"/>
                  </a:lnTo>
                  <a:lnTo>
                    <a:pt x="670326" y="160374"/>
                  </a:lnTo>
                  <a:lnTo>
                    <a:pt x="675714" y="160806"/>
                  </a:lnTo>
                  <a:lnTo>
                    <a:pt x="681104" y="161226"/>
                  </a:lnTo>
                  <a:lnTo>
                    <a:pt x="686495" y="161632"/>
                  </a:lnTo>
                  <a:lnTo>
                    <a:pt x="691886" y="162025"/>
                  </a:lnTo>
                  <a:lnTo>
                    <a:pt x="697279" y="162406"/>
                  </a:lnTo>
                  <a:lnTo>
                    <a:pt x="702672" y="162773"/>
                  </a:lnTo>
                  <a:lnTo>
                    <a:pt x="708067" y="163128"/>
                  </a:lnTo>
                  <a:lnTo>
                    <a:pt x="713462" y="163470"/>
                  </a:lnTo>
                  <a:lnTo>
                    <a:pt x="718858" y="163798"/>
                  </a:lnTo>
                  <a:lnTo>
                    <a:pt x="724255" y="164114"/>
                  </a:lnTo>
                  <a:lnTo>
                    <a:pt x="729652" y="164417"/>
                  </a:lnTo>
                  <a:lnTo>
                    <a:pt x="735050" y="164707"/>
                  </a:lnTo>
                  <a:lnTo>
                    <a:pt x="740449" y="164983"/>
                  </a:lnTo>
                  <a:lnTo>
                    <a:pt x="745849" y="165247"/>
                  </a:lnTo>
                  <a:lnTo>
                    <a:pt x="751249" y="165498"/>
                  </a:lnTo>
                  <a:lnTo>
                    <a:pt x="756649" y="165736"/>
                  </a:lnTo>
                  <a:lnTo>
                    <a:pt x="762051" y="165961"/>
                  </a:lnTo>
                  <a:lnTo>
                    <a:pt x="767452" y="166173"/>
                  </a:lnTo>
                  <a:lnTo>
                    <a:pt x="772855" y="166373"/>
                  </a:lnTo>
                  <a:lnTo>
                    <a:pt x="778257" y="166559"/>
                  </a:lnTo>
                  <a:lnTo>
                    <a:pt x="783661" y="166732"/>
                  </a:lnTo>
                  <a:lnTo>
                    <a:pt x="789064" y="166892"/>
                  </a:lnTo>
                  <a:lnTo>
                    <a:pt x="794468" y="167039"/>
                  </a:lnTo>
                  <a:lnTo>
                    <a:pt x="799872" y="167174"/>
                  </a:lnTo>
                  <a:lnTo>
                    <a:pt x="805277" y="167295"/>
                  </a:lnTo>
                  <a:lnTo>
                    <a:pt x="810682" y="167403"/>
                  </a:lnTo>
                  <a:lnTo>
                    <a:pt x="816087" y="167499"/>
                  </a:lnTo>
                  <a:lnTo>
                    <a:pt x="821492" y="167581"/>
                  </a:lnTo>
                  <a:lnTo>
                    <a:pt x="826898" y="167650"/>
                  </a:lnTo>
                  <a:lnTo>
                    <a:pt x="832303" y="167707"/>
                  </a:lnTo>
                  <a:lnTo>
                    <a:pt x="837709" y="167750"/>
                  </a:lnTo>
                  <a:lnTo>
                    <a:pt x="843115" y="167781"/>
                  </a:lnTo>
                  <a:lnTo>
                    <a:pt x="848521" y="167798"/>
                  </a:lnTo>
                  <a:lnTo>
                    <a:pt x="853927" y="167803"/>
                  </a:lnTo>
                  <a:lnTo>
                    <a:pt x="859333" y="167794"/>
                  </a:lnTo>
                  <a:lnTo>
                    <a:pt x="864739" y="167773"/>
                  </a:lnTo>
                  <a:lnTo>
                    <a:pt x="870145" y="167739"/>
                  </a:lnTo>
                  <a:lnTo>
                    <a:pt x="875550" y="167691"/>
                  </a:lnTo>
                  <a:lnTo>
                    <a:pt x="880956" y="167631"/>
                  </a:lnTo>
                  <a:lnTo>
                    <a:pt x="886361" y="167558"/>
                  </a:lnTo>
                  <a:lnTo>
                    <a:pt x="891767" y="167471"/>
                  </a:lnTo>
                  <a:lnTo>
                    <a:pt x="897172" y="167372"/>
                  </a:lnTo>
                  <a:lnTo>
                    <a:pt x="902577" y="167260"/>
                  </a:lnTo>
                  <a:lnTo>
                    <a:pt x="907981" y="167135"/>
                  </a:lnTo>
                  <a:lnTo>
                    <a:pt x="913385" y="166997"/>
                  </a:lnTo>
                  <a:lnTo>
                    <a:pt x="918789" y="166845"/>
                  </a:lnTo>
                  <a:lnTo>
                    <a:pt x="924193" y="166681"/>
                  </a:lnTo>
                  <a:lnTo>
                    <a:pt x="929596" y="166504"/>
                  </a:lnTo>
                  <a:lnTo>
                    <a:pt x="934998" y="166314"/>
                  </a:lnTo>
                  <a:lnTo>
                    <a:pt x="940400" y="166111"/>
                  </a:lnTo>
                  <a:lnTo>
                    <a:pt x="945802" y="165895"/>
                  </a:lnTo>
                  <a:lnTo>
                    <a:pt x="951203" y="165666"/>
                  </a:lnTo>
                  <a:lnTo>
                    <a:pt x="956604" y="165424"/>
                  </a:lnTo>
                  <a:lnTo>
                    <a:pt x="962004" y="165170"/>
                  </a:lnTo>
                  <a:lnTo>
                    <a:pt x="967403" y="164902"/>
                  </a:lnTo>
                  <a:lnTo>
                    <a:pt x="972801" y="164621"/>
                  </a:lnTo>
                  <a:lnTo>
                    <a:pt x="978199" y="164327"/>
                  </a:lnTo>
                  <a:lnTo>
                    <a:pt x="983597" y="164021"/>
                  </a:lnTo>
                  <a:lnTo>
                    <a:pt x="988993" y="163701"/>
                  </a:lnTo>
                  <a:lnTo>
                    <a:pt x="994389" y="163368"/>
                  </a:lnTo>
                  <a:lnTo>
                    <a:pt x="999784" y="163023"/>
                  </a:lnTo>
                  <a:lnTo>
                    <a:pt x="1005178" y="162664"/>
                  </a:lnTo>
                  <a:lnTo>
                    <a:pt x="1010571" y="162293"/>
                  </a:lnTo>
                  <a:lnTo>
                    <a:pt x="1015963" y="161909"/>
                  </a:lnTo>
                  <a:lnTo>
                    <a:pt x="1021355" y="161511"/>
                  </a:lnTo>
                  <a:lnTo>
                    <a:pt x="1026745" y="161101"/>
                  </a:lnTo>
                  <a:lnTo>
                    <a:pt x="1032134" y="160678"/>
                  </a:lnTo>
                  <a:lnTo>
                    <a:pt x="1037523" y="160242"/>
                  </a:lnTo>
                  <a:lnTo>
                    <a:pt x="1042910" y="159793"/>
                  </a:lnTo>
                  <a:lnTo>
                    <a:pt x="1048296" y="159331"/>
                  </a:lnTo>
                  <a:lnTo>
                    <a:pt x="1053681" y="158856"/>
                  </a:lnTo>
                  <a:lnTo>
                    <a:pt x="1059065" y="158368"/>
                  </a:lnTo>
                  <a:lnTo>
                    <a:pt x="1064448" y="157868"/>
                  </a:lnTo>
                  <a:lnTo>
                    <a:pt x="1069829" y="157354"/>
                  </a:lnTo>
                  <a:lnTo>
                    <a:pt x="1075209" y="156827"/>
                  </a:lnTo>
                  <a:lnTo>
                    <a:pt x="1080588" y="156288"/>
                  </a:lnTo>
                  <a:lnTo>
                    <a:pt x="1085966" y="155735"/>
                  </a:lnTo>
                  <a:lnTo>
                    <a:pt x="1091342" y="155170"/>
                  </a:lnTo>
                  <a:lnTo>
                    <a:pt x="1096717" y="154592"/>
                  </a:lnTo>
                  <a:lnTo>
                    <a:pt x="1102091" y="154001"/>
                  </a:lnTo>
                  <a:lnTo>
                    <a:pt x="1107463" y="153397"/>
                  </a:lnTo>
                  <a:lnTo>
                    <a:pt x="1112834" y="152780"/>
                  </a:lnTo>
                  <a:lnTo>
                    <a:pt x="1118203" y="152150"/>
                  </a:lnTo>
                  <a:lnTo>
                    <a:pt x="1123570" y="151508"/>
                  </a:lnTo>
                  <a:lnTo>
                    <a:pt x="1128936" y="150852"/>
                  </a:lnTo>
                  <a:lnTo>
                    <a:pt x="1134301" y="150184"/>
                  </a:lnTo>
                  <a:lnTo>
                    <a:pt x="1139664" y="149503"/>
                  </a:lnTo>
                  <a:lnTo>
                    <a:pt x="1145025" y="148808"/>
                  </a:lnTo>
                  <a:lnTo>
                    <a:pt x="1150385" y="148101"/>
                  </a:lnTo>
                  <a:lnTo>
                    <a:pt x="1155742" y="147382"/>
                  </a:lnTo>
                  <a:lnTo>
                    <a:pt x="1161098" y="146649"/>
                  </a:lnTo>
                  <a:lnTo>
                    <a:pt x="1166453" y="145903"/>
                  </a:lnTo>
                  <a:lnTo>
                    <a:pt x="1171805" y="145145"/>
                  </a:lnTo>
                  <a:lnTo>
                    <a:pt x="1177156" y="144374"/>
                  </a:lnTo>
                  <a:lnTo>
                    <a:pt x="1182505" y="143590"/>
                  </a:lnTo>
                  <a:lnTo>
                    <a:pt x="1187851" y="142793"/>
                  </a:lnTo>
                  <a:lnTo>
                    <a:pt x="1193196" y="141983"/>
                  </a:lnTo>
                  <a:lnTo>
                    <a:pt x="1198539" y="141160"/>
                  </a:lnTo>
                  <a:lnTo>
                    <a:pt x="1203880" y="140325"/>
                  </a:lnTo>
                  <a:lnTo>
                    <a:pt x="1209219" y="139477"/>
                  </a:lnTo>
                  <a:lnTo>
                    <a:pt x="1214556" y="138616"/>
                  </a:lnTo>
                  <a:lnTo>
                    <a:pt x="1219891" y="137742"/>
                  </a:lnTo>
                  <a:lnTo>
                    <a:pt x="1225224" y="136855"/>
                  </a:lnTo>
                  <a:lnTo>
                    <a:pt x="1230555" y="135956"/>
                  </a:lnTo>
                  <a:lnTo>
                    <a:pt x="1235883" y="135043"/>
                  </a:lnTo>
                  <a:lnTo>
                    <a:pt x="1241209" y="134118"/>
                  </a:lnTo>
                  <a:lnTo>
                    <a:pt x="1246533" y="133181"/>
                  </a:lnTo>
                  <a:lnTo>
                    <a:pt x="1251855" y="132230"/>
                  </a:lnTo>
                  <a:lnTo>
                    <a:pt x="1257174" y="131267"/>
                  </a:lnTo>
                  <a:lnTo>
                    <a:pt x="1262491" y="130291"/>
                  </a:lnTo>
                  <a:lnTo>
                    <a:pt x="1267806" y="129302"/>
                  </a:lnTo>
                  <a:lnTo>
                    <a:pt x="1273119" y="128300"/>
                  </a:lnTo>
                  <a:lnTo>
                    <a:pt x="1278428" y="127286"/>
                  </a:lnTo>
                  <a:lnTo>
                    <a:pt x="1283736" y="126259"/>
                  </a:lnTo>
                  <a:lnTo>
                    <a:pt x="1289041" y="125219"/>
                  </a:lnTo>
                  <a:lnTo>
                    <a:pt x="1294343" y="124166"/>
                  </a:lnTo>
                  <a:lnTo>
                    <a:pt x="1299643" y="123101"/>
                  </a:lnTo>
                  <a:lnTo>
                    <a:pt x="1304941" y="122023"/>
                  </a:lnTo>
                  <a:lnTo>
                    <a:pt x="1310236" y="120932"/>
                  </a:lnTo>
                  <a:lnTo>
                    <a:pt x="1315528" y="119829"/>
                  </a:lnTo>
                  <a:lnTo>
                    <a:pt x="1320817" y="118713"/>
                  </a:lnTo>
                </a:path>
              </a:pathLst>
            </a:custGeom>
            <a:ln w="22859" cap="rnd">
              <a:solidFill>
                <a:srgbClr val="FFF0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l7173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83820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l7174"/>
            <p:cNvSpPr/>
            <p:nvPr/>
          </p:nvSpPr>
          <p:spPr>
            <a:xfrm>
              <a:off x="6572949" y="5557836"/>
              <a:ext cx="259078" cy="72590"/>
            </a:xfrm>
            <a:custGeom>
              <a:avLst/>
              <a:pathLst>
                <a:path w="259078" h="72590">
                  <a:moveTo>
                    <a:pt x="0" y="72590"/>
                  </a:moveTo>
                  <a:lnTo>
                    <a:pt x="1056" y="72361"/>
                  </a:lnTo>
                  <a:lnTo>
                    <a:pt x="2113" y="72131"/>
                  </a:lnTo>
                  <a:lnTo>
                    <a:pt x="3169" y="71901"/>
                  </a:lnTo>
                  <a:lnTo>
                    <a:pt x="4225" y="71670"/>
                  </a:lnTo>
                  <a:lnTo>
                    <a:pt x="5281" y="71439"/>
                  </a:lnTo>
                  <a:lnTo>
                    <a:pt x="6337" y="71207"/>
                  </a:lnTo>
                  <a:lnTo>
                    <a:pt x="7393" y="70975"/>
                  </a:lnTo>
                  <a:lnTo>
                    <a:pt x="8449" y="70742"/>
                  </a:lnTo>
                  <a:lnTo>
                    <a:pt x="9505" y="70508"/>
                  </a:lnTo>
                  <a:lnTo>
                    <a:pt x="10561" y="70275"/>
                  </a:lnTo>
                  <a:lnTo>
                    <a:pt x="11616" y="70040"/>
                  </a:lnTo>
                  <a:lnTo>
                    <a:pt x="12671" y="69805"/>
                  </a:lnTo>
                  <a:lnTo>
                    <a:pt x="13727" y="69570"/>
                  </a:lnTo>
                  <a:lnTo>
                    <a:pt x="14782" y="69334"/>
                  </a:lnTo>
                  <a:lnTo>
                    <a:pt x="15837" y="69098"/>
                  </a:lnTo>
                  <a:lnTo>
                    <a:pt x="16892" y="68861"/>
                  </a:lnTo>
                  <a:lnTo>
                    <a:pt x="17947" y="68624"/>
                  </a:lnTo>
                  <a:lnTo>
                    <a:pt x="19001" y="68386"/>
                  </a:lnTo>
                  <a:lnTo>
                    <a:pt x="20056" y="68147"/>
                  </a:lnTo>
                  <a:lnTo>
                    <a:pt x="21110" y="67909"/>
                  </a:lnTo>
                  <a:lnTo>
                    <a:pt x="22165" y="67669"/>
                  </a:lnTo>
                  <a:lnTo>
                    <a:pt x="23219" y="67429"/>
                  </a:lnTo>
                  <a:lnTo>
                    <a:pt x="24273" y="67189"/>
                  </a:lnTo>
                  <a:lnTo>
                    <a:pt x="25327" y="66948"/>
                  </a:lnTo>
                  <a:lnTo>
                    <a:pt x="26381" y="66707"/>
                  </a:lnTo>
                  <a:lnTo>
                    <a:pt x="27435" y="66465"/>
                  </a:lnTo>
                  <a:lnTo>
                    <a:pt x="28488" y="66222"/>
                  </a:lnTo>
                  <a:lnTo>
                    <a:pt x="29542" y="65979"/>
                  </a:lnTo>
                  <a:lnTo>
                    <a:pt x="30595" y="65736"/>
                  </a:lnTo>
                  <a:lnTo>
                    <a:pt x="31649" y="65492"/>
                  </a:lnTo>
                  <a:lnTo>
                    <a:pt x="32702" y="65247"/>
                  </a:lnTo>
                  <a:lnTo>
                    <a:pt x="33755" y="65002"/>
                  </a:lnTo>
                  <a:lnTo>
                    <a:pt x="34808" y="64757"/>
                  </a:lnTo>
                  <a:lnTo>
                    <a:pt x="35861" y="64511"/>
                  </a:lnTo>
                  <a:lnTo>
                    <a:pt x="36914" y="64265"/>
                  </a:lnTo>
                  <a:lnTo>
                    <a:pt x="37966" y="64018"/>
                  </a:lnTo>
                  <a:lnTo>
                    <a:pt x="39019" y="63770"/>
                  </a:lnTo>
                  <a:lnTo>
                    <a:pt x="40071" y="63522"/>
                  </a:lnTo>
                  <a:lnTo>
                    <a:pt x="41123" y="63274"/>
                  </a:lnTo>
                  <a:lnTo>
                    <a:pt x="42175" y="63025"/>
                  </a:lnTo>
                  <a:lnTo>
                    <a:pt x="43227" y="62775"/>
                  </a:lnTo>
                  <a:lnTo>
                    <a:pt x="44279" y="62525"/>
                  </a:lnTo>
                  <a:lnTo>
                    <a:pt x="45331" y="62275"/>
                  </a:lnTo>
                  <a:lnTo>
                    <a:pt x="46383" y="62024"/>
                  </a:lnTo>
                  <a:lnTo>
                    <a:pt x="47434" y="61772"/>
                  </a:lnTo>
                  <a:lnTo>
                    <a:pt x="48486" y="61520"/>
                  </a:lnTo>
                  <a:lnTo>
                    <a:pt x="49537" y="61268"/>
                  </a:lnTo>
                  <a:lnTo>
                    <a:pt x="50588" y="61015"/>
                  </a:lnTo>
                  <a:lnTo>
                    <a:pt x="51639" y="60761"/>
                  </a:lnTo>
                  <a:lnTo>
                    <a:pt x="52690" y="60507"/>
                  </a:lnTo>
                  <a:lnTo>
                    <a:pt x="53741" y="60252"/>
                  </a:lnTo>
                  <a:lnTo>
                    <a:pt x="54791" y="59997"/>
                  </a:lnTo>
                  <a:lnTo>
                    <a:pt x="55842" y="59742"/>
                  </a:lnTo>
                  <a:lnTo>
                    <a:pt x="56892" y="59486"/>
                  </a:lnTo>
                  <a:lnTo>
                    <a:pt x="57943" y="59229"/>
                  </a:lnTo>
                  <a:lnTo>
                    <a:pt x="58993" y="58972"/>
                  </a:lnTo>
                  <a:lnTo>
                    <a:pt x="60043" y="58715"/>
                  </a:lnTo>
                  <a:lnTo>
                    <a:pt x="61093" y="58456"/>
                  </a:lnTo>
                  <a:lnTo>
                    <a:pt x="62143" y="58198"/>
                  </a:lnTo>
                  <a:lnTo>
                    <a:pt x="63192" y="57939"/>
                  </a:lnTo>
                  <a:lnTo>
                    <a:pt x="64242" y="57679"/>
                  </a:lnTo>
                  <a:lnTo>
                    <a:pt x="65291" y="57419"/>
                  </a:lnTo>
                  <a:lnTo>
                    <a:pt x="66341" y="57159"/>
                  </a:lnTo>
                  <a:lnTo>
                    <a:pt x="67390" y="56897"/>
                  </a:lnTo>
                  <a:lnTo>
                    <a:pt x="68439" y="56636"/>
                  </a:lnTo>
                  <a:lnTo>
                    <a:pt x="69488" y="56374"/>
                  </a:lnTo>
                  <a:lnTo>
                    <a:pt x="70537" y="56111"/>
                  </a:lnTo>
                  <a:lnTo>
                    <a:pt x="71585" y="55848"/>
                  </a:lnTo>
                  <a:lnTo>
                    <a:pt x="72634" y="55584"/>
                  </a:lnTo>
                  <a:lnTo>
                    <a:pt x="73682" y="55320"/>
                  </a:lnTo>
                  <a:lnTo>
                    <a:pt x="74731" y="55056"/>
                  </a:lnTo>
                  <a:lnTo>
                    <a:pt x="75779" y="54791"/>
                  </a:lnTo>
                  <a:lnTo>
                    <a:pt x="76827" y="54525"/>
                  </a:lnTo>
                  <a:lnTo>
                    <a:pt x="77875" y="54259"/>
                  </a:lnTo>
                  <a:lnTo>
                    <a:pt x="78923" y="53992"/>
                  </a:lnTo>
                  <a:lnTo>
                    <a:pt x="79970" y="53725"/>
                  </a:lnTo>
                  <a:lnTo>
                    <a:pt x="81018" y="53457"/>
                  </a:lnTo>
                  <a:lnTo>
                    <a:pt x="82065" y="53189"/>
                  </a:lnTo>
                  <a:lnTo>
                    <a:pt x="83113" y="52921"/>
                  </a:lnTo>
                  <a:lnTo>
                    <a:pt x="84160" y="52651"/>
                  </a:lnTo>
                  <a:lnTo>
                    <a:pt x="85207" y="52382"/>
                  </a:lnTo>
                  <a:lnTo>
                    <a:pt x="86254" y="52112"/>
                  </a:lnTo>
                  <a:lnTo>
                    <a:pt x="87300" y="51841"/>
                  </a:lnTo>
                  <a:lnTo>
                    <a:pt x="88347" y="51570"/>
                  </a:lnTo>
                  <a:lnTo>
                    <a:pt x="89394" y="51298"/>
                  </a:lnTo>
                  <a:lnTo>
                    <a:pt x="90440" y="51026"/>
                  </a:lnTo>
                  <a:lnTo>
                    <a:pt x="91486" y="50753"/>
                  </a:lnTo>
                  <a:lnTo>
                    <a:pt x="92532" y="50480"/>
                  </a:lnTo>
                  <a:lnTo>
                    <a:pt x="93578" y="50206"/>
                  </a:lnTo>
                  <a:lnTo>
                    <a:pt x="94624" y="49932"/>
                  </a:lnTo>
                  <a:lnTo>
                    <a:pt x="95670" y="49658"/>
                  </a:lnTo>
                  <a:lnTo>
                    <a:pt x="96715" y="49382"/>
                  </a:lnTo>
                  <a:lnTo>
                    <a:pt x="97761" y="49107"/>
                  </a:lnTo>
                  <a:lnTo>
                    <a:pt x="98806" y="48831"/>
                  </a:lnTo>
                  <a:lnTo>
                    <a:pt x="99851" y="48554"/>
                  </a:lnTo>
                  <a:lnTo>
                    <a:pt x="100897" y="48277"/>
                  </a:lnTo>
                  <a:lnTo>
                    <a:pt x="101941" y="47999"/>
                  </a:lnTo>
                  <a:lnTo>
                    <a:pt x="102986" y="47721"/>
                  </a:lnTo>
                  <a:lnTo>
                    <a:pt x="104031" y="47442"/>
                  </a:lnTo>
                  <a:lnTo>
                    <a:pt x="105075" y="47163"/>
                  </a:lnTo>
                  <a:lnTo>
                    <a:pt x="106120" y="46883"/>
                  </a:lnTo>
                  <a:lnTo>
                    <a:pt x="107164" y="46603"/>
                  </a:lnTo>
                  <a:lnTo>
                    <a:pt x="108208" y="46322"/>
                  </a:lnTo>
                  <a:lnTo>
                    <a:pt x="109252" y="46041"/>
                  </a:lnTo>
                  <a:lnTo>
                    <a:pt x="110296" y="45760"/>
                  </a:lnTo>
                  <a:lnTo>
                    <a:pt x="111340" y="45477"/>
                  </a:lnTo>
                  <a:lnTo>
                    <a:pt x="112383" y="45195"/>
                  </a:lnTo>
                  <a:lnTo>
                    <a:pt x="113427" y="44911"/>
                  </a:lnTo>
                  <a:lnTo>
                    <a:pt x="114470" y="44628"/>
                  </a:lnTo>
                  <a:lnTo>
                    <a:pt x="115513" y="44344"/>
                  </a:lnTo>
                  <a:lnTo>
                    <a:pt x="116556" y="44059"/>
                  </a:lnTo>
                  <a:lnTo>
                    <a:pt x="117599" y="43774"/>
                  </a:lnTo>
                  <a:lnTo>
                    <a:pt x="118642" y="43488"/>
                  </a:lnTo>
                  <a:lnTo>
                    <a:pt x="119685" y="43202"/>
                  </a:lnTo>
                  <a:lnTo>
                    <a:pt x="120727" y="42915"/>
                  </a:lnTo>
                  <a:lnTo>
                    <a:pt x="121769" y="42628"/>
                  </a:lnTo>
                  <a:lnTo>
                    <a:pt x="122812" y="42340"/>
                  </a:lnTo>
                  <a:lnTo>
                    <a:pt x="123854" y="42052"/>
                  </a:lnTo>
                  <a:lnTo>
                    <a:pt x="124896" y="41763"/>
                  </a:lnTo>
                  <a:lnTo>
                    <a:pt x="125937" y="41474"/>
                  </a:lnTo>
                  <a:lnTo>
                    <a:pt x="126979" y="41184"/>
                  </a:lnTo>
                  <a:lnTo>
                    <a:pt x="128021" y="40894"/>
                  </a:lnTo>
                  <a:lnTo>
                    <a:pt x="129062" y="40603"/>
                  </a:lnTo>
                  <a:lnTo>
                    <a:pt x="130103" y="40312"/>
                  </a:lnTo>
                  <a:lnTo>
                    <a:pt x="131144" y="40021"/>
                  </a:lnTo>
                  <a:lnTo>
                    <a:pt x="132185" y="39728"/>
                  </a:lnTo>
                  <a:lnTo>
                    <a:pt x="133226" y="39436"/>
                  </a:lnTo>
                  <a:lnTo>
                    <a:pt x="134267" y="39142"/>
                  </a:lnTo>
                  <a:lnTo>
                    <a:pt x="135307" y="38849"/>
                  </a:lnTo>
                  <a:lnTo>
                    <a:pt x="136348" y="38555"/>
                  </a:lnTo>
                  <a:lnTo>
                    <a:pt x="137388" y="38260"/>
                  </a:lnTo>
                  <a:lnTo>
                    <a:pt x="138428" y="37965"/>
                  </a:lnTo>
                  <a:lnTo>
                    <a:pt x="139468" y="37669"/>
                  </a:lnTo>
                  <a:lnTo>
                    <a:pt x="140508" y="37373"/>
                  </a:lnTo>
                  <a:lnTo>
                    <a:pt x="141547" y="37076"/>
                  </a:lnTo>
                  <a:lnTo>
                    <a:pt x="142587" y="36779"/>
                  </a:lnTo>
                  <a:lnTo>
                    <a:pt x="143626" y="36481"/>
                  </a:lnTo>
                  <a:lnTo>
                    <a:pt x="144666" y="36183"/>
                  </a:lnTo>
                  <a:lnTo>
                    <a:pt x="145705" y="35884"/>
                  </a:lnTo>
                  <a:lnTo>
                    <a:pt x="146744" y="35585"/>
                  </a:lnTo>
                  <a:lnTo>
                    <a:pt x="147783" y="35285"/>
                  </a:lnTo>
                  <a:lnTo>
                    <a:pt x="148821" y="34985"/>
                  </a:lnTo>
                  <a:lnTo>
                    <a:pt x="149860" y="34685"/>
                  </a:lnTo>
                  <a:lnTo>
                    <a:pt x="150898" y="34383"/>
                  </a:lnTo>
                  <a:lnTo>
                    <a:pt x="151936" y="34082"/>
                  </a:lnTo>
                  <a:lnTo>
                    <a:pt x="152975" y="33779"/>
                  </a:lnTo>
                  <a:lnTo>
                    <a:pt x="154012" y="33477"/>
                  </a:lnTo>
                  <a:lnTo>
                    <a:pt x="155050" y="33174"/>
                  </a:lnTo>
                  <a:lnTo>
                    <a:pt x="156088" y="32870"/>
                  </a:lnTo>
                  <a:lnTo>
                    <a:pt x="157125" y="32566"/>
                  </a:lnTo>
                  <a:lnTo>
                    <a:pt x="158163" y="32261"/>
                  </a:lnTo>
                  <a:lnTo>
                    <a:pt x="159200" y="31956"/>
                  </a:lnTo>
                  <a:lnTo>
                    <a:pt x="160237" y="31650"/>
                  </a:lnTo>
                  <a:lnTo>
                    <a:pt x="161274" y="31344"/>
                  </a:lnTo>
                  <a:lnTo>
                    <a:pt x="162311" y="31037"/>
                  </a:lnTo>
                  <a:lnTo>
                    <a:pt x="163348" y="30730"/>
                  </a:lnTo>
                  <a:lnTo>
                    <a:pt x="164384" y="30423"/>
                  </a:lnTo>
                  <a:lnTo>
                    <a:pt x="165420" y="30114"/>
                  </a:lnTo>
                  <a:lnTo>
                    <a:pt x="166457" y="29806"/>
                  </a:lnTo>
                  <a:lnTo>
                    <a:pt x="167493" y="29497"/>
                  </a:lnTo>
                  <a:lnTo>
                    <a:pt x="168529" y="29187"/>
                  </a:lnTo>
                  <a:lnTo>
                    <a:pt x="169564" y="28877"/>
                  </a:lnTo>
                  <a:lnTo>
                    <a:pt x="170600" y="28566"/>
                  </a:lnTo>
                  <a:lnTo>
                    <a:pt x="171635" y="28255"/>
                  </a:lnTo>
                  <a:lnTo>
                    <a:pt x="172671" y="27943"/>
                  </a:lnTo>
                  <a:lnTo>
                    <a:pt x="173706" y="27631"/>
                  </a:lnTo>
                  <a:lnTo>
                    <a:pt x="174741" y="27319"/>
                  </a:lnTo>
                  <a:lnTo>
                    <a:pt x="175776" y="27006"/>
                  </a:lnTo>
                  <a:lnTo>
                    <a:pt x="176810" y="26692"/>
                  </a:lnTo>
                  <a:lnTo>
                    <a:pt x="177845" y="26378"/>
                  </a:lnTo>
                  <a:lnTo>
                    <a:pt x="178879" y="26063"/>
                  </a:lnTo>
                  <a:lnTo>
                    <a:pt x="179914" y="25748"/>
                  </a:lnTo>
                  <a:lnTo>
                    <a:pt x="180948" y="25432"/>
                  </a:lnTo>
                  <a:lnTo>
                    <a:pt x="181982" y="25116"/>
                  </a:lnTo>
                  <a:lnTo>
                    <a:pt x="183015" y="24800"/>
                  </a:lnTo>
                  <a:lnTo>
                    <a:pt x="184049" y="24483"/>
                  </a:lnTo>
                  <a:lnTo>
                    <a:pt x="185083" y="24165"/>
                  </a:lnTo>
                  <a:lnTo>
                    <a:pt x="186116" y="23847"/>
                  </a:lnTo>
                  <a:lnTo>
                    <a:pt x="187149" y="23528"/>
                  </a:lnTo>
                  <a:lnTo>
                    <a:pt x="188182" y="23209"/>
                  </a:lnTo>
                  <a:lnTo>
                    <a:pt x="189215" y="22890"/>
                  </a:lnTo>
                  <a:lnTo>
                    <a:pt x="190248" y="22570"/>
                  </a:lnTo>
                  <a:lnTo>
                    <a:pt x="191280" y="22249"/>
                  </a:lnTo>
                  <a:lnTo>
                    <a:pt x="192313" y="21928"/>
                  </a:lnTo>
                  <a:lnTo>
                    <a:pt x="193345" y="21606"/>
                  </a:lnTo>
                  <a:lnTo>
                    <a:pt x="194377" y="21284"/>
                  </a:lnTo>
                  <a:lnTo>
                    <a:pt x="195409" y="20962"/>
                  </a:lnTo>
                  <a:lnTo>
                    <a:pt x="196441" y="20639"/>
                  </a:lnTo>
                  <a:lnTo>
                    <a:pt x="197472" y="20315"/>
                  </a:lnTo>
                  <a:lnTo>
                    <a:pt x="198504" y="19991"/>
                  </a:lnTo>
                  <a:lnTo>
                    <a:pt x="199535" y="19667"/>
                  </a:lnTo>
                  <a:lnTo>
                    <a:pt x="200566" y="19342"/>
                  </a:lnTo>
                  <a:lnTo>
                    <a:pt x="201598" y="19016"/>
                  </a:lnTo>
                  <a:lnTo>
                    <a:pt x="202628" y="18690"/>
                  </a:lnTo>
                  <a:lnTo>
                    <a:pt x="203659" y="18364"/>
                  </a:lnTo>
                  <a:lnTo>
                    <a:pt x="204690" y="18037"/>
                  </a:lnTo>
                  <a:lnTo>
                    <a:pt x="205720" y="17709"/>
                  </a:lnTo>
                  <a:lnTo>
                    <a:pt x="206750" y="17381"/>
                  </a:lnTo>
                  <a:lnTo>
                    <a:pt x="207780" y="17053"/>
                  </a:lnTo>
                  <a:lnTo>
                    <a:pt x="208810" y="16724"/>
                  </a:lnTo>
                  <a:lnTo>
                    <a:pt x="209840" y="16394"/>
                  </a:lnTo>
                  <a:lnTo>
                    <a:pt x="210870" y="16064"/>
                  </a:lnTo>
                  <a:lnTo>
                    <a:pt x="211899" y="15734"/>
                  </a:lnTo>
                  <a:lnTo>
                    <a:pt x="212928" y="15403"/>
                  </a:lnTo>
                  <a:lnTo>
                    <a:pt x="213958" y="15071"/>
                  </a:lnTo>
                  <a:lnTo>
                    <a:pt x="214986" y="14739"/>
                  </a:lnTo>
                  <a:lnTo>
                    <a:pt x="216015" y="14407"/>
                  </a:lnTo>
                  <a:lnTo>
                    <a:pt x="217044" y="14074"/>
                  </a:lnTo>
                  <a:lnTo>
                    <a:pt x="218072" y="13741"/>
                  </a:lnTo>
                  <a:lnTo>
                    <a:pt x="219101" y="13407"/>
                  </a:lnTo>
                  <a:lnTo>
                    <a:pt x="220129" y="13072"/>
                  </a:lnTo>
                  <a:lnTo>
                    <a:pt x="221157" y="12737"/>
                  </a:lnTo>
                  <a:lnTo>
                    <a:pt x="222185" y="12402"/>
                  </a:lnTo>
                  <a:lnTo>
                    <a:pt x="223213" y="12066"/>
                  </a:lnTo>
                  <a:lnTo>
                    <a:pt x="224240" y="11730"/>
                  </a:lnTo>
                  <a:lnTo>
                    <a:pt x="225267" y="11393"/>
                  </a:lnTo>
                  <a:lnTo>
                    <a:pt x="226295" y="11055"/>
                  </a:lnTo>
                  <a:lnTo>
                    <a:pt x="227322" y="10718"/>
                  </a:lnTo>
                  <a:lnTo>
                    <a:pt x="228349" y="10379"/>
                  </a:lnTo>
                  <a:lnTo>
                    <a:pt x="229375" y="10040"/>
                  </a:lnTo>
                  <a:lnTo>
                    <a:pt x="230402" y="9701"/>
                  </a:lnTo>
                  <a:lnTo>
                    <a:pt x="231428" y="9361"/>
                  </a:lnTo>
                  <a:lnTo>
                    <a:pt x="232454" y="9021"/>
                  </a:lnTo>
                  <a:lnTo>
                    <a:pt x="233480" y="8680"/>
                  </a:lnTo>
                  <a:lnTo>
                    <a:pt x="234506" y="8339"/>
                  </a:lnTo>
                  <a:lnTo>
                    <a:pt x="235532" y="7997"/>
                  </a:lnTo>
                  <a:lnTo>
                    <a:pt x="236558" y="7655"/>
                  </a:lnTo>
                  <a:lnTo>
                    <a:pt x="237583" y="7312"/>
                  </a:lnTo>
                  <a:lnTo>
                    <a:pt x="238608" y="6968"/>
                  </a:lnTo>
                  <a:lnTo>
                    <a:pt x="239633" y="6625"/>
                  </a:lnTo>
                  <a:lnTo>
                    <a:pt x="240658" y="6280"/>
                  </a:lnTo>
                  <a:lnTo>
                    <a:pt x="241683" y="5936"/>
                  </a:lnTo>
                  <a:lnTo>
                    <a:pt x="242708" y="5590"/>
                  </a:lnTo>
                  <a:lnTo>
                    <a:pt x="243732" y="5245"/>
                  </a:lnTo>
                  <a:lnTo>
                    <a:pt x="244756" y="4898"/>
                  </a:lnTo>
                  <a:lnTo>
                    <a:pt x="245780" y="4552"/>
                  </a:lnTo>
                  <a:lnTo>
                    <a:pt x="246804" y="4204"/>
                  </a:lnTo>
                  <a:lnTo>
                    <a:pt x="247828" y="3857"/>
                  </a:lnTo>
                  <a:lnTo>
                    <a:pt x="248852" y="3509"/>
                  </a:lnTo>
                  <a:lnTo>
                    <a:pt x="249875" y="3160"/>
                  </a:lnTo>
                  <a:lnTo>
                    <a:pt x="250898" y="2811"/>
                  </a:lnTo>
                  <a:lnTo>
                    <a:pt x="251921" y="2461"/>
                  </a:lnTo>
                  <a:lnTo>
                    <a:pt x="252944" y="2111"/>
                  </a:lnTo>
                  <a:lnTo>
                    <a:pt x="253967" y="1760"/>
                  </a:lnTo>
                  <a:lnTo>
                    <a:pt x="254990" y="1409"/>
                  </a:lnTo>
                  <a:lnTo>
                    <a:pt x="256012" y="1057"/>
                  </a:lnTo>
                  <a:lnTo>
                    <a:pt x="257034" y="705"/>
                  </a:lnTo>
                  <a:lnTo>
                    <a:pt x="258056" y="353"/>
                  </a:lnTo>
                  <a:lnTo>
                    <a:pt x="259078" y="0"/>
                  </a:lnTo>
                </a:path>
              </a:pathLst>
            </a:custGeom>
            <a:ln w="22859" cap="rnd">
              <a:solidFill>
                <a:srgbClr val="13D7E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l7175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83820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l7176"/>
            <p:cNvSpPr/>
            <p:nvPr/>
          </p:nvSpPr>
          <p:spPr>
            <a:xfrm>
              <a:off x="7661203" y="4812934"/>
              <a:ext cx="211898" cy="235809"/>
            </a:xfrm>
            <a:custGeom>
              <a:avLst/>
              <a:pathLst>
                <a:path w="211898" h="235809">
                  <a:moveTo>
                    <a:pt x="0" y="235809"/>
                  </a:moveTo>
                  <a:lnTo>
                    <a:pt x="916" y="234923"/>
                  </a:lnTo>
                  <a:lnTo>
                    <a:pt x="1831" y="234037"/>
                  </a:lnTo>
                  <a:lnTo>
                    <a:pt x="2746" y="233150"/>
                  </a:lnTo>
                  <a:lnTo>
                    <a:pt x="3661" y="232262"/>
                  </a:lnTo>
                  <a:lnTo>
                    <a:pt x="4575" y="231375"/>
                  </a:lnTo>
                  <a:lnTo>
                    <a:pt x="5488" y="230486"/>
                  </a:lnTo>
                  <a:lnTo>
                    <a:pt x="6401" y="229597"/>
                  </a:lnTo>
                  <a:lnTo>
                    <a:pt x="7314" y="228708"/>
                  </a:lnTo>
                  <a:lnTo>
                    <a:pt x="8226" y="227818"/>
                  </a:lnTo>
                  <a:lnTo>
                    <a:pt x="9137" y="226928"/>
                  </a:lnTo>
                  <a:lnTo>
                    <a:pt x="10048" y="226037"/>
                  </a:lnTo>
                  <a:lnTo>
                    <a:pt x="10959" y="225145"/>
                  </a:lnTo>
                  <a:lnTo>
                    <a:pt x="11869" y="224253"/>
                  </a:lnTo>
                  <a:lnTo>
                    <a:pt x="12778" y="223361"/>
                  </a:lnTo>
                  <a:lnTo>
                    <a:pt x="13687" y="222468"/>
                  </a:lnTo>
                  <a:lnTo>
                    <a:pt x="14596" y="221574"/>
                  </a:lnTo>
                  <a:lnTo>
                    <a:pt x="15504" y="220680"/>
                  </a:lnTo>
                  <a:lnTo>
                    <a:pt x="16411" y="219786"/>
                  </a:lnTo>
                  <a:lnTo>
                    <a:pt x="17318" y="218891"/>
                  </a:lnTo>
                  <a:lnTo>
                    <a:pt x="18225" y="217995"/>
                  </a:lnTo>
                  <a:lnTo>
                    <a:pt x="19131" y="217099"/>
                  </a:lnTo>
                  <a:lnTo>
                    <a:pt x="20036" y="216202"/>
                  </a:lnTo>
                  <a:lnTo>
                    <a:pt x="20941" y="215305"/>
                  </a:lnTo>
                  <a:lnTo>
                    <a:pt x="21846" y="214408"/>
                  </a:lnTo>
                  <a:lnTo>
                    <a:pt x="22749" y="213509"/>
                  </a:lnTo>
                  <a:lnTo>
                    <a:pt x="23653" y="212611"/>
                  </a:lnTo>
                  <a:lnTo>
                    <a:pt x="24556" y="211712"/>
                  </a:lnTo>
                  <a:lnTo>
                    <a:pt x="25458" y="210812"/>
                  </a:lnTo>
                  <a:lnTo>
                    <a:pt x="26360" y="209912"/>
                  </a:lnTo>
                  <a:lnTo>
                    <a:pt x="27261" y="209011"/>
                  </a:lnTo>
                  <a:lnTo>
                    <a:pt x="28162" y="208110"/>
                  </a:lnTo>
                  <a:lnTo>
                    <a:pt x="29063" y="207208"/>
                  </a:lnTo>
                  <a:lnTo>
                    <a:pt x="29963" y="206306"/>
                  </a:lnTo>
                  <a:lnTo>
                    <a:pt x="30862" y="205403"/>
                  </a:lnTo>
                  <a:lnTo>
                    <a:pt x="31761" y="204500"/>
                  </a:lnTo>
                  <a:lnTo>
                    <a:pt x="32659" y="203596"/>
                  </a:lnTo>
                  <a:lnTo>
                    <a:pt x="33557" y="202692"/>
                  </a:lnTo>
                  <a:lnTo>
                    <a:pt x="34454" y="201787"/>
                  </a:lnTo>
                  <a:lnTo>
                    <a:pt x="35351" y="200882"/>
                  </a:lnTo>
                  <a:lnTo>
                    <a:pt x="36247" y="199976"/>
                  </a:lnTo>
                  <a:lnTo>
                    <a:pt x="37143" y="199070"/>
                  </a:lnTo>
                  <a:lnTo>
                    <a:pt x="38038" y="198163"/>
                  </a:lnTo>
                  <a:lnTo>
                    <a:pt x="38933" y="197256"/>
                  </a:lnTo>
                  <a:lnTo>
                    <a:pt x="39827" y="196348"/>
                  </a:lnTo>
                  <a:lnTo>
                    <a:pt x="40721" y="195440"/>
                  </a:lnTo>
                  <a:lnTo>
                    <a:pt x="41614" y="194531"/>
                  </a:lnTo>
                  <a:lnTo>
                    <a:pt x="42507" y="193622"/>
                  </a:lnTo>
                  <a:lnTo>
                    <a:pt x="43399" y="192712"/>
                  </a:lnTo>
                  <a:lnTo>
                    <a:pt x="44291" y="191801"/>
                  </a:lnTo>
                  <a:lnTo>
                    <a:pt x="45182" y="190891"/>
                  </a:lnTo>
                  <a:lnTo>
                    <a:pt x="46072" y="189979"/>
                  </a:lnTo>
                  <a:lnTo>
                    <a:pt x="46962" y="189067"/>
                  </a:lnTo>
                  <a:lnTo>
                    <a:pt x="47852" y="188155"/>
                  </a:lnTo>
                  <a:lnTo>
                    <a:pt x="48741" y="187242"/>
                  </a:lnTo>
                  <a:lnTo>
                    <a:pt x="49630" y="186329"/>
                  </a:lnTo>
                  <a:lnTo>
                    <a:pt x="50518" y="185415"/>
                  </a:lnTo>
                  <a:lnTo>
                    <a:pt x="51405" y="184501"/>
                  </a:lnTo>
                  <a:lnTo>
                    <a:pt x="52292" y="183586"/>
                  </a:lnTo>
                  <a:lnTo>
                    <a:pt x="53179" y="182670"/>
                  </a:lnTo>
                  <a:lnTo>
                    <a:pt x="54065" y="181755"/>
                  </a:lnTo>
                  <a:lnTo>
                    <a:pt x="54950" y="180838"/>
                  </a:lnTo>
                  <a:lnTo>
                    <a:pt x="55835" y="179921"/>
                  </a:lnTo>
                  <a:lnTo>
                    <a:pt x="56720" y="179004"/>
                  </a:lnTo>
                  <a:lnTo>
                    <a:pt x="57603" y="178086"/>
                  </a:lnTo>
                  <a:lnTo>
                    <a:pt x="58487" y="177168"/>
                  </a:lnTo>
                  <a:lnTo>
                    <a:pt x="59370" y="176249"/>
                  </a:lnTo>
                  <a:lnTo>
                    <a:pt x="60252" y="175330"/>
                  </a:lnTo>
                  <a:lnTo>
                    <a:pt x="61134" y="174410"/>
                  </a:lnTo>
                  <a:lnTo>
                    <a:pt x="62015" y="173489"/>
                  </a:lnTo>
                  <a:lnTo>
                    <a:pt x="62896" y="172569"/>
                  </a:lnTo>
                  <a:lnTo>
                    <a:pt x="63776" y="171647"/>
                  </a:lnTo>
                  <a:lnTo>
                    <a:pt x="64656" y="170725"/>
                  </a:lnTo>
                  <a:lnTo>
                    <a:pt x="65535" y="169803"/>
                  </a:lnTo>
                  <a:lnTo>
                    <a:pt x="66414" y="168880"/>
                  </a:lnTo>
                  <a:lnTo>
                    <a:pt x="67292" y="167957"/>
                  </a:lnTo>
                  <a:lnTo>
                    <a:pt x="68170" y="167033"/>
                  </a:lnTo>
                  <a:lnTo>
                    <a:pt x="69047" y="166109"/>
                  </a:lnTo>
                  <a:lnTo>
                    <a:pt x="69923" y="165184"/>
                  </a:lnTo>
                  <a:lnTo>
                    <a:pt x="70799" y="164258"/>
                  </a:lnTo>
                  <a:lnTo>
                    <a:pt x="71675" y="163333"/>
                  </a:lnTo>
                  <a:lnTo>
                    <a:pt x="72550" y="162406"/>
                  </a:lnTo>
                  <a:lnTo>
                    <a:pt x="73424" y="161479"/>
                  </a:lnTo>
                  <a:lnTo>
                    <a:pt x="74298" y="160552"/>
                  </a:lnTo>
                  <a:lnTo>
                    <a:pt x="75172" y="159624"/>
                  </a:lnTo>
                  <a:lnTo>
                    <a:pt x="76045" y="158696"/>
                  </a:lnTo>
                  <a:lnTo>
                    <a:pt x="76917" y="157767"/>
                  </a:lnTo>
                  <a:lnTo>
                    <a:pt x="77789" y="156838"/>
                  </a:lnTo>
                  <a:lnTo>
                    <a:pt x="78660" y="155908"/>
                  </a:lnTo>
                  <a:lnTo>
                    <a:pt x="79531" y="154978"/>
                  </a:lnTo>
                  <a:lnTo>
                    <a:pt x="80402" y="154047"/>
                  </a:lnTo>
                  <a:lnTo>
                    <a:pt x="81271" y="153116"/>
                  </a:lnTo>
                  <a:lnTo>
                    <a:pt x="82141" y="152184"/>
                  </a:lnTo>
                  <a:lnTo>
                    <a:pt x="83009" y="151252"/>
                  </a:lnTo>
                  <a:lnTo>
                    <a:pt x="83878" y="150319"/>
                  </a:lnTo>
                  <a:lnTo>
                    <a:pt x="84745" y="149386"/>
                  </a:lnTo>
                  <a:lnTo>
                    <a:pt x="85612" y="148452"/>
                  </a:lnTo>
                  <a:lnTo>
                    <a:pt x="86479" y="147518"/>
                  </a:lnTo>
                  <a:lnTo>
                    <a:pt x="87345" y="146583"/>
                  </a:lnTo>
                  <a:lnTo>
                    <a:pt x="88211" y="145648"/>
                  </a:lnTo>
                  <a:lnTo>
                    <a:pt x="89076" y="144713"/>
                  </a:lnTo>
                  <a:lnTo>
                    <a:pt x="89940" y="143776"/>
                  </a:lnTo>
                  <a:lnTo>
                    <a:pt x="90804" y="142840"/>
                  </a:lnTo>
                  <a:lnTo>
                    <a:pt x="91667" y="141903"/>
                  </a:lnTo>
                  <a:lnTo>
                    <a:pt x="92530" y="140965"/>
                  </a:lnTo>
                  <a:lnTo>
                    <a:pt x="93393" y="140027"/>
                  </a:lnTo>
                  <a:lnTo>
                    <a:pt x="94255" y="139088"/>
                  </a:lnTo>
                  <a:lnTo>
                    <a:pt x="95116" y="138149"/>
                  </a:lnTo>
                  <a:lnTo>
                    <a:pt x="95977" y="137210"/>
                  </a:lnTo>
                  <a:lnTo>
                    <a:pt x="96837" y="136270"/>
                  </a:lnTo>
                  <a:lnTo>
                    <a:pt x="97697" y="135329"/>
                  </a:lnTo>
                  <a:lnTo>
                    <a:pt x="98556" y="134388"/>
                  </a:lnTo>
                  <a:lnTo>
                    <a:pt x="99414" y="133446"/>
                  </a:lnTo>
                  <a:lnTo>
                    <a:pt x="100273" y="132504"/>
                  </a:lnTo>
                  <a:lnTo>
                    <a:pt x="101130" y="131562"/>
                  </a:lnTo>
                  <a:lnTo>
                    <a:pt x="101987" y="130619"/>
                  </a:lnTo>
                  <a:lnTo>
                    <a:pt x="102844" y="129676"/>
                  </a:lnTo>
                  <a:lnTo>
                    <a:pt x="103700" y="128732"/>
                  </a:lnTo>
                  <a:lnTo>
                    <a:pt x="104555" y="127787"/>
                  </a:lnTo>
                  <a:lnTo>
                    <a:pt x="105410" y="126842"/>
                  </a:lnTo>
                  <a:lnTo>
                    <a:pt x="106264" y="125897"/>
                  </a:lnTo>
                  <a:lnTo>
                    <a:pt x="107118" y="124951"/>
                  </a:lnTo>
                  <a:lnTo>
                    <a:pt x="107972" y="124005"/>
                  </a:lnTo>
                  <a:lnTo>
                    <a:pt x="108824" y="123058"/>
                  </a:lnTo>
                  <a:lnTo>
                    <a:pt x="109677" y="122110"/>
                  </a:lnTo>
                  <a:lnTo>
                    <a:pt x="110528" y="121163"/>
                  </a:lnTo>
                  <a:lnTo>
                    <a:pt x="111379" y="120214"/>
                  </a:lnTo>
                  <a:lnTo>
                    <a:pt x="112230" y="119266"/>
                  </a:lnTo>
                  <a:lnTo>
                    <a:pt x="113080" y="118316"/>
                  </a:lnTo>
                  <a:lnTo>
                    <a:pt x="113930" y="117367"/>
                  </a:lnTo>
                  <a:lnTo>
                    <a:pt x="114779" y="116416"/>
                  </a:lnTo>
                  <a:lnTo>
                    <a:pt x="115627" y="115466"/>
                  </a:lnTo>
                  <a:lnTo>
                    <a:pt x="116475" y="114515"/>
                  </a:lnTo>
                  <a:lnTo>
                    <a:pt x="117323" y="113563"/>
                  </a:lnTo>
                  <a:lnTo>
                    <a:pt x="118169" y="112611"/>
                  </a:lnTo>
                  <a:lnTo>
                    <a:pt x="119016" y="111658"/>
                  </a:lnTo>
                  <a:lnTo>
                    <a:pt x="119862" y="110705"/>
                  </a:lnTo>
                  <a:lnTo>
                    <a:pt x="120707" y="109751"/>
                  </a:lnTo>
                  <a:lnTo>
                    <a:pt x="121552" y="108797"/>
                  </a:lnTo>
                  <a:lnTo>
                    <a:pt x="122396" y="107843"/>
                  </a:lnTo>
                  <a:lnTo>
                    <a:pt x="123239" y="106888"/>
                  </a:lnTo>
                  <a:lnTo>
                    <a:pt x="124082" y="105932"/>
                  </a:lnTo>
                  <a:lnTo>
                    <a:pt x="124925" y="104976"/>
                  </a:lnTo>
                  <a:lnTo>
                    <a:pt x="125767" y="104020"/>
                  </a:lnTo>
                  <a:lnTo>
                    <a:pt x="126608" y="103063"/>
                  </a:lnTo>
                  <a:lnTo>
                    <a:pt x="127449" y="102106"/>
                  </a:lnTo>
                  <a:lnTo>
                    <a:pt x="128290" y="101148"/>
                  </a:lnTo>
                  <a:lnTo>
                    <a:pt x="129130" y="100190"/>
                  </a:lnTo>
                  <a:lnTo>
                    <a:pt x="129969" y="99231"/>
                  </a:lnTo>
                  <a:lnTo>
                    <a:pt x="130808" y="98271"/>
                  </a:lnTo>
                  <a:lnTo>
                    <a:pt x="131646" y="97312"/>
                  </a:lnTo>
                  <a:lnTo>
                    <a:pt x="132484" y="96351"/>
                  </a:lnTo>
                  <a:lnTo>
                    <a:pt x="133321" y="95391"/>
                  </a:lnTo>
                  <a:lnTo>
                    <a:pt x="134157" y="94430"/>
                  </a:lnTo>
                  <a:lnTo>
                    <a:pt x="134993" y="93468"/>
                  </a:lnTo>
                  <a:lnTo>
                    <a:pt x="135829" y="92506"/>
                  </a:lnTo>
                  <a:lnTo>
                    <a:pt x="136664" y="91543"/>
                  </a:lnTo>
                  <a:lnTo>
                    <a:pt x="137498" y="90580"/>
                  </a:lnTo>
                  <a:lnTo>
                    <a:pt x="138332" y="89617"/>
                  </a:lnTo>
                  <a:lnTo>
                    <a:pt x="139165" y="88653"/>
                  </a:lnTo>
                  <a:lnTo>
                    <a:pt x="139998" y="87688"/>
                  </a:lnTo>
                  <a:lnTo>
                    <a:pt x="140830" y="86723"/>
                  </a:lnTo>
                  <a:lnTo>
                    <a:pt x="141662" y="85758"/>
                  </a:lnTo>
                  <a:lnTo>
                    <a:pt x="142493" y="84792"/>
                  </a:lnTo>
                  <a:lnTo>
                    <a:pt x="143324" y="83825"/>
                  </a:lnTo>
                  <a:lnTo>
                    <a:pt x="144154" y="82859"/>
                  </a:lnTo>
                  <a:lnTo>
                    <a:pt x="144983" y="81891"/>
                  </a:lnTo>
                  <a:lnTo>
                    <a:pt x="145812" y="80924"/>
                  </a:lnTo>
                  <a:lnTo>
                    <a:pt x="146641" y="79955"/>
                  </a:lnTo>
                  <a:lnTo>
                    <a:pt x="147468" y="78987"/>
                  </a:lnTo>
                  <a:lnTo>
                    <a:pt x="148296" y="78017"/>
                  </a:lnTo>
                  <a:lnTo>
                    <a:pt x="149123" y="77048"/>
                  </a:lnTo>
                  <a:lnTo>
                    <a:pt x="149949" y="76078"/>
                  </a:lnTo>
                  <a:lnTo>
                    <a:pt x="150774" y="75107"/>
                  </a:lnTo>
                  <a:lnTo>
                    <a:pt x="151599" y="74136"/>
                  </a:lnTo>
                  <a:lnTo>
                    <a:pt x="152424" y="73165"/>
                  </a:lnTo>
                  <a:lnTo>
                    <a:pt x="153248" y="72193"/>
                  </a:lnTo>
                  <a:lnTo>
                    <a:pt x="154071" y="71220"/>
                  </a:lnTo>
                  <a:lnTo>
                    <a:pt x="154894" y="70247"/>
                  </a:lnTo>
                  <a:lnTo>
                    <a:pt x="155717" y="69274"/>
                  </a:lnTo>
                  <a:lnTo>
                    <a:pt x="156539" y="68300"/>
                  </a:lnTo>
                  <a:lnTo>
                    <a:pt x="157360" y="67326"/>
                  </a:lnTo>
                  <a:lnTo>
                    <a:pt x="158181" y="66351"/>
                  </a:lnTo>
                  <a:lnTo>
                    <a:pt x="159001" y="65376"/>
                  </a:lnTo>
                  <a:lnTo>
                    <a:pt x="159820" y="64400"/>
                  </a:lnTo>
                  <a:lnTo>
                    <a:pt x="160639" y="63424"/>
                  </a:lnTo>
                  <a:lnTo>
                    <a:pt x="161458" y="62447"/>
                  </a:lnTo>
                  <a:lnTo>
                    <a:pt x="162276" y="61470"/>
                  </a:lnTo>
                  <a:lnTo>
                    <a:pt x="163093" y="60492"/>
                  </a:lnTo>
                  <a:lnTo>
                    <a:pt x="163910" y="59514"/>
                  </a:lnTo>
                  <a:lnTo>
                    <a:pt x="164726" y="58536"/>
                  </a:lnTo>
                  <a:lnTo>
                    <a:pt x="165542" y="57557"/>
                  </a:lnTo>
                  <a:lnTo>
                    <a:pt x="166357" y="56578"/>
                  </a:lnTo>
                  <a:lnTo>
                    <a:pt x="167172" y="55598"/>
                  </a:lnTo>
                  <a:lnTo>
                    <a:pt x="167986" y="54617"/>
                  </a:lnTo>
                  <a:lnTo>
                    <a:pt x="168799" y="53637"/>
                  </a:lnTo>
                  <a:lnTo>
                    <a:pt x="169612" y="52655"/>
                  </a:lnTo>
                  <a:lnTo>
                    <a:pt x="170425" y="51674"/>
                  </a:lnTo>
                  <a:lnTo>
                    <a:pt x="171237" y="50692"/>
                  </a:lnTo>
                  <a:lnTo>
                    <a:pt x="172048" y="49709"/>
                  </a:lnTo>
                  <a:lnTo>
                    <a:pt x="172859" y="48726"/>
                  </a:lnTo>
                  <a:lnTo>
                    <a:pt x="173669" y="47742"/>
                  </a:lnTo>
                  <a:lnTo>
                    <a:pt x="174478" y="46758"/>
                  </a:lnTo>
                  <a:lnTo>
                    <a:pt x="175287" y="45774"/>
                  </a:lnTo>
                  <a:lnTo>
                    <a:pt x="176096" y="44789"/>
                  </a:lnTo>
                  <a:lnTo>
                    <a:pt x="176904" y="43804"/>
                  </a:lnTo>
                  <a:lnTo>
                    <a:pt x="177711" y="42818"/>
                  </a:lnTo>
                  <a:lnTo>
                    <a:pt x="178518" y="41831"/>
                  </a:lnTo>
                  <a:lnTo>
                    <a:pt x="179324" y="40845"/>
                  </a:lnTo>
                  <a:lnTo>
                    <a:pt x="180130" y="39858"/>
                  </a:lnTo>
                  <a:lnTo>
                    <a:pt x="180935" y="38870"/>
                  </a:lnTo>
                  <a:lnTo>
                    <a:pt x="181740" y="37882"/>
                  </a:lnTo>
                  <a:lnTo>
                    <a:pt x="182544" y="36893"/>
                  </a:lnTo>
                  <a:lnTo>
                    <a:pt x="183347" y="35904"/>
                  </a:lnTo>
                  <a:lnTo>
                    <a:pt x="184150" y="34915"/>
                  </a:lnTo>
                  <a:lnTo>
                    <a:pt x="184953" y="33925"/>
                  </a:lnTo>
                  <a:lnTo>
                    <a:pt x="185755" y="32934"/>
                  </a:lnTo>
                  <a:lnTo>
                    <a:pt x="186556" y="31944"/>
                  </a:lnTo>
                  <a:lnTo>
                    <a:pt x="187356" y="30952"/>
                  </a:lnTo>
                  <a:lnTo>
                    <a:pt x="188157" y="29961"/>
                  </a:lnTo>
                  <a:lnTo>
                    <a:pt x="188956" y="28968"/>
                  </a:lnTo>
                  <a:lnTo>
                    <a:pt x="189755" y="27976"/>
                  </a:lnTo>
                  <a:lnTo>
                    <a:pt x="190554" y="26983"/>
                  </a:lnTo>
                  <a:lnTo>
                    <a:pt x="191351" y="25989"/>
                  </a:lnTo>
                  <a:lnTo>
                    <a:pt x="192149" y="24995"/>
                  </a:lnTo>
                  <a:lnTo>
                    <a:pt x="192946" y="24001"/>
                  </a:lnTo>
                  <a:lnTo>
                    <a:pt x="193742" y="23006"/>
                  </a:lnTo>
                  <a:lnTo>
                    <a:pt x="194537" y="22010"/>
                  </a:lnTo>
                  <a:lnTo>
                    <a:pt x="195332" y="21015"/>
                  </a:lnTo>
                  <a:lnTo>
                    <a:pt x="196127" y="20018"/>
                  </a:lnTo>
                  <a:lnTo>
                    <a:pt x="196921" y="19022"/>
                  </a:lnTo>
                  <a:lnTo>
                    <a:pt x="197714" y="18025"/>
                  </a:lnTo>
                  <a:lnTo>
                    <a:pt x="198507" y="17027"/>
                  </a:lnTo>
                  <a:lnTo>
                    <a:pt x="199299" y="16029"/>
                  </a:lnTo>
                  <a:lnTo>
                    <a:pt x="200091" y="15030"/>
                  </a:lnTo>
                  <a:lnTo>
                    <a:pt x="200882" y="14031"/>
                  </a:lnTo>
                  <a:lnTo>
                    <a:pt x="201673" y="13032"/>
                  </a:lnTo>
                  <a:lnTo>
                    <a:pt x="202463" y="12032"/>
                  </a:lnTo>
                  <a:lnTo>
                    <a:pt x="203252" y="11032"/>
                  </a:lnTo>
                  <a:lnTo>
                    <a:pt x="204041" y="10031"/>
                  </a:lnTo>
                  <a:lnTo>
                    <a:pt x="204829" y="9030"/>
                  </a:lnTo>
                  <a:lnTo>
                    <a:pt x="205617" y="8028"/>
                  </a:lnTo>
                  <a:lnTo>
                    <a:pt x="206404" y="7026"/>
                  </a:lnTo>
                  <a:lnTo>
                    <a:pt x="207191" y="6024"/>
                  </a:lnTo>
                  <a:lnTo>
                    <a:pt x="207977" y="5021"/>
                  </a:lnTo>
                  <a:lnTo>
                    <a:pt x="208762" y="4018"/>
                  </a:lnTo>
                  <a:lnTo>
                    <a:pt x="209547" y="3014"/>
                  </a:lnTo>
                  <a:lnTo>
                    <a:pt x="210331" y="2009"/>
                  </a:lnTo>
                  <a:lnTo>
                    <a:pt x="211115" y="1005"/>
                  </a:lnTo>
                  <a:lnTo>
                    <a:pt x="211898" y="0"/>
                  </a:lnTo>
                </a:path>
              </a:pathLst>
            </a:custGeom>
            <a:ln w="22859" cap="rnd">
              <a:solidFill>
                <a:srgbClr val="9CCAE1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l717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83820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l7178"/>
            <p:cNvSpPr/>
            <p:nvPr/>
          </p:nvSpPr>
          <p:spPr>
            <a:xfrm>
              <a:off x="7878993" y="4790062"/>
              <a:ext cx="11684" cy="15272"/>
            </a:xfrm>
            <a:custGeom>
              <a:avLst/>
              <a:pathLst>
                <a:path w="11684" h="15272">
                  <a:moveTo>
                    <a:pt x="0" y="15272"/>
                  </a:moveTo>
                  <a:lnTo>
                    <a:pt x="47" y="15211"/>
                  </a:lnTo>
                  <a:lnTo>
                    <a:pt x="94" y="15150"/>
                  </a:lnTo>
                  <a:lnTo>
                    <a:pt x="141" y="15089"/>
                  </a:lnTo>
                  <a:lnTo>
                    <a:pt x="188" y="15028"/>
                  </a:lnTo>
                  <a:lnTo>
                    <a:pt x="235" y="14966"/>
                  </a:lnTo>
                  <a:lnTo>
                    <a:pt x="283" y="14905"/>
                  </a:lnTo>
                  <a:lnTo>
                    <a:pt x="330" y="14844"/>
                  </a:lnTo>
                  <a:lnTo>
                    <a:pt x="377" y="14783"/>
                  </a:lnTo>
                  <a:lnTo>
                    <a:pt x="424" y="14722"/>
                  </a:lnTo>
                  <a:lnTo>
                    <a:pt x="471" y="14661"/>
                  </a:lnTo>
                  <a:lnTo>
                    <a:pt x="518" y="14599"/>
                  </a:lnTo>
                  <a:lnTo>
                    <a:pt x="566" y="14538"/>
                  </a:lnTo>
                  <a:lnTo>
                    <a:pt x="613" y="14477"/>
                  </a:lnTo>
                  <a:lnTo>
                    <a:pt x="660" y="14416"/>
                  </a:lnTo>
                  <a:lnTo>
                    <a:pt x="707" y="14355"/>
                  </a:lnTo>
                  <a:lnTo>
                    <a:pt x="754" y="14294"/>
                  </a:lnTo>
                  <a:lnTo>
                    <a:pt x="801" y="14233"/>
                  </a:lnTo>
                  <a:lnTo>
                    <a:pt x="849" y="14171"/>
                  </a:lnTo>
                  <a:lnTo>
                    <a:pt x="896" y="14110"/>
                  </a:lnTo>
                  <a:lnTo>
                    <a:pt x="943" y="14049"/>
                  </a:lnTo>
                  <a:lnTo>
                    <a:pt x="990" y="13988"/>
                  </a:lnTo>
                  <a:lnTo>
                    <a:pt x="1037" y="13927"/>
                  </a:lnTo>
                  <a:lnTo>
                    <a:pt x="1084" y="13866"/>
                  </a:lnTo>
                  <a:lnTo>
                    <a:pt x="1131" y="13804"/>
                  </a:lnTo>
                  <a:lnTo>
                    <a:pt x="1179" y="13743"/>
                  </a:lnTo>
                  <a:lnTo>
                    <a:pt x="1226" y="13682"/>
                  </a:lnTo>
                  <a:lnTo>
                    <a:pt x="1273" y="13621"/>
                  </a:lnTo>
                  <a:lnTo>
                    <a:pt x="1320" y="13560"/>
                  </a:lnTo>
                  <a:lnTo>
                    <a:pt x="1367" y="13498"/>
                  </a:lnTo>
                  <a:lnTo>
                    <a:pt x="1414" y="13437"/>
                  </a:lnTo>
                  <a:lnTo>
                    <a:pt x="1461" y="13376"/>
                  </a:lnTo>
                  <a:lnTo>
                    <a:pt x="1508" y="13315"/>
                  </a:lnTo>
                  <a:lnTo>
                    <a:pt x="1556" y="13254"/>
                  </a:lnTo>
                  <a:lnTo>
                    <a:pt x="1603" y="13193"/>
                  </a:lnTo>
                  <a:lnTo>
                    <a:pt x="1650" y="13131"/>
                  </a:lnTo>
                  <a:lnTo>
                    <a:pt x="1697" y="13070"/>
                  </a:lnTo>
                  <a:lnTo>
                    <a:pt x="1744" y="13009"/>
                  </a:lnTo>
                  <a:lnTo>
                    <a:pt x="1791" y="12948"/>
                  </a:lnTo>
                  <a:lnTo>
                    <a:pt x="1838" y="12887"/>
                  </a:lnTo>
                  <a:lnTo>
                    <a:pt x="1885" y="12825"/>
                  </a:lnTo>
                  <a:lnTo>
                    <a:pt x="1932" y="12764"/>
                  </a:lnTo>
                  <a:lnTo>
                    <a:pt x="1980" y="12703"/>
                  </a:lnTo>
                  <a:lnTo>
                    <a:pt x="2027" y="12642"/>
                  </a:lnTo>
                  <a:lnTo>
                    <a:pt x="2074" y="12581"/>
                  </a:lnTo>
                  <a:lnTo>
                    <a:pt x="2121" y="12519"/>
                  </a:lnTo>
                  <a:lnTo>
                    <a:pt x="2168" y="12458"/>
                  </a:lnTo>
                  <a:lnTo>
                    <a:pt x="2215" y="12397"/>
                  </a:lnTo>
                  <a:lnTo>
                    <a:pt x="2262" y="12336"/>
                  </a:lnTo>
                  <a:lnTo>
                    <a:pt x="2309" y="12275"/>
                  </a:lnTo>
                  <a:lnTo>
                    <a:pt x="2356" y="12213"/>
                  </a:lnTo>
                  <a:lnTo>
                    <a:pt x="2403" y="12152"/>
                  </a:lnTo>
                  <a:lnTo>
                    <a:pt x="2450" y="12091"/>
                  </a:lnTo>
                  <a:lnTo>
                    <a:pt x="2497" y="12030"/>
                  </a:lnTo>
                  <a:lnTo>
                    <a:pt x="2545" y="11968"/>
                  </a:lnTo>
                  <a:lnTo>
                    <a:pt x="2592" y="11907"/>
                  </a:lnTo>
                  <a:lnTo>
                    <a:pt x="2639" y="11846"/>
                  </a:lnTo>
                  <a:lnTo>
                    <a:pt x="2686" y="11785"/>
                  </a:lnTo>
                  <a:lnTo>
                    <a:pt x="2733" y="11724"/>
                  </a:lnTo>
                  <a:lnTo>
                    <a:pt x="2780" y="11662"/>
                  </a:lnTo>
                  <a:lnTo>
                    <a:pt x="2827" y="11601"/>
                  </a:lnTo>
                  <a:lnTo>
                    <a:pt x="2874" y="11540"/>
                  </a:lnTo>
                  <a:lnTo>
                    <a:pt x="2921" y="11479"/>
                  </a:lnTo>
                  <a:lnTo>
                    <a:pt x="2968" y="11417"/>
                  </a:lnTo>
                  <a:lnTo>
                    <a:pt x="3015" y="11356"/>
                  </a:lnTo>
                  <a:lnTo>
                    <a:pt x="3062" y="11295"/>
                  </a:lnTo>
                  <a:lnTo>
                    <a:pt x="3109" y="11234"/>
                  </a:lnTo>
                  <a:lnTo>
                    <a:pt x="3156" y="11172"/>
                  </a:lnTo>
                  <a:lnTo>
                    <a:pt x="3203" y="11111"/>
                  </a:lnTo>
                  <a:lnTo>
                    <a:pt x="3250" y="11050"/>
                  </a:lnTo>
                  <a:lnTo>
                    <a:pt x="3297" y="10989"/>
                  </a:lnTo>
                  <a:lnTo>
                    <a:pt x="3345" y="10927"/>
                  </a:lnTo>
                  <a:lnTo>
                    <a:pt x="3392" y="10866"/>
                  </a:lnTo>
                  <a:lnTo>
                    <a:pt x="3439" y="10805"/>
                  </a:lnTo>
                  <a:lnTo>
                    <a:pt x="3486" y="10744"/>
                  </a:lnTo>
                  <a:lnTo>
                    <a:pt x="3533" y="10682"/>
                  </a:lnTo>
                  <a:lnTo>
                    <a:pt x="3580" y="10621"/>
                  </a:lnTo>
                  <a:lnTo>
                    <a:pt x="3627" y="10560"/>
                  </a:lnTo>
                  <a:lnTo>
                    <a:pt x="3674" y="10499"/>
                  </a:lnTo>
                  <a:lnTo>
                    <a:pt x="3721" y="10437"/>
                  </a:lnTo>
                  <a:lnTo>
                    <a:pt x="3768" y="10376"/>
                  </a:lnTo>
                  <a:lnTo>
                    <a:pt x="3815" y="10315"/>
                  </a:lnTo>
                  <a:lnTo>
                    <a:pt x="3862" y="10254"/>
                  </a:lnTo>
                  <a:lnTo>
                    <a:pt x="3909" y="10192"/>
                  </a:lnTo>
                  <a:lnTo>
                    <a:pt x="3956" y="10131"/>
                  </a:lnTo>
                  <a:lnTo>
                    <a:pt x="4003" y="10070"/>
                  </a:lnTo>
                  <a:lnTo>
                    <a:pt x="4050" y="10008"/>
                  </a:lnTo>
                  <a:lnTo>
                    <a:pt x="4097" y="9947"/>
                  </a:lnTo>
                  <a:lnTo>
                    <a:pt x="4144" y="9886"/>
                  </a:lnTo>
                  <a:lnTo>
                    <a:pt x="4191" y="9825"/>
                  </a:lnTo>
                  <a:lnTo>
                    <a:pt x="4238" y="9763"/>
                  </a:lnTo>
                  <a:lnTo>
                    <a:pt x="4285" y="9702"/>
                  </a:lnTo>
                  <a:lnTo>
                    <a:pt x="4332" y="9641"/>
                  </a:lnTo>
                  <a:lnTo>
                    <a:pt x="4379" y="9580"/>
                  </a:lnTo>
                  <a:lnTo>
                    <a:pt x="4426" y="9518"/>
                  </a:lnTo>
                  <a:lnTo>
                    <a:pt x="4473" y="9457"/>
                  </a:lnTo>
                  <a:lnTo>
                    <a:pt x="4520" y="9396"/>
                  </a:lnTo>
                  <a:lnTo>
                    <a:pt x="4567" y="9334"/>
                  </a:lnTo>
                  <a:lnTo>
                    <a:pt x="4614" y="9273"/>
                  </a:lnTo>
                  <a:lnTo>
                    <a:pt x="4661" y="9212"/>
                  </a:lnTo>
                  <a:lnTo>
                    <a:pt x="4708" y="9150"/>
                  </a:lnTo>
                  <a:lnTo>
                    <a:pt x="4755" y="9089"/>
                  </a:lnTo>
                  <a:lnTo>
                    <a:pt x="4802" y="9028"/>
                  </a:lnTo>
                  <a:lnTo>
                    <a:pt x="4849" y="8967"/>
                  </a:lnTo>
                  <a:lnTo>
                    <a:pt x="4896" y="8905"/>
                  </a:lnTo>
                  <a:lnTo>
                    <a:pt x="4943" y="8844"/>
                  </a:lnTo>
                  <a:lnTo>
                    <a:pt x="4990" y="8783"/>
                  </a:lnTo>
                  <a:lnTo>
                    <a:pt x="5037" y="8721"/>
                  </a:lnTo>
                  <a:lnTo>
                    <a:pt x="5084" y="8660"/>
                  </a:lnTo>
                  <a:lnTo>
                    <a:pt x="5130" y="8599"/>
                  </a:lnTo>
                  <a:lnTo>
                    <a:pt x="5177" y="8537"/>
                  </a:lnTo>
                  <a:lnTo>
                    <a:pt x="5224" y="8476"/>
                  </a:lnTo>
                  <a:lnTo>
                    <a:pt x="5271" y="8415"/>
                  </a:lnTo>
                  <a:lnTo>
                    <a:pt x="5318" y="8354"/>
                  </a:lnTo>
                  <a:lnTo>
                    <a:pt x="5365" y="8292"/>
                  </a:lnTo>
                  <a:lnTo>
                    <a:pt x="5412" y="8231"/>
                  </a:lnTo>
                  <a:lnTo>
                    <a:pt x="5459" y="8170"/>
                  </a:lnTo>
                  <a:lnTo>
                    <a:pt x="5506" y="8108"/>
                  </a:lnTo>
                  <a:lnTo>
                    <a:pt x="5553" y="8047"/>
                  </a:lnTo>
                  <a:lnTo>
                    <a:pt x="5600" y="7986"/>
                  </a:lnTo>
                  <a:lnTo>
                    <a:pt x="5647" y="7924"/>
                  </a:lnTo>
                  <a:lnTo>
                    <a:pt x="5694" y="7863"/>
                  </a:lnTo>
                  <a:lnTo>
                    <a:pt x="5741" y="7802"/>
                  </a:lnTo>
                  <a:lnTo>
                    <a:pt x="5788" y="7740"/>
                  </a:lnTo>
                  <a:lnTo>
                    <a:pt x="5835" y="7679"/>
                  </a:lnTo>
                  <a:lnTo>
                    <a:pt x="5882" y="7618"/>
                  </a:lnTo>
                  <a:lnTo>
                    <a:pt x="5928" y="7556"/>
                  </a:lnTo>
                  <a:lnTo>
                    <a:pt x="5975" y="7495"/>
                  </a:lnTo>
                  <a:lnTo>
                    <a:pt x="6022" y="7434"/>
                  </a:lnTo>
                  <a:lnTo>
                    <a:pt x="6069" y="7372"/>
                  </a:lnTo>
                  <a:lnTo>
                    <a:pt x="6116" y="7311"/>
                  </a:lnTo>
                  <a:lnTo>
                    <a:pt x="6163" y="7250"/>
                  </a:lnTo>
                  <a:lnTo>
                    <a:pt x="6210" y="7188"/>
                  </a:lnTo>
                  <a:lnTo>
                    <a:pt x="6257" y="7127"/>
                  </a:lnTo>
                  <a:lnTo>
                    <a:pt x="6304" y="7065"/>
                  </a:lnTo>
                  <a:lnTo>
                    <a:pt x="6351" y="7004"/>
                  </a:lnTo>
                  <a:lnTo>
                    <a:pt x="6398" y="6943"/>
                  </a:lnTo>
                  <a:lnTo>
                    <a:pt x="6444" y="6881"/>
                  </a:lnTo>
                  <a:lnTo>
                    <a:pt x="6491" y="6820"/>
                  </a:lnTo>
                  <a:lnTo>
                    <a:pt x="6538" y="6759"/>
                  </a:lnTo>
                  <a:lnTo>
                    <a:pt x="6585" y="6697"/>
                  </a:lnTo>
                  <a:lnTo>
                    <a:pt x="6632" y="6636"/>
                  </a:lnTo>
                  <a:lnTo>
                    <a:pt x="6679" y="6575"/>
                  </a:lnTo>
                  <a:lnTo>
                    <a:pt x="6726" y="6513"/>
                  </a:lnTo>
                  <a:lnTo>
                    <a:pt x="6773" y="6452"/>
                  </a:lnTo>
                  <a:lnTo>
                    <a:pt x="6820" y="6391"/>
                  </a:lnTo>
                  <a:lnTo>
                    <a:pt x="6867" y="6329"/>
                  </a:lnTo>
                  <a:lnTo>
                    <a:pt x="6913" y="6268"/>
                  </a:lnTo>
                  <a:lnTo>
                    <a:pt x="6960" y="6206"/>
                  </a:lnTo>
                  <a:lnTo>
                    <a:pt x="7007" y="6145"/>
                  </a:lnTo>
                  <a:lnTo>
                    <a:pt x="7054" y="6084"/>
                  </a:lnTo>
                  <a:lnTo>
                    <a:pt x="7101" y="6022"/>
                  </a:lnTo>
                  <a:lnTo>
                    <a:pt x="7148" y="5961"/>
                  </a:lnTo>
                  <a:lnTo>
                    <a:pt x="7195" y="5900"/>
                  </a:lnTo>
                  <a:lnTo>
                    <a:pt x="7241" y="5838"/>
                  </a:lnTo>
                  <a:lnTo>
                    <a:pt x="7288" y="5777"/>
                  </a:lnTo>
                  <a:lnTo>
                    <a:pt x="7335" y="5715"/>
                  </a:lnTo>
                  <a:lnTo>
                    <a:pt x="7382" y="5654"/>
                  </a:lnTo>
                  <a:lnTo>
                    <a:pt x="7429" y="5593"/>
                  </a:lnTo>
                  <a:lnTo>
                    <a:pt x="7476" y="5531"/>
                  </a:lnTo>
                  <a:lnTo>
                    <a:pt x="7523" y="5470"/>
                  </a:lnTo>
                  <a:lnTo>
                    <a:pt x="7569" y="5408"/>
                  </a:lnTo>
                  <a:lnTo>
                    <a:pt x="7616" y="5347"/>
                  </a:lnTo>
                  <a:lnTo>
                    <a:pt x="7663" y="5286"/>
                  </a:lnTo>
                  <a:lnTo>
                    <a:pt x="7710" y="5224"/>
                  </a:lnTo>
                  <a:lnTo>
                    <a:pt x="7757" y="5163"/>
                  </a:lnTo>
                  <a:lnTo>
                    <a:pt x="7804" y="5101"/>
                  </a:lnTo>
                  <a:lnTo>
                    <a:pt x="7851" y="5040"/>
                  </a:lnTo>
                  <a:lnTo>
                    <a:pt x="7897" y="4979"/>
                  </a:lnTo>
                  <a:lnTo>
                    <a:pt x="7944" y="4917"/>
                  </a:lnTo>
                  <a:lnTo>
                    <a:pt x="7991" y="4856"/>
                  </a:lnTo>
                  <a:lnTo>
                    <a:pt x="8038" y="4794"/>
                  </a:lnTo>
                  <a:lnTo>
                    <a:pt x="8085" y="4733"/>
                  </a:lnTo>
                  <a:lnTo>
                    <a:pt x="8132" y="4672"/>
                  </a:lnTo>
                  <a:lnTo>
                    <a:pt x="8178" y="4610"/>
                  </a:lnTo>
                  <a:lnTo>
                    <a:pt x="8225" y="4549"/>
                  </a:lnTo>
                  <a:lnTo>
                    <a:pt x="8272" y="4487"/>
                  </a:lnTo>
                  <a:lnTo>
                    <a:pt x="8319" y="4426"/>
                  </a:lnTo>
                  <a:lnTo>
                    <a:pt x="8366" y="4364"/>
                  </a:lnTo>
                  <a:lnTo>
                    <a:pt x="8412" y="4303"/>
                  </a:lnTo>
                  <a:lnTo>
                    <a:pt x="8459" y="4242"/>
                  </a:lnTo>
                  <a:lnTo>
                    <a:pt x="8506" y="4180"/>
                  </a:lnTo>
                  <a:lnTo>
                    <a:pt x="8553" y="4119"/>
                  </a:lnTo>
                  <a:lnTo>
                    <a:pt x="8600" y="4057"/>
                  </a:lnTo>
                  <a:lnTo>
                    <a:pt x="8646" y="3996"/>
                  </a:lnTo>
                  <a:lnTo>
                    <a:pt x="8693" y="3934"/>
                  </a:lnTo>
                  <a:lnTo>
                    <a:pt x="8740" y="3873"/>
                  </a:lnTo>
                  <a:lnTo>
                    <a:pt x="8787" y="3812"/>
                  </a:lnTo>
                  <a:lnTo>
                    <a:pt x="8834" y="3750"/>
                  </a:lnTo>
                  <a:lnTo>
                    <a:pt x="8880" y="3689"/>
                  </a:lnTo>
                  <a:lnTo>
                    <a:pt x="8927" y="3627"/>
                  </a:lnTo>
                  <a:lnTo>
                    <a:pt x="8974" y="3566"/>
                  </a:lnTo>
                  <a:lnTo>
                    <a:pt x="9021" y="3504"/>
                  </a:lnTo>
                  <a:lnTo>
                    <a:pt x="9068" y="3443"/>
                  </a:lnTo>
                  <a:lnTo>
                    <a:pt x="9114" y="3382"/>
                  </a:lnTo>
                  <a:lnTo>
                    <a:pt x="9161" y="3320"/>
                  </a:lnTo>
                  <a:lnTo>
                    <a:pt x="9208" y="3259"/>
                  </a:lnTo>
                  <a:lnTo>
                    <a:pt x="9255" y="3197"/>
                  </a:lnTo>
                  <a:lnTo>
                    <a:pt x="9301" y="3136"/>
                  </a:lnTo>
                  <a:lnTo>
                    <a:pt x="9348" y="3074"/>
                  </a:lnTo>
                  <a:lnTo>
                    <a:pt x="9395" y="3013"/>
                  </a:lnTo>
                  <a:lnTo>
                    <a:pt x="9442" y="2951"/>
                  </a:lnTo>
                  <a:lnTo>
                    <a:pt x="9489" y="2890"/>
                  </a:lnTo>
                  <a:lnTo>
                    <a:pt x="9535" y="2828"/>
                  </a:lnTo>
                  <a:lnTo>
                    <a:pt x="9582" y="2767"/>
                  </a:lnTo>
                  <a:lnTo>
                    <a:pt x="9629" y="2706"/>
                  </a:lnTo>
                  <a:lnTo>
                    <a:pt x="9676" y="2644"/>
                  </a:lnTo>
                  <a:lnTo>
                    <a:pt x="9722" y="2583"/>
                  </a:lnTo>
                  <a:lnTo>
                    <a:pt x="9769" y="2521"/>
                  </a:lnTo>
                  <a:lnTo>
                    <a:pt x="9816" y="2460"/>
                  </a:lnTo>
                  <a:lnTo>
                    <a:pt x="9863" y="2398"/>
                  </a:lnTo>
                  <a:lnTo>
                    <a:pt x="9909" y="2337"/>
                  </a:lnTo>
                  <a:lnTo>
                    <a:pt x="9956" y="2275"/>
                  </a:lnTo>
                  <a:lnTo>
                    <a:pt x="10003" y="2214"/>
                  </a:lnTo>
                  <a:lnTo>
                    <a:pt x="10050" y="2152"/>
                  </a:lnTo>
                  <a:lnTo>
                    <a:pt x="10096" y="2091"/>
                  </a:lnTo>
                  <a:lnTo>
                    <a:pt x="10143" y="2029"/>
                  </a:lnTo>
                  <a:lnTo>
                    <a:pt x="10190" y="1968"/>
                  </a:lnTo>
                  <a:lnTo>
                    <a:pt x="10236" y="1906"/>
                  </a:lnTo>
                  <a:lnTo>
                    <a:pt x="10283" y="1845"/>
                  </a:lnTo>
                  <a:lnTo>
                    <a:pt x="10330" y="1783"/>
                  </a:lnTo>
                  <a:lnTo>
                    <a:pt x="10377" y="1722"/>
                  </a:lnTo>
                  <a:lnTo>
                    <a:pt x="10423" y="1660"/>
                  </a:lnTo>
                  <a:lnTo>
                    <a:pt x="10470" y="1599"/>
                  </a:lnTo>
                  <a:lnTo>
                    <a:pt x="10517" y="1537"/>
                  </a:lnTo>
                  <a:lnTo>
                    <a:pt x="10564" y="1476"/>
                  </a:lnTo>
                  <a:lnTo>
                    <a:pt x="10610" y="1414"/>
                  </a:lnTo>
                  <a:lnTo>
                    <a:pt x="10657" y="1353"/>
                  </a:lnTo>
                  <a:lnTo>
                    <a:pt x="10704" y="1291"/>
                  </a:lnTo>
                  <a:lnTo>
                    <a:pt x="10750" y="1230"/>
                  </a:lnTo>
                  <a:lnTo>
                    <a:pt x="10797" y="1168"/>
                  </a:lnTo>
                  <a:lnTo>
                    <a:pt x="10844" y="1107"/>
                  </a:lnTo>
                  <a:lnTo>
                    <a:pt x="10890" y="1045"/>
                  </a:lnTo>
                  <a:lnTo>
                    <a:pt x="10937" y="984"/>
                  </a:lnTo>
                  <a:lnTo>
                    <a:pt x="10984" y="922"/>
                  </a:lnTo>
                  <a:lnTo>
                    <a:pt x="11031" y="861"/>
                  </a:lnTo>
                  <a:lnTo>
                    <a:pt x="11077" y="799"/>
                  </a:lnTo>
                  <a:lnTo>
                    <a:pt x="11124" y="738"/>
                  </a:lnTo>
                  <a:lnTo>
                    <a:pt x="11171" y="676"/>
                  </a:lnTo>
                  <a:lnTo>
                    <a:pt x="11217" y="615"/>
                  </a:lnTo>
                  <a:lnTo>
                    <a:pt x="11264" y="553"/>
                  </a:lnTo>
                  <a:lnTo>
                    <a:pt x="11311" y="492"/>
                  </a:lnTo>
                  <a:lnTo>
                    <a:pt x="11357" y="430"/>
                  </a:lnTo>
                  <a:lnTo>
                    <a:pt x="11404" y="369"/>
                  </a:lnTo>
                  <a:lnTo>
                    <a:pt x="11451" y="307"/>
                  </a:lnTo>
                  <a:lnTo>
                    <a:pt x="11497" y="246"/>
                  </a:lnTo>
                  <a:lnTo>
                    <a:pt x="11544" y="184"/>
                  </a:lnTo>
                  <a:lnTo>
                    <a:pt x="11591" y="123"/>
                  </a:lnTo>
                  <a:lnTo>
                    <a:pt x="11637" y="61"/>
                  </a:lnTo>
                  <a:lnTo>
                    <a:pt x="11684" y="0"/>
                  </a:lnTo>
                </a:path>
              </a:pathLst>
            </a:custGeom>
            <a:ln w="22859" cap="rnd">
              <a:solidFill>
                <a:srgbClr val="FF5CB8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l7179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83820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l7180"/>
            <p:cNvSpPr/>
            <p:nvPr/>
          </p:nvSpPr>
          <p:spPr>
            <a:xfrm>
              <a:off x="7896471" y="4632068"/>
              <a:ext cx="103722" cy="150320"/>
            </a:xfrm>
            <a:custGeom>
              <a:avLst/>
              <a:pathLst>
                <a:path w="103722" h="150320">
                  <a:moveTo>
                    <a:pt x="0" y="150320"/>
                  </a:moveTo>
                  <a:lnTo>
                    <a:pt x="440" y="149734"/>
                  </a:lnTo>
                  <a:lnTo>
                    <a:pt x="881" y="149147"/>
                  </a:lnTo>
                  <a:lnTo>
                    <a:pt x="1321" y="148560"/>
                  </a:lnTo>
                  <a:lnTo>
                    <a:pt x="1761" y="147973"/>
                  </a:lnTo>
                  <a:lnTo>
                    <a:pt x="2201" y="147386"/>
                  </a:lnTo>
                  <a:lnTo>
                    <a:pt x="2641" y="146799"/>
                  </a:lnTo>
                  <a:lnTo>
                    <a:pt x="3080" y="146211"/>
                  </a:lnTo>
                  <a:lnTo>
                    <a:pt x="3520" y="145624"/>
                  </a:lnTo>
                  <a:lnTo>
                    <a:pt x="3959" y="145036"/>
                  </a:lnTo>
                  <a:lnTo>
                    <a:pt x="4398" y="144448"/>
                  </a:lnTo>
                  <a:lnTo>
                    <a:pt x="4837" y="143860"/>
                  </a:lnTo>
                  <a:lnTo>
                    <a:pt x="5275" y="143272"/>
                  </a:lnTo>
                  <a:lnTo>
                    <a:pt x="5714" y="142684"/>
                  </a:lnTo>
                  <a:lnTo>
                    <a:pt x="6152" y="142095"/>
                  </a:lnTo>
                  <a:lnTo>
                    <a:pt x="6590" y="141507"/>
                  </a:lnTo>
                  <a:lnTo>
                    <a:pt x="7028" y="140918"/>
                  </a:lnTo>
                  <a:lnTo>
                    <a:pt x="7466" y="140329"/>
                  </a:lnTo>
                  <a:lnTo>
                    <a:pt x="7903" y="139740"/>
                  </a:lnTo>
                  <a:lnTo>
                    <a:pt x="8340" y="139151"/>
                  </a:lnTo>
                  <a:lnTo>
                    <a:pt x="8777" y="138562"/>
                  </a:lnTo>
                  <a:lnTo>
                    <a:pt x="9214" y="137973"/>
                  </a:lnTo>
                  <a:lnTo>
                    <a:pt x="9651" y="137383"/>
                  </a:lnTo>
                  <a:lnTo>
                    <a:pt x="10087" y="136793"/>
                  </a:lnTo>
                  <a:lnTo>
                    <a:pt x="10524" y="136203"/>
                  </a:lnTo>
                  <a:lnTo>
                    <a:pt x="10960" y="135614"/>
                  </a:lnTo>
                  <a:lnTo>
                    <a:pt x="11396" y="135023"/>
                  </a:lnTo>
                  <a:lnTo>
                    <a:pt x="11832" y="134433"/>
                  </a:lnTo>
                  <a:lnTo>
                    <a:pt x="12267" y="133843"/>
                  </a:lnTo>
                  <a:lnTo>
                    <a:pt x="12702" y="133252"/>
                  </a:lnTo>
                  <a:lnTo>
                    <a:pt x="13138" y="132662"/>
                  </a:lnTo>
                  <a:lnTo>
                    <a:pt x="13573" y="132071"/>
                  </a:lnTo>
                  <a:lnTo>
                    <a:pt x="14007" y="131480"/>
                  </a:lnTo>
                  <a:lnTo>
                    <a:pt x="14442" y="130889"/>
                  </a:lnTo>
                  <a:lnTo>
                    <a:pt x="14876" y="130297"/>
                  </a:lnTo>
                  <a:lnTo>
                    <a:pt x="15310" y="129706"/>
                  </a:lnTo>
                  <a:lnTo>
                    <a:pt x="15744" y="129114"/>
                  </a:lnTo>
                  <a:lnTo>
                    <a:pt x="16178" y="128523"/>
                  </a:lnTo>
                  <a:lnTo>
                    <a:pt x="16612" y="127931"/>
                  </a:lnTo>
                  <a:lnTo>
                    <a:pt x="17045" y="127339"/>
                  </a:lnTo>
                  <a:lnTo>
                    <a:pt x="17478" y="126747"/>
                  </a:lnTo>
                  <a:lnTo>
                    <a:pt x="17912" y="126155"/>
                  </a:lnTo>
                  <a:lnTo>
                    <a:pt x="18344" y="125562"/>
                  </a:lnTo>
                  <a:lnTo>
                    <a:pt x="18777" y="124970"/>
                  </a:lnTo>
                  <a:lnTo>
                    <a:pt x="19209" y="124377"/>
                  </a:lnTo>
                  <a:lnTo>
                    <a:pt x="19642" y="123784"/>
                  </a:lnTo>
                  <a:lnTo>
                    <a:pt x="20074" y="123191"/>
                  </a:lnTo>
                  <a:lnTo>
                    <a:pt x="20506" y="122598"/>
                  </a:lnTo>
                  <a:lnTo>
                    <a:pt x="20937" y="122005"/>
                  </a:lnTo>
                  <a:lnTo>
                    <a:pt x="21369" y="121412"/>
                  </a:lnTo>
                  <a:lnTo>
                    <a:pt x="21800" y="120818"/>
                  </a:lnTo>
                  <a:lnTo>
                    <a:pt x="22231" y="120225"/>
                  </a:lnTo>
                  <a:lnTo>
                    <a:pt x="22662" y="119631"/>
                  </a:lnTo>
                  <a:lnTo>
                    <a:pt x="23093" y="119037"/>
                  </a:lnTo>
                  <a:lnTo>
                    <a:pt x="23523" y="118443"/>
                  </a:lnTo>
                  <a:lnTo>
                    <a:pt x="23954" y="117849"/>
                  </a:lnTo>
                  <a:lnTo>
                    <a:pt x="24384" y="117254"/>
                  </a:lnTo>
                  <a:lnTo>
                    <a:pt x="24814" y="116660"/>
                  </a:lnTo>
                  <a:lnTo>
                    <a:pt x="25244" y="116065"/>
                  </a:lnTo>
                  <a:lnTo>
                    <a:pt x="25673" y="115470"/>
                  </a:lnTo>
                  <a:lnTo>
                    <a:pt x="26102" y="114875"/>
                  </a:lnTo>
                  <a:lnTo>
                    <a:pt x="26532" y="114280"/>
                  </a:lnTo>
                  <a:lnTo>
                    <a:pt x="26961" y="113685"/>
                  </a:lnTo>
                  <a:lnTo>
                    <a:pt x="27389" y="113090"/>
                  </a:lnTo>
                  <a:lnTo>
                    <a:pt x="27818" y="112494"/>
                  </a:lnTo>
                  <a:lnTo>
                    <a:pt x="28246" y="111899"/>
                  </a:lnTo>
                  <a:lnTo>
                    <a:pt x="28675" y="111303"/>
                  </a:lnTo>
                  <a:lnTo>
                    <a:pt x="29103" y="110707"/>
                  </a:lnTo>
                  <a:lnTo>
                    <a:pt x="29530" y="110111"/>
                  </a:lnTo>
                  <a:lnTo>
                    <a:pt x="29958" y="109515"/>
                  </a:lnTo>
                  <a:lnTo>
                    <a:pt x="30385" y="108919"/>
                  </a:lnTo>
                  <a:lnTo>
                    <a:pt x="30813" y="108322"/>
                  </a:lnTo>
                  <a:lnTo>
                    <a:pt x="31240" y="107726"/>
                  </a:lnTo>
                  <a:lnTo>
                    <a:pt x="31666" y="107129"/>
                  </a:lnTo>
                  <a:lnTo>
                    <a:pt x="32093" y="106532"/>
                  </a:lnTo>
                  <a:lnTo>
                    <a:pt x="32520" y="105935"/>
                  </a:lnTo>
                  <a:lnTo>
                    <a:pt x="32946" y="105338"/>
                  </a:lnTo>
                  <a:lnTo>
                    <a:pt x="33372" y="104741"/>
                  </a:lnTo>
                  <a:lnTo>
                    <a:pt x="33798" y="104143"/>
                  </a:lnTo>
                  <a:lnTo>
                    <a:pt x="34223" y="103546"/>
                  </a:lnTo>
                  <a:lnTo>
                    <a:pt x="34649" y="102948"/>
                  </a:lnTo>
                  <a:lnTo>
                    <a:pt x="35074" y="102350"/>
                  </a:lnTo>
                  <a:lnTo>
                    <a:pt x="35499" y="101752"/>
                  </a:lnTo>
                  <a:lnTo>
                    <a:pt x="35924" y="101154"/>
                  </a:lnTo>
                  <a:lnTo>
                    <a:pt x="36349" y="100556"/>
                  </a:lnTo>
                  <a:lnTo>
                    <a:pt x="36773" y="99957"/>
                  </a:lnTo>
                  <a:lnTo>
                    <a:pt x="37198" y="99359"/>
                  </a:lnTo>
                  <a:lnTo>
                    <a:pt x="37622" y="98760"/>
                  </a:lnTo>
                  <a:lnTo>
                    <a:pt x="38046" y="98162"/>
                  </a:lnTo>
                  <a:lnTo>
                    <a:pt x="38469" y="97563"/>
                  </a:lnTo>
                  <a:lnTo>
                    <a:pt x="38893" y="96963"/>
                  </a:lnTo>
                  <a:lnTo>
                    <a:pt x="39316" y="96364"/>
                  </a:lnTo>
                  <a:lnTo>
                    <a:pt x="39739" y="95765"/>
                  </a:lnTo>
                  <a:lnTo>
                    <a:pt x="40162" y="95165"/>
                  </a:lnTo>
                  <a:lnTo>
                    <a:pt x="40585" y="94566"/>
                  </a:lnTo>
                  <a:lnTo>
                    <a:pt x="41008" y="93966"/>
                  </a:lnTo>
                  <a:lnTo>
                    <a:pt x="41430" y="93366"/>
                  </a:lnTo>
                  <a:lnTo>
                    <a:pt x="41852" y="92766"/>
                  </a:lnTo>
                  <a:lnTo>
                    <a:pt x="42274" y="92166"/>
                  </a:lnTo>
                  <a:lnTo>
                    <a:pt x="42696" y="91566"/>
                  </a:lnTo>
                  <a:lnTo>
                    <a:pt x="43117" y="90965"/>
                  </a:lnTo>
                  <a:lnTo>
                    <a:pt x="43539" y="90365"/>
                  </a:lnTo>
                  <a:lnTo>
                    <a:pt x="43960" y="89764"/>
                  </a:lnTo>
                  <a:lnTo>
                    <a:pt x="44381" y="89163"/>
                  </a:lnTo>
                  <a:lnTo>
                    <a:pt x="44802" y="88562"/>
                  </a:lnTo>
                  <a:lnTo>
                    <a:pt x="45222" y="87961"/>
                  </a:lnTo>
                  <a:lnTo>
                    <a:pt x="45643" y="87360"/>
                  </a:lnTo>
                  <a:lnTo>
                    <a:pt x="46063" y="86758"/>
                  </a:lnTo>
                  <a:lnTo>
                    <a:pt x="46483" y="86157"/>
                  </a:lnTo>
                  <a:lnTo>
                    <a:pt x="46903" y="85555"/>
                  </a:lnTo>
                  <a:lnTo>
                    <a:pt x="47322" y="84953"/>
                  </a:lnTo>
                  <a:lnTo>
                    <a:pt x="47742" y="84351"/>
                  </a:lnTo>
                  <a:lnTo>
                    <a:pt x="48161" y="83749"/>
                  </a:lnTo>
                  <a:lnTo>
                    <a:pt x="48580" y="83147"/>
                  </a:lnTo>
                  <a:lnTo>
                    <a:pt x="48999" y="82545"/>
                  </a:lnTo>
                  <a:lnTo>
                    <a:pt x="49418" y="81942"/>
                  </a:lnTo>
                  <a:lnTo>
                    <a:pt x="49836" y="81339"/>
                  </a:lnTo>
                  <a:lnTo>
                    <a:pt x="50254" y="80737"/>
                  </a:lnTo>
                  <a:lnTo>
                    <a:pt x="50672" y="80134"/>
                  </a:lnTo>
                  <a:lnTo>
                    <a:pt x="51090" y="79531"/>
                  </a:lnTo>
                  <a:lnTo>
                    <a:pt x="51508" y="78927"/>
                  </a:lnTo>
                  <a:lnTo>
                    <a:pt x="51925" y="78324"/>
                  </a:lnTo>
                  <a:lnTo>
                    <a:pt x="52343" y="77721"/>
                  </a:lnTo>
                  <a:lnTo>
                    <a:pt x="52760" y="77117"/>
                  </a:lnTo>
                  <a:lnTo>
                    <a:pt x="53176" y="76513"/>
                  </a:lnTo>
                  <a:lnTo>
                    <a:pt x="53593" y="75909"/>
                  </a:lnTo>
                  <a:lnTo>
                    <a:pt x="54010" y="75305"/>
                  </a:lnTo>
                  <a:lnTo>
                    <a:pt x="54426" y="74701"/>
                  </a:lnTo>
                  <a:lnTo>
                    <a:pt x="54842" y="74097"/>
                  </a:lnTo>
                  <a:lnTo>
                    <a:pt x="55258" y="73493"/>
                  </a:lnTo>
                  <a:lnTo>
                    <a:pt x="55673" y="72888"/>
                  </a:lnTo>
                  <a:lnTo>
                    <a:pt x="56089" y="72283"/>
                  </a:lnTo>
                  <a:lnTo>
                    <a:pt x="56504" y="71679"/>
                  </a:lnTo>
                  <a:lnTo>
                    <a:pt x="56919" y="71074"/>
                  </a:lnTo>
                  <a:lnTo>
                    <a:pt x="57334" y="70469"/>
                  </a:lnTo>
                  <a:lnTo>
                    <a:pt x="57749" y="69863"/>
                  </a:lnTo>
                  <a:lnTo>
                    <a:pt x="58163" y="69258"/>
                  </a:lnTo>
                  <a:lnTo>
                    <a:pt x="58578" y="68653"/>
                  </a:lnTo>
                  <a:lnTo>
                    <a:pt x="58992" y="68047"/>
                  </a:lnTo>
                  <a:lnTo>
                    <a:pt x="59406" y="67441"/>
                  </a:lnTo>
                  <a:lnTo>
                    <a:pt x="59820" y="66835"/>
                  </a:lnTo>
                  <a:lnTo>
                    <a:pt x="60233" y="66229"/>
                  </a:lnTo>
                  <a:lnTo>
                    <a:pt x="60646" y="65623"/>
                  </a:lnTo>
                  <a:lnTo>
                    <a:pt x="61059" y="65017"/>
                  </a:lnTo>
                  <a:lnTo>
                    <a:pt x="61472" y="64410"/>
                  </a:lnTo>
                  <a:lnTo>
                    <a:pt x="61885" y="63804"/>
                  </a:lnTo>
                  <a:lnTo>
                    <a:pt x="62298" y="63197"/>
                  </a:lnTo>
                  <a:lnTo>
                    <a:pt x="62710" y="62590"/>
                  </a:lnTo>
                  <a:lnTo>
                    <a:pt x="63122" y="61983"/>
                  </a:lnTo>
                  <a:lnTo>
                    <a:pt x="63534" y="61376"/>
                  </a:lnTo>
                  <a:lnTo>
                    <a:pt x="63946" y="60769"/>
                  </a:lnTo>
                  <a:lnTo>
                    <a:pt x="64357" y="60162"/>
                  </a:lnTo>
                  <a:lnTo>
                    <a:pt x="64769" y="59554"/>
                  </a:lnTo>
                  <a:lnTo>
                    <a:pt x="65180" y="58946"/>
                  </a:lnTo>
                  <a:lnTo>
                    <a:pt x="65591" y="58339"/>
                  </a:lnTo>
                  <a:lnTo>
                    <a:pt x="66002" y="57731"/>
                  </a:lnTo>
                  <a:lnTo>
                    <a:pt x="66412" y="57123"/>
                  </a:lnTo>
                  <a:lnTo>
                    <a:pt x="66822" y="56515"/>
                  </a:lnTo>
                  <a:lnTo>
                    <a:pt x="67233" y="55906"/>
                  </a:lnTo>
                  <a:lnTo>
                    <a:pt x="67643" y="55298"/>
                  </a:lnTo>
                  <a:lnTo>
                    <a:pt x="68052" y="54689"/>
                  </a:lnTo>
                  <a:lnTo>
                    <a:pt x="68462" y="54081"/>
                  </a:lnTo>
                  <a:lnTo>
                    <a:pt x="68871" y="53472"/>
                  </a:lnTo>
                  <a:lnTo>
                    <a:pt x="69280" y="52863"/>
                  </a:lnTo>
                  <a:lnTo>
                    <a:pt x="69689" y="52254"/>
                  </a:lnTo>
                  <a:lnTo>
                    <a:pt x="70098" y="51644"/>
                  </a:lnTo>
                  <a:lnTo>
                    <a:pt x="70507" y="51035"/>
                  </a:lnTo>
                  <a:lnTo>
                    <a:pt x="70915" y="50426"/>
                  </a:lnTo>
                  <a:lnTo>
                    <a:pt x="71323" y="49816"/>
                  </a:lnTo>
                  <a:lnTo>
                    <a:pt x="71731" y="49206"/>
                  </a:lnTo>
                  <a:lnTo>
                    <a:pt x="72139" y="48596"/>
                  </a:lnTo>
                  <a:lnTo>
                    <a:pt x="72547" y="47986"/>
                  </a:lnTo>
                  <a:lnTo>
                    <a:pt x="72954" y="47376"/>
                  </a:lnTo>
                  <a:lnTo>
                    <a:pt x="73361" y="46766"/>
                  </a:lnTo>
                  <a:lnTo>
                    <a:pt x="73768" y="46155"/>
                  </a:lnTo>
                  <a:lnTo>
                    <a:pt x="74175" y="45545"/>
                  </a:lnTo>
                  <a:lnTo>
                    <a:pt x="74581" y="44934"/>
                  </a:lnTo>
                  <a:lnTo>
                    <a:pt x="74988" y="44323"/>
                  </a:lnTo>
                  <a:lnTo>
                    <a:pt x="75394" y="43712"/>
                  </a:lnTo>
                  <a:lnTo>
                    <a:pt x="75800" y="43101"/>
                  </a:lnTo>
                  <a:lnTo>
                    <a:pt x="76206" y="42490"/>
                  </a:lnTo>
                  <a:lnTo>
                    <a:pt x="76611" y="41879"/>
                  </a:lnTo>
                  <a:lnTo>
                    <a:pt x="77017" y="41267"/>
                  </a:lnTo>
                  <a:lnTo>
                    <a:pt x="77422" y="40655"/>
                  </a:lnTo>
                  <a:lnTo>
                    <a:pt x="77827" y="40044"/>
                  </a:lnTo>
                  <a:lnTo>
                    <a:pt x="78232" y="39432"/>
                  </a:lnTo>
                  <a:lnTo>
                    <a:pt x="78636" y="38820"/>
                  </a:lnTo>
                  <a:lnTo>
                    <a:pt x="79041" y="38208"/>
                  </a:lnTo>
                  <a:lnTo>
                    <a:pt x="79445" y="37595"/>
                  </a:lnTo>
                  <a:lnTo>
                    <a:pt x="79849" y="36983"/>
                  </a:lnTo>
                  <a:lnTo>
                    <a:pt x="80253" y="36370"/>
                  </a:lnTo>
                  <a:lnTo>
                    <a:pt x="80656" y="35758"/>
                  </a:lnTo>
                  <a:lnTo>
                    <a:pt x="81060" y="35145"/>
                  </a:lnTo>
                  <a:lnTo>
                    <a:pt x="81463" y="34532"/>
                  </a:lnTo>
                  <a:lnTo>
                    <a:pt x="81866" y="33919"/>
                  </a:lnTo>
                  <a:lnTo>
                    <a:pt x="82269" y="33306"/>
                  </a:lnTo>
                  <a:lnTo>
                    <a:pt x="82671" y="32692"/>
                  </a:lnTo>
                  <a:lnTo>
                    <a:pt x="83074" y="32079"/>
                  </a:lnTo>
                  <a:lnTo>
                    <a:pt x="83476" y="31465"/>
                  </a:lnTo>
                  <a:lnTo>
                    <a:pt x="83878" y="30851"/>
                  </a:lnTo>
                  <a:lnTo>
                    <a:pt x="84280" y="30238"/>
                  </a:lnTo>
                  <a:lnTo>
                    <a:pt x="84681" y="29624"/>
                  </a:lnTo>
                  <a:lnTo>
                    <a:pt x="85083" y="29010"/>
                  </a:lnTo>
                  <a:lnTo>
                    <a:pt x="85484" y="28395"/>
                  </a:lnTo>
                  <a:lnTo>
                    <a:pt x="85885" y="27781"/>
                  </a:lnTo>
                  <a:lnTo>
                    <a:pt x="86286" y="27166"/>
                  </a:lnTo>
                  <a:lnTo>
                    <a:pt x="86686" y="26552"/>
                  </a:lnTo>
                  <a:lnTo>
                    <a:pt x="87087" y="25937"/>
                  </a:lnTo>
                  <a:lnTo>
                    <a:pt x="87487" y="25322"/>
                  </a:lnTo>
                  <a:lnTo>
                    <a:pt x="87887" y="24707"/>
                  </a:lnTo>
                  <a:lnTo>
                    <a:pt x="88287" y="24092"/>
                  </a:lnTo>
                  <a:lnTo>
                    <a:pt x="88686" y="23477"/>
                  </a:lnTo>
                  <a:lnTo>
                    <a:pt x="89086" y="22861"/>
                  </a:lnTo>
                  <a:lnTo>
                    <a:pt x="89485" y="22246"/>
                  </a:lnTo>
                  <a:lnTo>
                    <a:pt x="89884" y="21630"/>
                  </a:lnTo>
                  <a:lnTo>
                    <a:pt x="90283" y="21014"/>
                  </a:lnTo>
                  <a:lnTo>
                    <a:pt x="90681" y="20398"/>
                  </a:lnTo>
                  <a:lnTo>
                    <a:pt x="91080" y="19782"/>
                  </a:lnTo>
                  <a:lnTo>
                    <a:pt x="91478" y="19166"/>
                  </a:lnTo>
                  <a:lnTo>
                    <a:pt x="91876" y="18550"/>
                  </a:lnTo>
                  <a:lnTo>
                    <a:pt x="92274" y="17933"/>
                  </a:lnTo>
                  <a:lnTo>
                    <a:pt x="92671" y="17316"/>
                  </a:lnTo>
                  <a:lnTo>
                    <a:pt x="93069" y="16700"/>
                  </a:lnTo>
                  <a:lnTo>
                    <a:pt x="93466" y="16083"/>
                  </a:lnTo>
                  <a:lnTo>
                    <a:pt x="93863" y="15466"/>
                  </a:lnTo>
                  <a:lnTo>
                    <a:pt x="94259" y="14849"/>
                  </a:lnTo>
                  <a:lnTo>
                    <a:pt x="94656" y="14232"/>
                  </a:lnTo>
                  <a:lnTo>
                    <a:pt x="95052" y="13614"/>
                  </a:lnTo>
                  <a:lnTo>
                    <a:pt x="95449" y="12997"/>
                  </a:lnTo>
                  <a:lnTo>
                    <a:pt x="95845" y="12379"/>
                  </a:lnTo>
                  <a:lnTo>
                    <a:pt x="96240" y="11761"/>
                  </a:lnTo>
                  <a:lnTo>
                    <a:pt x="96636" y="11143"/>
                  </a:lnTo>
                  <a:lnTo>
                    <a:pt x="97031" y="10525"/>
                  </a:lnTo>
                  <a:lnTo>
                    <a:pt x="97426" y="9907"/>
                  </a:lnTo>
                  <a:lnTo>
                    <a:pt x="97821" y="9289"/>
                  </a:lnTo>
                  <a:lnTo>
                    <a:pt x="98216" y="8671"/>
                  </a:lnTo>
                  <a:lnTo>
                    <a:pt x="98611" y="8052"/>
                  </a:lnTo>
                  <a:lnTo>
                    <a:pt x="99005" y="7433"/>
                  </a:lnTo>
                  <a:lnTo>
                    <a:pt x="99399" y="6815"/>
                  </a:lnTo>
                  <a:lnTo>
                    <a:pt x="99793" y="6196"/>
                  </a:lnTo>
                  <a:lnTo>
                    <a:pt x="100187" y="5577"/>
                  </a:lnTo>
                  <a:lnTo>
                    <a:pt x="100581" y="4957"/>
                  </a:lnTo>
                  <a:lnTo>
                    <a:pt x="100974" y="4338"/>
                  </a:lnTo>
                  <a:lnTo>
                    <a:pt x="101367" y="3719"/>
                  </a:lnTo>
                  <a:lnTo>
                    <a:pt x="101760" y="3099"/>
                  </a:lnTo>
                  <a:lnTo>
                    <a:pt x="102153" y="2480"/>
                  </a:lnTo>
                  <a:lnTo>
                    <a:pt x="102545" y="1860"/>
                  </a:lnTo>
                  <a:lnTo>
                    <a:pt x="102938" y="1240"/>
                  </a:lnTo>
                  <a:lnTo>
                    <a:pt x="103330" y="620"/>
                  </a:lnTo>
                  <a:lnTo>
                    <a:pt x="103722" y="0"/>
                  </a:lnTo>
                </a:path>
              </a:pathLst>
            </a:custGeom>
            <a:ln w="22859" cap="rnd">
              <a:solidFill>
                <a:srgbClr val="71BF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l7181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83820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l7182"/>
            <p:cNvSpPr/>
            <p:nvPr/>
          </p:nvSpPr>
          <p:spPr>
            <a:xfrm>
              <a:off x="8005311" y="4607584"/>
              <a:ext cx="10131" cy="16344"/>
            </a:xfrm>
            <a:custGeom>
              <a:avLst/>
              <a:pathLst>
                <a:path w="10131" h="16344">
                  <a:moveTo>
                    <a:pt x="0" y="16344"/>
                  </a:moveTo>
                  <a:lnTo>
                    <a:pt x="40" y="16278"/>
                  </a:lnTo>
                  <a:lnTo>
                    <a:pt x="81" y="16213"/>
                  </a:lnTo>
                  <a:lnTo>
                    <a:pt x="122" y="16147"/>
                  </a:lnTo>
                  <a:lnTo>
                    <a:pt x="163" y="16082"/>
                  </a:lnTo>
                  <a:lnTo>
                    <a:pt x="204" y="16016"/>
                  </a:lnTo>
                  <a:lnTo>
                    <a:pt x="245" y="15951"/>
                  </a:lnTo>
                  <a:lnTo>
                    <a:pt x="286" y="15886"/>
                  </a:lnTo>
                  <a:lnTo>
                    <a:pt x="327" y="15820"/>
                  </a:lnTo>
                  <a:lnTo>
                    <a:pt x="368" y="15755"/>
                  </a:lnTo>
                  <a:lnTo>
                    <a:pt x="409" y="15689"/>
                  </a:lnTo>
                  <a:lnTo>
                    <a:pt x="450" y="15624"/>
                  </a:lnTo>
                  <a:lnTo>
                    <a:pt x="491" y="15558"/>
                  </a:lnTo>
                  <a:lnTo>
                    <a:pt x="532" y="15493"/>
                  </a:lnTo>
                  <a:lnTo>
                    <a:pt x="573" y="15427"/>
                  </a:lnTo>
                  <a:lnTo>
                    <a:pt x="614" y="15362"/>
                  </a:lnTo>
                  <a:lnTo>
                    <a:pt x="655" y="15296"/>
                  </a:lnTo>
                  <a:lnTo>
                    <a:pt x="696" y="15231"/>
                  </a:lnTo>
                  <a:lnTo>
                    <a:pt x="737" y="15165"/>
                  </a:lnTo>
                  <a:lnTo>
                    <a:pt x="777" y="15100"/>
                  </a:lnTo>
                  <a:lnTo>
                    <a:pt x="818" y="15034"/>
                  </a:lnTo>
                  <a:lnTo>
                    <a:pt x="859" y="14969"/>
                  </a:lnTo>
                  <a:lnTo>
                    <a:pt x="900" y="14903"/>
                  </a:lnTo>
                  <a:lnTo>
                    <a:pt x="941" y="14838"/>
                  </a:lnTo>
                  <a:lnTo>
                    <a:pt x="982" y="14772"/>
                  </a:lnTo>
                  <a:lnTo>
                    <a:pt x="1023" y="14707"/>
                  </a:lnTo>
                  <a:lnTo>
                    <a:pt x="1064" y="14641"/>
                  </a:lnTo>
                  <a:lnTo>
                    <a:pt x="1105" y="14576"/>
                  </a:lnTo>
                  <a:lnTo>
                    <a:pt x="1146" y="14510"/>
                  </a:lnTo>
                  <a:lnTo>
                    <a:pt x="1187" y="14445"/>
                  </a:lnTo>
                  <a:lnTo>
                    <a:pt x="1228" y="14379"/>
                  </a:lnTo>
                  <a:lnTo>
                    <a:pt x="1268" y="14314"/>
                  </a:lnTo>
                  <a:lnTo>
                    <a:pt x="1309" y="14248"/>
                  </a:lnTo>
                  <a:lnTo>
                    <a:pt x="1350" y="14183"/>
                  </a:lnTo>
                  <a:lnTo>
                    <a:pt x="1391" y="14117"/>
                  </a:lnTo>
                  <a:lnTo>
                    <a:pt x="1432" y="14052"/>
                  </a:lnTo>
                  <a:lnTo>
                    <a:pt x="1473" y="13986"/>
                  </a:lnTo>
                  <a:lnTo>
                    <a:pt x="1514" y="13921"/>
                  </a:lnTo>
                  <a:lnTo>
                    <a:pt x="1555" y="13855"/>
                  </a:lnTo>
                  <a:lnTo>
                    <a:pt x="1596" y="13790"/>
                  </a:lnTo>
                  <a:lnTo>
                    <a:pt x="1636" y="13724"/>
                  </a:lnTo>
                  <a:lnTo>
                    <a:pt x="1677" y="13659"/>
                  </a:lnTo>
                  <a:lnTo>
                    <a:pt x="1718" y="13593"/>
                  </a:lnTo>
                  <a:lnTo>
                    <a:pt x="1759" y="13527"/>
                  </a:lnTo>
                  <a:lnTo>
                    <a:pt x="1800" y="13462"/>
                  </a:lnTo>
                  <a:lnTo>
                    <a:pt x="1841" y="13396"/>
                  </a:lnTo>
                  <a:lnTo>
                    <a:pt x="1882" y="13331"/>
                  </a:lnTo>
                  <a:lnTo>
                    <a:pt x="1923" y="13265"/>
                  </a:lnTo>
                  <a:lnTo>
                    <a:pt x="1963" y="13200"/>
                  </a:lnTo>
                  <a:lnTo>
                    <a:pt x="2004" y="13134"/>
                  </a:lnTo>
                  <a:lnTo>
                    <a:pt x="2045" y="13069"/>
                  </a:lnTo>
                  <a:lnTo>
                    <a:pt x="2086" y="13003"/>
                  </a:lnTo>
                  <a:lnTo>
                    <a:pt x="2127" y="12938"/>
                  </a:lnTo>
                  <a:lnTo>
                    <a:pt x="2168" y="12872"/>
                  </a:lnTo>
                  <a:lnTo>
                    <a:pt x="2208" y="12807"/>
                  </a:lnTo>
                  <a:lnTo>
                    <a:pt x="2249" y="12741"/>
                  </a:lnTo>
                  <a:lnTo>
                    <a:pt x="2290" y="12676"/>
                  </a:lnTo>
                  <a:lnTo>
                    <a:pt x="2331" y="12610"/>
                  </a:lnTo>
                  <a:lnTo>
                    <a:pt x="2372" y="12544"/>
                  </a:lnTo>
                  <a:lnTo>
                    <a:pt x="2413" y="12479"/>
                  </a:lnTo>
                  <a:lnTo>
                    <a:pt x="2454" y="12413"/>
                  </a:lnTo>
                  <a:lnTo>
                    <a:pt x="2494" y="12348"/>
                  </a:lnTo>
                  <a:lnTo>
                    <a:pt x="2535" y="12282"/>
                  </a:lnTo>
                  <a:lnTo>
                    <a:pt x="2576" y="12217"/>
                  </a:lnTo>
                  <a:lnTo>
                    <a:pt x="2617" y="12151"/>
                  </a:lnTo>
                  <a:lnTo>
                    <a:pt x="2658" y="12086"/>
                  </a:lnTo>
                  <a:lnTo>
                    <a:pt x="2698" y="12020"/>
                  </a:lnTo>
                  <a:lnTo>
                    <a:pt x="2739" y="11954"/>
                  </a:lnTo>
                  <a:lnTo>
                    <a:pt x="2780" y="11889"/>
                  </a:lnTo>
                  <a:lnTo>
                    <a:pt x="2821" y="11823"/>
                  </a:lnTo>
                  <a:lnTo>
                    <a:pt x="2862" y="11758"/>
                  </a:lnTo>
                  <a:lnTo>
                    <a:pt x="2903" y="11692"/>
                  </a:lnTo>
                  <a:lnTo>
                    <a:pt x="2943" y="11627"/>
                  </a:lnTo>
                  <a:lnTo>
                    <a:pt x="2984" y="11561"/>
                  </a:lnTo>
                  <a:lnTo>
                    <a:pt x="3025" y="11496"/>
                  </a:lnTo>
                  <a:lnTo>
                    <a:pt x="3066" y="11430"/>
                  </a:lnTo>
                  <a:lnTo>
                    <a:pt x="3107" y="11364"/>
                  </a:lnTo>
                  <a:lnTo>
                    <a:pt x="3147" y="11299"/>
                  </a:lnTo>
                  <a:lnTo>
                    <a:pt x="3188" y="11233"/>
                  </a:lnTo>
                  <a:lnTo>
                    <a:pt x="3229" y="11168"/>
                  </a:lnTo>
                  <a:lnTo>
                    <a:pt x="3270" y="11102"/>
                  </a:lnTo>
                  <a:lnTo>
                    <a:pt x="3311" y="11036"/>
                  </a:lnTo>
                  <a:lnTo>
                    <a:pt x="3351" y="10971"/>
                  </a:lnTo>
                  <a:lnTo>
                    <a:pt x="3392" y="10905"/>
                  </a:lnTo>
                  <a:lnTo>
                    <a:pt x="3433" y="10840"/>
                  </a:lnTo>
                  <a:lnTo>
                    <a:pt x="3474" y="10774"/>
                  </a:lnTo>
                  <a:lnTo>
                    <a:pt x="3514" y="10709"/>
                  </a:lnTo>
                  <a:lnTo>
                    <a:pt x="3555" y="10643"/>
                  </a:lnTo>
                  <a:lnTo>
                    <a:pt x="3596" y="10577"/>
                  </a:lnTo>
                  <a:lnTo>
                    <a:pt x="3637" y="10512"/>
                  </a:lnTo>
                  <a:lnTo>
                    <a:pt x="3678" y="10446"/>
                  </a:lnTo>
                  <a:lnTo>
                    <a:pt x="3718" y="10381"/>
                  </a:lnTo>
                  <a:lnTo>
                    <a:pt x="3759" y="10315"/>
                  </a:lnTo>
                  <a:lnTo>
                    <a:pt x="3800" y="10249"/>
                  </a:lnTo>
                  <a:lnTo>
                    <a:pt x="3841" y="10184"/>
                  </a:lnTo>
                  <a:lnTo>
                    <a:pt x="3881" y="10118"/>
                  </a:lnTo>
                  <a:lnTo>
                    <a:pt x="3922" y="10053"/>
                  </a:lnTo>
                  <a:lnTo>
                    <a:pt x="3963" y="9987"/>
                  </a:lnTo>
                  <a:lnTo>
                    <a:pt x="4004" y="9921"/>
                  </a:lnTo>
                  <a:lnTo>
                    <a:pt x="4044" y="9856"/>
                  </a:lnTo>
                  <a:lnTo>
                    <a:pt x="4085" y="9790"/>
                  </a:lnTo>
                  <a:lnTo>
                    <a:pt x="4126" y="9725"/>
                  </a:lnTo>
                  <a:lnTo>
                    <a:pt x="4167" y="9659"/>
                  </a:lnTo>
                  <a:lnTo>
                    <a:pt x="4207" y="9593"/>
                  </a:lnTo>
                  <a:lnTo>
                    <a:pt x="4248" y="9528"/>
                  </a:lnTo>
                  <a:lnTo>
                    <a:pt x="4289" y="9462"/>
                  </a:lnTo>
                  <a:lnTo>
                    <a:pt x="4329" y="9397"/>
                  </a:lnTo>
                  <a:lnTo>
                    <a:pt x="4370" y="9331"/>
                  </a:lnTo>
                  <a:lnTo>
                    <a:pt x="4411" y="9265"/>
                  </a:lnTo>
                  <a:lnTo>
                    <a:pt x="4452" y="9200"/>
                  </a:lnTo>
                  <a:lnTo>
                    <a:pt x="4492" y="9134"/>
                  </a:lnTo>
                  <a:lnTo>
                    <a:pt x="4533" y="9068"/>
                  </a:lnTo>
                  <a:lnTo>
                    <a:pt x="4574" y="9003"/>
                  </a:lnTo>
                  <a:lnTo>
                    <a:pt x="4615" y="8937"/>
                  </a:lnTo>
                  <a:lnTo>
                    <a:pt x="4655" y="8872"/>
                  </a:lnTo>
                  <a:lnTo>
                    <a:pt x="4696" y="8806"/>
                  </a:lnTo>
                  <a:lnTo>
                    <a:pt x="4737" y="8740"/>
                  </a:lnTo>
                  <a:lnTo>
                    <a:pt x="4777" y="8675"/>
                  </a:lnTo>
                  <a:lnTo>
                    <a:pt x="4818" y="8609"/>
                  </a:lnTo>
                  <a:lnTo>
                    <a:pt x="4859" y="8543"/>
                  </a:lnTo>
                  <a:lnTo>
                    <a:pt x="4899" y="8478"/>
                  </a:lnTo>
                  <a:lnTo>
                    <a:pt x="4940" y="8412"/>
                  </a:lnTo>
                  <a:lnTo>
                    <a:pt x="4981" y="8347"/>
                  </a:lnTo>
                  <a:lnTo>
                    <a:pt x="5022" y="8281"/>
                  </a:lnTo>
                  <a:lnTo>
                    <a:pt x="5062" y="8215"/>
                  </a:lnTo>
                  <a:lnTo>
                    <a:pt x="5103" y="8150"/>
                  </a:lnTo>
                  <a:lnTo>
                    <a:pt x="5144" y="8084"/>
                  </a:lnTo>
                  <a:lnTo>
                    <a:pt x="5184" y="8018"/>
                  </a:lnTo>
                  <a:lnTo>
                    <a:pt x="5225" y="7953"/>
                  </a:lnTo>
                  <a:lnTo>
                    <a:pt x="5266" y="7887"/>
                  </a:lnTo>
                  <a:lnTo>
                    <a:pt x="5306" y="7821"/>
                  </a:lnTo>
                  <a:lnTo>
                    <a:pt x="5347" y="7756"/>
                  </a:lnTo>
                  <a:lnTo>
                    <a:pt x="5388" y="7690"/>
                  </a:lnTo>
                  <a:lnTo>
                    <a:pt x="5428" y="7624"/>
                  </a:lnTo>
                  <a:lnTo>
                    <a:pt x="5469" y="7559"/>
                  </a:lnTo>
                  <a:lnTo>
                    <a:pt x="5510" y="7493"/>
                  </a:lnTo>
                  <a:lnTo>
                    <a:pt x="5550" y="7428"/>
                  </a:lnTo>
                  <a:lnTo>
                    <a:pt x="5591" y="7362"/>
                  </a:lnTo>
                  <a:lnTo>
                    <a:pt x="5632" y="7296"/>
                  </a:lnTo>
                  <a:lnTo>
                    <a:pt x="5672" y="7231"/>
                  </a:lnTo>
                  <a:lnTo>
                    <a:pt x="5713" y="7165"/>
                  </a:lnTo>
                  <a:lnTo>
                    <a:pt x="5754" y="7099"/>
                  </a:lnTo>
                  <a:lnTo>
                    <a:pt x="5794" y="7034"/>
                  </a:lnTo>
                  <a:lnTo>
                    <a:pt x="5835" y="6968"/>
                  </a:lnTo>
                  <a:lnTo>
                    <a:pt x="5876" y="6902"/>
                  </a:lnTo>
                  <a:lnTo>
                    <a:pt x="5916" y="6837"/>
                  </a:lnTo>
                  <a:lnTo>
                    <a:pt x="5957" y="6771"/>
                  </a:lnTo>
                  <a:lnTo>
                    <a:pt x="5998" y="6705"/>
                  </a:lnTo>
                  <a:lnTo>
                    <a:pt x="6038" y="6640"/>
                  </a:lnTo>
                  <a:lnTo>
                    <a:pt x="6079" y="6574"/>
                  </a:lnTo>
                  <a:lnTo>
                    <a:pt x="6119" y="6508"/>
                  </a:lnTo>
                  <a:lnTo>
                    <a:pt x="6160" y="6443"/>
                  </a:lnTo>
                  <a:lnTo>
                    <a:pt x="6201" y="6377"/>
                  </a:lnTo>
                  <a:lnTo>
                    <a:pt x="6241" y="6311"/>
                  </a:lnTo>
                  <a:lnTo>
                    <a:pt x="6282" y="6245"/>
                  </a:lnTo>
                  <a:lnTo>
                    <a:pt x="6323" y="6180"/>
                  </a:lnTo>
                  <a:lnTo>
                    <a:pt x="6363" y="6114"/>
                  </a:lnTo>
                  <a:lnTo>
                    <a:pt x="6404" y="6048"/>
                  </a:lnTo>
                  <a:lnTo>
                    <a:pt x="6444" y="5983"/>
                  </a:lnTo>
                  <a:lnTo>
                    <a:pt x="6485" y="5917"/>
                  </a:lnTo>
                  <a:lnTo>
                    <a:pt x="6526" y="5851"/>
                  </a:lnTo>
                  <a:lnTo>
                    <a:pt x="6566" y="5786"/>
                  </a:lnTo>
                  <a:lnTo>
                    <a:pt x="6607" y="5720"/>
                  </a:lnTo>
                  <a:lnTo>
                    <a:pt x="6647" y="5654"/>
                  </a:lnTo>
                  <a:lnTo>
                    <a:pt x="6688" y="5589"/>
                  </a:lnTo>
                  <a:lnTo>
                    <a:pt x="6729" y="5523"/>
                  </a:lnTo>
                  <a:lnTo>
                    <a:pt x="6769" y="5457"/>
                  </a:lnTo>
                  <a:lnTo>
                    <a:pt x="6810" y="5392"/>
                  </a:lnTo>
                  <a:lnTo>
                    <a:pt x="6850" y="5326"/>
                  </a:lnTo>
                  <a:lnTo>
                    <a:pt x="6891" y="5260"/>
                  </a:lnTo>
                  <a:lnTo>
                    <a:pt x="6932" y="5194"/>
                  </a:lnTo>
                  <a:lnTo>
                    <a:pt x="6972" y="5129"/>
                  </a:lnTo>
                  <a:lnTo>
                    <a:pt x="7013" y="5063"/>
                  </a:lnTo>
                  <a:lnTo>
                    <a:pt x="7053" y="4997"/>
                  </a:lnTo>
                  <a:lnTo>
                    <a:pt x="7094" y="4932"/>
                  </a:lnTo>
                  <a:lnTo>
                    <a:pt x="7134" y="4866"/>
                  </a:lnTo>
                  <a:lnTo>
                    <a:pt x="7175" y="4800"/>
                  </a:lnTo>
                  <a:lnTo>
                    <a:pt x="7216" y="4734"/>
                  </a:lnTo>
                  <a:lnTo>
                    <a:pt x="7256" y="4669"/>
                  </a:lnTo>
                  <a:lnTo>
                    <a:pt x="7297" y="4603"/>
                  </a:lnTo>
                  <a:lnTo>
                    <a:pt x="7337" y="4537"/>
                  </a:lnTo>
                  <a:lnTo>
                    <a:pt x="7378" y="4472"/>
                  </a:lnTo>
                  <a:lnTo>
                    <a:pt x="7418" y="4406"/>
                  </a:lnTo>
                  <a:lnTo>
                    <a:pt x="7459" y="4340"/>
                  </a:lnTo>
                  <a:lnTo>
                    <a:pt x="7500" y="4274"/>
                  </a:lnTo>
                  <a:lnTo>
                    <a:pt x="7540" y="4209"/>
                  </a:lnTo>
                  <a:lnTo>
                    <a:pt x="7581" y="4143"/>
                  </a:lnTo>
                  <a:lnTo>
                    <a:pt x="7621" y="4077"/>
                  </a:lnTo>
                  <a:lnTo>
                    <a:pt x="7662" y="4012"/>
                  </a:lnTo>
                  <a:lnTo>
                    <a:pt x="7702" y="3946"/>
                  </a:lnTo>
                  <a:lnTo>
                    <a:pt x="7743" y="3880"/>
                  </a:lnTo>
                  <a:lnTo>
                    <a:pt x="7783" y="3814"/>
                  </a:lnTo>
                  <a:lnTo>
                    <a:pt x="7824" y="3749"/>
                  </a:lnTo>
                  <a:lnTo>
                    <a:pt x="7864" y="3683"/>
                  </a:lnTo>
                  <a:lnTo>
                    <a:pt x="7905" y="3617"/>
                  </a:lnTo>
                  <a:lnTo>
                    <a:pt x="7946" y="3551"/>
                  </a:lnTo>
                  <a:lnTo>
                    <a:pt x="7986" y="3486"/>
                  </a:lnTo>
                  <a:lnTo>
                    <a:pt x="8027" y="3420"/>
                  </a:lnTo>
                  <a:lnTo>
                    <a:pt x="8067" y="3354"/>
                  </a:lnTo>
                  <a:lnTo>
                    <a:pt x="8108" y="3288"/>
                  </a:lnTo>
                  <a:lnTo>
                    <a:pt x="8148" y="3223"/>
                  </a:lnTo>
                  <a:lnTo>
                    <a:pt x="8189" y="3157"/>
                  </a:lnTo>
                  <a:lnTo>
                    <a:pt x="8229" y="3091"/>
                  </a:lnTo>
                  <a:lnTo>
                    <a:pt x="8270" y="3025"/>
                  </a:lnTo>
                  <a:lnTo>
                    <a:pt x="8310" y="2960"/>
                  </a:lnTo>
                  <a:lnTo>
                    <a:pt x="8351" y="2894"/>
                  </a:lnTo>
                  <a:lnTo>
                    <a:pt x="8391" y="2828"/>
                  </a:lnTo>
                  <a:lnTo>
                    <a:pt x="8432" y="2762"/>
                  </a:lnTo>
                  <a:lnTo>
                    <a:pt x="8472" y="2697"/>
                  </a:lnTo>
                  <a:lnTo>
                    <a:pt x="8513" y="2631"/>
                  </a:lnTo>
                  <a:lnTo>
                    <a:pt x="8553" y="2565"/>
                  </a:lnTo>
                  <a:lnTo>
                    <a:pt x="8594" y="2499"/>
                  </a:lnTo>
                  <a:lnTo>
                    <a:pt x="8634" y="2434"/>
                  </a:lnTo>
                  <a:lnTo>
                    <a:pt x="8675" y="2368"/>
                  </a:lnTo>
                  <a:lnTo>
                    <a:pt x="8715" y="2302"/>
                  </a:lnTo>
                  <a:lnTo>
                    <a:pt x="8756" y="2236"/>
                  </a:lnTo>
                  <a:lnTo>
                    <a:pt x="8796" y="2171"/>
                  </a:lnTo>
                  <a:lnTo>
                    <a:pt x="8837" y="2105"/>
                  </a:lnTo>
                  <a:lnTo>
                    <a:pt x="8877" y="2039"/>
                  </a:lnTo>
                  <a:lnTo>
                    <a:pt x="8918" y="1973"/>
                  </a:lnTo>
                  <a:lnTo>
                    <a:pt x="8958" y="1907"/>
                  </a:lnTo>
                  <a:lnTo>
                    <a:pt x="8999" y="1842"/>
                  </a:lnTo>
                  <a:lnTo>
                    <a:pt x="9039" y="1776"/>
                  </a:lnTo>
                  <a:lnTo>
                    <a:pt x="9079" y="1710"/>
                  </a:lnTo>
                  <a:lnTo>
                    <a:pt x="9120" y="1644"/>
                  </a:lnTo>
                  <a:lnTo>
                    <a:pt x="9160" y="1579"/>
                  </a:lnTo>
                  <a:lnTo>
                    <a:pt x="9201" y="1513"/>
                  </a:lnTo>
                  <a:lnTo>
                    <a:pt x="9241" y="1447"/>
                  </a:lnTo>
                  <a:lnTo>
                    <a:pt x="9282" y="1381"/>
                  </a:lnTo>
                  <a:lnTo>
                    <a:pt x="9322" y="1315"/>
                  </a:lnTo>
                  <a:lnTo>
                    <a:pt x="9363" y="1250"/>
                  </a:lnTo>
                  <a:lnTo>
                    <a:pt x="9403" y="1184"/>
                  </a:lnTo>
                  <a:lnTo>
                    <a:pt x="9444" y="1118"/>
                  </a:lnTo>
                  <a:lnTo>
                    <a:pt x="9484" y="1052"/>
                  </a:lnTo>
                  <a:lnTo>
                    <a:pt x="9524" y="987"/>
                  </a:lnTo>
                  <a:lnTo>
                    <a:pt x="9565" y="921"/>
                  </a:lnTo>
                  <a:lnTo>
                    <a:pt x="9605" y="855"/>
                  </a:lnTo>
                  <a:lnTo>
                    <a:pt x="9646" y="789"/>
                  </a:lnTo>
                  <a:lnTo>
                    <a:pt x="9686" y="723"/>
                  </a:lnTo>
                  <a:lnTo>
                    <a:pt x="9727" y="658"/>
                  </a:lnTo>
                  <a:lnTo>
                    <a:pt x="9767" y="592"/>
                  </a:lnTo>
                  <a:lnTo>
                    <a:pt x="9807" y="526"/>
                  </a:lnTo>
                  <a:lnTo>
                    <a:pt x="9848" y="460"/>
                  </a:lnTo>
                  <a:lnTo>
                    <a:pt x="9888" y="394"/>
                  </a:lnTo>
                  <a:lnTo>
                    <a:pt x="9929" y="329"/>
                  </a:lnTo>
                  <a:lnTo>
                    <a:pt x="9969" y="263"/>
                  </a:lnTo>
                  <a:lnTo>
                    <a:pt x="10010" y="197"/>
                  </a:lnTo>
                  <a:lnTo>
                    <a:pt x="10050" y="131"/>
                  </a:lnTo>
                  <a:lnTo>
                    <a:pt x="10090" y="65"/>
                  </a:lnTo>
                  <a:lnTo>
                    <a:pt x="10131" y="0"/>
                  </a:lnTo>
                </a:path>
              </a:pathLst>
            </a:custGeom>
            <a:ln w="22859" cap="rnd">
              <a:solidFill>
                <a:srgbClr val="F4A100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l7183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83820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l7184"/>
            <p:cNvSpPr/>
            <p:nvPr/>
          </p:nvSpPr>
          <p:spPr>
            <a:xfrm>
              <a:off x="8020456" y="4566350"/>
              <a:ext cx="19701" cy="33029"/>
            </a:xfrm>
            <a:custGeom>
              <a:avLst/>
              <a:pathLst>
                <a:path w="19701" h="33029">
                  <a:moveTo>
                    <a:pt x="0" y="33029"/>
                  </a:moveTo>
                  <a:lnTo>
                    <a:pt x="80" y="32897"/>
                  </a:lnTo>
                  <a:lnTo>
                    <a:pt x="160" y="32765"/>
                  </a:lnTo>
                  <a:lnTo>
                    <a:pt x="240" y="32633"/>
                  </a:lnTo>
                  <a:lnTo>
                    <a:pt x="320" y="32501"/>
                  </a:lnTo>
                  <a:lnTo>
                    <a:pt x="401" y="32369"/>
                  </a:lnTo>
                  <a:lnTo>
                    <a:pt x="481" y="32237"/>
                  </a:lnTo>
                  <a:lnTo>
                    <a:pt x="561" y="32105"/>
                  </a:lnTo>
                  <a:lnTo>
                    <a:pt x="641" y="31973"/>
                  </a:lnTo>
                  <a:lnTo>
                    <a:pt x="721" y="31841"/>
                  </a:lnTo>
                  <a:lnTo>
                    <a:pt x="802" y="31709"/>
                  </a:lnTo>
                  <a:lnTo>
                    <a:pt x="882" y="31577"/>
                  </a:lnTo>
                  <a:lnTo>
                    <a:pt x="962" y="31445"/>
                  </a:lnTo>
                  <a:lnTo>
                    <a:pt x="1042" y="31313"/>
                  </a:lnTo>
                  <a:lnTo>
                    <a:pt x="1122" y="31181"/>
                  </a:lnTo>
                  <a:lnTo>
                    <a:pt x="1202" y="31049"/>
                  </a:lnTo>
                  <a:lnTo>
                    <a:pt x="1282" y="30917"/>
                  </a:lnTo>
                  <a:lnTo>
                    <a:pt x="1362" y="30785"/>
                  </a:lnTo>
                  <a:lnTo>
                    <a:pt x="1443" y="30653"/>
                  </a:lnTo>
                  <a:lnTo>
                    <a:pt x="1523" y="30521"/>
                  </a:lnTo>
                  <a:lnTo>
                    <a:pt x="1603" y="30389"/>
                  </a:lnTo>
                  <a:lnTo>
                    <a:pt x="1683" y="30256"/>
                  </a:lnTo>
                  <a:lnTo>
                    <a:pt x="1763" y="30124"/>
                  </a:lnTo>
                  <a:lnTo>
                    <a:pt x="1843" y="29992"/>
                  </a:lnTo>
                  <a:lnTo>
                    <a:pt x="1923" y="29860"/>
                  </a:lnTo>
                  <a:lnTo>
                    <a:pt x="2003" y="29728"/>
                  </a:lnTo>
                  <a:lnTo>
                    <a:pt x="2083" y="29596"/>
                  </a:lnTo>
                  <a:lnTo>
                    <a:pt x="2163" y="29464"/>
                  </a:lnTo>
                  <a:lnTo>
                    <a:pt x="2243" y="29332"/>
                  </a:lnTo>
                  <a:lnTo>
                    <a:pt x="2323" y="29200"/>
                  </a:lnTo>
                  <a:lnTo>
                    <a:pt x="2403" y="29067"/>
                  </a:lnTo>
                  <a:lnTo>
                    <a:pt x="2483" y="28935"/>
                  </a:lnTo>
                  <a:lnTo>
                    <a:pt x="2563" y="28803"/>
                  </a:lnTo>
                  <a:lnTo>
                    <a:pt x="2643" y="28671"/>
                  </a:lnTo>
                  <a:lnTo>
                    <a:pt x="2723" y="28539"/>
                  </a:lnTo>
                  <a:lnTo>
                    <a:pt x="2803" y="28407"/>
                  </a:lnTo>
                  <a:lnTo>
                    <a:pt x="2883" y="28275"/>
                  </a:lnTo>
                  <a:lnTo>
                    <a:pt x="2963" y="28142"/>
                  </a:lnTo>
                  <a:lnTo>
                    <a:pt x="3043" y="28010"/>
                  </a:lnTo>
                  <a:lnTo>
                    <a:pt x="3122" y="27878"/>
                  </a:lnTo>
                  <a:lnTo>
                    <a:pt x="3202" y="27746"/>
                  </a:lnTo>
                  <a:lnTo>
                    <a:pt x="3282" y="27614"/>
                  </a:lnTo>
                  <a:lnTo>
                    <a:pt x="3362" y="27481"/>
                  </a:lnTo>
                  <a:lnTo>
                    <a:pt x="3442" y="27349"/>
                  </a:lnTo>
                  <a:lnTo>
                    <a:pt x="3522" y="27217"/>
                  </a:lnTo>
                  <a:lnTo>
                    <a:pt x="3602" y="27085"/>
                  </a:lnTo>
                  <a:lnTo>
                    <a:pt x="3682" y="26953"/>
                  </a:lnTo>
                  <a:lnTo>
                    <a:pt x="3761" y="26820"/>
                  </a:lnTo>
                  <a:lnTo>
                    <a:pt x="3841" y="26688"/>
                  </a:lnTo>
                  <a:lnTo>
                    <a:pt x="3921" y="26556"/>
                  </a:lnTo>
                  <a:lnTo>
                    <a:pt x="4001" y="26424"/>
                  </a:lnTo>
                  <a:lnTo>
                    <a:pt x="4081" y="26291"/>
                  </a:lnTo>
                  <a:lnTo>
                    <a:pt x="4160" y="26159"/>
                  </a:lnTo>
                  <a:lnTo>
                    <a:pt x="4240" y="26027"/>
                  </a:lnTo>
                  <a:lnTo>
                    <a:pt x="4320" y="25895"/>
                  </a:lnTo>
                  <a:lnTo>
                    <a:pt x="4400" y="25762"/>
                  </a:lnTo>
                  <a:lnTo>
                    <a:pt x="4479" y="25630"/>
                  </a:lnTo>
                  <a:lnTo>
                    <a:pt x="4559" y="25498"/>
                  </a:lnTo>
                  <a:lnTo>
                    <a:pt x="4639" y="25366"/>
                  </a:lnTo>
                  <a:lnTo>
                    <a:pt x="4719" y="25233"/>
                  </a:lnTo>
                  <a:lnTo>
                    <a:pt x="4798" y="25101"/>
                  </a:lnTo>
                  <a:lnTo>
                    <a:pt x="4878" y="24969"/>
                  </a:lnTo>
                  <a:lnTo>
                    <a:pt x="4958" y="24836"/>
                  </a:lnTo>
                  <a:lnTo>
                    <a:pt x="5037" y="24704"/>
                  </a:lnTo>
                  <a:lnTo>
                    <a:pt x="5117" y="24572"/>
                  </a:lnTo>
                  <a:lnTo>
                    <a:pt x="5197" y="24439"/>
                  </a:lnTo>
                  <a:lnTo>
                    <a:pt x="5276" y="24307"/>
                  </a:lnTo>
                  <a:lnTo>
                    <a:pt x="5356" y="24175"/>
                  </a:lnTo>
                  <a:lnTo>
                    <a:pt x="5436" y="24042"/>
                  </a:lnTo>
                  <a:lnTo>
                    <a:pt x="5515" y="23910"/>
                  </a:lnTo>
                  <a:lnTo>
                    <a:pt x="5595" y="23778"/>
                  </a:lnTo>
                  <a:lnTo>
                    <a:pt x="5675" y="23645"/>
                  </a:lnTo>
                  <a:lnTo>
                    <a:pt x="5754" y="23513"/>
                  </a:lnTo>
                  <a:lnTo>
                    <a:pt x="5834" y="23381"/>
                  </a:lnTo>
                  <a:lnTo>
                    <a:pt x="5913" y="23248"/>
                  </a:lnTo>
                  <a:lnTo>
                    <a:pt x="5993" y="23116"/>
                  </a:lnTo>
                  <a:lnTo>
                    <a:pt x="6073" y="22983"/>
                  </a:lnTo>
                  <a:lnTo>
                    <a:pt x="6152" y="22851"/>
                  </a:lnTo>
                  <a:lnTo>
                    <a:pt x="6232" y="22719"/>
                  </a:lnTo>
                  <a:lnTo>
                    <a:pt x="6311" y="22586"/>
                  </a:lnTo>
                  <a:lnTo>
                    <a:pt x="6391" y="22454"/>
                  </a:lnTo>
                  <a:lnTo>
                    <a:pt x="6470" y="22321"/>
                  </a:lnTo>
                  <a:lnTo>
                    <a:pt x="6550" y="22189"/>
                  </a:lnTo>
                  <a:lnTo>
                    <a:pt x="6629" y="22057"/>
                  </a:lnTo>
                  <a:lnTo>
                    <a:pt x="6709" y="21924"/>
                  </a:lnTo>
                  <a:lnTo>
                    <a:pt x="6788" y="21792"/>
                  </a:lnTo>
                  <a:lnTo>
                    <a:pt x="6868" y="21659"/>
                  </a:lnTo>
                  <a:lnTo>
                    <a:pt x="6947" y="21527"/>
                  </a:lnTo>
                  <a:lnTo>
                    <a:pt x="7027" y="21394"/>
                  </a:lnTo>
                  <a:lnTo>
                    <a:pt x="7106" y="21262"/>
                  </a:lnTo>
                  <a:lnTo>
                    <a:pt x="7186" y="21130"/>
                  </a:lnTo>
                  <a:lnTo>
                    <a:pt x="7265" y="20997"/>
                  </a:lnTo>
                  <a:lnTo>
                    <a:pt x="7344" y="20865"/>
                  </a:lnTo>
                  <a:lnTo>
                    <a:pt x="7424" y="20732"/>
                  </a:lnTo>
                  <a:lnTo>
                    <a:pt x="7503" y="20600"/>
                  </a:lnTo>
                  <a:lnTo>
                    <a:pt x="7583" y="20467"/>
                  </a:lnTo>
                  <a:lnTo>
                    <a:pt x="7662" y="20335"/>
                  </a:lnTo>
                  <a:lnTo>
                    <a:pt x="7741" y="20202"/>
                  </a:lnTo>
                  <a:lnTo>
                    <a:pt x="7821" y="20070"/>
                  </a:lnTo>
                  <a:lnTo>
                    <a:pt x="7900" y="19937"/>
                  </a:lnTo>
                  <a:lnTo>
                    <a:pt x="7979" y="19805"/>
                  </a:lnTo>
                  <a:lnTo>
                    <a:pt x="8059" y="19672"/>
                  </a:lnTo>
                  <a:lnTo>
                    <a:pt x="8138" y="19540"/>
                  </a:lnTo>
                  <a:lnTo>
                    <a:pt x="8217" y="19407"/>
                  </a:lnTo>
                  <a:lnTo>
                    <a:pt x="8297" y="19274"/>
                  </a:lnTo>
                  <a:lnTo>
                    <a:pt x="8376" y="19142"/>
                  </a:lnTo>
                  <a:lnTo>
                    <a:pt x="8455" y="19009"/>
                  </a:lnTo>
                  <a:lnTo>
                    <a:pt x="8535" y="18877"/>
                  </a:lnTo>
                  <a:lnTo>
                    <a:pt x="8614" y="18744"/>
                  </a:lnTo>
                  <a:lnTo>
                    <a:pt x="8693" y="18612"/>
                  </a:lnTo>
                  <a:lnTo>
                    <a:pt x="8772" y="18479"/>
                  </a:lnTo>
                  <a:lnTo>
                    <a:pt x="8852" y="18347"/>
                  </a:lnTo>
                  <a:lnTo>
                    <a:pt x="8931" y="18214"/>
                  </a:lnTo>
                  <a:lnTo>
                    <a:pt x="9010" y="18081"/>
                  </a:lnTo>
                  <a:lnTo>
                    <a:pt x="9089" y="17949"/>
                  </a:lnTo>
                  <a:lnTo>
                    <a:pt x="9169" y="17816"/>
                  </a:lnTo>
                  <a:lnTo>
                    <a:pt x="9248" y="17684"/>
                  </a:lnTo>
                  <a:lnTo>
                    <a:pt x="9327" y="17551"/>
                  </a:lnTo>
                  <a:lnTo>
                    <a:pt x="9406" y="17418"/>
                  </a:lnTo>
                  <a:lnTo>
                    <a:pt x="9485" y="17286"/>
                  </a:lnTo>
                  <a:lnTo>
                    <a:pt x="9565" y="17153"/>
                  </a:lnTo>
                  <a:lnTo>
                    <a:pt x="9644" y="17021"/>
                  </a:lnTo>
                  <a:lnTo>
                    <a:pt x="9723" y="16888"/>
                  </a:lnTo>
                  <a:lnTo>
                    <a:pt x="9802" y="16755"/>
                  </a:lnTo>
                  <a:lnTo>
                    <a:pt x="9881" y="16623"/>
                  </a:lnTo>
                  <a:lnTo>
                    <a:pt x="9960" y="16490"/>
                  </a:lnTo>
                  <a:lnTo>
                    <a:pt x="10039" y="16357"/>
                  </a:lnTo>
                  <a:lnTo>
                    <a:pt x="10118" y="16225"/>
                  </a:lnTo>
                  <a:lnTo>
                    <a:pt x="10198" y="16092"/>
                  </a:lnTo>
                  <a:lnTo>
                    <a:pt x="10277" y="15959"/>
                  </a:lnTo>
                  <a:lnTo>
                    <a:pt x="10356" y="15827"/>
                  </a:lnTo>
                  <a:lnTo>
                    <a:pt x="10435" y="15694"/>
                  </a:lnTo>
                  <a:lnTo>
                    <a:pt x="10514" y="15561"/>
                  </a:lnTo>
                  <a:lnTo>
                    <a:pt x="10593" y="15429"/>
                  </a:lnTo>
                  <a:lnTo>
                    <a:pt x="10672" y="15296"/>
                  </a:lnTo>
                  <a:lnTo>
                    <a:pt x="10751" y="15163"/>
                  </a:lnTo>
                  <a:lnTo>
                    <a:pt x="10830" y="15030"/>
                  </a:lnTo>
                  <a:lnTo>
                    <a:pt x="10909" y="14898"/>
                  </a:lnTo>
                  <a:lnTo>
                    <a:pt x="10988" y="14765"/>
                  </a:lnTo>
                  <a:lnTo>
                    <a:pt x="11067" y="14632"/>
                  </a:lnTo>
                  <a:lnTo>
                    <a:pt x="11146" y="14500"/>
                  </a:lnTo>
                  <a:lnTo>
                    <a:pt x="11225" y="14367"/>
                  </a:lnTo>
                  <a:lnTo>
                    <a:pt x="11304" y="14234"/>
                  </a:lnTo>
                  <a:lnTo>
                    <a:pt x="11383" y="14101"/>
                  </a:lnTo>
                  <a:lnTo>
                    <a:pt x="11462" y="13969"/>
                  </a:lnTo>
                  <a:lnTo>
                    <a:pt x="11541" y="13836"/>
                  </a:lnTo>
                  <a:lnTo>
                    <a:pt x="11620" y="13703"/>
                  </a:lnTo>
                  <a:lnTo>
                    <a:pt x="11699" y="13570"/>
                  </a:lnTo>
                  <a:lnTo>
                    <a:pt x="11778" y="13438"/>
                  </a:lnTo>
                  <a:lnTo>
                    <a:pt x="11856" y="13305"/>
                  </a:lnTo>
                  <a:lnTo>
                    <a:pt x="11935" y="13172"/>
                  </a:lnTo>
                  <a:lnTo>
                    <a:pt x="12014" y="13039"/>
                  </a:lnTo>
                  <a:lnTo>
                    <a:pt x="12093" y="12906"/>
                  </a:lnTo>
                  <a:lnTo>
                    <a:pt x="12172" y="12774"/>
                  </a:lnTo>
                  <a:lnTo>
                    <a:pt x="12251" y="12641"/>
                  </a:lnTo>
                  <a:lnTo>
                    <a:pt x="12330" y="12508"/>
                  </a:lnTo>
                  <a:lnTo>
                    <a:pt x="12409" y="12375"/>
                  </a:lnTo>
                  <a:lnTo>
                    <a:pt x="12487" y="12242"/>
                  </a:lnTo>
                  <a:lnTo>
                    <a:pt x="12566" y="12109"/>
                  </a:lnTo>
                  <a:lnTo>
                    <a:pt x="12645" y="11977"/>
                  </a:lnTo>
                  <a:lnTo>
                    <a:pt x="12724" y="11844"/>
                  </a:lnTo>
                  <a:lnTo>
                    <a:pt x="12803" y="11711"/>
                  </a:lnTo>
                  <a:lnTo>
                    <a:pt x="12881" y="11578"/>
                  </a:lnTo>
                  <a:lnTo>
                    <a:pt x="12960" y="11445"/>
                  </a:lnTo>
                  <a:lnTo>
                    <a:pt x="13039" y="11312"/>
                  </a:lnTo>
                  <a:lnTo>
                    <a:pt x="13118" y="11180"/>
                  </a:lnTo>
                  <a:lnTo>
                    <a:pt x="13196" y="11047"/>
                  </a:lnTo>
                  <a:lnTo>
                    <a:pt x="13275" y="10914"/>
                  </a:lnTo>
                  <a:lnTo>
                    <a:pt x="13354" y="10781"/>
                  </a:lnTo>
                  <a:lnTo>
                    <a:pt x="13433" y="10648"/>
                  </a:lnTo>
                  <a:lnTo>
                    <a:pt x="13511" y="10515"/>
                  </a:lnTo>
                  <a:lnTo>
                    <a:pt x="13590" y="10382"/>
                  </a:lnTo>
                  <a:lnTo>
                    <a:pt x="13669" y="10249"/>
                  </a:lnTo>
                  <a:lnTo>
                    <a:pt x="13747" y="10116"/>
                  </a:lnTo>
                  <a:lnTo>
                    <a:pt x="13826" y="9983"/>
                  </a:lnTo>
                  <a:lnTo>
                    <a:pt x="13905" y="9851"/>
                  </a:lnTo>
                  <a:lnTo>
                    <a:pt x="13983" y="9718"/>
                  </a:lnTo>
                  <a:lnTo>
                    <a:pt x="14062" y="9585"/>
                  </a:lnTo>
                  <a:lnTo>
                    <a:pt x="14141" y="9452"/>
                  </a:lnTo>
                  <a:lnTo>
                    <a:pt x="14219" y="9319"/>
                  </a:lnTo>
                  <a:lnTo>
                    <a:pt x="14298" y="9186"/>
                  </a:lnTo>
                  <a:lnTo>
                    <a:pt x="14377" y="9053"/>
                  </a:lnTo>
                  <a:lnTo>
                    <a:pt x="14455" y="8920"/>
                  </a:lnTo>
                  <a:lnTo>
                    <a:pt x="14534" y="8787"/>
                  </a:lnTo>
                  <a:lnTo>
                    <a:pt x="14612" y="8654"/>
                  </a:lnTo>
                  <a:lnTo>
                    <a:pt x="14691" y="8521"/>
                  </a:lnTo>
                  <a:lnTo>
                    <a:pt x="14770" y="8388"/>
                  </a:lnTo>
                  <a:lnTo>
                    <a:pt x="14848" y="8255"/>
                  </a:lnTo>
                  <a:lnTo>
                    <a:pt x="14927" y="8122"/>
                  </a:lnTo>
                  <a:lnTo>
                    <a:pt x="15005" y="7989"/>
                  </a:lnTo>
                  <a:lnTo>
                    <a:pt x="15084" y="7856"/>
                  </a:lnTo>
                  <a:lnTo>
                    <a:pt x="15162" y="7723"/>
                  </a:lnTo>
                  <a:lnTo>
                    <a:pt x="15241" y="7590"/>
                  </a:lnTo>
                  <a:lnTo>
                    <a:pt x="15319" y="7457"/>
                  </a:lnTo>
                  <a:lnTo>
                    <a:pt x="15398" y="7324"/>
                  </a:lnTo>
                  <a:lnTo>
                    <a:pt x="15476" y="7191"/>
                  </a:lnTo>
                  <a:lnTo>
                    <a:pt x="15555" y="7058"/>
                  </a:lnTo>
                  <a:lnTo>
                    <a:pt x="15633" y="6925"/>
                  </a:lnTo>
                  <a:lnTo>
                    <a:pt x="15712" y="6792"/>
                  </a:lnTo>
                  <a:lnTo>
                    <a:pt x="15790" y="6659"/>
                  </a:lnTo>
                  <a:lnTo>
                    <a:pt x="15869" y="6526"/>
                  </a:lnTo>
                  <a:lnTo>
                    <a:pt x="15947" y="6393"/>
                  </a:lnTo>
                  <a:lnTo>
                    <a:pt x="16025" y="6260"/>
                  </a:lnTo>
                  <a:lnTo>
                    <a:pt x="16104" y="6127"/>
                  </a:lnTo>
                  <a:lnTo>
                    <a:pt x="16182" y="5994"/>
                  </a:lnTo>
                  <a:lnTo>
                    <a:pt x="16261" y="5860"/>
                  </a:lnTo>
                  <a:lnTo>
                    <a:pt x="16339" y="5727"/>
                  </a:lnTo>
                  <a:lnTo>
                    <a:pt x="16417" y="5594"/>
                  </a:lnTo>
                  <a:lnTo>
                    <a:pt x="16496" y="5461"/>
                  </a:lnTo>
                  <a:lnTo>
                    <a:pt x="16574" y="5328"/>
                  </a:lnTo>
                  <a:lnTo>
                    <a:pt x="16652" y="5195"/>
                  </a:lnTo>
                  <a:lnTo>
                    <a:pt x="16731" y="5062"/>
                  </a:lnTo>
                  <a:lnTo>
                    <a:pt x="16809" y="4929"/>
                  </a:lnTo>
                  <a:lnTo>
                    <a:pt x="16887" y="4796"/>
                  </a:lnTo>
                  <a:lnTo>
                    <a:pt x="16966" y="4662"/>
                  </a:lnTo>
                  <a:lnTo>
                    <a:pt x="17044" y="4529"/>
                  </a:lnTo>
                  <a:lnTo>
                    <a:pt x="17122" y="4396"/>
                  </a:lnTo>
                  <a:lnTo>
                    <a:pt x="17201" y="4263"/>
                  </a:lnTo>
                  <a:lnTo>
                    <a:pt x="17279" y="4130"/>
                  </a:lnTo>
                  <a:lnTo>
                    <a:pt x="17357" y="3997"/>
                  </a:lnTo>
                  <a:lnTo>
                    <a:pt x="17435" y="3864"/>
                  </a:lnTo>
                  <a:lnTo>
                    <a:pt x="17514" y="3730"/>
                  </a:lnTo>
                  <a:lnTo>
                    <a:pt x="17592" y="3597"/>
                  </a:lnTo>
                  <a:lnTo>
                    <a:pt x="17670" y="3464"/>
                  </a:lnTo>
                  <a:lnTo>
                    <a:pt x="17748" y="3331"/>
                  </a:lnTo>
                  <a:lnTo>
                    <a:pt x="17827" y="3198"/>
                  </a:lnTo>
                  <a:lnTo>
                    <a:pt x="17905" y="3064"/>
                  </a:lnTo>
                  <a:lnTo>
                    <a:pt x="17983" y="2931"/>
                  </a:lnTo>
                  <a:lnTo>
                    <a:pt x="18061" y="2798"/>
                  </a:lnTo>
                  <a:lnTo>
                    <a:pt x="18139" y="2665"/>
                  </a:lnTo>
                  <a:lnTo>
                    <a:pt x="18218" y="2532"/>
                  </a:lnTo>
                  <a:lnTo>
                    <a:pt x="18296" y="2398"/>
                  </a:lnTo>
                  <a:lnTo>
                    <a:pt x="18374" y="2265"/>
                  </a:lnTo>
                  <a:lnTo>
                    <a:pt x="18452" y="2132"/>
                  </a:lnTo>
                  <a:lnTo>
                    <a:pt x="18530" y="1999"/>
                  </a:lnTo>
                  <a:lnTo>
                    <a:pt x="18608" y="1865"/>
                  </a:lnTo>
                  <a:lnTo>
                    <a:pt x="18686" y="1732"/>
                  </a:lnTo>
                  <a:lnTo>
                    <a:pt x="18764" y="1599"/>
                  </a:lnTo>
                  <a:lnTo>
                    <a:pt x="18843" y="1466"/>
                  </a:lnTo>
                  <a:lnTo>
                    <a:pt x="18921" y="1332"/>
                  </a:lnTo>
                  <a:lnTo>
                    <a:pt x="18999" y="1199"/>
                  </a:lnTo>
                  <a:lnTo>
                    <a:pt x="19077" y="1066"/>
                  </a:lnTo>
                  <a:lnTo>
                    <a:pt x="19155" y="933"/>
                  </a:lnTo>
                  <a:lnTo>
                    <a:pt x="19233" y="799"/>
                  </a:lnTo>
                  <a:lnTo>
                    <a:pt x="19311" y="666"/>
                  </a:lnTo>
                  <a:lnTo>
                    <a:pt x="19389" y="533"/>
                  </a:lnTo>
                  <a:lnTo>
                    <a:pt x="19467" y="399"/>
                  </a:lnTo>
                  <a:lnTo>
                    <a:pt x="19545" y="266"/>
                  </a:lnTo>
                  <a:lnTo>
                    <a:pt x="19623" y="133"/>
                  </a:lnTo>
                  <a:lnTo>
                    <a:pt x="19701" y="0"/>
                  </a:lnTo>
                </a:path>
              </a:pathLst>
            </a:custGeom>
            <a:ln w="22859" cap="rnd">
              <a:solidFill>
                <a:srgbClr val="7E57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l718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3820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l7186"/>
            <p:cNvSpPr/>
            <p:nvPr/>
          </p:nvSpPr>
          <p:spPr>
            <a:xfrm>
              <a:off x="8044994" y="45580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2859" cap="rnd">
              <a:solidFill>
                <a:srgbClr val="F4B5FF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l7187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83820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l7188"/>
            <p:cNvSpPr/>
            <p:nvPr/>
          </p:nvSpPr>
          <p:spPr>
            <a:xfrm>
              <a:off x="8279702" y="3438614"/>
              <a:ext cx="68658" cy="542368"/>
            </a:xfrm>
            <a:custGeom>
              <a:avLst/>
              <a:pathLst>
                <a:path w="68658" h="542368">
                  <a:moveTo>
                    <a:pt x="0" y="542368"/>
                  </a:moveTo>
                  <a:lnTo>
                    <a:pt x="538" y="540234"/>
                  </a:lnTo>
                  <a:lnTo>
                    <a:pt x="1074" y="538099"/>
                  </a:lnTo>
                  <a:lnTo>
                    <a:pt x="1608" y="535964"/>
                  </a:lnTo>
                  <a:lnTo>
                    <a:pt x="2140" y="533828"/>
                  </a:lnTo>
                  <a:lnTo>
                    <a:pt x="2670" y="531692"/>
                  </a:lnTo>
                  <a:lnTo>
                    <a:pt x="3198" y="529555"/>
                  </a:lnTo>
                  <a:lnTo>
                    <a:pt x="3724" y="527418"/>
                  </a:lnTo>
                  <a:lnTo>
                    <a:pt x="4248" y="525280"/>
                  </a:lnTo>
                  <a:lnTo>
                    <a:pt x="4769" y="523142"/>
                  </a:lnTo>
                  <a:lnTo>
                    <a:pt x="5289" y="521003"/>
                  </a:lnTo>
                  <a:lnTo>
                    <a:pt x="5806" y="518864"/>
                  </a:lnTo>
                  <a:lnTo>
                    <a:pt x="6321" y="516724"/>
                  </a:lnTo>
                  <a:lnTo>
                    <a:pt x="6835" y="514584"/>
                  </a:lnTo>
                  <a:lnTo>
                    <a:pt x="7346" y="512443"/>
                  </a:lnTo>
                  <a:lnTo>
                    <a:pt x="7855" y="510301"/>
                  </a:lnTo>
                  <a:lnTo>
                    <a:pt x="8362" y="508160"/>
                  </a:lnTo>
                  <a:lnTo>
                    <a:pt x="8867" y="506017"/>
                  </a:lnTo>
                  <a:lnTo>
                    <a:pt x="9370" y="503874"/>
                  </a:lnTo>
                  <a:lnTo>
                    <a:pt x="9870" y="501731"/>
                  </a:lnTo>
                  <a:lnTo>
                    <a:pt x="10369" y="499587"/>
                  </a:lnTo>
                  <a:lnTo>
                    <a:pt x="10865" y="497443"/>
                  </a:lnTo>
                  <a:lnTo>
                    <a:pt x="11360" y="495298"/>
                  </a:lnTo>
                  <a:lnTo>
                    <a:pt x="11852" y="493153"/>
                  </a:lnTo>
                  <a:lnTo>
                    <a:pt x="12342" y="491007"/>
                  </a:lnTo>
                  <a:lnTo>
                    <a:pt x="12830" y="488861"/>
                  </a:lnTo>
                  <a:lnTo>
                    <a:pt x="13316" y="486715"/>
                  </a:lnTo>
                  <a:lnTo>
                    <a:pt x="13800" y="484567"/>
                  </a:lnTo>
                  <a:lnTo>
                    <a:pt x="14282" y="482420"/>
                  </a:lnTo>
                  <a:lnTo>
                    <a:pt x="14762" y="480272"/>
                  </a:lnTo>
                  <a:lnTo>
                    <a:pt x="15240" y="478123"/>
                  </a:lnTo>
                  <a:lnTo>
                    <a:pt x="15715" y="475974"/>
                  </a:lnTo>
                  <a:lnTo>
                    <a:pt x="16189" y="473825"/>
                  </a:lnTo>
                  <a:lnTo>
                    <a:pt x="16660" y="471675"/>
                  </a:lnTo>
                  <a:lnTo>
                    <a:pt x="17129" y="469524"/>
                  </a:lnTo>
                  <a:lnTo>
                    <a:pt x="17596" y="467374"/>
                  </a:lnTo>
                  <a:lnTo>
                    <a:pt x="18061" y="465222"/>
                  </a:lnTo>
                  <a:lnTo>
                    <a:pt x="18524" y="463071"/>
                  </a:lnTo>
                  <a:lnTo>
                    <a:pt x="18985" y="460918"/>
                  </a:lnTo>
                  <a:lnTo>
                    <a:pt x="19444" y="458766"/>
                  </a:lnTo>
                  <a:lnTo>
                    <a:pt x="19900" y="456613"/>
                  </a:lnTo>
                  <a:lnTo>
                    <a:pt x="20355" y="454459"/>
                  </a:lnTo>
                  <a:lnTo>
                    <a:pt x="20807" y="452305"/>
                  </a:lnTo>
                  <a:lnTo>
                    <a:pt x="21258" y="450151"/>
                  </a:lnTo>
                  <a:lnTo>
                    <a:pt x="21706" y="447996"/>
                  </a:lnTo>
                  <a:lnTo>
                    <a:pt x="22152" y="445840"/>
                  </a:lnTo>
                  <a:lnTo>
                    <a:pt x="22596" y="443685"/>
                  </a:lnTo>
                  <a:lnTo>
                    <a:pt x="23038" y="441528"/>
                  </a:lnTo>
                  <a:lnTo>
                    <a:pt x="23477" y="439372"/>
                  </a:lnTo>
                  <a:lnTo>
                    <a:pt x="23915" y="437215"/>
                  </a:lnTo>
                  <a:lnTo>
                    <a:pt x="24351" y="435057"/>
                  </a:lnTo>
                  <a:lnTo>
                    <a:pt x="24784" y="432899"/>
                  </a:lnTo>
                  <a:lnTo>
                    <a:pt x="25215" y="430741"/>
                  </a:lnTo>
                  <a:lnTo>
                    <a:pt x="25645" y="428582"/>
                  </a:lnTo>
                  <a:lnTo>
                    <a:pt x="26072" y="426423"/>
                  </a:lnTo>
                  <a:lnTo>
                    <a:pt x="26497" y="424264"/>
                  </a:lnTo>
                  <a:lnTo>
                    <a:pt x="26920" y="422104"/>
                  </a:lnTo>
                  <a:lnTo>
                    <a:pt x="27340" y="419943"/>
                  </a:lnTo>
                  <a:lnTo>
                    <a:pt x="27759" y="417782"/>
                  </a:lnTo>
                  <a:lnTo>
                    <a:pt x="28176" y="415621"/>
                  </a:lnTo>
                  <a:lnTo>
                    <a:pt x="28590" y="413460"/>
                  </a:lnTo>
                  <a:lnTo>
                    <a:pt x="29002" y="411298"/>
                  </a:lnTo>
                  <a:lnTo>
                    <a:pt x="29413" y="409135"/>
                  </a:lnTo>
                  <a:lnTo>
                    <a:pt x="29821" y="406972"/>
                  </a:lnTo>
                  <a:lnTo>
                    <a:pt x="30227" y="404809"/>
                  </a:lnTo>
                  <a:lnTo>
                    <a:pt x="30631" y="402645"/>
                  </a:lnTo>
                  <a:lnTo>
                    <a:pt x="31032" y="400481"/>
                  </a:lnTo>
                  <a:lnTo>
                    <a:pt x="31432" y="398317"/>
                  </a:lnTo>
                  <a:lnTo>
                    <a:pt x="31830" y="396152"/>
                  </a:lnTo>
                  <a:lnTo>
                    <a:pt x="32225" y="393987"/>
                  </a:lnTo>
                  <a:lnTo>
                    <a:pt x="32618" y="391822"/>
                  </a:lnTo>
                  <a:lnTo>
                    <a:pt x="33010" y="389656"/>
                  </a:lnTo>
                  <a:lnTo>
                    <a:pt x="33399" y="387489"/>
                  </a:lnTo>
                  <a:lnTo>
                    <a:pt x="33786" y="385323"/>
                  </a:lnTo>
                  <a:lnTo>
                    <a:pt x="34170" y="383155"/>
                  </a:lnTo>
                  <a:lnTo>
                    <a:pt x="34553" y="380988"/>
                  </a:lnTo>
                  <a:lnTo>
                    <a:pt x="34934" y="378820"/>
                  </a:lnTo>
                  <a:lnTo>
                    <a:pt x="35312" y="376652"/>
                  </a:lnTo>
                  <a:lnTo>
                    <a:pt x="35689" y="374483"/>
                  </a:lnTo>
                  <a:lnTo>
                    <a:pt x="36063" y="372314"/>
                  </a:lnTo>
                  <a:lnTo>
                    <a:pt x="36435" y="370145"/>
                  </a:lnTo>
                  <a:lnTo>
                    <a:pt x="36805" y="367975"/>
                  </a:lnTo>
                  <a:lnTo>
                    <a:pt x="37173" y="365805"/>
                  </a:lnTo>
                  <a:lnTo>
                    <a:pt x="37539" y="363635"/>
                  </a:lnTo>
                  <a:lnTo>
                    <a:pt x="37902" y="361464"/>
                  </a:lnTo>
                  <a:lnTo>
                    <a:pt x="38264" y="359293"/>
                  </a:lnTo>
                  <a:lnTo>
                    <a:pt x="38623" y="357122"/>
                  </a:lnTo>
                  <a:lnTo>
                    <a:pt x="38981" y="354950"/>
                  </a:lnTo>
                  <a:lnTo>
                    <a:pt x="39336" y="352778"/>
                  </a:lnTo>
                  <a:lnTo>
                    <a:pt x="39689" y="350605"/>
                  </a:lnTo>
                  <a:lnTo>
                    <a:pt x="40040" y="348432"/>
                  </a:lnTo>
                  <a:lnTo>
                    <a:pt x="40388" y="346259"/>
                  </a:lnTo>
                  <a:lnTo>
                    <a:pt x="40735" y="344086"/>
                  </a:lnTo>
                  <a:lnTo>
                    <a:pt x="41080" y="341912"/>
                  </a:lnTo>
                  <a:lnTo>
                    <a:pt x="41422" y="339738"/>
                  </a:lnTo>
                  <a:lnTo>
                    <a:pt x="41762" y="337563"/>
                  </a:lnTo>
                  <a:lnTo>
                    <a:pt x="42101" y="335388"/>
                  </a:lnTo>
                  <a:lnTo>
                    <a:pt x="42437" y="333213"/>
                  </a:lnTo>
                  <a:lnTo>
                    <a:pt x="42771" y="331038"/>
                  </a:lnTo>
                  <a:lnTo>
                    <a:pt x="43102" y="328862"/>
                  </a:lnTo>
                  <a:lnTo>
                    <a:pt x="43432" y="326686"/>
                  </a:lnTo>
                  <a:lnTo>
                    <a:pt x="43760" y="324509"/>
                  </a:lnTo>
                  <a:lnTo>
                    <a:pt x="44085" y="322332"/>
                  </a:lnTo>
                  <a:lnTo>
                    <a:pt x="44408" y="320155"/>
                  </a:lnTo>
                  <a:lnTo>
                    <a:pt x="44729" y="317978"/>
                  </a:lnTo>
                  <a:lnTo>
                    <a:pt x="45048" y="315800"/>
                  </a:lnTo>
                  <a:lnTo>
                    <a:pt x="45365" y="313622"/>
                  </a:lnTo>
                  <a:lnTo>
                    <a:pt x="45680" y="311444"/>
                  </a:lnTo>
                  <a:lnTo>
                    <a:pt x="45993" y="309265"/>
                  </a:lnTo>
                  <a:lnTo>
                    <a:pt x="46303" y="307086"/>
                  </a:lnTo>
                  <a:lnTo>
                    <a:pt x="46612" y="304907"/>
                  </a:lnTo>
                  <a:lnTo>
                    <a:pt x="46918" y="302727"/>
                  </a:lnTo>
                  <a:lnTo>
                    <a:pt x="47222" y="300547"/>
                  </a:lnTo>
                  <a:lnTo>
                    <a:pt x="47524" y="298367"/>
                  </a:lnTo>
                  <a:lnTo>
                    <a:pt x="47824" y="296187"/>
                  </a:lnTo>
                  <a:lnTo>
                    <a:pt x="48122" y="294006"/>
                  </a:lnTo>
                  <a:lnTo>
                    <a:pt x="48417" y="291825"/>
                  </a:lnTo>
                  <a:lnTo>
                    <a:pt x="48711" y="289643"/>
                  </a:lnTo>
                  <a:lnTo>
                    <a:pt x="49002" y="287462"/>
                  </a:lnTo>
                  <a:lnTo>
                    <a:pt x="49291" y="285280"/>
                  </a:lnTo>
                  <a:lnTo>
                    <a:pt x="49578" y="283098"/>
                  </a:lnTo>
                  <a:lnTo>
                    <a:pt x="49863" y="280915"/>
                  </a:lnTo>
                  <a:lnTo>
                    <a:pt x="50146" y="278732"/>
                  </a:lnTo>
                  <a:lnTo>
                    <a:pt x="50427" y="276549"/>
                  </a:lnTo>
                  <a:lnTo>
                    <a:pt x="50705" y="274366"/>
                  </a:lnTo>
                  <a:lnTo>
                    <a:pt x="50982" y="272183"/>
                  </a:lnTo>
                  <a:lnTo>
                    <a:pt x="51256" y="269999"/>
                  </a:lnTo>
                  <a:lnTo>
                    <a:pt x="51528" y="267815"/>
                  </a:lnTo>
                  <a:lnTo>
                    <a:pt x="51798" y="265630"/>
                  </a:lnTo>
                  <a:lnTo>
                    <a:pt x="52066" y="263446"/>
                  </a:lnTo>
                  <a:lnTo>
                    <a:pt x="52332" y="261261"/>
                  </a:lnTo>
                  <a:lnTo>
                    <a:pt x="52596" y="259076"/>
                  </a:lnTo>
                  <a:lnTo>
                    <a:pt x="52857" y="256890"/>
                  </a:lnTo>
                  <a:lnTo>
                    <a:pt x="53116" y="254704"/>
                  </a:lnTo>
                  <a:lnTo>
                    <a:pt x="53374" y="252519"/>
                  </a:lnTo>
                  <a:lnTo>
                    <a:pt x="53629" y="250332"/>
                  </a:lnTo>
                  <a:lnTo>
                    <a:pt x="53882" y="248146"/>
                  </a:lnTo>
                  <a:lnTo>
                    <a:pt x="54132" y="245959"/>
                  </a:lnTo>
                  <a:lnTo>
                    <a:pt x="54381" y="243772"/>
                  </a:lnTo>
                  <a:lnTo>
                    <a:pt x="54628" y="241585"/>
                  </a:lnTo>
                  <a:lnTo>
                    <a:pt x="54872" y="239398"/>
                  </a:lnTo>
                  <a:lnTo>
                    <a:pt x="55114" y="237210"/>
                  </a:lnTo>
                  <a:lnTo>
                    <a:pt x="55354" y="235022"/>
                  </a:lnTo>
                  <a:lnTo>
                    <a:pt x="55592" y="232834"/>
                  </a:lnTo>
                  <a:lnTo>
                    <a:pt x="55828" y="230646"/>
                  </a:lnTo>
                  <a:lnTo>
                    <a:pt x="56062" y="228457"/>
                  </a:lnTo>
                  <a:lnTo>
                    <a:pt x="56293" y="226269"/>
                  </a:lnTo>
                  <a:lnTo>
                    <a:pt x="56523" y="224080"/>
                  </a:lnTo>
                  <a:lnTo>
                    <a:pt x="56750" y="221890"/>
                  </a:lnTo>
                  <a:lnTo>
                    <a:pt x="56975" y="219701"/>
                  </a:lnTo>
                  <a:lnTo>
                    <a:pt x="57198" y="217511"/>
                  </a:lnTo>
                  <a:lnTo>
                    <a:pt x="57419" y="215321"/>
                  </a:lnTo>
                  <a:lnTo>
                    <a:pt x="57638" y="213131"/>
                  </a:lnTo>
                  <a:lnTo>
                    <a:pt x="57854" y="210941"/>
                  </a:lnTo>
                  <a:lnTo>
                    <a:pt x="58069" y="208750"/>
                  </a:lnTo>
                  <a:lnTo>
                    <a:pt x="58281" y="206560"/>
                  </a:lnTo>
                  <a:lnTo>
                    <a:pt x="58491" y="204369"/>
                  </a:lnTo>
                  <a:lnTo>
                    <a:pt x="58699" y="202178"/>
                  </a:lnTo>
                  <a:lnTo>
                    <a:pt x="58905" y="199986"/>
                  </a:lnTo>
                  <a:lnTo>
                    <a:pt x="59109" y="197795"/>
                  </a:lnTo>
                  <a:lnTo>
                    <a:pt x="59310" y="195603"/>
                  </a:lnTo>
                  <a:lnTo>
                    <a:pt x="59510" y="193411"/>
                  </a:lnTo>
                  <a:lnTo>
                    <a:pt x="59707" y="191219"/>
                  </a:lnTo>
                  <a:lnTo>
                    <a:pt x="59902" y="189027"/>
                  </a:lnTo>
                  <a:lnTo>
                    <a:pt x="60095" y="186834"/>
                  </a:lnTo>
                  <a:lnTo>
                    <a:pt x="60286" y="184641"/>
                  </a:lnTo>
                  <a:lnTo>
                    <a:pt x="60475" y="182449"/>
                  </a:lnTo>
                  <a:lnTo>
                    <a:pt x="60662" y="180255"/>
                  </a:lnTo>
                  <a:lnTo>
                    <a:pt x="60846" y="178062"/>
                  </a:lnTo>
                  <a:lnTo>
                    <a:pt x="61028" y="175869"/>
                  </a:lnTo>
                  <a:lnTo>
                    <a:pt x="61209" y="173675"/>
                  </a:lnTo>
                  <a:lnTo>
                    <a:pt x="61387" y="171481"/>
                  </a:lnTo>
                  <a:lnTo>
                    <a:pt x="61562" y="169287"/>
                  </a:lnTo>
                  <a:lnTo>
                    <a:pt x="61736" y="167093"/>
                  </a:lnTo>
                  <a:lnTo>
                    <a:pt x="61908" y="164899"/>
                  </a:lnTo>
                  <a:lnTo>
                    <a:pt x="62077" y="162705"/>
                  </a:lnTo>
                  <a:lnTo>
                    <a:pt x="62245" y="160510"/>
                  </a:lnTo>
                  <a:lnTo>
                    <a:pt x="62410" y="158315"/>
                  </a:lnTo>
                  <a:lnTo>
                    <a:pt x="62573" y="156120"/>
                  </a:lnTo>
                  <a:lnTo>
                    <a:pt x="62734" y="153925"/>
                  </a:lnTo>
                  <a:lnTo>
                    <a:pt x="62892" y="151730"/>
                  </a:lnTo>
                  <a:lnTo>
                    <a:pt x="63049" y="149534"/>
                  </a:lnTo>
                  <a:lnTo>
                    <a:pt x="63203" y="147339"/>
                  </a:lnTo>
                  <a:lnTo>
                    <a:pt x="63356" y="145143"/>
                  </a:lnTo>
                  <a:lnTo>
                    <a:pt x="63506" y="142947"/>
                  </a:lnTo>
                  <a:lnTo>
                    <a:pt x="63654" y="140751"/>
                  </a:lnTo>
                  <a:lnTo>
                    <a:pt x="63800" y="138555"/>
                  </a:lnTo>
                  <a:lnTo>
                    <a:pt x="63943" y="136359"/>
                  </a:lnTo>
                  <a:lnTo>
                    <a:pt x="64085" y="134162"/>
                  </a:lnTo>
                  <a:lnTo>
                    <a:pt x="64224" y="131966"/>
                  </a:lnTo>
                  <a:lnTo>
                    <a:pt x="64362" y="129769"/>
                  </a:lnTo>
                  <a:lnTo>
                    <a:pt x="64497" y="127572"/>
                  </a:lnTo>
                  <a:lnTo>
                    <a:pt x="64630" y="125375"/>
                  </a:lnTo>
                  <a:lnTo>
                    <a:pt x="64761" y="123178"/>
                  </a:lnTo>
                  <a:lnTo>
                    <a:pt x="64889" y="120981"/>
                  </a:lnTo>
                  <a:lnTo>
                    <a:pt x="65016" y="118784"/>
                  </a:lnTo>
                  <a:lnTo>
                    <a:pt x="65140" y="116586"/>
                  </a:lnTo>
                  <a:lnTo>
                    <a:pt x="65262" y="114389"/>
                  </a:lnTo>
                  <a:lnTo>
                    <a:pt x="65382" y="112191"/>
                  </a:lnTo>
                  <a:lnTo>
                    <a:pt x="65500" y="109993"/>
                  </a:lnTo>
                  <a:lnTo>
                    <a:pt x="65616" y="107795"/>
                  </a:lnTo>
                  <a:lnTo>
                    <a:pt x="65730" y="105597"/>
                  </a:lnTo>
                  <a:lnTo>
                    <a:pt x="65841" y="103399"/>
                  </a:lnTo>
                  <a:lnTo>
                    <a:pt x="65951" y="101201"/>
                  </a:lnTo>
                  <a:lnTo>
                    <a:pt x="66058" y="99002"/>
                  </a:lnTo>
                  <a:lnTo>
                    <a:pt x="66163" y="96804"/>
                  </a:lnTo>
                  <a:lnTo>
                    <a:pt x="66266" y="94605"/>
                  </a:lnTo>
                  <a:lnTo>
                    <a:pt x="66367" y="92406"/>
                  </a:lnTo>
                  <a:lnTo>
                    <a:pt x="66465" y="90208"/>
                  </a:lnTo>
                  <a:lnTo>
                    <a:pt x="66562" y="88009"/>
                  </a:lnTo>
                  <a:lnTo>
                    <a:pt x="66656" y="85810"/>
                  </a:lnTo>
                  <a:lnTo>
                    <a:pt x="66748" y="83611"/>
                  </a:lnTo>
                  <a:lnTo>
                    <a:pt x="66838" y="81412"/>
                  </a:lnTo>
                  <a:lnTo>
                    <a:pt x="66926" y="79212"/>
                  </a:lnTo>
                  <a:lnTo>
                    <a:pt x="67012" y="77013"/>
                  </a:lnTo>
                  <a:lnTo>
                    <a:pt x="67095" y="74814"/>
                  </a:lnTo>
                  <a:lnTo>
                    <a:pt x="67177" y="72614"/>
                  </a:lnTo>
                  <a:lnTo>
                    <a:pt x="67256" y="70414"/>
                  </a:lnTo>
                  <a:lnTo>
                    <a:pt x="67333" y="68215"/>
                  </a:lnTo>
                  <a:lnTo>
                    <a:pt x="67408" y="66015"/>
                  </a:lnTo>
                  <a:lnTo>
                    <a:pt x="67481" y="63815"/>
                  </a:lnTo>
                  <a:lnTo>
                    <a:pt x="67552" y="61615"/>
                  </a:lnTo>
                  <a:lnTo>
                    <a:pt x="67620" y="59416"/>
                  </a:lnTo>
                  <a:lnTo>
                    <a:pt x="67687" y="57216"/>
                  </a:lnTo>
                  <a:lnTo>
                    <a:pt x="67751" y="55016"/>
                  </a:lnTo>
                  <a:lnTo>
                    <a:pt x="67813" y="52815"/>
                  </a:lnTo>
                  <a:lnTo>
                    <a:pt x="67873" y="50615"/>
                  </a:lnTo>
                  <a:lnTo>
                    <a:pt x="67931" y="48415"/>
                  </a:lnTo>
                  <a:lnTo>
                    <a:pt x="67986" y="46215"/>
                  </a:lnTo>
                  <a:lnTo>
                    <a:pt x="68040" y="44014"/>
                  </a:lnTo>
                  <a:lnTo>
                    <a:pt x="68091" y="41814"/>
                  </a:lnTo>
                  <a:lnTo>
                    <a:pt x="68140" y="39614"/>
                  </a:lnTo>
                  <a:lnTo>
                    <a:pt x="68187" y="37413"/>
                  </a:lnTo>
                  <a:lnTo>
                    <a:pt x="68232" y="35212"/>
                  </a:lnTo>
                  <a:lnTo>
                    <a:pt x="68275" y="33012"/>
                  </a:lnTo>
                  <a:lnTo>
                    <a:pt x="68315" y="30811"/>
                  </a:lnTo>
                  <a:lnTo>
                    <a:pt x="68354" y="28611"/>
                  </a:lnTo>
                  <a:lnTo>
                    <a:pt x="68390" y="26410"/>
                  </a:lnTo>
                  <a:lnTo>
                    <a:pt x="68424" y="24209"/>
                  </a:lnTo>
                  <a:lnTo>
                    <a:pt x="68456" y="22008"/>
                  </a:lnTo>
                  <a:lnTo>
                    <a:pt x="68486" y="19808"/>
                  </a:lnTo>
                  <a:lnTo>
                    <a:pt x="68514" y="17607"/>
                  </a:lnTo>
                  <a:lnTo>
                    <a:pt x="68539" y="15406"/>
                  </a:lnTo>
                  <a:lnTo>
                    <a:pt x="68563" y="13205"/>
                  </a:lnTo>
                  <a:lnTo>
                    <a:pt x="68584" y="11004"/>
                  </a:lnTo>
                  <a:lnTo>
                    <a:pt x="68603" y="8803"/>
                  </a:lnTo>
                  <a:lnTo>
                    <a:pt x="68620" y="6602"/>
                  </a:lnTo>
                  <a:lnTo>
                    <a:pt x="68635" y="4401"/>
                  </a:lnTo>
                  <a:lnTo>
                    <a:pt x="68647" y="2200"/>
                  </a:lnTo>
                  <a:lnTo>
                    <a:pt x="68658" y="0"/>
                  </a:lnTo>
                </a:path>
              </a:pathLst>
            </a:custGeom>
            <a:ln w="22859" cap="rnd">
              <a:solidFill>
                <a:srgbClr val="00E8F2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l7189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83820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l7190"/>
            <p:cNvSpPr/>
            <p:nvPr/>
          </p:nvSpPr>
          <p:spPr>
            <a:xfrm>
              <a:off x="8049796" y="3990299"/>
              <a:ext cx="227530" cy="559411"/>
            </a:xfrm>
            <a:custGeom>
              <a:avLst/>
              <a:pathLst>
                <a:path w="227530" h="559411">
                  <a:moveTo>
                    <a:pt x="0" y="559411"/>
                  </a:moveTo>
                  <a:lnTo>
                    <a:pt x="1209" y="557300"/>
                  </a:lnTo>
                  <a:lnTo>
                    <a:pt x="2416" y="555188"/>
                  </a:lnTo>
                  <a:lnTo>
                    <a:pt x="3620" y="553074"/>
                  </a:lnTo>
                  <a:lnTo>
                    <a:pt x="4823" y="550960"/>
                  </a:lnTo>
                  <a:lnTo>
                    <a:pt x="6023" y="548844"/>
                  </a:lnTo>
                  <a:lnTo>
                    <a:pt x="7220" y="546726"/>
                  </a:lnTo>
                  <a:lnTo>
                    <a:pt x="8416" y="544607"/>
                  </a:lnTo>
                  <a:lnTo>
                    <a:pt x="9609" y="542488"/>
                  </a:lnTo>
                  <a:lnTo>
                    <a:pt x="10800" y="540366"/>
                  </a:lnTo>
                  <a:lnTo>
                    <a:pt x="11989" y="538244"/>
                  </a:lnTo>
                  <a:lnTo>
                    <a:pt x="13175" y="536120"/>
                  </a:lnTo>
                  <a:lnTo>
                    <a:pt x="14359" y="533995"/>
                  </a:lnTo>
                  <a:lnTo>
                    <a:pt x="15541" y="531869"/>
                  </a:lnTo>
                  <a:lnTo>
                    <a:pt x="16720" y="529741"/>
                  </a:lnTo>
                  <a:lnTo>
                    <a:pt x="17897" y="527612"/>
                  </a:lnTo>
                  <a:lnTo>
                    <a:pt x="19072" y="525482"/>
                  </a:lnTo>
                  <a:lnTo>
                    <a:pt x="20245" y="523350"/>
                  </a:lnTo>
                  <a:lnTo>
                    <a:pt x="21415" y="521218"/>
                  </a:lnTo>
                  <a:lnTo>
                    <a:pt x="22583" y="519084"/>
                  </a:lnTo>
                  <a:lnTo>
                    <a:pt x="23749" y="516948"/>
                  </a:lnTo>
                  <a:lnTo>
                    <a:pt x="24912" y="514812"/>
                  </a:lnTo>
                  <a:lnTo>
                    <a:pt x="26073" y="512674"/>
                  </a:lnTo>
                  <a:lnTo>
                    <a:pt x="27232" y="510535"/>
                  </a:lnTo>
                  <a:lnTo>
                    <a:pt x="28388" y="508395"/>
                  </a:lnTo>
                  <a:lnTo>
                    <a:pt x="29542" y="506253"/>
                  </a:lnTo>
                  <a:lnTo>
                    <a:pt x="30694" y="504111"/>
                  </a:lnTo>
                  <a:lnTo>
                    <a:pt x="31843" y="501967"/>
                  </a:lnTo>
                  <a:lnTo>
                    <a:pt x="32991" y="499822"/>
                  </a:lnTo>
                  <a:lnTo>
                    <a:pt x="34135" y="497675"/>
                  </a:lnTo>
                  <a:lnTo>
                    <a:pt x="35278" y="495527"/>
                  </a:lnTo>
                  <a:lnTo>
                    <a:pt x="36418" y="493378"/>
                  </a:lnTo>
                  <a:lnTo>
                    <a:pt x="37556" y="491228"/>
                  </a:lnTo>
                  <a:lnTo>
                    <a:pt x="38691" y="489077"/>
                  </a:lnTo>
                  <a:lnTo>
                    <a:pt x="39825" y="486924"/>
                  </a:lnTo>
                  <a:lnTo>
                    <a:pt x="40956" y="484770"/>
                  </a:lnTo>
                  <a:lnTo>
                    <a:pt x="42084" y="482615"/>
                  </a:lnTo>
                  <a:lnTo>
                    <a:pt x="43210" y="480459"/>
                  </a:lnTo>
                  <a:lnTo>
                    <a:pt x="44334" y="478302"/>
                  </a:lnTo>
                  <a:lnTo>
                    <a:pt x="45456" y="476143"/>
                  </a:lnTo>
                  <a:lnTo>
                    <a:pt x="46575" y="473983"/>
                  </a:lnTo>
                  <a:lnTo>
                    <a:pt x="47692" y="471822"/>
                  </a:lnTo>
                  <a:lnTo>
                    <a:pt x="48807" y="469660"/>
                  </a:lnTo>
                  <a:lnTo>
                    <a:pt x="49919" y="467496"/>
                  </a:lnTo>
                  <a:lnTo>
                    <a:pt x="51029" y="465331"/>
                  </a:lnTo>
                  <a:lnTo>
                    <a:pt x="52136" y="463165"/>
                  </a:lnTo>
                  <a:lnTo>
                    <a:pt x="53242" y="460998"/>
                  </a:lnTo>
                  <a:lnTo>
                    <a:pt x="54344" y="458830"/>
                  </a:lnTo>
                  <a:lnTo>
                    <a:pt x="55445" y="456660"/>
                  </a:lnTo>
                  <a:lnTo>
                    <a:pt x="56543" y="454490"/>
                  </a:lnTo>
                  <a:lnTo>
                    <a:pt x="57639" y="452318"/>
                  </a:lnTo>
                  <a:lnTo>
                    <a:pt x="58733" y="450145"/>
                  </a:lnTo>
                  <a:lnTo>
                    <a:pt x="59824" y="447971"/>
                  </a:lnTo>
                  <a:lnTo>
                    <a:pt x="60912" y="445795"/>
                  </a:lnTo>
                  <a:lnTo>
                    <a:pt x="61999" y="443619"/>
                  </a:lnTo>
                  <a:lnTo>
                    <a:pt x="63083" y="441441"/>
                  </a:lnTo>
                  <a:lnTo>
                    <a:pt x="64165" y="439262"/>
                  </a:lnTo>
                  <a:lnTo>
                    <a:pt x="65244" y="437082"/>
                  </a:lnTo>
                  <a:lnTo>
                    <a:pt x="66321" y="434901"/>
                  </a:lnTo>
                  <a:lnTo>
                    <a:pt x="67396" y="432718"/>
                  </a:lnTo>
                  <a:lnTo>
                    <a:pt x="68468" y="430535"/>
                  </a:lnTo>
                  <a:lnTo>
                    <a:pt x="69538" y="428350"/>
                  </a:lnTo>
                  <a:lnTo>
                    <a:pt x="70606" y="426164"/>
                  </a:lnTo>
                  <a:lnTo>
                    <a:pt x="71671" y="423977"/>
                  </a:lnTo>
                  <a:lnTo>
                    <a:pt x="72734" y="421789"/>
                  </a:lnTo>
                  <a:lnTo>
                    <a:pt x="73795" y="419599"/>
                  </a:lnTo>
                  <a:lnTo>
                    <a:pt x="74853" y="417409"/>
                  </a:lnTo>
                  <a:lnTo>
                    <a:pt x="75909" y="415217"/>
                  </a:lnTo>
                  <a:lnTo>
                    <a:pt x="76962" y="413025"/>
                  </a:lnTo>
                  <a:lnTo>
                    <a:pt x="78013" y="410831"/>
                  </a:lnTo>
                  <a:lnTo>
                    <a:pt x="79062" y="408636"/>
                  </a:lnTo>
                  <a:lnTo>
                    <a:pt x="80108" y="406439"/>
                  </a:lnTo>
                  <a:lnTo>
                    <a:pt x="81152" y="404242"/>
                  </a:lnTo>
                  <a:lnTo>
                    <a:pt x="82194" y="402044"/>
                  </a:lnTo>
                  <a:lnTo>
                    <a:pt x="83233" y="399844"/>
                  </a:lnTo>
                  <a:lnTo>
                    <a:pt x="84270" y="397644"/>
                  </a:lnTo>
                  <a:lnTo>
                    <a:pt x="85304" y="395442"/>
                  </a:lnTo>
                  <a:lnTo>
                    <a:pt x="86336" y="393239"/>
                  </a:lnTo>
                  <a:lnTo>
                    <a:pt x="87366" y="391035"/>
                  </a:lnTo>
                  <a:lnTo>
                    <a:pt x="88393" y="388830"/>
                  </a:lnTo>
                  <a:lnTo>
                    <a:pt x="89418" y="386624"/>
                  </a:lnTo>
                  <a:lnTo>
                    <a:pt x="90441" y="384416"/>
                  </a:lnTo>
                  <a:lnTo>
                    <a:pt x="91461" y="382208"/>
                  </a:lnTo>
                  <a:lnTo>
                    <a:pt x="92478" y="379998"/>
                  </a:lnTo>
                  <a:lnTo>
                    <a:pt x="93494" y="377788"/>
                  </a:lnTo>
                  <a:lnTo>
                    <a:pt x="94507" y="375576"/>
                  </a:lnTo>
                  <a:lnTo>
                    <a:pt x="95517" y="373363"/>
                  </a:lnTo>
                  <a:lnTo>
                    <a:pt x="96526" y="371149"/>
                  </a:lnTo>
                  <a:lnTo>
                    <a:pt x="97532" y="368934"/>
                  </a:lnTo>
                  <a:lnTo>
                    <a:pt x="98535" y="366718"/>
                  </a:lnTo>
                  <a:lnTo>
                    <a:pt x="99536" y="364501"/>
                  </a:lnTo>
                  <a:lnTo>
                    <a:pt x="100535" y="362283"/>
                  </a:lnTo>
                  <a:lnTo>
                    <a:pt x="101531" y="360063"/>
                  </a:lnTo>
                  <a:lnTo>
                    <a:pt x="102525" y="357843"/>
                  </a:lnTo>
                  <a:lnTo>
                    <a:pt x="103516" y="355621"/>
                  </a:lnTo>
                  <a:lnTo>
                    <a:pt x="104505" y="353399"/>
                  </a:lnTo>
                  <a:lnTo>
                    <a:pt x="105492" y="351175"/>
                  </a:lnTo>
                  <a:lnTo>
                    <a:pt x="106476" y="348951"/>
                  </a:lnTo>
                  <a:lnTo>
                    <a:pt x="107458" y="346725"/>
                  </a:lnTo>
                  <a:lnTo>
                    <a:pt x="108437" y="344498"/>
                  </a:lnTo>
                  <a:lnTo>
                    <a:pt x="109414" y="342270"/>
                  </a:lnTo>
                  <a:lnTo>
                    <a:pt x="110389" y="340041"/>
                  </a:lnTo>
                  <a:lnTo>
                    <a:pt x="111361" y="337811"/>
                  </a:lnTo>
                  <a:lnTo>
                    <a:pt x="112331" y="335580"/>
                  </a:lnTo>
                  <a:lnTo>
                    <a:pt x="113299" y="333348"/>
                  </a:lnTo>
                  <a:lnTo>
                    <a:pt x="114263" y="331115"/>
                  </a:lnTo>
                  <a:lnTo>
                    <a:pt x="115226" y="328881"/>
                  </a:lnTo>
                  <a:lnTo>
                    <a:pt x="116186" y="326646"/>
                  </a:lnTo>
                  <a:lnTo>
                    <a:pt x="117144" y="324410"/>
                  </a:lnTo>
                  <a:lnTo>
                    <a:pt x="118099" y="322172"/>
                  </a:lnTo>
                  <a:lnTo>
                    <a:pt x="119052" y="319934"/>
                  </a:lnTo>
                  <a:lnTo>
                    <a:pt x="120003" y="317695"/>
                  </a:lnTo>
                  <a:lnTo>
                    <a:pt x="120951" y="315454"/>
                  </a:lnTo>
                  <a:lnTo>
                    <a:pt x="121896" y="313213"/>
                  </a:lnTo>
                  <a:lnTo>
                    <a:pt x="122840" y="310971"/>
                  </a:lnTo>
                  <a:lnTo>
                    <a:pt x="123781" y="308727"/>
                  </a:lnTo>
                  <a:lnTo>
                    <a:pt x="124719" y="306483"/>
                  </a:lnTo>
                  <a:lnTo>
                    <a:pt x="125655" y="304238"/>
                  </a:lnTo>
                  <a:lnTo>
                    <a:pt x="126588" y="301991"/>
                  </a:lnTo>
                  <a:lnTo>
                    <a:pt x="127520" y="299744"/>
                  </a:lnTo>
                  <a:lnTo>
                    <a:pt x="128448" y="297495"/>
                  </a:lnTo>
                  <a:lnTo>
                    <a:pt x="129375" y="295246"/>
                  </a:lnTo>
                  <a:lnTo>
                    <a:pt x="130298" y="292995"/>
                  </a:lnTo>
                  <a:lnTo>
                    <a:pt x="131220" y="290744"/>
                  </a:lnTo>
                  <a:lnTo>
                    <a:pt x="132139" y="288492"/>
                  </a:lnTo>
                  <a:lnTo>
                    <a:pt x="133055" y="286238"/>
                  </a:lnTo>
                  <a:lnTo>
                    <a:pt x="133969" y="283984"/>
                  </a:lnTo>
                  <a:lnTo>
                    <a:pt x="134881" y="281728"/>
                  </a:lnTo>
                  <a:lnTo>
                    <a:pt x="135790" y="279472"/>
                  </a:lnTo>
                  <a:lnTo>
                    <a:pt x="136697" y="277215"/>
                  </a:lnTo>
                  <a:lnTo>
                    <a:pt x="137601" y="274956"/>
                  </a:lnTo>
                  <a:lnTo>
                    <a:pt x="138503" y="272697"/>
                  </a:lnTo>
                  <a:lnTo>
                    <a:pt x="139403" y="270437"/>
                  </a:lnTo>
                  <a:lnTo>
                    <a:pt x="140300" y="268175"/>
                  </a:lnTo>
                  <a:lnTo>
                    <a:pt x="141194" y="265913"/>
                  </a:lnTo>
                  <a:lnTo>
                    <a:pt x="142087" y="263650"/>
                  </a:lnTo>
                  <a:lnTo>
                    <a:pt x="142976" y="261386"/>
                  </a:lnTo>
                  <a:lnTo>
                    <a:pt x="143864" y="259121"/>
                  </a:lnTo>
                  <a:lnTo>
                    <a:pt x="144748" y="256855"/>
                  </a:lnTo>
                  <a:lnTo>
                    <a:pt x="145631" y="254588"/>
                  </a:lnTo>
                  <a:lnTo>
                    <a:pt x="146511" y="252320"/>
                  </a:lnTo>
                  <a:lnTo>
                    <a:pt x="147388" y="250051"/>
                  </a:lnTo>
                  <a:lnTo>
                    <a:pt x="148263" y="247781"/>
                  </a:lnTo>
                  <a:lnTo>
                    <a:pt x="149136" y="245510"/>
                  </a:lnTo>
                  <a:lnTo>
                    <a:pt x="150006" y="243238"/>
                  </a:lnTo>
                  <a:lnTo>
                    <a:pt x="150873" y="240966"/>
                  </a:lnTo>
                  <a:lnTo>
                    <a:pt x="151739" y="238692"/>
                  </a:lnTo>
                  <a:lnTo>
                    <a:pt x="152601" y="236418"/>
                  </a:lnTo>
                  <a:lnTo>
                    <a:pt x="153462" y="234142"/>
                  </a:lnTo>
                  <a:lnTo>
                    <a:pt x="154319" y="231866"/>
                  </a:lnTo>
                  <a:lnTo>
                    <a:pt x="155175" y="229588"/>
                  </a:lnTo>
                  <a:lnTo>
                    <a:pt x="156028" y="227310"/>
                  </a:lnTo>
                  <a:lnTo>
                    <a:pt x="156878" y="225031"/>
                  </a:lnTo>
                  <a:lnTo>
                    <a:pt x="157726" y="222751"/>
                  </a:lnTo>
                  <a:lnTo>
                    <a:pt x="158572" y="220470"/>
                  </a:lnTo>
                  <a:lnTo>
                    <a:pt x="159415" y="218188"/>
                  </a:lnTo>
                  <a:lnTo>
                    <a:pt x="160255" y="215905"/>
                  </a:lnTo>
                  <a:lnTo>
                    <a:pt x="161093" y="213621"/>
                  </a:lnTo>
                  <a:lnTo>
                    <a:pt x="161929" y="211337"/>
                  </a:lnTo>
                  <a:lnTo>
                    <a:pt x="162762" y="209051"/>
                  </a:lnTo>
                  <a:lnTo>
                    <a:pt x="163593" y="206765"/>
                  </a:lnTo>
                  <a:lnTo>
                    <a:pt x="164421" y="204477"/>
                  </a:lnTo>
                  <a:lnTo>
                    <a:pt x="165247" y="202189"/>
                  </a:lnTo>
                  <a:lnTo>
                    <a:pt x="166070" y="199900"/>
                  </a:lnTo>
                  <a:lnTo>
                    <a:pt x="166891" y="197610"/>
                  </a:lnTo>
                  <a:lnTo>
                    <a:pt x="167710" y="195319"/>
                  </a:lnTo>
                  <a:lnTo>
                    <a:pt x="168526" y="193027"/>
                  </a:lnTo>
                  <a:lnTo>
                    <a:pt x="169339" y="190735"/>
                  </a:lnTo>
                  <a:lnTo>
                    <a:pt x="170150" y="188441"/>
                  </a:lnTo>
                  <a:lnTo>
                    <a:pt x="170958" y="186147"/>
                  </a:lnTo>
                  <a:lnTo>
                    <a:pt x="171764" y="183851"/>
                  </a:lnTo>
                  <a:lnTo>
                    <a:pt x="172568" y="181555"/>
                  </a:lnTo>
                  <a:lnTo>
                    <a:pt x="173369" y="179258"/>
                  </a:lnTo>
                  <a:lnTo>
                    <a:pt x="174167" y="176960"/>
                  </a:lnTo>
                  <a:lnTo>
                    <a:pt x="174963" y="174662"/>
                  </a:lnTo>
                  <a:lnTo>
                    <a:pt x="175757" y="172362"/>
                  </a:lnTo>
                  <a:lnTo>
                    <a:pt x="176548" y="170062"/>
                  </a:lnTo>
                  <a:lnTo>
                    <a:pt x="177337" y="167760"/>
                  </a:lnTo>
                  <a:lnTo>
                    <a:pt x="178123" y="165458"/>
                  </a:lnTo>
                  <a:lnTo>
                    <a:pt x="178907" y="163155"/>
                  </a:lnTo>
                  <a:lnTo>
                    <a:pt x="179688" y="160851"/>
                  </a:lnTo>
                  <a:lnTo>
                    <a:pt x="180466" y="158547"/>
                  </a:lnTo>
                  <a:lnTo>
                    <a:pt x="181242" y="156241"/>
                  </a:lnTo>
                  <a:lnTo>
                    <a:pt x="182016" y="153935"/>
                  </a:lnTo>
                  <a:lnTo>
                    <a:pt x="182787" y="151627"/>
                  </a:lnTo>
                  <a:lnTo>
                    <a:pt x="183556" y="149319"/>
                  </a:lnTo>
                  <a:lnTo>
                    <a:pt x="184322" y="147011"/>
                  </a:lnTo>
                  <a:lnTo>
                    <a:pt x="185086" y="144701"/>
                  </a:lnTo>
                  <a:lnTo>
                    <a:pt x="185847" y="142390"/>
                  </a:lnTo>
                  <a:lnTo>
                    <a:pt x="186606" y="140079"/>
                  </a:lnTo>
                  <a:lnTo>
                    <a:pt x="187362" y="137767"/>
                  </a:lnTo>
                  <a:lnTo>
                    <a:pt x="188116" y="135454"/>
                  </a:lnTo>
                  <a:lnTo>
                    <a:pt x="188867" y="133140"/>
                  </a:lnTo>
                  <a:lnTo>
                    <a:pt x="189616" y="130826"/>
                  </a:lnTo>
                  <a:lnTo>
                    <a:pt x="190362" y="128510"/>
                  </a:lnTo>
                  <a:lnTo>
                    <a:pt x="191106" y="126194"/>
                  </a:lnTo>
                  <a:lnTo>
                    <a:pt x="191847" y="123877"/>
                  </a:lnTo>
                  <a:lnTo>
                    <a:pt x="192586" y="121559"/>
                  </a:lnTo>
                  <a:lnTo>
                    <a:pt x="193322" y="119241"/>
                  </a:lnTo>
                  <a:lnTo>
                    <a:pt x="194056" y="116921"/>
                  </a:lnTo>
                  <a:lnTo>
                    <a:pt x="194787" y="114601"/>
                  </a:lnTo>
                  <a:lnTo>
                    <a:pt x="195516" y="112280"/>
                  </a:lnTo>
                  <a:lnTo>
                    <a:pt x="196242" y="109958"/>
                  </a:lnTo>
                  <a:lnTo>
                    <a:pt x="196965" y="107636"/>
                  </a:lnTo>
                  <a:lnTo>
                    <a:pt x="197687" y="105312"/>
                  </a:lnTo>
                  <a:lnTo>
                    <a:pt x="198405" y="102988"/>
                  </a:lnTo>
                  <a:lnTo>
                    <a:pt x="199121" y="100663"/>
                  </a:lnTo>
                  <a:lnTo>
                    <a:pt x="199835" y="98338"/>
                  </a:lnTo>
                  <a:lnTo>
                    <a:pt x="200546" y="96011"/>
                  </a:lnTo>
                  <a:lnTo>
                    <a:pt x="201255" y="93684"/>
                  </a:lnTo>
                  <a:lnTo>
                    <a:pt x="201961" y="91356"/>
                  </a:lnTo>
                  <a:lnTo>
                    <a:pt x="202665" y="89028"/>
                  </a:lnTo>
                  <a:lnTo>
                    <a:pt x="203366" y="86698"/>
                  </a:lnTo>
                  <a:lnTo>
                    <a:pt x="204064" y="84368"/>
                  </a:lnTo>
                  <a:lnTo>
                    <a:pt x="204760" y="82037"/>
                  </a:lnTo>
                  <a:lnTo>
                    <a:pt x="205454" y="79705"/>
                  </a:lnTo>
                  <a:lnTo>
                    <a:pt x="206145" y="77373"/>
                  </a:lnTo>
                  <a:lnTo>
                    <a:pt x="206833" y="75039"/>
                  </a:lnTo>
                  <a:lnTo>
                    <a:pt x="207519" y="72705"/>
                  </a:lnTo>
                  <a:lnTo>
                    <a:pt x="208203" y="70371"/>
                  </a:lnTo>
                  <a:lnTo>
                    <a:pt x="208884" y="68035"/>
                  </a:lnTo>
                  <a:lnTo>
                    <a:pt x="209562" y="65699"/>
                  </a:lnTo>
                  <a:lnTo>
                    <a:pt x="210238" y="63362"/>
                  </a:lnTo>
                  <a:lnTo>
                    <a:pt x="210911" y="61025"/>
                  </a:lnTo>
                  <a:lnTo>
                    <a:pt x="211582" y="58686"/>
                  </a:lnTo>
                  <a:lnTo>
                    <a:pt x="212250" y="56347"/>
                  </a:lnTo>
                  <a:lnTo>
                    <a:pt x="212916" y="54007"/>
                  </a:lnTo>
                  <a:lnTo>
                    <a:pt x="213579" y="51667"/>
                  </a:lnTo>
                  <a:lnTo>
                    <a:pt x="214240" y="49326"/>
                  </a:lnTo>
                  <a:lnTo>
                    <a:pt x="214898" y="46984"/>
                  </a:lnTo>
                  <a:lnTo>
                    <a:pt x="215554" y="44641"/>
                  </a:lnTo>
                  <a:lnTo>
                    <a:pt x="216207" y="42298"/>
                  </a:lnTo>
                  <a:lnTo>
                    <a:pt x="216858" y="39954"/>
                  </a:lnTo>
                  <a:lnTo>
                    <a:pt x="217506" y="37609"/>
                  </a:lnTo>
                  <a:lnTo>
                    <a:pt x="218151" y="35263"/>
                  </a:lnTo>
                  <a:lnTo>
                    <a:pt x="218794" y="32917"/>
                  </a:lnTo>
                  <a:lnTo>
                    <a:pt x="219435" y="30570"/>
                  </a:lnTo>
                  <a:lnTo>
                    <a:pt x="220073" y="28223"/>
                  </a:lnTo>
                  <a:lnTo>
                    <a:pt x="220708" y="25875"/>
                  </a:lnTo>
                  <a:lnTo>
                    <a:pt x="221341" y="23526"/>
                  </a:lnTo>
                  <a:lnTo>
                    <a:pt x="221971" y="21176"/>
                  </a:lnTo>
                  <a:lnTo>
                    <a:pt x="222599" y="18826"/>
                  </a:lnTo>
                  <a:lnTo>
                    <a:pt x="223224" y="16475"/>
                  </a:lnTo>
                  <a:lnTo>
                    <a:pt x="223847" y="14123"/>
                  </a:lnTo>
                  <a:lnTo>
                    <a:pt x="224467" y="11771"/>
                  </a:lnTo>
                  <a:lnTo>
                    <a:pt x="225085" y="9418"/>
                  </a:lnTo>
                  <a:lnTo>
                    <a:pt x="225700" y="7064"/>
                  </a:lnTo>
                  <a:lnTo>
                    <a:pt x="226313" y="4710"/>
                  </a:lnTo>
                  <a:lnTo>
                    <a:pt x="226923" y="2355"/>
                  </a:lnTo>
                  <a:lnTo>
                    <a:pt x="227530" y="0"/>
                  </a:lnTo>
                </a:path>
              </a:pathLst>
            </a:custGeom>
            <a:ln w="22859" cap="rnd">
              <a:solidFill>
                <a:srgbClr val="B2E84D">
                  <a:alpha val="5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895947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3892737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005879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001556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01907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01463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010240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3997269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3993021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3988810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3984636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3980500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3976402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3972342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3968320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3964335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3960389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3956481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3952611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3948780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3944987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3941232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3937516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3933838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3930199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392659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3923037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3919514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3916030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3912585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3909179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3905812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3902485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3899196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323979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317611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311275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304970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362845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356289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349765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343272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336809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330379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98697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92457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86248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280072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273928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267816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261737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255690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249677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243696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237748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231833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225952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22010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21428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208507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202759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197045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191365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115453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110292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105167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100077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09502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4090005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085022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080076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075165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70290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185719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180107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174529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168985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163476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158001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152560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147154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14178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4136447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4131146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4125880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4120649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4065452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4060649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4055884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4051154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4046461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4041804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4037185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4032601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4028055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4023546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1699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14987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13021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11097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9213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34509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832177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829886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827636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825426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823257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82112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819040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889567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886435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883344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880292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877279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874306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87137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868480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865627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862813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860039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857305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854612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851958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849345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846771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844238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841745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839293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836880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802086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800407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807370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805568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803806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98769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97172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95616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94102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3783469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3782326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379262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3791196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3789805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3788455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3787147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3785879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378465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3781224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3780164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3779145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3778167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3777231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3771237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3770675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3773902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377317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3776336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377548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3774672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3772486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3771841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3770154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3769676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376923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3768842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376848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3768176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3767905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3767676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3767489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3767343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941720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933201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924702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916225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907768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4899331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4890916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4882522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4984614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4975996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4967397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4958818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4950259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036729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027996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019282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010586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001910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4993252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4874150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4865799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4857469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4849161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4840876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4832612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4824371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4816152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4807955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4799782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4791631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4783503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477539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4767317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4759259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4751225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4743214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4735227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4727265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541062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579185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569641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560106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550579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636627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627033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617447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607869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598300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58873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503088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493619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531554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522055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512567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484160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474712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465274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455847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446431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437026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427633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418250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408880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399521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39017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38083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371516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362205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352908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343623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334351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325092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315846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91039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81345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820150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810442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800738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878481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868750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859023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849299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83957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829862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966182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956429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946678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936928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927180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6044252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6034491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6024730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6014970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6005210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995451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985694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975937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917435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907693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897953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888215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723290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713634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703985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742619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732952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771656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761972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752293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694342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684705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675075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5665452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5655836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5646228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5288191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5306614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5297396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5279000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5187897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5178871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5169860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5142927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5160866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5151888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5133982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512505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5196939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5215070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5205997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5269824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5260661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5251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5242380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5233262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522415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5063039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5054251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5045481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5089512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5080670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5116142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5107248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5098371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5071846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719326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711412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680001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703522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695657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687816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672210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664445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656705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648991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641302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63363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626001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618390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610805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603246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45957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4588208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458072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4573276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4565851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454373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4558453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4551082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4536422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4402820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4450824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4443877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4436960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4430073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4423215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4416387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440958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4529134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452187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4514640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4507436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4500259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4493111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4485991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4478900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4471838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4464804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4457799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4396081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4389373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4382695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4376048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4369431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3767239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3767176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037736" y="2249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052143" y="22748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047377" y="22663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042575" y="22578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032862" y="22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018022" y="22156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027951" y="2232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023004" y="22240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013003" y="220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007949" y="2198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002860" y="2190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7997734" y="21823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7992574" y="21740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13925" y="30371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12410" y="3027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10854" y="3017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09257" y="3008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07619" y="299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05940" y="29889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04220" y="2979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02459" y="2969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00657" y="29601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298814" y="295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296930" y="29410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295005" y="29314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293040" y="2921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291033" y="2912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288986" y="2902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286898" y="28932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284770" y="2883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282600" y="28742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280391" y="28647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278140" y="2855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275849" y="2845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273518" y="2836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271146" y="28267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268734" y="2817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266281" y="28078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263789" y="2798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261255" y="2789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58682" y="27795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50721" y="2751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56069" y="2770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53415" y="27607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39184" y="32993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38788" y="32895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38351" y="32798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337872" y="3270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337352" y="3260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336789" y="325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336186" y="32408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335540" y="32311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340871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340851" y="33774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340788" y="33676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340684" y="3357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340538" y="33481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340351" y="33383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340121" y="332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339851" y="33188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339538" y="33090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334853" y="32213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334125" y="3211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333355" y="3201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332543" y="3192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331690" y="3182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330796" y="31727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329860" y="3163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328882" y="3153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327863" y="3143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326803" y="3133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325701" y="31241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324558" y="3114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323373" y="3104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322147" y="3095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320880" y="3085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319571" y="3075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318222" y="30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316831" y="3056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315398" y="30467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247987" y="2742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245214" y="27326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236653" y="2704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242400" y="2723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239547" y="27139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233720" y="26953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230747" y="26860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227735" y="26767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218460" y="2648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224683" y="2667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221591" y="26582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215290" y="263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212080" y="2630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208830" y="26213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205542" y="2612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202214" y="2602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198847" y="2593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195441" y="2584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191996" y="25755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8188513" y="2566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8184990" y="25573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8181428" y="25482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8177828" y="2539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8174189" y="2530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8170511" y="25210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8166795" y="25120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8163040" y="25030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8159247" y="2494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8155415" y="24850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8151545" y="24760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8147637" y="2467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8143691" y="24582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8139707" y="2449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8135685" y="2440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8131624" y="24315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8119217" y="24049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8127526" y="24226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8123391" y="24138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8115006" y="23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8110757" y="23874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8106471" y="2378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8088953" y="23437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8102147" y="23698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8097787" y="2361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8093388" y="2352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8084481" y="23350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8079971" y="23264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8075425" y="2317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8070842" y="23091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8066222" y="23005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8061566" y="22919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8056873" y="228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939041" y="2092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933498" y="20843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927920" y="2076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987378" y="216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982147" y="2157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976881" y="21493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971579" y="21411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966243" y="21329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960872" y="2124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955466" y="21166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950026" y="210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944551" y="21004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922308" y="2068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916661" y="20604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910981" y="2052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905267" y="20445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899520" y="20366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893738" y="2028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887923" y="2020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882075" y="2013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876194" y="2005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870279" y="19975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864331" y="19898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858350" y="19821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852336" y="19744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827955" y="1943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821779" y="19363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846290" y="1966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840211" y="19591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834099" y="1951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815570" y="19288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725331" y="18262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718654" y="18191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711945" y="18120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705207" y="1804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698438" y="1797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691640" y="1790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684812" y="17839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677954" y="17770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671066" y="17701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771217" y="187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784048" y="1891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777648" y="1884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809329" y="19213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803056" y="19138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796752" y="1906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790416" y="1899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764755" y="18695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758262" y="18622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751737" y="18550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745182" y="18477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738596" y="1840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731979" y="18334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664149" y="17632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657203" y="1756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650227" y="1749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643222" y="17427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636189" y="17359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629126" y="17292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622035" y="17225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614915" y="1715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607767" y="1709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600591" y="17025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593386" y="1695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586153" y="168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578893" y="1682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571604" y="16764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564288" y="1669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556945" y="16635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549574" y="1657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542176" y="16507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534750" y="16444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527298" y="16381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519819" y="16318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512313" y="16256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504781" y="16194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497222" y="161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489637" y="16070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482025" y="16009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474388" y="1594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466725" y="1588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459036" y="15828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451321" y="1576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443581" y="1570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435816" y="15649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428026" y="1559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420210" y="15532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412370" y="154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404505" y="15416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396615" y="15359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388701" y="15301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380762" y="1524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372799" y="15188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364813" y="15132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356802" y="15076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348768" y="15021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340710" y="14966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332628" y="1491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324524" y="14857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316396" y="1480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7308245" y="14749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300071" y="1469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291875" y="14642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250558" y="1438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242228" y="14332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283656" y="145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275415" y="14538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7267151" y="14486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7258865" y="1443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7233877" y="14281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7225504" y="1423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7217110" y="14181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7208695" y="14132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7200259" y="1408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7191802" y="14034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7183324" y="13986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7174826" y="13938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7166307" y="13890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7157768" y="1384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7149209" y="13796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7140630" y="1374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7132031" y="1370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7123412" y="13657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7114774" y="13612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7106117" y="1356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7097440" y="1352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7088745" y="13477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7080030" y="13433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7071297" y="133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7009655" y="13095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7000779" y="13054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91884" y="13014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982973" y="12974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974045" y="12935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7044987" y="13261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7062546" y="13347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7053776" y="13304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7036181" y="13219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7027357" y="1317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7018515" y="13136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965100" y="12896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956139" y="1285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947161" y="12819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938166" y="127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929156" y="12743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920130" y="12706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911088" y="12669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36511" y="1204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727188" y="12016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717853" y="11987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708506" y="1195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699147" y="1193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689776" y="11904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680394" y="11877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671000" y="11851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661595" y="11824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652179" y="11799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642752" y="1177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633315" y="11748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623866" y="11724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614408" y="117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604939" y="11676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595460" y="11653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745821" y="1207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902030" y="12633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892957" y="12597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883868" y="12561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874765" y="1252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865646" y="1249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856513" y="12457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847365" y="1242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838203" y="1238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829026" y="12356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819835" y="12323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810631" y="12290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801412" y="1225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792180" y="12227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782935" y="12195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773676" y="12164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764404" y="12134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755119" y="12104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490579" y="11423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480994" y="1140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509727" y="1146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500157" y="11442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566965" y="11585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585971" y="11630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576473" y="11607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557448" y="11564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547921" y="11542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538386" y="11521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528841" y="1150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519288" y="1148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326682" y="11166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423321" y="11303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413685" y="11287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471400" y="11387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461799" y="11369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452190" y="11352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442574" y="1133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432951" y="1131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404042" y="11272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394392" y="112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384736" y="11243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6375075" y="11229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6336371" y="1117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6365407" y="11216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6355734" y="1120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6346055" y="1119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6316988" y="11154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6307289" y="11143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6297585" y="111331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6287877" y="11122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6278165" y="111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6268448" y="11103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6258728" y="1109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6249004" y="11086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6239276" y="11078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6229545" y="11070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6219811" y="11063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6171099" y="11033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6161349" y="1102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6151597" y="1102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6210074" y="11056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6200334" y="11049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6190591" y="11043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6180846" y="11038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6141844" y="11019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6102817" y="1100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6132089" y="1101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6122333" y="1101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6112575" y="11010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6093057" y="11006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6083297" y="11004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6073536" y="11003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6063775" y="1100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6054013" y="1100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67343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67489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67155" y="33871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67176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67239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67676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767905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768176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76848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768842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76923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769676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770154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770675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771237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771841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772486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77317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773902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774672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77548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776336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777231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778167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779145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780164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781224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782326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783469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78465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785879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787147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788455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789805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791196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79262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794102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795616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797172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798769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00407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02086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07370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03806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05568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09213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81699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811097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813021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14987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819040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825426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82112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823257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827636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829886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832177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834509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836880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839293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841745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844238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846771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849345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851958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854612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857305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860039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877279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862813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865627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868480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87137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874306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880292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3883344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3886435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3889567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3892737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3930199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3923037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392659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3895947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3899196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3902485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3905812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3909179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3912585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3916030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3919514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3952611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3956481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3960389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3933838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3937516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3941232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3944987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3948780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3964335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3968320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005879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3972342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3976402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3980500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3984636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3988810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3993021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3997269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001556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010240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01463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01907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023546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028055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041804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032601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037185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046461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051154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055884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060649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065452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070290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075165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080076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085022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090005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09502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100077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105167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125880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131146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120649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110292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115453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136447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14178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147154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152560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158001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163476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168985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174529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180107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185719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191365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197045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202759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208507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21428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22010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225952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231833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237748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243696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249677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255690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261737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267816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273928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317611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323979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280072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286248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292457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298697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304970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311275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330379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336809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343272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349765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356289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362845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369431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376048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52187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507436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514640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29134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36422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4373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551082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558453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500259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485991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493111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457799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464804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471838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478900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416387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423215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430073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436960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382695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389373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396081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402820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40958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443877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450824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565851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573276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751225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759259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695657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703522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711412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719326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727265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735227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4743214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4767317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477539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4783503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791631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626001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610805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58072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588208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5957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603246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618390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63363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641302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648991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656705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664445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672210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680001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687816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799782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807955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4816152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4824371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4849161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4832612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4840876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4857469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4865799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4874150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4882522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4890916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4899331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5045481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5010586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5019282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5027996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5036729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5054251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5063039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5098371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5089512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5071846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5080670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4907768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4916225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4924702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4933201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4941720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4950259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4958818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4967397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4975996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4984614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4993252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5001910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5107248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5116142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512505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5133982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5142927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5151888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5160866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5169860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5178871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542176" y="5123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549574" y="51172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512313" y="51487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519819" y="51424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482025" y="517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89637" y="5167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97222" y="51611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504781" y="5154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7527298" y="513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7534750" y="51299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7556945" y="51108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7564288" y="51043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7571604" y="50979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7578893" y="50914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7586153" y="50848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7593386" y="50783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7600591" y="5071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7607767" y="50651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7614915" y="505848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7622035" y="5051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7629126" y="50450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636189" y="50383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308245" y="52993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316396" y="5294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7275415" y="532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283656" y="5315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291875" y="53100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300071" y="5304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324524" y="52886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332628" y="5283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340710" y="52777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348768" y="5272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356802" y="52666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364813" y="52610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372799" y="52554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380762" y="52498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388701" y="52441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396615" y="52384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420210" y="52210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404505" y="52326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412370" y="52268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6810631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6819835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6829026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6838203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6847365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6856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6865646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6874765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688386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6892957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6902030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6911088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6920130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6929156" y="549994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6938166" y="549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6947161" y="54923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6956139" y="54885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6965100" y="5484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6974045" y="54807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6982973" y="54768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036181" y="54523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018515" y="54606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027357" y="5456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6991884" y="54728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000779" y="5468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009655" y="54647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044987" y="544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7053776" y="54439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7062546" y="54396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7114774" y="5413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7071297" y="543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7080030" y="54309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7088745" y="5426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7097440" y="5422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7106117" y="54176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7123412" y="54085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7132031" y="5403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7140630" y="5399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7149209" y="53947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7157768" y="5390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7166307" y="538529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7174826" y="538053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7183324" y="53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7191802" y="5370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7200259" y="53660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7208695" y="53611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7250558" y="5336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7258865" y="533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7267151" y="5325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7217110" y="53561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7225504" y="53511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7233877" y="5346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7242228" y="53411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7443581" y="52034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7428026" y="5215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7435816" y="52093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7451321" y="51974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7459036" y="51915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7466725" y="51854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7474388" y="5179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187897" y="5503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196939" y="5507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205997" y="55109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215070" y="55145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224158" y="55181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233262" y="55216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242380" y="55251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251513" y="55285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260661" y="55320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269824" y="55353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279000" y="55386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288191" y="5541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297396" y="55452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306614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315846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325092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334351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343623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352908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362205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371516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38083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408880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39017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399521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418250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427633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437026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446431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455847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465274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474712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484160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493619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503088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512567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522055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531554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541062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550579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560106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569641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579185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58873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598300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607869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617447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627033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636627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646228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655836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665452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675075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5684705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5694342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5703985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5713634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5742619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5723290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5732952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5752293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5761972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5771656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5781345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5791039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5800738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5810442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5820150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5829862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583957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5849299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5859023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5868750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5878481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5888215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5897953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5907693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5917435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5927180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5936928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5946678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5956429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5966182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5975937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5985694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5995451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005210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014970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024730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034491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044252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054013" y="56740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063775" y="5674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073536" y="56739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083297" y="567383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141844" y="56723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122333" y="56730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132089" y="56726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093057" y="567369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102817" y="5673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112575" y="56732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151597" y="5671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161349" y="56715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171099" y="56710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180846" y="56705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190591" y="56699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200334" y="56693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210074" y="56686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219811" y="5668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229545" y="56672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239276" y="56665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249004" y="566569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258728" y="56648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268448" y="56639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326682" y="5657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336371" y="56565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278165" y="56630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287877" y="56620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297585" y="566101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307289" y="56599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316988" y="5658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346055" y="56553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355734" y="56540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365407" y="56527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375075" y="5651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384736" y="56499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394392" y="56485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404042" y="56470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413685" y="56455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423321" y="56440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432951" y="56424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442574" y="564077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452190" y="56390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461799" y="56373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471400" y="56356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480994" y="56338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490579" y="56319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6500157" y="56300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6509727" y="56281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6519288" y="56261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6528841" y="56241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6680394" y="5586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6689776" y="55838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6699147" y="5581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6708506" y="55783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6642752" y="55969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6652179" y="55944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6661595" y="5591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6671000" y="55892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6633315" y="55994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6614408" y="5604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6623866" y="5601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6585971" y="56112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6595460" y="56090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6604939" y="560667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6566965" y="56157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6576473" y="56135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6538386" y="56221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6547921" y="56200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6557448" y="56179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6717853" y="5575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6727188" y="55726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6736511" y="55698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6745821" y="55668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6755119" y="55639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6764404" y="55608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6773676" y="555783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6782935" y="5554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6792180" y="5551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6801412" y="55484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846290" y="48075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34099" y="48227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40211" y="4815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90416" y="48753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77648" y="48900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784048" y="48827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796752" y="48679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803056" y="48604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821779" y="48379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809329" y="48529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815570" y="48454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827955" y="48303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852336" y="47998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858350" y="4792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684812" y="4990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691640" y="4983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698438" y="497637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705207" y="4969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711945" y="49622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643222" y="50315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650227" y="502479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657203" y="5017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664149" y="50111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671066" y="50042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677954" y="499730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718654" y="49551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7725331" y="494806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7751737" y="49193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7731979" y="494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7738596" y="49337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7745182" y="492653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7771217" y="4897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7758262" y="49120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7764755" y="49047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7876194" y="4768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7864331" y="4784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7870279" y="47767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7882075" y="47611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7887923" y="47533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7893738" y="474552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7899520" y="4737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7905267" y="47297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7910981" y="47218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7916661" y="471391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7922308" y="47059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7927920" y="46979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7933498" y="4689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7939041" y="4681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7944551" y="467386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7950026" y="466578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7955466" y="465767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7960872" y="46495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7976881" y="46250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7966243" y="46413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7971579" y="46332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7982147" y="4616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7987378" y="46085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7992574" y="460030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7997734" y="45920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002860" y="45837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023004" y="45502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007949" y="45753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013003" y="4567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018022" y="455865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027951" y="45418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032862" y="453341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271146" y="3947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273518" y="39380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275849" y="392861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278140" y="391912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280391" y="390962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282600" y="39001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284770" y="389060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286898" y="388107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288986" y="387153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291033" y="38619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293040" y="3852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295005" y="38428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296930" y="383331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298814" y="38237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04220" y="37949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00657" y="38141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02459" y="38045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05940" y="378534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07619" y="37757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09257" y="376610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10854" y="37564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12410" y="37468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13925" y="373719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15398" y="372754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16831" y="371788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318222" y="37082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319571" y="369856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320880" y="36888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322147" y="367920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323373" y="366952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324558" y="365983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325701" y="3650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326803" y="36404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327863" y="36307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328882" y="36210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329860" y="36113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330796" y="36016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331690" y="359188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332543" y="35821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333355" y="35724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334125" y="3562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334853" y="355296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335540" y="35432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336186" y="353348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336789" y="352374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337352" y="35139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337872" y="350425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338351" y="349450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338788" y="34847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339184" y="34749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339538" y="346524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339851" y="345548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340121" y="34457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340351" y="34359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340538" y="34262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340684" y="341644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340788" y="34066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340851" y="3396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056873" y="449092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061566" y="448236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066222" y="44737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037736" y="452495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042575" y="451647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047377" y="450797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052143" y="449945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070842" y="4465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075425" y="4456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079971" y="444792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084481" y="443926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088953" y="443059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093388" y="44218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097787" y="44131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102147" y="440445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106471" y="439569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110757" y="43869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123391" y="43605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115006" y="43781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19217" y="4369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27526" y="43516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31624" y="43428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35685" y="433393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39707" y="432503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143691" y="431612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147637" y="430719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151545" y="429825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155415" y="428929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159247" y="428031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163040" y="42713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166795" y="426230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g8630"/>
            <p:cNvSpPr/>
            <p:nvPr/>
          </p:nvSpPr>
          <p:spPr>
            <a:xfrm>
              <a:off x="8170511" y="42532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g8631"/>
            <p:cNvSpPr/>
            <p:nvPr/>
          </p:nvSpPr>
          <p:spPr>
            <a:xfrm>
              <a:off x="8174189" y="4244240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g8632"/>
            <p:cNvSpPr/>
            <p:nvPr/>
          </p:nvSpPr>
          <p:spPr>
            <a:xfrm>
              <a:off x="8177828" y="423518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g8633"/>
            <p:cNvSpPr/>
            <p:nvPr/>
          </p:nvSpPr>
          <p:spPr>
            <a:xfrm>
              <a:off x="8181428" y="422610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g8634"/>
            <p:cNvSpPr/>
            <p:nvPr/>
          </p:nvSpPr>
          <p:spPr>
            <a:xfrm>
              <a:off x="8184990" y="421702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g8635"/>
            <p:cNvSpPr/>
            <p:nvPr/>
          </p:nvSpPr>
          <p:spPr>
            <a:xfrm>
              <a:off x="8188513" y="420791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g8636"/>
            <p:cNvSpPr/>
            <p:nvPr/>
          </p:nvSpPr>
          <p:spPr>
            <a:xfrm>
              <a:off x="8191996" y="41987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g8637"/>
            <p:cNvSpPr/>
            <p:nvPr/>
          </p:nvSpPr>
          <p:spPr>
            <a:xfrm>
              <a:off x="8205542" y="416217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g8638"/>
            <p:cNvSpPr/>
            <p:nvPr/>
          </p:nvSpPr>
          <p:spPr>
            <a:xfrm>
              <a:off x="8208830" y="415298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g8639"/>
            <p:cNvSpPr/>
            <p:nvPr/>
          </p:nvSpPr>
          <p:spPr>
            <a:xfrm>
              <a:off x="8195441" y="418966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g8640"/>
            <p:cNvSpPr/>
            <p:nvPr/>
          </p:nvSpPr>
          <p:spPr>
            <a:xfrm>
              <a:off x="8198847" y="418051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g8641"/>
            <p:cNvSpPr/>
            <p:nvPr/>
          </p:nvSpPr>
          <p:spPr>
            <a:xfrm>
              <a:off x="8202214" y="417135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g8642"/>
            <p:cNvSpPr/>
            <p:nvPr/>
          </p:nvSpPr>
          <p:spPr>
            <a:xfrm>
              <a:off x="8212080" y="414378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g8643"/>
            <p:cNvSpPr/>
            <p:nvPr/>
          </p:nvSpPr>
          <p:spPr>
            <a:xfrm>
              <a:off x="8215290" y="413456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g8644"/>
            <p:cNvSpPr/>
            <p:nvPr/>
          </p:nvSpPr>
          <p:spPr>
            <a:xfrm>
              <a:off x="8218460" y="412533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g8645"/>
            <p:cNvSpPr/>
            <p:nvPr/>
          </p:nvSpPr>
          <p:spPr>
            <a:xfrm>
              <a:off x="8233720" y="4078974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g8646"/>
            <p:cNvSpPr/>
            <p:nvPr/>
          </p:nvSpPr>
          <p:spPr>
            <a:xfrm>
              <a:off x="8230747" y="408827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g8647"/>
            <p:cNvSpPr/>
            <p:nvPr/>
          </p:nvSpPr>
          <p:spPr>
            <a:xfrm>
              <a:off x="8221591" y="411608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g8648"/>
            <p:cNvSpPr/>
            <p:nvPr/>
          </p:nvSpPr>
          <p:spPr>
            <a:xfrm>
              <a:off x="8224683" y="410682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g8649"/>
            <p:cNvSpPr/>
            <p:nvPr/>
          </p:nvSpPr>
          <p:spPr>
            <a:xfrm>
              <a:off x="8227735" y="409755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0" name="pg8650"/>
            <p:cNvSpPr/>
            <p:nvPr/>
          </p:nvSpPr>
          <p:spPr>
            <a:xfrm>
              <a:off x="8236653" y="406966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1" name="pg8651"/>
            <p:cNvSpPr/>
            <p:nvPr/>
          </p:nvSpPr>
          <p:spPr>
            <a:xfrm>
              <a:off x="8239547" y="4060341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2" name="pg8652"/>
            <p:cNvSpPr/>
            <p:nvPr/>
          </p:nvSpPr>
          <p:spPr>
            <a:xfrm>
              <a:off x="8242400" y="405100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3" name="pg8653"/>
            <p:cNvSpPr/>
            <p:nvPr/>
          </p:nvSpPr>
          <p:spPr>
            <a:xfrm>
              <a:off x="8245214" y="404165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4" name="pg8654"/>
            <p:cNvSpPr/>
            <p:nvPr/>
          </p:nvSpPr>
          <p:spPr>
            <a:xfrm>
              <a:off x="8253415" y="4013546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5" name="pg8655"/>
            <p:cNvSpPr/>
            <p:nvPr/>
          </p:nvSpPr>
          <p:spPr>
            <a:xfrm>
              <a:off x="8247987" y="403229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6" name="pg8656"/>
            <p:cNvSpPr/>
            <p:nvPr/>
          </p:nvSpPr>
          <p:spPr>
            <a:xfrm>
              <a:off x="8250721" y="402292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7" name="pg8657"/>
            <p:cNvSpPr/>
            <p:nvPr/>
          </p:nvSpPr>
          <p:spPr>
            <a:xfrm>
              <a:off x="8256069" y="4004153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8" name="pg8658"/>
            <p:cNvSpPr/>
            <p:nvPr/>
          </p:nvSpPr>
          <p:spPr>
            <a:xfrm>
              <a:off x="8258682" y="3994748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9" name="pg8659"/>
            <p:cNvSpPr/>
            <p:nvPr/>
          </p:nvSpPr>
          <p:spPr>
            <a:xfrm>
              <a:off x="8261255" y="3985332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0" name="pg8660"/>
            <p:cNvSpPr/>
            <p:nvPr/>
          </p:nvSpPr>
          <p:spPr>
            <a:xfrm>
              <a:off x="8263789" y="3975905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1" name="pg8661"/>
            <p:cNvSpPr/>
            <p:nvPr/>
          </p:nvSpPr>
          <p:spPr>
            <a:xfrm>
              <a:off x="8266281" y="3966467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2" name="pg8662"/>
            <p:cNvSpPr/>
            <p:nvPr/>
          </p:nvSpPr>
          <p:spPr>
            <a:xfrm>
              <a:off x="8268734" y="3957019"/>
              <a:ext cx="83667" cy="83667"/>
            </a:xfrm>
            <a:custGeom>
              <a:avLst/>
              <a:pathLst>
                <a:path w="83667" h="83667">
                  <a:moveTo>
                    <a:pt x="0" y="83667"/>
                  </a:moveTo>
                  <a:lnTo>
                    <a:pt x="83667" y="83667"/>
                  </a:lnTo>
                  <a:lnTo>
                    <a:pt x="836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5569537" y="3543940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5597826" y="3621971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5334132" y="3774377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5350496" y="3873027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5185570" y="4051067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5197705" y="4139176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69" name="pt8669"/>
            <p:cNvSpPr/>
            <p:nvPr/>
          </p:nvSpPr>
          <p:spPr>
            <a:xfrm>
              <a:off x="5634627" y="3910373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0" name="tx8670"/>
            <p:cNvSpPr/>
            <p:nvPr/>
          </p:nvSpPr>
          <p:spPr>
            <a:xfrm>
              <a:off x="5644693" y="3988371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71" name="pt8671"/>
            <p:cNvSpPr/>
            <p:nvPr/>
          </p:nvSpPr>
          <p:spPr>
            <a:xfrm>
              <a:off x="5469160" y="4136045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2" name="tx8672"/>
            <p:cNvSpPr/>
            <p:nvPr/>
          </p:nvSpPr>
          <p:spPr>
            <a:xfrm>
              <a:off x="5481295" y="4224046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73" name="pt8673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4" name="tx8674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75" name="pt8675"/>
            <p:cNvSpPr/>
            <p:nvPr/>
          </p:nvSpPr>
          <p:spPr>
            <a:xfrm>
              <a:off x="5803043" y="3661143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6" name="tx8676"/>
            <p:cNvSpPr/>
            <p:nvPr/>
          </p:nvSpPr>
          <p:spPr>
            <a:xfrm>
              <a:off x="5819408" y="3759793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77" name="pt8677"/>
            <p:cNvSpPr/>
            <p:nvPr/>
          </p:nvSpPr>
          <p:spPr>
            <a:xfrm>
              <a:off x="6050419" y="3970026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6066783" y="406894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79" name="pt8679"/>
            <p:cNvSpPr/>
            <p:nvPr/>
          </p:nvSpPr>
          <p:spPr>
            <a:xfrm>
              <a:off x="6233581" y="4431582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0" name="tx8680"/>
            <p:cNvSpPr/>
            <p:nvPr/>
          </p:nvSpPr>
          <p:spPr>
            <a:xfrm>
              <a:off x="6249945" y="453030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81" name="pt8681"/>
            <p:cNvSpPr/>
            <p:nvPr/>
          </p:nvSpPr>
          <p:spPr>
            <a:xfrm>
              <a:off x="6574188" y="435999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6590552" y="4458687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83" name="pt8683"/>
            <p:cNvSpPr/>
            <p:nvPr/>
          </p:nvSpPr>
          <p:spPr>
            <a:xfrm>
              <a:off x="6348214" y="4130902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4" name="tx8684"/>
            <p:cNvSpPr/>
            <p:nvPr/>
          </p:nvSpPr>
          <p:spPr>
            <a:xfrm>
              <a:off x="6364579" y="4229823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85" name="pt8685"/>
            <p:cNvSpPr/>
            <p:nvPr/>
          </p:nvSpPr>
          <p:spPr>
            <a:xfrm>
              <a:off x="6897348" y="4299268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6909483" y="4387341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87" name="pt8687"/>
            <p:cNvSpPr/>
            <p:nvPr/>
          </p:nvSpPr>
          <p:spPr>
            <a:xfrm>
              <a:off x="6124529" y="3633993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88" name="tx8688"/>
            <p:cNvSpPr/>
            <p:nvPr/>
          </p:nvSpPr>
          <p:spPr>
            <a:xfrm>
              <a:off x="6140801" y="3742154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89" name="pt8689"/>
            <p:cNvSpPr/>
            <p:nvPr/>
          </p:nvSpPr>
          <p:spPr>
            <a:xfrm>
              <a:off x="6671834" y="4095339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6681901" y="4173354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91" name="pt8691"/>
            <p:cNvSpPr/>
            <p:nvPr/>
          </p:nvSpPr>
          <p:spPr>
            <a:xfrm>
              <a:off x="6416877" y="3839934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2" name="tx8692"/>
            <p:cNvSpPr/>
            <p:nvPr/>
          </p:nvSpPr>
          <p:spPr>
            <a:xfrm>
              <a:off x="6429012" y="3928026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93" name="pt8693"/>
            <p:cNvSpPr/>
            <p:nvPr/>
          </p:nvSpPr>
          <p:spPr>
            <a:xfrm>
              <a:off x="6932431" y="4005001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6944566" y="4093145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5" name="pt8695"/>
            <p:cNvSpPr/>
            <p:nvPr/>
          </p:nvSpPr>
          <p:spPr>
            <a:xfrm>
              <a:off x="6710517" y="380226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6" name="tx8696"/>
            <p:cNvSpPr/>
            <p:nvPr/>
          </p:nvSpPr>
          <p:spPr>
            <a:xfrm>
              <a:off x="6722653" y="3890353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97" name="pt8697"/>
            <p:cNvSpPr/>
            <p:nvPr/>
          </p:nvSpPr>
          <p:spPr>
            <a:xfrm>
              <a:off x="7234605" y="3852513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7246740" y="3940658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99" name="pt8699"/>
            <p:cNvSpPr/>
            <p:nvPr/>
          </p:nvSpPr>
          <p:spPr>
            <a:xfrm>
              <a:off x="6382522" y="3400847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0" name="tx8700"/>
            <p:cNvSpPr/>
            <p:nvPr/>
          </p:nvSpPr>
          <p:spPr>
            <a:xfrm>
              <a:off x="6398795" y="3508878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701" name="pt8701"/>
            <p:cNvSpPr/>
            <p:nvPr/>
          </p:nvSpPr>
          <p:spPr>
            <a:xfrm>
              <a:off x="6725461" y="3457177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6717153" y="3565338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703" name="pt8703"/>
            <p:cNvSpPr/>
            <p:nvPr/>
          </p:nvSpPr>
          <p:spPr>
            <a:xfrm>
              <a:off x="6995393" y="373637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4" name="tx8704"/>
            <p:cNvSpPr/>
            <p:nvPr/>
          </p:nvSpPr>
          <p:spPr>
            <a:xfrm>
              <a:off x="7005460" y="381455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705" name="pt8705"/>
            <p:cNvSpPr/>
            <p:nvPr/>
          </p:nvSpPr>
          <p:spPr>
            <a:xfrm>
              <a:off x="6923794" y="3152839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6940158" y="3251586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707" name="pt8707"/>
            <p:cNvSpPr/>
            <p:nvPr/>
          </p:nvSpPr>
          <p:spPr>
            <a:xfrm>
              <a:off x="7071567" y="3452642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708" name="tx8708"/>
            <p:cNvSpPr/>
            <p:nvPr/>
          </p:nvSpPr>
          <p:spPr>
            <a:xfrm>
              <a:off x="7083702" y="3540715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709" name="pl8709"/>
            <p:cNvSpPr/>
            <p:nvPr/>
          </p:nvSpPr>
          <p:spPr>
            <a:xfrm>
              <a:off x="3135374" y="1369540"/>
              <a:ext cx="922406" cy="3143242"/>
            </a:xfrm>
            <a:custGeom>
              <a:avLst/>
              <a:pathLst>
                <a:path w="922406" h="3143242">
                  <a:moveTo>
                    <a:pt x="922406" y="3143242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2577604" y="1369540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2706320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20171" y="1253695"/>
              <a:ext cx="343243" cy="231689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3135374" y="2056027"/>
              <a:ext cx="1097654" cy="2736133"/>
            </a:xfrm>
            <a:custGeom>
              <a:avLst/>
              <a:pathLst>
                <a:path w="1097654" h="2736133">
                  <a:moveTo>
                    <a:pt x="1097654" y="273613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2577604" y="2056027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2706320" y="1965392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20171" y="1940182"/>
              <a:ext cx="343243" cy="231689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3135374" y="2742513"/>
              <a:ext cx="1367015" cy="2356574"/>
            </a:xfrm>
            <a:custGeom>
              <a:avLst/>
              <a:pathLst>
                <a:path w="1367015" h="2356574">
                  <a:moveTo>
                    <a:pt x="1367015" y="2356574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2577604" y="2742513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2706320" y="2642035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0171" y="2626668"/>
              <a:ext cx="343243" cy="231689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3135374" y="3429000"/>
              <a:ext cx="1629315" cy="1885820"/>
            </a:xfrm>
            <a:custGeom>
              <a:avLst/>
              <a:pathLst>
                <a:path w="1629315" h="1885820">
                  <a:moveTo>
                    <a:pt x="1629315" y="188582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2577604" y="3429000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2706320" y="3363802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320171" y="3313155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3135374" y="4115486"/>
              <a:ext cx="1898499" cy="1363028"/>
            </a:xfrm>
            <a:custGeom>
              <a:avLst/>
              <a:pathLst>
                <a:path w="1898499" h="1363028">
                  <a:moveTo>
                    <a:pt x="1898499" y="136302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2577604" y="4115486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2706320" y="4048733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320171" y="3999641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3135374" y="4801972"/>
              <a:ext cx="2068025" cy="755838"/>
            </a:xfrm>
            <a:custGeom>
              <a:avLst/>
              <a:pathLst>
                <a:path w="2068025" h="755838">
                  <a:moveTo>
                    <a:pt x="2068025" y="755838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2577604" y="4801972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2706320" y="470305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320171" y="4686128"/>
              <a:ext cx="343243" cy="231689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3135374" y="5488459"/>
              <a:ext cx="2753837" cy="239583"/>
            </a:xfrm>
            <a:custGeom>
              <a:avLst/>
              <a:pathLst>
                <a:path w="2753837" h="239583">
                  <a:moveTo>
                    <a:pt x="2753837" y="239583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2577604" y="5488459"/>
              <a:ext cx="557770" cy="0"/>
            </a:xfrm>
            <a:custGeom>
              <a:avLst/>
              <a:pathLst>
                <a:path w="557770" h="0">
                  <a:moveTo>
                    <a:pt x="557770" y="0"/>
                  </a:moveTo>
                  <a:lnTo>
                    <a:pt x="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2706320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320171" y="5372614"/>
              <a:ext cx="343243" cy="231689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6718622" y="5488459"/>
              <a:ext cx="2337698" cy="163252"/>
            </a:xfrm>
            <a:custGeom>
              <a:avLst/>
              <a:pathLst>
                <a:path w="2337698" h="163252">
                  <a:moveTo>
                    <a:pt x="0" y="163252"/>
                  </a:moveTo>
                  <a:lnTo>
                    <a:pt x="233769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056320" y="5488459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442469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120678" y="5372614"/>
              <a:ext cx="343243" cy="231689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7015481" y="5213864"/>
              <a:ext cx="2040839" cy="332343"/>
            </a:xfrm>
            <a:custGeom>
              <a:avLst/>
              <a:pathLst>
                <a:path w="2040839" h="332343">
                  <a:moveTo>
                    <a:pt x="0" y="332343"/>
                  </a:moveTo>
                  <a:lnTo>
                    <a:pt x="204083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056320" y="5213864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442469" y="5152815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120678" y="5098020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7192657" y="4939270"/>
              <a:ext cx="1863663" cy="520814"/>
            </a:xfrm>
            <a:custGeom>
              <a:avLst/>
              <a:pathLst>
                <a:path w="1863663" h="520814">
                  <a:moveTo>
                    <a:pt x="0" y="520814"/>
                  </a:moveTo>
                  <a:lnTo>
                    <a:pt x="1863663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56320" y="4939270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442469" y="4872353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120678" y="4823425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7295208" y="4664675"/>
              <a:ext cx="1761111" cy="736589"/>
            </a:xfrm>
            <a:custGeom>
              <a:avLst/>
              <a:pathLst>
                <a:path w="1761111" h="736589">
                  <a:moveTo>
                    <a:pt x="0" y="736589"/>
                  </a:moveTo>
                  <a:lnTo>
                    <a:pt x="176111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56320" y="4664675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442469" y="4597922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120678" y="4548831"/>
              <a:ext cx="343243" cy="231689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7402747" y="4390081"/>
              <a:ext cx="1653572" cy="941630"/>
            </a:xfrm>
            <a:custGeom>
              <a:avLst/>
              <a:pathLst>
                <a:path w="1653572" h="941630">
                  <a:moveTo>
                    <a:pt x="0" y="941630"/>
                  </a:moveTo>
                  <a:lnTo>
                    <a:pt x="165357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056320" y="4390081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442469" y="4329032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120678" y="4274236"/>
              <a:ext cx="343243" cy="231689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7494535" y="4115486"/>
              <a:ext cx="1561785" cy="1149806"/>
            </a:xfrm>
            <a:custGeom>
              <a:avLst/>
              <a:pathLst>
                <a:path w="1561785" h="1149806">
                  <a:moveTo>
                    <a:pt x="0" y="1149806"/>
                  </a:moveTo>
                  <a:lnTo>
                    <a:pt x="156178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056320" y="4115486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442469" y="404873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120678" y="3999641"/>
              <a:ext cx="343243" cy="231689"/>
            </a:xfrm>
            <a:prstGeom prst="rect">
              <a:avLst/>
            </a:prstGeom>
          </p:spPr>
        </p:pic>
        <p:sp>
          <p:nvSpPr>
            <p:cNvPr id="8761" name="pl8761"/>
            <p:cNvSpPr/>
            <p:nvPr/>
          </p:nvSpPr>
          <p:spPr>
            <a:xfrm>
              <a:off x="7616587" y="3840891"/>
              <a:ext cx="1439732" cy="1324670"/>
            </a:xfrm>
            <a:custGeom>
              <a:avLst/>
              <a:pathLst>
                <a:path w="1439732" h="1324670">
                  <a:moveTo>
                    <a:pt x="0" y="1324670"/>
                  </a:moveTo>
                  <a:lnTo>
                    <a:pt x="1439732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l8762"/>
            <p:cNvSpPr/>
            <p:nvPr/>
          </p:nvSpPr>
          <p:spPr>
            <a:xfrm>
              <a:off x="9056320" y="3840891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tx8763"/>
            <p:cNvSpPr/>
            <p:nvPr/>
          </p:nvSpPr>
          <p:spPr>
            <a:xfrm>
              <a:off x="9442469" y="3746808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64" name="pic876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120678" y="3725047"/>
              <a:ext cx="343243" cy="231689"/>
            </a:xfrm>
            <a:prstGeom prst="rect">
              <a:avLst/>
            </a:prstGeom>
          </p:spPr>
        </p:pic>
        <p:sp>
          <p:nvSpPr>
            <p:cNvPr id="8765" name="pl8765"/>
            <p:cNvSpPr/>
            <p:nvPr/>
          </p:nvSpPr>
          <p:spPr>
            <a:xfrm>
              <a:off x="7812794" y="3566297"/>
              <a:ext cx="1243526" cy="1405554"/>
            </a:xfrm>
            <a:custGeom>
              <a:avLst/>
              <a:pathLst>
                <a:path w="1243526" h="1405554">
                  <a:moveTo>
                    <a:pt x="0" y="1405554"/>
                  </a:moveTo>
                  <a:lnTo>
                    <a:pt x="1243526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l8766"/>
            <p:cNvSpPr/>
            <p:nvPr/>
          </p:nvSpPr>
          <p:spPr>
            <a:xfrm>
              <a:off x="9056320" y="3566297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tx8767"/>
            <p:cNvSpPr/>
            <p:nvPr/>
          </p:nvSpPr>
          <p:spPr>
            <a:xfrm>
              <a:off x="9442469" y="3499544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68" name="pic876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120678" y="3450452"/>
              <a:ext cx="343243" cy="231689"/>
            </a:xfrm>
            <a:prstGeom prst="rect">
              <a:avLst/>
            </a:prstGeom>
          </p:spPr>
        </p:pic>
        <p:sp>
          <p:nvSpPr>
            <p:cNvPr id="8769" name="pl8769"/>
            <p:cNvSpPr/>
            <p:nvPr/>
          </p:nvSpPr>
          <p:spPr>
            <a:xfrm>
              <a:off x="7929151" y="3291702"/>
              <a:ext cx="1127169" cy="1539900"/>
            </a:xfrm>
            <a:custGeom>
              <a:avLst/>
              <a:pathLst>
                <a:path w="1127169" h="1539900">
                  <a:moveTo>
                    <a:pt x="0" y="1539900"/>
                  </a:moveTo>
                  <a:lnTo>
                    <a:pt x="112716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l8770"/>
            <p:cNvSpPr/>
            <p:nvPr/>
          </p:nvSpPr>
          <p:spPr>
            <a:xfrm>
              <a:off x="9056320" y="3291702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tx8771"/>
            <p:cNvSpPr/>
            <p:nvPr/>
          </p:nvSpPr>
          <p:spPr>
            <a:xfrm>
              <a:off x="9442469" y="3230653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72" name="pic877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120678" y="3175858"/>
              <a:ext cx="343243" cy="231689"/>
            </a:xfrm>
            <a:prstGeom prst="rect">
              <a:avLst/>
            </a:prstGeom>
          </p:spPr>
        </p:pic>
        <p:sp>
          <p:nvSpPr>
            <p:cNvPr id="8773" name="pl8773"/>
            <p:cNvSpPr/>
            <p:nvPr/>
          </p:nvSpPr>
          <p:spPr>
            <a:xfrm>
              <a:off x="7995765" y="3017108"/>
              <a:ext cx="1060555" cy="1722849"/>
            </a:xfrm>
            <a:custGeom>
              <a:avLst/>
              <a:pathLst>
                <a:path w="1060555" h="1722849">
                  <a:moveTo>
                    <a:pt x="0" y="1722849"/>
                  </a:moveTo>
                  <a:lnTo>
                    <a:pt x="1060555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l8774"/>
            <p:cNvSpPr/>
            <p:nvPr/>
          </p:nvSpPr>
          <p:spPr>
            <a:xfrm>
              <a:off x="9056320" y="3017108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tx8775"/>
            <p:cNvSpPr/>
            <p:nvPr/>
          </p:nvSpPr>
          <p:spPr>
            <a:xfrm>
              <a:off x="9442469" y="2950354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76" name="pic877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120678" y="2901263"/>
              <a:ext cx="343243" cy="231689"/>
            </a:xfrm>
            <a:prstGeom prst="rect">
              <a:avLst/>
            </a:prstGeom>
          </p:spPr>
        </p:pic>
        <p:sp>
          <p:nvSpPr>
            <p:cNvPr id="8777" name="pl8777"/>
            <p:cNvSpPr/>
            <p:nvPr/>
          </p:nvSpPr>
          <p:spPr>
            <a:xfrm>
              <a:off x="8057802" y="2742513"/>
              <a:ext cx="998518" cy="1902640"/>
            </a:xfrm>
            <a:custGeom>
              <a:avLst/>
              <a:pathLst>
                <a:path w="998518" h="1902640">
                  <a:moveTo>
                    <a:pt x="0" y="1902640"/>
                  </a:moveTo>
                  <a:lnTo>
                    <a:pt x="99851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l8778"/>
            <p:cNvSpPr/>
            <p:nvPr/>
          </p:nvSpPr>
          <p:spPr>
            <a:xfrm>
              <a:off x="9056320" y="2742513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tx8779"/>
            <p:cNvSpPr/>
            <p:nvPr/>
          </p:nvSpPr>
          <p:spPr>
            <a:xfrm>
              <a:off x="9442469" y="2675596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80" name="pic878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120678" y="2626668"/>
              <a:ext cx="343243" cy="231689"/>
            </a:xfrm>
            <a:prstGeom prst="rect">
              <a:avLst/>
            </a:prstGeom>
          </p:spPr>
        </p:pic>
        <p:sp>
          <p:nvSpPr>
            <p:cNvPr id="8781" name="pl8781"/>
            <p:cNvSpPr/>
            <p:nvPr/>
          </p:nvSpPr>
          <p:spPr>
            <a:xfrm>
              <a:off x="8078280" y="2467918"/>
              <a:ext cx="978040" cy="2143561"/>
            </a:xfrm>
            <a:custGeom>
              <a:avLst/>
              <a:pathLst>
                <a:path w="978040" h="2143561">
                  <a:moveTo>
                    <a:pt x="0" y="2143561"/>
                  </a:moveTo>
                  <a:lnTo>
                    <a:pt x="978040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l8782"/>
            <p:cNvSpPr/>
            <p:nvPr/>
          </p:nvSpPr>
          <p:spPr>
            <a:xfrm>
              <a:off x="9056320" y="2467918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tx8783"/>
            <p:cNvSpPr/>
            <p:nvPr/>
          </p:nvSpPr>
          <p:spPr>
            <a:xfrm>
              <a:off x="9442469" y="2377284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84" name="pic8784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120678" y="2352074"/>
              <a:ext cx="343243" cy="231689"/>
            </a:xfrm>
            <a:prstGeom prst="rect">
              <a:avLst/>
            </a:prstGeom>
          </p:spPr>
        </p:pic>
        <p:sp>
          <p:nvSpPr>
            <p:cNvPr id="8785" name="pl8785"/>
            <p:cNvSpPr/>
            <p:nvPr/>
          </p:nvSpPr>
          <p:spPr>
            <a:xfrm>
              <a:off x="8093259" y="2193324"/>
              <a:ext cx="963061" cy="2392674"/>
            </a:xfrm>
            <a:custGeom>
              <a:avLst/>
              <a:pathLst>
                <a:path w="963061" h="2392674">
                  <a:moveTo>
                    <a:pt x="0" y="2392674"/>
                  </a:moveTo>
                  <a:lnTo>
                    <a:pt x="963061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l8786"/>
            <p:cNvSpPr/>
            <p:nvPr/>
          </p:nvSpPr>
          <p:spPr>
            <a:xfrm>
              <a:off x="9056320" y="2193324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tx8787"/>
            <p:cNvSpPr/>
            <p:nvPr/>
          </p:nvSpPr>
          <p:spPr>
            <a:xfrm>
              <a:off x="9442469" y="2108849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88" name="pic8788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120678" y="2077479"/>
              <a:ext cx="343243" cy="231689"/>
            </a:xfrm>
            <a:prstGeom prst="rect">
              <a:avLst/>
            </a:prstGeom>
          </p:spPr>
        </p:pic>
        <p:sp>
          <p:nvSpPr>
            <p:cNvPr id="8789" name="pl8789"/>
            <p:cNvSpPr/>
            <p:nvPr/>
          </p:nvSpPr>
          <p:spPr>
            <a:xfrm>
              <a:off x="8234060" y="1918729"/>
              <a:ext cx="822259" cy="2379950"/>
            </a:xfrm>
            <a:custGeom>
              <a:avLst/>
              <a:pathLst>
                <a:path w="822259" h="2379950">
                  <a:moveTo>
                    <a:pt x="0" y="2379950"/>
                  </a:moveTo>
                  <a:lnTo>
                    <a:pt x="822259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l8790"/>
            <p:cNvSpPr/>
            <p:nvPr/>
          </p:nvSpPr>
          <p:spPr>
            <a:xfrm>
              <a:off x="9056320" y="1918729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tx8791"/>
            <p:cNvSpPr/>
            <p:nvPr/>
          </p:nvSpPr>
          <p:spPr>
            <a:xfrm>
              <a:off x="9442469" y="1851976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92" name="pic8792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120678" y="1802885"/>
              <a:ext cx="343243" cy="231689"/>
            </a:xfrm>
            <a:prstGeom prst="rect">
              <a:avLst/>
            </a:prstGeom>
          </p:spPr>
        </p:pic>
        <p:sp>
          <p:nvSpPr>
            <p:cNvPr id="8793" name="pl8793"/>
            <p:cNvSpPr/>
            <p:nvPr/>
          </p:nvSpPr>
          <p:spPr>
            <a:xfrm>
              <a:off x="8385882" y="1644135"/>
              <a:ext cx="670438" cy="2074759"/>
            </a:xfrm>
            <a:custGeom>
              <a:avLst/>
              <a:pathLst>
                <a:path w="670438" h="2074759">
                  <a:moveTo>
                    <a:pt x="0" y="2074759"/>
                  </a:moveTo>
                  <a:lnTo>
                    <a:pt x="67043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l8794"/>
            <p:cNvSpPr/>
            <p:nvPr/>
          </p:nvSpPr>
          <p:spPr>
            <a:xfrm>
              <a:off x="9056320" y="1644135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tx8795"/>
            <p:cNvSpPr/>
            <p:nvPr/>
          </p:nvSpPr>
          <p:spPr>
            <a:xfrm>
              <a:off x="9442469" y="1578937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96" name="pic8796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120678" y="1528290"/>
              <a:ext cx="343243" cy="231689"/>
            </a:xfrm>
            <a:prstGeom prst="rect">
              <a:avLst/>
            </a:prstGeom>
          </p:spPr>
        </p:pic>
        <p:sp>
          <p:nvSpPr>
            <p:cNvPr id="8797" name="pl8797"/>
            <p:cNvSpPr/>
            <p:nvPr/>
          </p:nvSpPr>
          <p:spPr>
            <a:xfrm>
              <a:off x="8404153" y="1369540"/>
              <a:ext cx="652167" cy="2064385"/>
            </a:xfrm>
            <a:custGeom>
              <a:avLst/>
              <a:pathLst>
                <a:path w="652167" h="2064385">
                  <a:moveTo>
                    <a:pt x="0" y="2064385"/>
                  </a:moveTo>
                  <a:lnTo>
                    <a:pt x="652167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l8798"/>
            <p:cNvSpPr/>
            <p:nvPr/>
          </p:nvSpPr>
          <p:spPr>
            <a:xfrm>
              <a:off x="9056320" y="1369540"/>
              <a:ext cx="150168" cy="0"/>
            </a:xfrm>
            <a:custGeom>
              <a:avLst/>
              <a:pathLst>
                <a:path w="150168" h="0">
                  <a:moveTo>
                    <a:pt x="0" y="0"/>
                  </a:moveTo>
                  <a:lnTo>
                    <a:pt x="150168" y="0"/>
                  </a:lnTo>
                </a:path>
              </a:pathLst>
            </a:custGeom>
            <a:ln w="1095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tx8799"/>
            <p:cNvSpPr/>
            <p:nvPr/>
          </p:nvSpPr>
          <p:spPr>
            <a:xfrm>
              <a:off x="9442469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800" name="pic8800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9120678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2026-04-20T09:24:54Z</dcterms:modified>
  <cp:category/>
</cp:coreProperties>
</file>