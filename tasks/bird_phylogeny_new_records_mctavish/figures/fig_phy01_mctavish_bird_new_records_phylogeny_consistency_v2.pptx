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4b2023e4ae9dd99cbfcd530fd63f70ccc8d736b9.png"/>
<Relationship Id="rId5" Type="http://schemas.openxmlformats.org/officeDocument/2006/relationships/image" Target="../media/1756b11d2c2b08ff2c6455ba91983e50a392fa82.png"/>
<Relationship Id="rId6" Type="http://schemas.openxmlformats.org/officeDocument/2006/relationships/image" Target="../media/f6e8d9cbe909b71d6d7bc31db15659bca1a7afb4.png"/>
<Relationship Id="rId7" Type="http://schemas.openxmlformats.org/officeDocument/2006/relationships/image" Target="../media/de7e174a25296aa7d5f78405092530e6e891a926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b4e19efb8409260df25701b79bb4a9727ca1e25e.png"/>
<Relationship Id="rId10" Type="http://schemas.openxmlformats.org/officeDocument/2006/relationships/image" Target="../media/8e504936a0d060f4ffcc8d8be7209b9008b55cb5.png"/>
<Relationship Id="rId11" Type="http://schemas.openxmlformats.org/officeDocument/2006/relationships/image" Target="../media/704065eeff6371c2ac8b0df42ba692d6314ca5ed.png"/>
<Relationship Id="rId12" Type="http://schemas.openxmlformats.org/officeDocument/2006/relationships/image" Target="../media/4c087c90bdd26394dabddcc29277bb527b86c2b4.png"/>
<Relationship Id="rId13" Type="http://schemas.openxmlformats.org/officeDocument/2006/relationships/image" Target="../media/611732a38956872aa25221e9e1157ece57f76bbe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83820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83820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83820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523591" y="5042046"/>
              <a:ext cx="99142" cy="91020"/>
            </a:xfrm>
            <a:custGeom>
              <a:avLst/>
              <a:pathLst>
                <a:path w="99142" h="91020">
                  <a:moveTo>
                    <a:pt x="0" y="0"/>
                  </a:moveTo>
                  <a:lnTo>
                    <a:pt x="387" y="377"/>
                  </a:lnTo>
                  <a:lnTo>
                    <a:pt x="774" y="754"/>
                  </a:lnTo>
                  <a:lnTo>
                    <a:pt x="1161" y="1131"/>
                  </a:lnTo>
                  <a:lnTo>
                    <a:pt x="1549" y="1508"/>
                  </a:lnTo>
                  <a:lnTo>
                    <a:pt x="1936" y="1885"/>
                  </a:lnTo>
                  <a:lnTo>
                    <a:pt x="2324" y="2262"/>
                  </a:lnTo>
                  <a:lnTo>
                    <a:pt x="2712" y="2639"/>
                  </a:lnTo>
                  <a:lnTo>
                    <a:pt x="3099" y="3015"/>
                  </a:lnTo>
                  <a:lnTo>
                    <a:pt x="3487" y="3392"/>
                  </a:lnTo>
                  <a:lnTo>
                    <a:pt x="3875" y="3768"/>
                  </a:lnTo>
                  <a:lnTo>
                    <a:pt x="4263" y="4145"/>
                  </a:lnTo>
                  <a:lnTo>
                    <a:pt x="4651" y="4521"/>
                  </a:lnTo>
                  <a:lnTo>
                    <a:pt x="5040" y="4897"/>
                  </a:lnTo>
                  <a:lnTo>
                    <a:pt x="5428" y="5273"/>
                  </a:lnTo>
                  <a:lnTo>
                    <a:pt x="5817" y="5649"/>
                  </a:lnTo>
                  <a:lnTo>
                    <a:pt x="6205" y="6025"/>
                  </a:lnTo>
                  <a:lnTo>
                    <a:pt x="6594" y="6401"/>
                  </a:lnTo>
                  <a:lnTo>
                    <a:pt x="6982" y="6776"/>
                  </a:lnTo>
                  <a:lnTo>
                    <a:pt x="7371" y="7152"/>
                  </a:lnTo>
                  <a:lnTo>
                    <a:pt x="7760" y="7528"/>
                  </a:lnTo>
                  <a:lnTo>
                    <a:pt x="8149" y="7903"/>
                  </a:lnTo>
                  <a:lnTo>
                    <a:pt x="8538" y="8278"/>
                  </a:lnTo>
                  <a:lnTo>
                    <a:pt x="8927" y="8654"/>
                  </a:lnTo>
                  <a:lnTo>
                    <a:pt x="9316" y="9029"/>
                  </a:lnTo>
                  <a:lnTo>
                    <a:pt x="9706" y="9404"/>
                  </a:lnTo>
                  <a:lnTo>
                    <a:pt x="10095" y="9779"/>
                  </a:lnTo>
                  <a:lnTo>
                    <a:pt x="10485" y="10154"/>
                  </a:lnTo>
                  <a:lnTo>
                    <a:pt x="10874" y="10528"/>
                  </a:lnTo>
                  <a:lnTo>
                    <a:pt x="11264" y="10903"/>
                  </a:lnTo>
                  <a:lnTo>
                    <a:pt x="11654" y="11278"/>
                  </a:lnTo>
                  <a:lnTo>
                    <a:pt x="12044" y="11652"/>
                  </a:lnTo>
                  <a:lnTo>
                    <a:pt x="12434" y="12026"/>
                  </a:lnTo>
                  <a:lnTo>
                    <a:pt x="12824" y="12401"/>
                  </a:lnTo>
                  <a:lnTo>
                    <a:pt x="13214" y="12775"/>
                  </a:lnTo>
                  <a:lnTo>
                    <a:pt x="13604" y="13149"/>
                  </a:lnTo>
                  <a:lnTo>
                    <a:pt x="13994" y="13523"/>
                  </a:lnTo>
                  <a:lnTo>
                    <a:pt x="14385" y="13897"/>
                  </a:lnTo>
                  <a:lnTo>
                    <a:pt x="14775" y="14271"/>
                  </a:lnTo>
                  <a:lnTo>
                    <a:pt x="15166" y="14645"/>
                  </a:lnTo>
                  <a:lnTo>
                    <a:pt x="15557" y="15018"/>
                  </a:lnTo>
                  <a:lnTo>
                    <a:pt x="15947" y="15392"/>
                  </a:lnTo>
                  <a:lnTo>
                    <a:pt x="16338" y="15765"/>
                  </a:lnTo>
                  <a:lnTo>
                    <a:pt x="16729" y="16139"/>
                  </a:lnTo>
                  <a:lnTo>
                    <a:pt x="17120" y="16512"/>
                  </a:lnTo>
                  <a:lnTo>
                    <a:pt x="17511" y="16885"/>
                  </a:lnTo>
                  <a:lnTo>
                    <a:pt x="17903" y="17258"/>
                  </a:lnTo>
                  <a:lnTo>
                    <a:pt x="18294" y="17631"/>
                  </a:lnTo>
                  <a:lnTo>
                    <a:pt x="18685" y="18004"/>
                  </a:lnTo>
                  <a:lnTo>
                    <a:pt x="19077" y="18377"/>
                  </a:lnTo>
                  <a:lnTo>
                    <a:pt x="19468" y="18750"/>
                  </a:lnTo>
                  <a:lnTo>
                    <a:pt x="19860" y="19122"/>
                  </a:lnTo>
                  <a:lnTo>
                    <a:pt x="20252" y="19495"/>
                  </a:lnTo>
                  <a:lnTo>
                    <a:pt x="20644" y="19867"/>
                  </a:lnTo>
                  <a:lnTo>
                    <a:pt x="21036" y="20239"/>
                  </a:lnTo>
                  <a:lnTo>
                    <a:pt x="21428" y="20612"/>
                  </a:lnTo>
                  <a:lnTo>
                    <a:pt x="21820" y="20984"/>
                  </a:lnTo>
                  <a:lnTo>
                    <a:pt x="22212" y="21356"/>
                  </a:lnTo>
                  <a:lnTo>
                    <a:pt x="22604" y="21728"/>
                  </a:lnTo>
                  <a:lnTo>
                    <a:pt x="22997" y="22100"/>
                  </a:lnTo>
                  <a:lnTo>
                    <a:pt x="23389" y="22471"/>
                  </a:lnTo>
                  <a:lnTo>
                    <a:pt x="23782" y="22843"/>
                  </a:lnTo>
                  <a:lnTo>
                    <a:pt x="24174" y="23215"/>
                  </a:lnTo>
                  <a:lnTo>
                    <a:pt x="24567" y="23586"/>
                  </a:lnTo>
                  <a:lnTo>
                    <a:pt x="24960" y="23958"/>
                  </a:lnTo>
                  <a:lnTo>
                    <a:pt x="25353" y="24329"/>
                  </a:lnTo>
                  <a:lnTo>
                    <a:pt x="25746" y="24700"/>
                  </a:lnTo>
                  <a:lnTo>
                    <a:pt x="26139" y="25071"/>
                  </a:lnTo>
                  <a:lnTo>
                    <a:pt x="26532" y="25442"/>
                  </a:lnTo>
                  <a:lnTo>
                    <a:pt x="26925" y="25813"/>
                  </a:lnTo>
                  <a:lnTo>
                    <a:pt x="27319" y="26184"/>
                  </a:lnTo>
                  <a:lnTo>
                    <a:pt x="27712" y="26555"/>
                  </a:lnTo>
                  <a:lnTo>
                    <a:pt x="28106" y="26925"/>
                  </a:lnTo>
                  <a:lnTo>
                    <a:pt x="28499" y="27296"/>
                  </a:lnTo>
                  <a:lnTo>
                    <a:pt x="28893" y="27666"/>
                  </a:lnTo>
                  <a:lnTo>
                    <a:pt x="29287" y="28037"/>
                  </a:lnTo>
                  <a:lnTo>
                    <a:pt x="29681" y="28407"/>
                  </a:lnTo>
                  <a:lnTo>
                    <a:pt x="30075" y="28777"/>
                  </a:lnTo>
                  <a:lnTo>
                    <a:pt x="30469" y="29147"/>
                  </a:lnTo>
                  <a:lnTo>
                    <a:pt x="30863" y="29517"/>
                  </a:lnTo>
                  <a:lnTo>
                    <a:pt x="31257" y="29887"/>
                  </a:lnTo>
                  <a:lnTo>
                    <a:pt x="31651" y="30257"/>
                  </a:lnTo>
                  <a:lnTo>
                    <a:pt x="32046" y="30626"/>
                  </a:lnTo>
                  <a:lnTo>
                    <a:pt x="32440" y="30996"/>
                  </a:lnTo>
                  <a:lnTo>
                    <a:pt x="32835" y="31365"/>
                  </a:lnTo>
                  <a:lnTo>
                    <a:pt x="33230" y="31735"/>
                  </a:lnTo>
                  <a:lnTo>
                    <a:pt x="33624" y="32104"/>
                  </a:lnTo>
                  <a:lnTo>
                    <a:pt x="34019" y="32473"/>
                  </a:lnTo>
                  <a:lnTo>
                    <a:pt x="34414" y="32843"/>
                  </a:lnTo>
                  <a:lnTo>
                    <a:pt x="34809" y="33212"/>
                  </a:lnTo>
                  <a:lnTo>
                    <a:pt x="35205" y="33581"/>
                  </a:lnTo>
                  <a:lnTo>
                    <a:pt x="35600" y="33949"/>
                  </a:lnTo>
                  <a:lnTo>
                    <a:pt x="35995" y="34318"/>
                  </a:lnTo>
                  <a:lnTo>
                    <a:pt x="36390" y="34687"/>
                  </a:lnTo>
                  <a:lnTo>
                    <a:pt x="36786" y="35055"/>
                  </a:lnTo>
                  <a:lnTo>
                    <a:pt x="37182" y="35424"/>
                  </a:lnTo>
                  <a:lnTo>
                    <a:pt x="37577" y="35792"/>
                  </a:lnTo>
                  <a:lnTo>
                    <a:pt x="37973" y="36160"/>
                  </a:lnTo>
                  <a:lnTo>
                    <a:pt x="38369" y="36529"/>
                  </a:lnTo>
                  <a:lnTo>
                    <a:pt x="38765" y="36897"/>
                  </a:lnTo>
                  <a:lnTo>
                    <a:pt x="39161" y="37265"/>
                  </a:lnTo>
                  <a:lnTo>
                    <a:pt x="39557" y="37632"/>
                  </a:lnTo>
                  <a:lnTo>
                    <a:pt x="39953" y="38000"/>
                  </a:lnTo>
                  <a:lnTo>
                    <a:pt x="40349" y="38368"/>
                  </a:lnTo>
                  <a:lnTo>
                    <a:pt x="40746" y="38736"/>
                  </a:lnTo>
                  <a:lnTo>
                    <a:pt x="41142" y="39103"/>
                  </a:lnTo>
                  <a:lnTo>
                    <a:pt x="41539" y="39470"/>
                  </a:lnTo>
                  <a:lnTo>
                    <a:pt x="41935" y="39838"/>
                  </a:lnTo>
                  <a:lnTo>
                    <a:pt x="42332" y="40205"/>
                  </a:lnTo>
                  <a:lnTo>
                    <a:pt x="42729" y="40572"/>
                  </a:lnTo>
                  <a:lnTo>
                    <a:pt x="43126" y="40939"/>
                  </a:lnTo>
                  <a:lnTo>
                    <a:pt x="43523" y="41306"/>
                  </a:lnTo>
                  <a:lnTo>
                    <a:pt x="43920" y="41673"/>
                  </a:lnTo>
                  <a:lnTo>
                    <a:pt x="44317" y="42040"/>
                  </a:lnTo>
                  <a:lnTo>
                    <a:pt x="44714" y="42406"/>
                  </a:lnTo>
                  <a:lnTo>
                    <a:pt x="45112" y="42773"/>
                  </a:lnTo>
                  <a:lnTo>
                    <a:pt x="45509" y="43139"/>
                  </a:lnTo>
                  <a:lnTo>
                    <a:pt x="45907" y="43506"/>
                  </a:lnTo>
                  <a:lnTo>
                    <a:pt x="46304" y="43872"/>
                  </a:lnTo>
                  <a:lnTo>
                    <a:pt x="46702" y="44238"/>
                  </a:lnTo>
                  <a:lnTo>
                    <a:pt x="47100" y="44604"/>
                  </a:lnTo>
                  <a:lnTo>
                    <a:pt x="47498" y="44970"/>
                  </a:lnTo>
                  <a:lnTo>
                    <a:pt x="47896" y="45336"/>
                  </a:lnTo>
                  <a:lnTo>
                    <a:pt x="48294" y="45702"/>
                  </a:lnTo>
                  <a:lnTo>
                    <a:pt x="48692" y="46068"/>
                  </a:lnTo>
                  <a:lnTo>
                    <a:pt x="49090" y="46433"/>
                  </a:lnTo>
                  <a:lnTo>
                    <a:pt x="49488" y="46799"/>
                  </a:lnTo>
                  <a:lnTo>
                    <a:pt x="49887" y="47164"/>
                  </a:lnTo>
                  <a:lnTo>
                    <a:pt x="50285" y="47529"/>
                  </a:lnTo>
                  <a:lnTo>
                    <a:pt x="50684" y="47895"/>
                  </a:lnTo>
                  <a:lnTo>
                    <a:pt x="51082" y="48260"/>
                  </a:lnTo>
                  <a:lnTo>
                    <a:pt x="51481" y="48625"/>
                  </a:lnTo>
                  <a:lnTo>
                    <a:pt x="51880" y="48990"/>
                  </a:lnTo>
                  <a:lnTo>
                    <a:pt x="52279" y="49355"/>
                  </a:lnTo>
                  <a:lnTo>
                    <a:pt x="52678" y="49719"/>
                  </a:lnTo>
                  <a:lnTo>
                    <a:pt x="53077" y="50084"/>
                  </a:lnTo>
                  <a:lnTo>
                    <a:pt x="53476" y="50448"/>
                  </a:lnTo>
                  <a:lnTo>
                    <a:pt x="53875" y="50813"/>
                  </a:lnTo>
                  <a:lnTo>
                    <a:pt x="54275" y="51177"/>
                  </a:lnTo>
                  <a:lnTo>
                    <a:pt x="54674" y="51542"/>
                  </a:lnTo>
                  <a:lnTo>
                    <a:pt x="55074" y="51906"/>
                  </a:lnTo>
                  <a:lnTo>
                    <a:pt x="55473" y="52270"/>
                  </a:lnTo>
                  <a:lnTo>
                    <a:pt x="55873" y="52634"/>
                  </a:lnTo>
                  <a:lnTo>
                    <a:pt x="56273" y="52998"/>
                  </a:lnTo>
                  <a:lnTo>
                    <a:pt x="56673" y="53361"/>
                  </a:lnTo>
                  <a:lnTo>
                    <a:pt x="57073" y="53725"/>
                  </a:lnTo>
                  <a:lnTo>
                    <a:pt x="57473" y="54089"/>
                  </a:lnTo>
                  <a:lnTo>
                    <a:pt x="57873" y="54452"/>
                  </a:lnTo>
                  <a:lnTo>
                    <a:pt x="58273" y="54816"/>
                  </a:lnTo>
                  <a:lnTo>
                    <a:pt x="58674" y="55179"/>
                  </a:lnTo>
                  <a:lnTo>
                    <a:pt x="59074" y="55542"/>
                  </a:lnTo>
                  <a:lnTo>
                    <a:pt x="59474" y="55905"/>
                  </a:lnTo>
                  <a:lnTo>
                    <a:pt x="59875" y="56268"/>
                  </a:lnTo>
                  <a:lnTo>
                    <a:pt x="60276" y="56631"/>
                  </a:lnTo>
                  <a:lnTo>
                    <a:pt x="60676" y="56994"/>
                  </a:lnTo>
                  <a:lnTo>
                    <a:pt x="61077" y="57357"/>
                  </a:lnTo>
                  <a:lnTo>
                    <a:pt x="61478" y="57719"/>
                  </a:lnTo>
                  <a:lnTo>
                    <a:pt x="61879" y="58082"/>
                  </a:lnTo>
                  <a:lnTo>
                    <a:pt x="62280" y="58444"/>
                  </a:lnTo>
                  <a:lnTo>
                    <a:pt x="62682" y="58807"/>
                  </a:lnTo>
                  <a:lnTo>
                    <a:pt x="63083" y="59169"/>
                  </a:lnTo>
                  <a:lnTo>
                    <a:pt x="63484" y="59531"/>
                  </a:lnTo>
                  <a:lnTo>
                    <a:pt x="63886" y="59893"/>
                  </a:lnTo>
                  <a:lnTo>
                    <a:pt x="64287" y="60255"/>
                  </a:lnTo>
                  <a:lnTo>
                    <a:pt x="64689" y="60617"/>
                  </a:lnTo>
                  <a:lnTo>
                    <a:pt x="65090" y="60979"/>
                  </a:lnTo>
                  <a:lnTo>
                    <a:pt x="65492" y="61340"/>
                  </a:lnTo>
                  <a:lnTo>
                    <a:pt x="65894" y="61702"/>
                  </a:lnTo>
                  <a:lnTo>
                    <a:pt x="66296" y="62063"/>
                  </a:lnTo>
                  <a:lnTo>
                    <a:pt x="66698" y="62425"/>
                  </a:lnTo>
                  <a:lnTo>
                    <a:pt x="67100" y="62786"/>
                  </a:lnTo>
                  <a:lnTo>
                    <a:pt x="67503" y="63147"/>
                  </a:lnTo>
                  <a:lnTo>
                    <a:pt x="67905" y="63508"/>
                  </a:lnTo>
                  <a:lnTo>
                    <a:pt x="68307" y="63869"/>
                  </a:lnTo>
                  <a:lnTo>
                    <a:pt x="68710" y="64230"/>
                  </a:lnTo>
                  <a:lnTo>
                    <a:pt x="69112" y="64591"/>
                  </a:lnTo>
                  <a:lnTo>
                    <a:pt x="69515" y="64951"/>
                  </a:lnTo>
                  <a:lnTo>
                    <a:pt x="69918" y="65312"/>
                  </a:lnTo>
                  <a:lnTo>
                    <a:pt x="70321" y="65673"/>
                  </a:lnTo>
                  <a:lnTo>
                    <a:pt x="70724" y="66033"/>
                  </a:lnTo>
                  <a:lnTo>
                    <a:pt x="71127" y="66393"/>
                  </a:lnTo>
                  <a:lnTo>
                    <a:pt x="71530" y="66754"/>
                  </a:lnTo>
                  <a:lnTo>
                    <a:pt x="71933" y="67114"/>
                  </a:lnTo>
                  <a:lnTo>
                    <a:pt x="72336" y="67474"/>
                  </a:lnTo>
                  <a:lnTo>
                    <a:pt x="72739" y="67834"/>
                  </a:lnTo>
                  <a:lnTo>
                    <a:pt x="73143" y="68193"/>
                  </a:lnTo>
                  <a:lnTo>
                    <a:pt x="73546" y="68553"/>
                  </a:lnTo>
                  <a:lnTo>
                    <a:pt x="73950" y="68913"/>
                  </a:lnTo>
                  <a:lnTo>
                    <a:pt x="74354" y="69272"/>
                  </a:lnTo>
                  <a:lnTo>
                    <a:pt x="74758" y="69632"/>
                  </a:lnTo>
                  <a:lnTo>
                    <a:pt x="75161" y="69991"/>
                  </a:lnTo>
                  <a:lnTo>
                    <a:pt x="75565" y="70350"/>
                  </a:lnTo>
                  <a:lnTo>
                    <a:pt x="75969" y="70709"/>
                  </a:lnTo>
                  <a:lnTo>
                    <a:pt x="76374" y="71069"/>
                  </a:lnTo>
                  <a:lnTo>
                    <a:pt x="76778" y="71428"/>
                  </a:lnTo>
                  <a:lnTo>
                    <a:pt x="77182" y="71786"/>
                  </a:lnTo>
                  <a:lnTo>
                    <a:pt x="77587" y="72145"/>
                  </a:lnTo>
                  <a:lnTo>
                    <a:pt x="77991" y="72504"/>
                  </a:lnTo>
                  <a:lnTo>
                    <a:pt x="78396" y="72862"/>
                  </a:lnTo>
                  <a:lnTo>
                    <a:pt x="78800" y="73221"/>
                  </a:lnTo>
                  <a:lnTo>
                    <a:pt x="79205" y="73579"/>
                  </a:lnTo>
                  <a:lnTo>
                    <a:pt x="79610" y="73937"/>
                  </a:lnTo>
                  <a:lnTo>
                    <a:pt x="80015" y="74296"/>
                  </a:lnTo>
                  <a:lnTo>
                    <a:pt x="80420" y="74654"/>
                  </a:lnTo>
                  <a:lnTo>
                    <a:pt x="80825" y="75012"/>
                  </a:lnTo>
                  <a:lnTo>
                    <a:pt x="81230" y="75370"/>
                  </a:lnTo>
                  <a:lnTo>
                    <a:pt x="81635" y="75727"/>
                  </a:lnTo>
                  <a:lnTo>
                    <a:pt x="82041" y="76085"/>
                  </a:lnTo>
                  <a:lnTo>
                    <a:pt x="82446" y="76443"/>
                  </a:lnTo>
                  <a:lnTo>
                    <a:pt x="82851" y="76800"/>
                  </a:lnTo>
                  <a:lnTo>
                    <a:pt x="83257" y="77158"/>
                  </a:lnTo>
                  <a:lnTo>
                    <a:pt x="83663" y="77515"/>
                  </a:lnTo>
                  <a:lnTo>
                    <a:pt x="84069" y="77872"/>
                  </a:lnTo>
                  <a:lnTo>
                    <a:pt x="84474" y="78229"/>
                  </a:lnTo>
                  <a:lnTo>
                    <a:pt x="84880" y="78586"/>
                  </a:lnTo>
                  <a:lnTo>
                    <a:pt x="85286" y="78943"/>
                  </a:lnTo>
                  <a:lnTo>
                    <a:pt x="85692" y="79300"/>
                  </a:lnTo>
                  <a:lnTo>
                    <a:pt x="86099" y="79657"/>
                  </a:lnTo>
                  <a:lnTo>
                    <a:pt x="86505" y="80013"/>
                  </a:lnTo>
                  <a:lnTo>
                    <a:pt x="86911" y="80370"/>
                  </a:lnTo>
                  <a:lnTo>
                    <a:pt x="87318" y="80726"/>
                  </a:lnTo>
                  <a:lnTo>
                    <a:pt x="87724" y="81083"/>
                  </a:lnTo>
                  <a:lnTo>
                    <a:pt x="88131" y="81439"/>
                  </a:lnTo>
                  <a:lnTo>
                    <a:pt x="88538" y="81795"/>
                  </a:lnTo>
                  <a:lnTo>
                    <a:pt x="88944" y="82151"/>
                  </a:lnTo>
                  <a:lnTo>
                    <a:pt x="89351" y="82507"/>
                  </a:lnTo>
                  <a:lnTo>
                    <a:pt x="89758" y="82863"/>
                  </a:lnTo>
                  <a:lnTo>
                    <a:pt x="90165" y="83218"/>
                  </a:lnTo>
                  <a:lnTo>
                    <a:pt x="90572" y="83574"/>
                  </a:lnTo>
                  <a:lnTo>
                    <a:pt x="90980" y="83930"/>
                  </a:lnTo>
                  <a:lnTo>
                    <a:pt x="91387" y="84285"/>
                  </a:lnTo>
                  <a:lnTo>
                    <a:pt x="91794" y="84640"/>
                  </a:lnTo>
                  <a:lnTo>
                    <a:pt x="92202" y="84996"/>
                  </a:lnTo>
                  <a:lnTo>
                    <a:pt x="92609" y="85351"/>
                  </a:lnTo>
                  <a:lnTo>
                    <a:pt x="93017" y="85706"/>
                  </a:lnTo>
                  <a:lnTo>
                    <a:pt x="93425" y="86061"/>
                  </a:lnTo>
                  <a:lnTo>
                    <a:pt x="93833" y="86416"/>
                  </a:lnTo>
                  <a:lnTo>
                    <a:pt x="94241" y="86770"/>
                  </a:lnTo>
                  <a:lnTo>
                    <a:pt x="94649" y="87125"/>
                  </a:lnTo>
                  <a:lnTo>
                    <a:pt x="95057" y="87480"/>
                  </a:lnTo>
                  <a:lnTo>
                    <a:pt x="95465" y="87834"/>
                  </a:lnTo>
                  <a:lnTo>
                    <a:pt x="95873" y="88189"/>
                  </a:lnTo>
                  <a:lnTo>
                    <a:pt x="96281" y="88543"/>
                  </a:lnTo>
                  <a:lnTo>
                    <a:pt x="96690" y="88897"/>
                  </a:lnTo>
                  <a:lnTo>
                    <a:pt x="97098" y="89251"/>
                  </a:lnTo>
                  <a:lnTo>
                    <a:pt x="97507" y="89605"/>
                  </a:lnTo>
                  <a:lnTo>
                    <a:pt x="97915" y="89959"/>
                  </a:lnTo>
                  <a:lnTo>
                    <a:pt x="98324" y="90313"/>
                  </a:lnTo>
                  <a:lnTo>
                    <a:pt x="98733" y="90666"/>
                  </a:lnTo>
                  <a:lnTo>
                    <a:pt x="99142" y="9102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4530491" y="50487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4449614" y="4966474"/>
              <a:ext cx="187720" cy="179107"/>
            </a:xfrm>
            <a:custGeom>
              <a:avLst/>
              <a:pathLst>
                <a:path w="187720" h="179107">
                  <a:moveTo>
                    <a:pt x="0" y="0"/>
                  </a:moveTo>
                  <a:lnTo>
                    <a:pt x="711" y="761"/>
                  </a:lnTo>
                  <a:lnTo>
                    <a:pt x="1423" y="1523"/>
                  </a:lnTo>
                  <a:lnTo>
                    <a:pt x="2136" y="2284"/>
                  </a:lnTo>
                  <a:lnTo>
                    <a:pt x="2849" y="3045"/>
                  </a:lnTo>
                  <a:lnTo>
                    <a:pt x="3562" y="3805"/>
                  </a:lnTo>
                  <a:lnTo>
                    <a:pt x="4276" y="4565"/>
                  </a:lnTo>
                  <a:lnTo>
                    <a:pt x="4989" y="5325"/>
                  </a:lnTo>
                  <a:lnTo>
                    <a:pt x="5704" y="6085"/>
                  </a:lnTo>
                  <a:lnTo>
                    <a:pt x="6418" y="6844"/>
                  </a:lnTo>
                  <a:lnTo>
                    <a:pt x="7133" y="7603"/>
                  </a:lnTo>
                  <a:lnTo>
                    <a:pt x="7849" y="8361"/>
                  </a:lnTo>
                  <a:lnTo>
                    <a:pt x="8564" y="9119"/>
                  </a:lnTo>
                  <a:lnTo>
                    <a:pt x="9280" y="9877"/>
                  </a:lnTo>
                  <a:lnTo>
                    <a:pt x="9997" y="10634"/>
                  </a:lnTo>
                  <a:lnTo>
                    <a:pt x="10713" y="11392"/>
                  </a:lnTo>
                  <a:lnTo>
                    <a:pt x="11430" y="12148"/>
                  </a:lnTo>
                  <a:lnTo>
                    <a:pt x="12148" y="12905"/>
                  </a:lnTo>
                  <a:lnTo>
                    <a:pt x="12866" y="13661"/>
                  </a:lnTo>
                  <a:lnTo>
                    <a:pt x="13584" y="14417"/>
                  </a:lnTo>
                  <a:lnTo>
                    <a:pt x="14302" y="15172"/>
                  </a:lnTo>
                  <a:lnTo>
                    <a:pt x="15021" y="15928"/>
                  </a:lnTo>
                  <a:lnTo>
                    <a:pt x="15740" y="16682"/>
                  </a:lnTo>
                  <a:lnTo>
                    <a:pt x="16460" y="17437"/>
                  </a:lnTo>
                  <a:lnTo>
                    <a:pt x="17179" y="18191"/>
                  </a:lnTo>
                  <a:lnTo>
                    <a:pt x="17900" y="18945"/>
                  </a:lnTo>
                  <a:lnTo>
                    <a:pt x="18620" y="19698"/>
                  </a:lnTo>
                  <a:lnTo>
                    <a:pt x="19341" y="20452"/>
                  </a:lnTo>
                  <a:lnTo>
                    <a:pt x="20062" y="21204"/>
                  </a:lnTo>
                  <a:lnTo>
                    <a:pt x="20784" y="21957"/>
                  </a:lnTo>
                  <a:lnTo>
                    <a:pt x="21506" y="22709"/>
                  </a:lnTo>
                  <a:lnTo>
                    <a:pt x="22228" y="23461"/>
                  </a:lnTo>
                  <a:lnTo>
                    <a:pt x="22951" y="24212"/>
                  </a:lnTo>
                  <a:lnTo>
                    <a:pt x="23674" y="24964"/>
                  </a:lnTo>
                  <a:lnTo>
                    <a:pt x="24397" y="25714"/>
                  </a:lnTo>
                  <a:lnTo>
                    <a:pt x="25121" y="26465"/>
                  </a:lnTo>
                  <a:lnTo>
                    <a:pt x="25845" y="27215"/>
                  </a:lnTo>
                  <a:lnTo>
                    <a:pt x="26569" y="27965"/>
                  </a:lnTo>
                  <a:lnTo>
                    <a:pt x="27294" y="28714"/>
                  </a:lnTo>
                  <a:lnTo>
                    <a:pt x="28019" y="29464"/>
                  </a:lnTo>
                  <a:lnTo>
                    <a:pt x="28745" y="30212"/>
                  </a:lnTo>
                  <a:lnTo>
                    <a:pt x="29470" y="30961"/>
                  </a:lnTo>
                  <a:lnTo>
                    <a:pt x="30196" y="31709"/>
                  </a:lnTo>
                  <a:lnTo>
                    <a:pt x="30923" y="32457"/>
                  </a:lnTo>
                  <a:lnTo>
                    <a:pt x="31650" y="33204"/>
                  </a:lnTo>
                  <a:lnTo>
                    <a:pt x="32377" y="33951"/>
                  </a:lnTo>
                  <a:lnTo>
                    <a:pt x="33104" y="34698"/>
                  </a:lnTo>
                  <a:lnTo>
                    <a:pt x="33832" y="35445"/>
                  </a:lnTo>
                  <a:lnTo>
                    <a:pt x="34560" y="36191"/>
                  </a:lnTo>
                  <a:lnTo>
                    <a:pt x="35289" y="36937"/>
                  </a:lnTo>
                  <a:lnTo>
                    <a:pt x="36018" y="37682"/>
                  </a:lnTo>
                  <a:lnTo>
                    <a:pt x="36747" y="38427"/>
                  </a:lnTo>
                  <a:lnTo>
                    <a:pt x="37477" y="39172"/>
                  </a:lnTo>
                  <a:lnTo>
                    <a:pt x="38207" y="39916"/>
                  </a:lnTo>
                  <a:lnTo>
                    <a:pt x="38937" y="40660"/>
                  </a:lnTo>
                  <a:lnTo>
                    <a:pt x="39667" y="41404"/>
                  </a:lnTo>
                  <a:lnTo>
                    <a:pt x="40398" y="42148"/>
                  </a:lnTo>
                  <a:lnTo>
                    <a:pt x="41130" y="42891"/>
                  </a:lnTo>
                  <a:lnTo>
                    <a:pt x="41861" y="43633"/>
                  </a:lnTo>
                  <a:lnTo>
                    <a:pt x="42593" y="44376"/>
                  </a:lnTo>
                  <a:lnTo>
                    <a:pt x="43326" y="45118"/>
                  </a:lnTo>
                  <a:lnTo>
                    <a:pt x="44058" y="45860"/>
                  </a:lnTo>
                  <a:lnTo>
                    <a:pt x="44791" y="46601"/>
                  </a:lnTo>
                  <a:lnTo>
                    <a:pt x="45525" y="47342"/>
                  </a:lnTo>
                  <a:lnTo>
                    <a:pt x="46258" y="48083"/>
                  </a:lnTo>
                  <a:lnTo>
                    <a:pt x="46992" y="48823"/>
                  </a:lnTo>
                  <a:lnTo>
                    <a:pt x="47727" y="49563"/>
                  </a:lnTo>
                  <a:lnTo>
                    <a:pt x="48461" y="50303"/>
                  </a:lnTo>
                  <a:lnTo>
                    <a:pt x="49197" y="51042"/>
                  </a:lnTo>
                  <a:lnTo>
                    <a:pt x="49932" y="51781"/>
                  </a:lnTo>
                  <a:lnTo>
                    <a:pt x="50668" y="52520"/>
                  </a:lnTo>
                  <a:lnTo>
                    <a:pt x="51404" y="53258"/>
                  </a:lnTo>
                  <a:lnTo>
                    <a:pt x="52140" y="53996"/>
                  </a:lnTo>
                  <a:lnTo>
                    <a:pt x="52877" y="54734"/>
                  </a:lnTo>
                  <a:lnTo>
                    <a:pt x="53614" y="55471"/>
                  </a:lnTo>
                  <a:lnTo>
                    <a:pt x="54352" y="56208"/>
                  </a:lnTo>
                  <a:lnTo>
                    <a:pt x="55089" y="56945"/>
                  </a:lnTo>
                  <a:lnTo>
                    <a:pt x="55828" y="57681"/>
                  </a:lnTo>
                  <a:lnTo>
                    <a:pt x="56566" y="58417"/>
                  </a:lnTo>
                  <a:lnTo>
                    <a:pt x="57305" y="59153"/>
                  </a:lnTo>
                  <a:lnTo>
                    <a:pt x="58044" y="59888"/>
                  </a:lnTo>
                  <a:lnTo>
                    <a:pt x="58783" y="60623"/>
                  </a:lnTo>
                  <a:lnTo>
                    <a:pt x="59523" y="61357"/>
                  </a:lnTo>
                  <a:lnTo>
                    <a:pt x="60264" y="62092"/>
                  </a:lnTo>
                  <a:lnTo>
                    <a:pt x="61004" y="62825"/>
                  </a:lnTo>
                  <a:lnTo>
                    <a:pt x="61745" y="63559"/>
                  </a:lnTo>
                  <a:lnTo>
                    <a:pt x="62486" y="64292"/>
                  </a:lnTo>
                  <a:lnTo>
                    <a:pt x="63228" y="65025"/>
                  </a:lnTo>
                  <a:lnTo>
                    <a:pt x="63970" y="65758"/>
                  </a:lnTo>
                  <a:lnTo>
                    <a:pt x="64712" y="66490"/>
                  </a:lnTo>
                  <a:lnTo>
                    <a:pt x="65454" y="67222"/>
                  </a:lnTo>
                  <a:lnTo>
                    <a:pt x="66197" y="67953"/>
                  </a:lnTo>
                  <a:lnTo>
                    <a:pt x="66940" y="68684"/>
                  </a:lnTo>
                  <a:lnTo>
                    <a:pt x="67684" y="69415"/>
                  </a:lnTo>
                  <a:lnTo>
                    <a:pt x="68428" y="70145"/>
                  </a:lnTo>
                  <a:lnTo>
                    <a:pt x="69172" y="70876"/>
                  </a:lnTo>
                  <a:lnTo>
                    <a:pt x="69917" y="71605"/>
                  </a:lnTo>
                  <a:lnTo>
                    <a:pt x="70662" y="72335"/>
                  </a:lnTo>
                  <a:lnTo>
                    <a:pt x="71407" y="73064"/>
                  </a:lnTo>
                  <a:lnTo>
                    <a:pt x="72153" y="73793"/>
                  </a:lnTo>
                  <a:lnTo>
                    <a:pt x="72898" y="74521"/>
                  </a:lnTo>
                  <a:lnTo>
                    <a:pt x="73645" y="75249"/>
                  </a:lnTo>
                  <a:lnTo>
                    <a:pt x="74391" y="75977"/>
                  </a:lnTo>
                  <a:lnTo>
                    <a:pt x="75138" y="76704"/>
                  </a:lnTo>
                  <a:lnTo>
                    <a:pt x="75886" y="77431"/>
                  </a:lnTo>
                  <a:lnTo>
                    <a:pt x="76633" y="78158"/>
                  </a:lnTo>
                  <a:lnTo>
                    <a:pt x="77381" y="78884"/>
                  </a:lnTo>
                  <a:lnTo>
                    <a:pt x="78129" y="79610"/>
                  </a:lnTo>
                  <a:lnTo>
                    <a:pt x="78878" y="80336"/>
                  </a:lnTo>
                  <a:lnTo>
                    <a:pt x="79627" y="81061"/>
                  </a:lnTo>
                  <a:lnTo>
                    <a:pt x="80376" y="81786"/>
                  </a:lnTo>
                  <a:lnTo>
                    <a:pt x="81126" y="82510"/>
                  </a:lnTo>
                  <a:lnTo>
                    <a:pt x="81876" y="83235"/>
                  </a:lnTo>
                  <a:lnTo>
                    <a:pt x="82626" y="83958"/>
                  </a:lnTo>
                  <a:lnTo>
                    <a:pt x="83377" y="84682"/>
                  </a:lnTo>
                  <a:lnTo>
                    <a:pt x="84128" y="85405"/>
                  </a:lnTo>
                  <a:lnTo>
                    <a:pt x="84879" y="86128"/>
                  </a:lnTo>
                  <a:lnTo>
                    <a:pt x="85631" y="86851"/>
                  </a:lnTo>
                  <a:lnTo>
                    <a:pt x="86383" y="87573"/>
                  </a:lnTo>
                  <a:lnTo>
                    <a:pt x="87135" y="88294"/>
                  </a:lnTo>
                  <a:lnTo>
                    <a:pt x="87888" y="89016"/>
                  </a:lnTo>
                  <a:lnTo>
                    <a:pt x="88641" y="89737"/>
                  </a:lnTo>
                  <a:lnTo>
                    <a:pt x="89394" y="90458"/>
                  </a:lnTo>
                  <a:lnTo>
                    <a:pt x="90148" y="91178"/>
                  </a:lnTo>
                  <a:lnTo>
                    <a:pt x="90902" y="91898"/>
                  </a:lnTo>
                  <a:lnTo>
                    <a:pt x="91656" y="92618"/>
                  </a:lnTo>
                  <a:lnTo>
                    <a:pt x="92411" y="93337"/>
                  </a:lnTo>
                  <a:lnTo>
                    <a:pt x="93166" y="94056"/>
                  </a:lnTo>
                  <a:lnTo>
                    <a:pt x="93921" y="94775"/>
                  </a:lnTo>
                  <a:lnTo>
                    <a:pt x="94677" y="95493"/>
                  </a:lnTo>
                  <a:lnTo>
                    <a:pt x="95433" y="96211"/>
                  </a:lnTo>
                  <a:lnTo>
                    <a:pt x="96189" y="96929"/>
                  </a:lnTo>
                  <a:lnTo>
                    <a:pt x="96946" y="97646"/>
                  </a:lnTo>
                  <a:lnTo>
                    <a:pt x="97703" y="98363"/>
                  </a:lnTo>
                  <a:lnTo>
                    <a:pt x="98460" y="99080"/>
                  </a:lnTo>
                  <a:lnTo>
                    <a:pt x="99217" y="99796"/>
                  </a:lnTo>
                  <a:lnTo>
                    <a:pt x="99975" y="100512"/>
                  </a:lnTo>
                  <a:lnTo>
                    <a:pt x="100734" y="101227"/>
                  </a:lnTo>
                  <a:lnTo>
                    <a:pt x="101492" y="101942"/>
                  </a:lnTo>
                  <a:lnTo>
                    <a:pt x="102251" y="102657"/>
                  </a:lnTo>
                  <a:lnTo>
                    <a:pt x="103011" y="103371"/>
                  </a:lnTo>
                  <a:lnTo>
                    <a:pt x="103770" y="104086"/>
                  </a:lnTo>
                  <a:lnTo>
                    <a:pt x="104530" y="104799"/>
                  </a:lnTo>
                  <a:lnTo>
                    <a:pt x="105290" y="105513"/>
                  </a:lnTo>
                  <a:lnTo>
                    <a:pt x="106051" y="106226"/>
                  </a:lnTo>
                  <a:lnTo>
                    <a:pt x="106812" y="106938"/>
                  </a:lnTo>
                  <a:lnTo>
                    <a:pt x="107573" y="107651"/>
                  </a:lnTo>
                  <a:lnTo>
                    <a:pt x="108335" y="108363"/>
                  </a:lnTo>
                  <a:lnTo>
                    <a:pt x="109097" y="109074"/>
                  </a:lnTo>
                  <a:lnTo>
                    <a:pt x="109859" y="109786"/>
                  </a:lnTo>
                  <a:lnTo>
                    <a:pt x="110622" y="110497"/>
                  </a:lnTo>
                  <a:lnTo>
                    <a:pt x="111385" y="111207"/>
                  </a:lnTo>
                  <a:lnTo>
                    <a:pt x="112148" y="111917"/>
                  </a:lnTo>
                  <a:lnTo>
                    <a:pt x="112911" y="112627"/>
                  </a:lnTo>
                  <a:lnTo>
                    <a:pt x="113675" y="113337"/>
                  </a:lnTo>
                  <a:lnTo>
                    <a:pt x="114440" y="114046"/>
                  </a:lnTo>
                  <a:lnTo>
                    <a:pt x="115204" y="114755"/>
                  </a:lnTo>
                  <a:lnTo>
                    <a:pt x="115969" y="115463"/>
                  </a:lnTo>
                  <a:lnTo>
                    <a:pt x="116734" y="116171"/>
                  </a:lnTo>
                  <a:lnTo>
                    <a:pt x="117500" y="116879"/>
                  </a:lnTo>
                  <a:lnTo>
                    <a:pt x="118266" y="117586"/>
                  </a:lnTo>
                  <a:lnTo>
                    <a:pt x="119032" y="118294"/>
                  </a:lnTo>
                  <a:lnTo>
                    <a:pt x="119798" y="119000"/>
                  </a:lnTo>
                  <a:lnTo>
                    <a:pt x="120565" y="119707"/>
                  </a:lnTo>
                  <a:lnTo>
                    <a:pt x="121332" y="120412"/>
                  </a:lnTo>
                  <a:lnTo>
                    <a:pt x="122100" y="121118"/>
                  </a:lnTo>
                  <a:lnTo>
                    <a:pt x="122868" y="121823"/>
                  </a:lnTo>
                  <a:lnTo>
                    <a:pt x="123636" y="122528"/>
                  </a:lnTo>
                  <a:lnTo>
                    <a:pt x="124404" y="123233"/>
                  </a:lnTo>
                  <a:lnTo>
                    <a:pt x="125173" y="123937"/>
                  </a:lnTo>
                  <a:lnTo>
                    <a:pt x="125942" y="124641"/>
                  </a:lnTo>
                  <a:lnTo>
                    <a:pt x="126712" y="125344"/>
                  </a:lnTo>
                  <a:lnTo>
                    <a:pt x="127482" y="126047"/>
                  </a:lnTo>
                  <a:lnTo>
                    <a:pt x="128252" y="126750"/>
                  </a:lnTo>
                  <a:lnTo>
                    <a:pt x="129022" y="127453"/>
                  </a:lnTo>
                  <a:lnTo>
                    <a:pt x="129793" y="128155"/>
                  </a:lnTo>
                  <a:lnTo>
                    <a:pt x="130564" y="128856"/>
                  </a:lnTo>
                  <a:lnTo>
                    <a:pt x="131336" y="129558"/>
                  </a:lnTo>
                  <a:lnTo>
                    <a:pt x="132107" y="130259"/>
                  </a:lnTo>
                  <a:lnTo>
                    <a:pt x="132879" y="130959"/>
                  </a:lnTo>
                  <a:lnTo>
                    <a:pt x="133652" y="131660"/>
                  </a:lnTo>
                  <a:lnTo>
                    <a:pt x="134424" y="132360"/>
                  </a:lnTo>
                  <a:lnTo>
                    <a:pt x="135197" y="133059"/>
                  </a:lnTo>
                  <a:lnTo>
                    <a:pt x="135971" y="133758"/>
                  </a:lnTo>
                  <a:lnTo>
                    <a:pt x="136745" y="134457"/>
                  </a:lnTo>
                  <a:lnTo>
                    <a:pt x="137519" y="135156"/>
                  </a:lnTo>
                  <a:lnTo>
                    <a:pt x="138293" y="135854"/>
                  </a:lnTo>
                  <a:lnTo>
                    <a:pt x="139068" y="136551"/>
                  </a:lnTo>
                  <a:lnTo>
                    <a:pt x="139842" y="137249"/>
                  </a:lnTo>
                  <a:lnTo>
                    <a:pt x="140618" y="137946"/>
                  </a:lnTo>
                  <a:lnTo>
                    <a:pt x="141393" y="138643"/>
                  </a:lnTo>
                  <a:lnTo>
                    <a:pt x="142169" y="139339"/>
                  </a:lnTo>
                  <a:lnTo>
                    <a:pt x="142946" y="140035"/>
                  </a:lnTo>
                  <a:lnTo>
                    <a:pt x="143722" y="140731"/>
                  </a:lnTo>
                  <a:lnTo>
                    <a:pt x="144499" y="141426"/>
                  </a:lnTo>
                  <a:lnTo>
                    <a:pt x="145276" y="142121"/>
                  </a:lnTo>
                  <a:lnTo>
                    <a:pt x="146054" y="142815"/>
                  </a:lnTo>
                  <a:lnTo>
                    <a:pt x="146832" y="143509"/>
                  </a:lnTo>
                  <a:lnTo>
                    <a:pt x="147610" y="144203"/>
                  </a:lnTo>
                  <a:lnTo>
                    <a:pt x="148389" y="144897"/>
                  </a:lnTo>
                  <a:lnTo>
                    <a:pt x="149167" y="145590"/>
                  </a:lnTo>
                  <a:lnTo>
                    <a:pt x="149947" y="146282"/>
                  </a:lnTo>
                  <a:lnTo>
                    <a:pt x="150726" y="146975"/>
                  </a:lnTo>
                  <a:lnTo>
                    <a:pt x="151506" y="147667"/>
                  </a:lnTo>
                  <a:lnTo>
                    <a:pt x="152286" y="148358"/>
                  </a:lnTo>
                  <a:lnTo>
                    <a:pt x="153066" y="149050"/>
                  </a:lnTo>
                  <a:lnTo>
                    <a:pt x="153847" y="149741"/>
                  </a:lnTo>
                  <a:lnTo>
                    <a:pt x="154628" y="150431"/>
                  </a:lnTo>
                  <a:lnTo>
                    <a:pt x="155410" y="151121"/>
                  </a:lnTo>
                  <a:lnTo>
                    <a:pt x="156191" y="151811"/>
                  </a:lnTo>
                  <a:lnTo>
                    <a:pt x="156973" y="152501"/>
                  </a:lnTo>
                  <a:lnTo>
                    <a:pt x="157756" y="153190"/>
                  </a:lnTo>
                  <a:lnTo>
                    <a:pt x="158538" y="153879"/>
                  </a:lnTo>
                  <a:lnTo>
                    <a:pt x="159321" y="154567"/>
                  </a:lnTo>
                  <a:lnTo>
                    <a:pt x="160105" y="155255"/>
                  </a:lnTo>
                  <a:lnTo>
                    <a:pt x="160888" y="155943"/>
                  </a:lnTo>
                  <a:lnTo>
                    <a:pt x="161672" y="156630"/>
                  </a:lnTo>
                  <a:lnTo>
                    <a:pt x="162457" y="157317"/>
                  </a:lnTo>
                  <a:lnTo>
                    <a:pt x="163241" y="158004"/>
                  </a:lnTo>
                  <a:lnTo>
                    <a:pt x="164026" y="158690"/>
                  </a:lnTo>
                  <a:lnTo>
                    <a:pt x="164811" y="159376"/>
                  </a:lnTo>
                  <a:lnTo>
                    <a:pt x="165597" y="160061"/>
                  </a:lnTo>
                  <a:lnTo>
                    <a:pt x="166383" y="160746"/>
                  </a:lnTo>
                  <a:lnTo>
                    <a:pt x="167169" y="161431"/>
                  </a:lnTo>
                  <a:lnTo>
                    <a:pt x="167955" y="162115"/>
                  </a:lnTo>
                  <a:lnTo>
                    <a:pt x="168742" y="162799"/>
                  </a:lnTo>
                  <a:lnTo>
                    <a:pt x="169529" y="163483"/>
                  </a:lnTo>
                  <a:lnTo>
                    <a:pt x="170317" y="164166"/>
                  </a:lnTo>
                  <a:lnTo>
                    <a:pt x="171104" y="164849"/>
                  </a:lnTo>
                  <a:lnTo>
                    <a:pt x="171893" y="165532"/>
                  </a:lnTo>
                  <a:lnTo>
                    <a:pt x="172681" y="166214"/>
                  </a:lnTo>
                  <a:lnTo>
                    <a:pt x="173470" y="166896"/>
                  </a:lnTo>
                  <a:lnTo>
                    <a:pt x="174259" y="167577"/>
                  </a:lnTo>
                  <a:lnTo>
                    <a:pt x="175048" y="168259"/>
                  </a:lnTo>
                  <a:lnTo>
                    <a:pt x="175838" y="168939"/>
                  </a:lnTo>
                  <a:lnTo>
                    <a:pt x="176628" y="169620"/>
                  </a:lnTo>
                  <a:lnTo>
                    <a:pt x="177418" y="170300"/>
                  </a:lnTo>
                  <a:lnTo>
                    <a:pt x="178208" y="170979"/>
                  </a:lnTo>
                  <a:lnTo>
                    <a:pt x="178999" y="171659"/>
                  </a:lnTo>
                  <a:lnTo>
                    <a:pt x="179791" y="172338"/>
                  </a:lnTo>
                  <a:lnTo>
                    <a:pt x="180582" y="173016"/>
                  </a:lnTo>
                  <a:lnTo>
                    <a:pt x="181374" y="173694"/>
                  </a:lnTo>
                  <a:lnTo>
                    <a:pt x="182166" y="174372"/>
                  </a:lnTo>
                  <a:lnTo>
                    <a:pt x="182959" y="175050"/>
                  </a:lnTo>
                  <a:lnTo>
                    <a:pt x="183751" y="175727"/>
                  </a:lnTo>
                  <a:lnTo>
                    <a:pt x="184544" y="176403"/>
                  </a:lnTo>
                  <a:lnTo>
                    <a:pt x="185338" y="177080"/>
                  </a:lnTo>
                  <a:lnTo>
                    <a:pt x="186132" y="177756"/>
                  </a:lnTo>
                  <a:lnTo>
                    <a:pt x="186926" y="178431"/>
                  </a:lnTo>
                  <a:lnTo>
                    <a:pt x="187720" y="179107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83820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83820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83820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83820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298916" y="5235384"/>
              <a:ext cx="142622" cy="97961"/>
            </a:xfrm>
            <a:custGeom>
              <a:avLst/>
              <a:pathLst>
                <a:path w="142622" h="97961">
                  <a:moveTo>
                    <a:pt x="0" y="97961"/>
                  </a:moveTo>
                  <a:lnTo>
                    <a:pt x="587" y="97590"/>
                  </a:lnTo>
                  <a:lnTo>
                    <a:pt x="1174" y="97219"/>
                  </a:lnTo>
                  <a:lnTo>
                    <a:pt x="1762" y="96847"/>
                  </a:lnTo>
                  <a:lnTo>
                    <a:pt x="2349" y="96475"/>
                  </a:lnTo>
                  <a:lnTo>
                    <a:pt x="2936" y="96103"/>
                  </a:lnTo>
                  <a:lnTo>
                    <a:pt x="3523" y="95731"/>
                  </a:lnTo>
                  <a:lnTo>
                    <a:pt x="4110" y="95358"/>
                  </a:lnTo>
                  <a:lnTo>
                    <a:pt x="4697" y="94986"/>
                  </a:lnTo>
                  <a:lnTo>
                    <a:pt x="5283" y="94613"/>
                  </a:lnTo>
                  <a:lnTo>
                    <a:pt x="5870" y="94240"/>
                  </a:lnTo>
                  <a:lnTo>
                    <a:pt x="6456" y="93867"/>
                  </a:lnTo>
                  <a:lnTo>
                    <a:pt x="7043" y="93494"/>
                  </a:lnTo>
                  <a:lnTo>
                    <a:pt x="7629" y="93120"/>
                  </a:lnTo>
                  <a:lnTo>
                    <a:pt x="8215" y="92747"/>
                  </a:lnTo>
                  <a:lnTo>
                    <a:pt x="8801" y="92373"/>
                  </a:lnTo>
                  <a:lnTo>
                    <a:pt x="9387" y="91999"/>
                  </a:lnTo>
                  <a:lnTo>
                    <a:pt x="9972" y="91624"/>
                  </a:lnTo>
                  <a:lnTo>
                    <a:pt x="10558" y="91250"/>
                  </a:lnTo>
                  <a:lnTo>
                    <a:pt x="11143" y="90875"/>
                  </a:lnTo>
                  <a:lnTo>
                    <a:pt x="11729" y="90501"/>
                  </a:lnTo>
                  <a:lnTo>
                    <a:pt x="12314" y="90126"/>
                  </a:lnTo>
                  <a:lnTo>
                    <a:pt x="12899" y="89751"/>
                  </a:lnTo>
                  <a:lnTo>
                    <a:pt x="13484" y="89375"/>
                  </a:lnTo>
                  <a:lnTo>
                    <a:pt x="14069" y="89000"/>
                  </a:lnTo>
                  <a:lnTo>
                    <a:pt x="14654" y="88624"/>
                  </a:lnTo>
                  <a:lnTo>
                    <a:pt x="15239" y="88248"/>
                  </a:lnTo>
                  <a:lnTo>
                    <a:pt x="15823" y="87872"/>
                  </a:lnTo>
                  <a:lnTo>
                    <a:pt x="16408" y="87496"/>
                  </a:lnTo>
                  <a:lnTo>
                    <a:pt x="16992" y="87120"/>
                  </a:lnTo>
                  <a:lnTo>
                    <a:pt x="17576" y="86743"/>
                  </a:lnTo>
                  <a:lnTo>
                    <a:pt x="18160" y="86367"/>
                  </a:lnTo>
                  <a:lnTo>
                    <a:pt x="18744" y="85990"/>
                  </a:lnTo>
                  <a:lnTo>
                    <a:pt x="19328" y="85613"/>
                  </a:lnTo>
                  <a:lnTo>
                    <a:pt x="19912" y="85235"/>
                  </a:lnTo>
                  <a:lnTo>
                    <a:pt x="20495" y="84858"/>
                  </a:lnTo>
                  <a:lnTo>
                    <a:pt x="21079" y="84480"/>
                  </a:lnTo>
                  <a:lnTo>
                    <a:pt x="21662" y="84102"/>
                  </a:lnTo>
                  <a:lnTo>
                    <a:pt x="22246" y="83724"/>
                  </a:lnTo>
                  <a:lnTo>
                    <a:pt x="22829" y="83346"/>
                  </a:lnTo>
                  <a:lnTo>
                    <a:pt x="23412" y="82968"/>
                  </a:lnTo>
                  <a:lnTo>
                    <a:pt x="23995" y="82589"/>
                  </a:lnTo>
                  <a:lnTo>
                    <a:pt x="24578" y="82211"/>
                  </a:lnTo>
                  <a:lnTo>
                    <a:pt x="25160" y="81832"/>
                  </a:lnTo>
                  <a:lnTo>
                    <a:pt x="25743" y="81453"/>
                  </a:lnTo>
                  <a:lnTo>
                    <a:pt x="26325" y="81073"/>
                  </a:lnTo>
                  <a:lnTo>
                    <a:pt x="26908" y="80694"/>
                  </a:lnTo>
                  <a:lnTo>
                    <a:pt x="27490" y="80314"/>
                  </a:lnTo>
                  <a:lnTo>
                    <a:pt x="28072" y="79934"/>
                  </a:lnTo>
                  <a:lnTo>
                    <a:pt x="28654" y="79554"/>
                  </a:lnTo>
                  <a:lnTo>
                    <a:pt x="29236" y="79174"/>
                  </a:lnTo>
                  <a:lnTo>
                    <a:pt x="29818" y="78794"/>
                  </a:lnTo>
                  <a:lnTo>
                    <a:pt x="30399" y="78413"/>
                  </a:lnTo>
                  <a:lnTo>
                    <a:pt x="30981" y="78033"/>
                  </a:lnTo>
                  <a:lnTo>
                    <a:pt x="31562" y="77652"/>
                  </a:lnTo>
                  <a:lnTo>
                    <a:pt x="32143" y="77271"/>
                  </a:lnTo>
                  <a:lnTo>
                    <a:pt x="32725" y="76890"/>
                  </a:lnTo>
                  <a:lnTo>
                    <a:pt x="33306" y="76508"/>
                  </a:lnTo>
                  <a:lnTo>
                    <a:pt x="33887" y="76127"/>
                  </a:lnTo>
                  <a:lnTo>
                    <a:pt x="34467" y="75745"/>
                  </a:lnTo>
                  <a:lnTo>
                    <a:pt x="35048" y="75363"/>
                  </a:lnTo>
                  <a:lnTo>
                    <a:pt x="35629" y="74981"/>
                  </a:lnTo>
                  <a:lnTo>
                    <a:pt x="36209" y="74598"/>
                  </a:lnTo>
                  <a:lnTo>
                    <a:pt x="36789" y="74216"/>
                  </a:lnTo>
                  <a:lnTo>
                    <a:pt x="37370" y="73833"/>
                  </a:lnTo>
                  <a:lnTo>
                    <a:pt x="37950" y="73450"/>
                  </a:lnTo>
                  <a:lnTo>
                    <a:pt x="38530" y="73067"/>
                  </a:lnTo>
                  <a:lnTo>
                    <a:pt x="39110" y="72684"/>
                  </a:lnTo>
                  <a:lnTo>
                    <a:pt x="39689" y="72301"/>
                  </a:lnTo>
                  <a:lnTo>
                    <a:pt x="40269" y="71917"/>
                  </a:lnTo>
                  <a:lnTo>
                    <a:pt x="40849" y="71534"/>
                  </a:lnTo>
                  <a:lnTo>
                    <a:pt x="41428" y="71150"/>
                  </a:lnTo>
                  <a:lnTo>
                    <a:pt x="42007" y="70766"/>
                  </a:lnTo>
                  <a:lnTo>
                    <a:pt x="42586" y="70381"/>
                  </a:lnTo>
                  <a:lnTo>
                    <a:pt x="43165" y="69997"/>
                  </a:lnTo>
                  <a:lnTo>
                    <a:pt x="43744" y="69612"/>
                  </a:lnTo>
                  <a:lnTo>
                    <a:pt x="44323" y="69227"/>
                  </a:lnTo>
                  <a:lnTo>
                    <a:pt x="44902" y="68842"/>
                  </a:lnTo>
                  <a:lnTo>
                    <a:pt x="45480" y="68457"/>
                  </a:lnTo>
                  <a:lnTo>
                    <a:pt x="46059" y="68072"/>
                  </a:lnTo>
                  <a:lnTo>
                    <a:pt x="46637" y="67686"/>
                  </a:lnTo>
                  <a:lnTo>
                    <a:pt x="47215" y="67301"/>
                  </a:lnTo>
                  <a:lnTo>
                    <a:pt x="47794" y="66915"/>
                  </a:lnTo>
                  <a:lnTo>
                    <a:pt x="48371" y="66529"/>
                  </a:lnTo>
                  <a:lnTo>
                    <a:pt x="48949" y="66142"/>
                  </a:lnTo>
                  <a:lnTo>
                    <a:pt x="49527" y="65756"/>
                  </a:lnTo>
                  <a:lnTo>
                    <a:pt x="50105" y="65369"/>
                  </a:lnTo>
                  <a:lnTo>
                    <a:pt x="50682" y="64983"/>
                  </a:lnTo>
                  <a:lnTo>
                    <a:pt x="51260" y="64596"/>
                  </a:lnTo>
                  <a:lnTo>
                    <a:pt x="51837" y="64209"/>
                  </a:lnTo>
                  <a:lnTo>
                    <a:pt x="52414" y="63821"/>
                  </a:lnTo>
                  <a:lnTo>
                    <a:pt x="52991" y="63434"/>
                  </a:lnTo>
                  <a:lnTo>
                    <a:pt x="53568" y="63046"/>
                  </a:lnTo>
                  <a:lnTo>
                    <a:pt x="54145" y="62658"/>
                  </a:lnTo>
                  <a:lnTo>
                    <a:pt x="54721" y="62270"/>
                  </a:lnTo>
                  <a:lnTo>
                    <a:pt x="55298" y="61882"/>
                  </a:lnTo>
                  <a:lnTo>
                    <a:pt x="55874" y="61494"/>
                  </a:lnTo>
                  <a:lnTo>
                    <a:pt x="56451" y="61105"/>
                  </a:lnTo>
                  <a:lnTo>
                    <a:pt x="57027" y="60716"/>
                  </a:lnTo>
                  <a:lnTo>
                    <a:pt x="57603" y="60328"/>
                  </a:lnTo>
                  <a:lnTo>
                    <a:pt x="58179" y="59938"/>
                  </a:lnTo>
                  <a:lnTo>
                    <a:pt x="58755" y="59549"/>
                  </a:lnTo>
                  <a:lnTo>
                    <a:pt x="59330" y="59160"/>
                  </a:lnTo>
                  <a:lnTo>
                    <a:pt x="59906" y="58770"/>
                  </a:lnTo>
                  <a:lnTo>
                    <a:pt x="60481" y="58380"/>
                  </a:lnTo>
                  <a:lnTo>
                    <a:pt x="61057" y="57990"/>
                  </a:lnTo>
                  <a:lnTo>
                    <a:pt x="61632" y="57600"/>
                  </a:lnTo>
                  <a:lnTo>
                    <a:pt x="62207" y="57210"/>
                  </a:lnTo>
                  <a:lnTo>
                    <a:pt x="62782" y="56819"/>
                  </a:lnTo>
                  <a:lnTo>
                    <a:pt x="63357" y="56429"/>
                  </a:lnTo>
                  <a:lnTo>
                    <a:pt x="63932" y="56038"/>
                  </a:lnTo>
                  <a:lnTo>
                    <a:pt x="64506" y="55647"/>
                  </a:lnTo>
                  <a:lnTo>
                    <a:pt x="65081" y="55256"/>
                  </a:lnTo>
                  <a:lnTo>
                    <a:pt x="65655" y="54864"/>
                  </a:lnTo>
                  <a:lnTo>
                    <a:pt x="66229" y="54473"/>
                  </a:lnTo>
                  <a:lnTo>
                    <a:pt x="66803" y="54081"/>
                  </a:lnTo>
                  <a:lnTo>
                    <a:pt x="67377" y="53689"/>
                  </a:lnTo>
                  <a:lnTo>
                    <a:pt x="67951" y="53297"/>
                  </a:lnTo>
                  <a:lnTo>
                    <a:pt x="68525" y="52905"/>
                  </a:lnTo>
                  <a:lnTo>
                    <a:pt x="69099" y="52512"/>
                  </a:lnTo>
                  <a:lnTo>
                    <a:pt x="69672" y="52119"/>
                  </a:lnTo>
                  <a:lnTo>
                    <a:pt x="70246" y="51727"/>
                  </a:lnTo>
                  <a:lnTo>
                    <a:pt x="70819" y="51334"/>
                  </a:lnTo>
                  <a:lnTo>
                    <a:pt x="71392" y="50940"/>
                  </a:lnTo>
                  <a:lnTo>
                    <a:pt x="71965" y="50547"/>
                  </a:lnTo>
                  <a:lnTo>
                    <a:pt x="72538" y="50154"/>
                  </a:lnTo>
                  <a:lnTo>
                    <a:pt x="73111" y="49760"/>
                  </a:lnTo>
                  <a:lnTo>
                    <a:pt x="73684" y="49366"/>
                  </a:lnTo>
                  <a:lnTo>
                    <a:pt x="74256" y="48972"/>
                  </a:lnTo>
                  <a:lnTo>
                    <a:pt x="74829" y="48578"/>
                  </a:lnTo>
                  <a:lnTo>
                    <a:pt x="75401" y="48183"/>
                  </a:lnTo>
                  <a:lnTo>
                    <a:pt x="75973" y="47789"/>
                  </a:lnTo>
                  <a:lnTo>
                    <a:pt x="76545" y="47394"/>
                  </a:lnTo>
                  <a:lnTo>
                    <a:pt x="77117" y="46999"/>
                  </a:lnTo>
                  <a:lnTo>
                    <a:pt x="77689" y="46604"/>
                  </a:lnTo>
                  <a:lnTo>
                    <a:pt x="78261" y="46209"/>
                  </a:lnTo>
                  <a:lnTo>
                    <a:pt x="78832" y="45813"/>
                  </a:lnTo>
                  <a:lnTo>
                    <a:pt x="79404" y="45418"/>
                  </a:lnTo>
                  <a:lnTo>
                    <a:pt x="79975" y="45022"/>
                  </a:lnTo>
                  <a:lnTo>
                    <a:pt x="80546" y="44626"/>
                  </a:lnTo>
                  <a:lnTo>
                    <a:pt x="81117" y="44230"/>
                  </a:lnTo>
                  <a:lnTo>
                    <a:pt x="81688" y="43833"/>
                  </a:lnTo>
                  <a:lnTo>
                    <a:pt x="82259" y="43437"/>
                  </a:lnTo>
                  <a:lnTo>
                    <a:pt x="82830" y="43040"/>
                  </a:lnTo>
                  <a:lnTo>
                    <a:pt x="83400" y="42643"/>
                  </a:lnTo>
                  <a:lnTo>
                    <a:pt x="83971" y="42246"/>
                  </a:lnTo>
                  <a:lnTo>
                    <a:pt x="84541" y="41849"/>
                  </a:lnTo>
                  <a:lnTo>
                    <a:pt x="85112" y="41452"/>
                  </a:lnTo>
                  <a:lnTo>
                    <a:pt x="85682" y="41054"/>
                  </a:lnTo>
                  <a:lnTo>
                    <a:pt x="86252" y="40656"/>
                  </a:lnTo>
                  <a:lnTo>
                    <a:pt x="86822" y="40258"/>
                  </a:lnTo>
                  <a:lnTo>
                    <a:pt x="87391" y="39860"/>
                  </a:lnTo>
                  <a:lnTo>
                    <a:pt x="87961" y="39462"/>
                  </a:lnTo>
                  <a:lnTo>
                    <a:pt x="88530" y="39063"/>
                  </a:lnTo>
                  <a:lnTo>
                    <a:pt x="89100" y="38665"/>
                  </a:lnTo>
                  <a:lnTo>
                    <a:pt x="89669" y="38266"/>
                  </a:lnTo>
                  <a:lnTo>
                    <a:pt x="90238" y="37867"/>
                  </a:lnTo>
                  <a:lnTo>
                    <a:pt x="90807" y="37468"/>
                  </a:lnTo>
                  <a:lnTo>
                    <a:pt x="91376" y="37069"/>
                  </a:lnTo>
                  <a:lnTo>
                    <a:pt x="91945" y="36669"/>
                  </a:lnTo>
                  <a:lnTo>
                    <a:pt x="92513" y="36269"/>
                  </a:lnTo>
                  <a:lnTo>
                    <a:pt x="93082" y="35870"/>
                  </a:lnTo>
                  <a:lnTo>
                    <a:pt x="93650" y="35469"/>
                  </a:lnTo>
                  <a:lnTo>
                    <a:pt x="94219" y="35069"/>
                  </a:lnTo>
                  <a:lnTo>
                    <a:pt x="94787" y="34669"/>
                  </a:lnTo>
                  <a:lnTo>
                    <a:pt x="95355" y="34268"/>
                  </a:lnTo>
                  <a:lnTo>
                    <a:pt x="95923" y="33868"/>
                  </a:lnTo>
                  <a:lnTo>
                    <a:pt x="96490" y="33467"/>
                  </a:lnTo>
                  <a:lnTo>
                    <a:pt x="97058" y="33066"/>
                  </a:lnTo>
                  <a:lnTo>
                    <a:pt x="97626" y="32664"/>
                  </a:lnTo>
                  <a:lnTo>
                    <a:pt x="98193" y="32263"/>
                  </a:lnTo>
                  <a:lnTo>
                    <a:pt x="98760" y="31861"/>
                  </a:lnTo>
                  <a:lnTo>
                    <a:pt x="99327" y="31460"/>
                  </a:lnTo>
                  <a:lnTo>
                    <a:pt x="99894" y="31058"/>
                  </a:lnTo>
                  <a:lnTo>
                    <a:pt x="100461" y="30655"/>
                  </a:lnTo>
                  <a:lnTo>
                    <a:pt x="101028" y="30253"/>
                  </a:lnTo>
                  <a:lnTo>
                    <a:pt x="101595" y="29851"/>
                  </a:lnTo>
                  <a:lnTo>
                    <a:pt x="102161" y="29448"/>
                  </a:lnTo>
                  <a:lnTo>
                    <a:pt x="102728" y="29045"/>
                  </a:lnTo>
                  <a:lnTo>
                    <a:pt x="103294" y="28642"/>
                  </a:lnTo>
                  <a:lnTo>
                    <a:pt x="103860" y="28239"/>
                  </a:lnTo>
                  <a:lnTo>
                    <a:pt x="104426" y="27836"/>
                  </a:lnTo>
                  <a:lnTo>
                    <a:pt x="104992" y="27432"/>
                  </a:lnTo>
                  <a:lnTo>
                    <a:pt x="105558" y="27028"/>
                  </a:lnTo>
                  <a:lnTo>
                    <a:pt x="106124" y="26624"/>
                  </a:lnTo>
                  <a:lnTo>
                    <a:pt x="106689" y="26220"/>
                  </a:lnTo>
                  <a:lnTo>
                    <a:pt x="107255" y="25816"/>
                  </a:lnTo>
                  <a:lnTo>
                    <a:pt x="107820" y="25412"/>
                  </a:lnTo>
                  <a:lnTo>
                    <a:pt x="108385" y="25007"/>
                  </a:lnTo>
                  <a:lnTo>
                    <a:pt x="108950" y="24602"/>
                  </a:lnTo>
                  <a:lnTo>
                    <a:pt x="109515" y="24197"/>
                  </a:lnTo>
                  <a:lnTo>
                    <a:pt x="110080" y="23792"/>
                  </a:lnTo>
                  <a:lnTo>
                    <a:pt x="110644" y="23387"/>
                  </a:lnTo>
                  <a:lnTo>
                    <a:pt x="111209" y="22982"/>
                  </a:lnTo>
                  <a:lnTo>
                    <a:pt x="111773" y="22576"/>
                  </a:lnTo>
                  <a:lnTo>
                    <a:pt x="112338" y="22170"/>
                  </a:lnTo>
                  <a:lnTo>
                    <a:pt x="112902" y="21764"/>
                  </a:lnTo>
                  <a:lnTo>
                    <a:pt x="113466" y="21358"/>
                  </a:lnTo>
                  <a:lnTo>
                    <a:pt x="114030" y="20952"/>
                  </a:lnTo>
                  <a:lnTo>
                    <a:pt x="114594" y="20545"/>
                  </a:lnTo>
                  <a:lnTo>
                    <a:pt x="115157" y="20139"/>
                  </a:lnTo>
                  <a:lnTo>
                    <a:pt x="115721" y="19732"/>
                  </a:lnTo>
                  <a:lnTo>
                    <a:pt x="116284" y="19325"/>
                  </a:lnTo>
                  <a:lnTo>
                    <a:pt x="116847" y="18918"/>
                  </a:lnTo>
                  <a:lnTo>
                    <a:pt x="117411" y="18510"/>
                  </a:lnTo>
                  <a:lnTo>
                    <a:pt x="117974" y="18103"/>
                  </a:lnTo>
                  <a:lnTo>
                    <a:pt x="118537" y="17695"/>
                  </a:lnTo>
                  <a:lnTo>
                    <a:pt x="119099" y="17287"/>
                  </a:lnTo>
                  <a:lnTo>
                    <a:pt x="119662" y="16879"/>
                  </a:lnTo>
                  <a:lnTo>
                    <a:pt x="120225" y="16471"/>
                  </a:lnTo>
                  <a:lnTo>
                    <a:pt x="120787" y="16062"/>
                  </a:lnTo>
                  <a:lnTo>
                    <a:pt x="121349" y="15654"/>
                  </a:lnTo>
                  <a:lnTo>
                    <a:pt x="121911" y="15245"/>
                  </a:lnTo>
                  <a:lnTo>
                    <a:pt x="122473" y="14836"/>
                  </a:lnTo>
                  <a:lnTo>
                    <a:pt x="123035" y="14427"/>
                  </a:lnTo>
                  <a:lnTo>
                    <a:pt x="123597" y="14018"/>
                  </a:lnTo>
                  <a:lnTo>
                    <a:pt x="124159" y="13608"/>
                  </a:lnTo>
                  <a:lnTo>
                    <a:pt x="124720" y="13199"/>
                  </a:lnTo>
                  <a:lnTo>
                    <a:pt x="125282" y="12789"/>
                  </a:lnTo>
                  <a:lnTo>
                    <a:pt x="125843" y="12379"/>
                  </a:lnTo>
                  <a:lnTo>
                    <a:pt x="126404" y="11969"/>
                  </a:lnTo>
                  <a:lnTo>
                    <a:pt x="126965" y="11558"/>
                  </a:lnTo>
                  <a:lnTo>
                    <a:pt x="127526" y="11148"/>
                  </a:lnTo>
                  <a:lnTo>
                    <a:pt x="128087" y="10737"/>
                  </a:lnTo>
                  <a:lnTo>
                    <a:pt x="128647" y="10326"/>
                  </a:lnTo>
                  <a:lnTo>
                    <a:pt x="129208" y="9915"/>
                  </a:lnTo>
                  <a:lnTo>
                    <a:pt x="129768" y="9504"/>
                  </a:lnTo>
                  <a:lnTo>
                    <a:pt x="130328" y="9093"/>
                  </a:lnTo>
                  <a:lnTo>
                    <a:pt x="130889" y="8681"/>
                  </a:lnTo>
                  <a:lnTo>
                    <a:pt x="131449" y="8270"/>
                  </a:lnTo>
                  <a:lnTo>
                    <a:pt x="132008" y="7858"/>
                  </a:lnTo>
                  <a:lnTo>
                    <a:pt x="132568" y="7446"/>
                  </a:lnTo>
                  <a:lnTo>
                    <a:pt x="133128" y="7034"/>
                  </a:lnTo>
                  <a:lnTo>
                    <a:pt x="133687" y="6621"/>
                  </a:lnTo>
                  <a:lnTo>
                    <a:pt x="134247" y="6209"/>
                  </a:lnTo>
                  <a:lnTo>
                    <a:pt x="134806" y="5796"/>
                  </a:lnTo>
                  <a:lnTo>
                    <a:pt x="135365" y="5383"/>
                  </a:lnTo>
                  <a:lnTo>
                    <a:pt x="135924" y="4970"/>
                  </a:lnTo>
                  <a:lnTo>
                    <a:pt x="136483" y="4557"/>
                  </a:lnTo>
                  <a:lnTo>
                    <a:pt x="137042" y="4143"/>
                  </a:lnTo>
                  <a:lnTo>
                    <a:pt x="137600" y="3730"/>
                  </a:lnTo>
                  <a:lnTo>
                    <a:pt x="138159" y="3316"/>
                  </a:lnTo>
                  <a:lnTo>
                    <a:pt x="138717" y="2902"/>
                  </a:lnTo>
                  <a:lnTo>
                    <a:pt x="139275" y="2488"/>
                  </a:lnTo>
                  <a:lnTo>
                    <a:pt x="139833" y="2074"/>
                  </a:lnTo>
                  <a:lnTo>
                    <a:pt x="140391" y="1659"/>
                  </a:lnTo>
                  <a:lnTo>
                    <a:pt x="140949" y="1244"/>
                  </a:lnTo>
                  <a:lnTo>
                    <a:pt x="141507" y="830"/>
                  </a:lnTo>
                  <a:lnTo>
                    <a:pt x="142064" y="415"/>
                  </a:lnTo>
                  <a:lnTo>
                    <a:pt x="142622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6841108" y="5424549"/>
              <a:ext cx="299578" cy="130125"/>
            </a:xfrm>
            <a:custGeom>
              <a:avLst/>
              <a:pathLst>
                <a:path w="299578" h="130125">
                  <a:moveTo>
                    <a:pt x="0" y="130125"/>
                  </a:moveTo>
                  <a:lnTo>
                    <a:pt x="1238" y="129690"/>
                  </a:lnTo>
                  <a:lnTo>
                    <a:pt x="2477" y="129255"/>
                  </a:lnTo>
                  <a:lnTo>
                    <a:pt x="3715" y="128818"/>
                  </a:lnTo>
                  <a:lnTo>
                    <a:pt x="4953" y="128382"/>
                  </a:lnTo>
                  <a:lnTo>
                    <a:pt x="6191" y="127944"/>
                  </a:lnTo>
                  <a:lnTo>
                    <a:pt x="7429" y="127506"/>
                  </a:lnTo>
                  <a:lnTo>
                    <a:pt x="8666" y="127066"/>
                  </a:lnTo>
                  <a:lnTo>
                    <a:pt x="9903" y="126627"/>
                  </a:lnTo>
                  <a:lnTo>
                    <a:pt x="11140" y="126186"/>
                  </a:lnTo>
                  <a:lnTo>
                    <a:pt x="12376" y="125745"/>
                  </a:lnTo>
                  <a:lnTo>
                    <a:pt x="13612" y="125303"/>
                  </a:lnTo>
                  <a:lnTo>
                    <a:pt x="14848" y="124860"/>
                  </a:lnTo>
                  <a:lnTo>
                    <a:pt x="16084" y="124417"/>
                  </a:lnTo>
                  <a:lnTo>
                    <a:pt x="17320" y="123973"/>
                  </a:lnTo>
                  <a:lnTo>
                    <a:pt x="18555" y="123528"/>
                  </a:lnTo>
                  <a:lnTo>
                    <a:pt x="19790" y="123083"/>
                  </a:lnTo>
                  <a:lnTo>
                    <a:pt x="21024" y="122636"/>
                  </a:lnTo>
                  <a:lnTo>
                    <a:pt x="22259" y="122189"/>
                  </a:lnTo>
                  <a:lnTo>
                    <a:pt x="23493" y="121742"/>
                  </a:lnTo>
                  <a:lnTo>
                    <a:pt x="24727" y="121293"/>
                  </a:lnTo>
                  <a:lnTo>
                    <a:pt x="25961" y="120844"/>
                  </a:lnTo>
                  <a:lnTo>
                    <a:pt x="27194" y="120394"/>
                  </a:lnTo>
                  <a:lnTo>
                    <a:pt x="28427" y="119944"/>
                  </a:lnTo>
                  <a:lnTo>
                    <a:pt x="29660" y="119492"/>
                  </a:lnTo>
                  <a:lnTo>
                    <a:pt x="30893" y="119040"/>
                  </a:lnTo>
                  <a:lnTo>
                    <a:pt x="32125" y="118587"/>
                  </a:lnTo>
                  <a:lnTo>
                    <a:pt x="33357" y="118134"/>
                  </a:lnTo>
                  <a:lnTo>
                    <a:pt x="34589" y="117680"/>
                  </a:lnTo>
                  <a:lnTo>
                    <a:pt x="35820" y="117225"/>
                  </a:lnTo>
                  <a:lnTo>
                    <a:pt x="37052" y="116769"/>
                  </a:lnTo>
                  <a:lnTo>
                    <a:pt x="38283" y="116313"/>
                  </a:lnTo>
                  <a:lnTo>
                    <a:pt x="39514" y="115856"/>
                  </a:lnTo>
                  <a:lnTo>
                    <a:pt x="40744" y="115398"/>
                  </a:lnTo>
                  <a:lnTo>
                    <a:pt x="41974" y="114940"/>
                  </a:lnTo>
                  <a:lnTo>
                    <a:pt x="43204" y="114481"/>
                  </a:lnTo>
                  <a:lnTo>
                    <a:pt x="44434" y="114021"/>
                  </a:lnTo>
                  <a:lnTo>
                    <a:pt x="45663" y="113560"/>
                  </a:lnTo>
                  <a:lnTo>
                    <a:pt x="46892" y="113099"/>
                  </a:lnTo>
                  <a:lnTo>
                    <a:pt x="48121" y="112637"/>
                  </a:lnTo>
                  <a:lnTo>
                    <a:pt x="49350" y="112174"/>
                  </a:lnTo>
                  <a:lnTo>
                    <a:pt x="50578" y="111710"/>
                  </a:lnTo>
                  <a:lnTo>
                    <a:pt x="51806" y="111246"/>
                  </a:lnTo>
                  <a:lnTo>
                    <a:pt x="53034" y="110781"/>
                  </a:lnTo>
                  <a:lnTo>
                    <a:pt x="54262" y="110316"/>
                  </a:lnTo>
                  <a:lnTo>
                    <a:pt x="55489" y="109849"/>
                  </a:lnTo>
                  <a:lnTo>
                    <a:pt x="56716" y="109382"/>
                  </a:lnTo>
                  <a:lnTo>
                    <a:pt x="57943" y="108914"/>
                  </a:lnTo>
                  <a:lnTo>
                    <a:pt x="59169" y="108446"/>
                  </a:lnTo>
                  <a:lnTo>
                    <a:pt x="60395" y="107977"/>
                  </a:lnTo>
                  <a:lnTo>
                    <a:pt x="61621" y="107507"/>
                  </a:lnTo>
                  <a:lnTo>
                    <a:pt x="62847" y="107036"/>
                  </a:lnTo>
                  <a:lnTo>
                    <a:pt x="64072" y="106565"/>
                  </a:lnTo>
                  <a:lnTo>
                    <a:pt x="65297" y="106093"/>
                  </a:lnTo>
                  <a:lnTo>
                    <a:pt x="66522" y="105620"/>
                  </a:lnTo>
                  <a:lnTo>
                    <a:pt x="67746" y="105146"/>
                  </a:lnTo>
                  <a:lnTo>
                    <a:pt x="68971" y="104672"/>
                  </a:lnTo>
                  <a:lnTo>
                    <a:pt x="70195" y="104197"/>
                  </a:lnTo>
                  <a:lnTo>
                    <a:pt x="71418" y="103722"/>
                  </a:lnTo>
                  <a:lnTo>
                    <a:pt x="72642" y="103245"/>
                  </a:lnTo>
                  <a:lnTo>
                    <a:pt x="73865" y="102768"/>
                  </a:lnTo>
                  <a:lnTo>
                    <a:pt x="75088" y="102290"/>
                  </a:lnTo>
                  <a:lnTo>
                    <a:pt x="76310" y="101812"/>
                  </a:lnTo>
                  <a:lnTo>
                    <a:pt x="77533" y="101333"/>
                  </a:lnTo>
                  <a:lnTo>
                    <a:pt x="78755" y="100853"/>
                  </a:lnTo>
                  <a:lnTo>
                    <a:pt x="79976" y="100372"/>
                  </a:lnTo>
                  <a:lnTo>
                    <a:pt x="81198" y="99891"/>
                  </a:lnTo>
                  <a:lnTo>
                    <a:pt x="82419" y="99409"/>
                  </a:lnTo>
                  <a:lnTo>
                    <a:pt x="83640" y="98926"/>
                  </a:lnTo>
                  <a:lnTo>
                    <a:pt x="84860" y="98443"/>
                  </a:lnTo>
                  <a:lnTo>
                    <a:pt x="86081" y="97958"/>
                  </a:lnTo>
                  <a:lnTo>
                    <a:pt x="87301" y="97473"/>
                  </a:lnTo>
                  <a:lnTo>
                    <a:pt x="88521" y="96988"/>
                  </a:lnTo>
                  <a:lnTo>
                    <a:pt x="89740" y="96502"/>
                  </a:lnTo>
                  <a:lnTo>
                    <a:pt x="90959" y="96015"/>
                  </a:lnTo>
                  <a:lnTo>
                    <a:pt x="92178" y="95527"/>
                  </a:lnTo>
                  <a:lnTo>
                    <a:pt x="93397" y="95038"/>
                  </a:lnTo>
                  <a:lnTo>
                    <a:pt x="94615" y="94549"/>
                  </a:lnTo>
                  <a:lnTo>
                    <a:pt x="95833" y="94059"/>
                  </a:lnTo>
                  <a:lnTo>
                    <a:pt x="97051" y="93569"/>
                  </a:lnTo>
                  <a:lnTo>
                    <a:pt x="98268" y="93077"/>
                  </a:lnTo>
                  <a:lnTo>
                    <a:pt x="99486" y="92585"/>
                  </a:lnTo>
                  <a:lnTo>
                    <a:pt x="100702" y="92093"/>
                  </a:lnTo>
                  <a:lnTo>
                    <a:pt x="101919" y="91599"/>
                  </a:lnTo>
                  <a:lnTo>
                    <a:pt x="103135" y="91105"/>
                  </a:lnTo>
                  <a:lnTo>
                    <a:pt x="104352" y="90610"/>
                  </a:lnTo>
                  <a:lnTo>
                    <a:pt x="105567" y="90115"/>
                  </a:lnTo>
                  <a:lnTo>
                    <a:pt x="106783" y="89619"/>
                  </a:lnTo>
                  <a:lnTo>
                    <a:pt x="107998" y="89122"/>
                  </a:lnTo>
                  <a:lnTo>
                    <a:pt x="109213" y="88624"/>
                  </a:lnTo>
                  <a:lnTo>
                    <a:pt x="110427" y="88126"/>
                  </a:lnTo>
                  <a:lnTo>
                    <a:pt x="111642" y="87626"/>
                  </a:lnTo>
                  <a:lnTo>
                    <a:pt x="112856" y="87127"/>
                  </a:lnTo>
                  <a:lnTo>
                    <a:pt x="114069" y="86626"/>
                  </a:lnTo>
                  <a:lnTo>
                    <a:pt x="115283" y="86125"/>
                  </a:lnTo>
                  <a:lnTo>
                    <a:pt x="116496" y="85623"/>
                  </a:lnTo>
                  <a:lnTo>
                    <a:pt x="117709" y="85120"/>
                  </a:lnTo>
                  <a:lnTo>
                    <a:pt x="118921" y="84617"/>
                  </a:lnTo>
                  <a:lnTo>
                    <a:pt x="120134" y="84113"/>
                  </a:lnTo>
                  <a:lnTo>
                    <a:pt x="121346" y="83608"/>
                  </a:lnTo>
                  <a:lnTo>
                    <a:pt x="122557" y="83103"/>
                  </a:lnTo>
                  <a:lnTo>
                    <a:pt x="123769" y="82597"/>
                  </a:lnTo>
                  <a:lnTo>
                    <a:pt x="124980" y="82090"/>
                  </a:lnTo>
                  <a:lnTo>
                    <a:pt x="126191" y="81582"/>
                  </a:lnTo>
                  <a:lnTo>
                    <a:pt x="127401" y="81074"/>
                  </a:lnTo>
                  <a:lnTo>
                    <a:pt x="128611" y="80565"/>
                  </a:lnTo>
                  <a:lnTo>
                    <a:pt x="129821" y="80055"/>
                  </a:lnTo>
                  <a:lnTo>
                    <a:pt x="131031" y="79545"/>
                  </a:lnTo>
                  <a:lnTo>
                    <a:pt x="132240" y="79034"/>
                  </a:lnTo>
                  <a:lnTo>
                    <a:pt x="133449" y="78522"/>
                  </a:lnTo>
                  <a:lnTo>
                    <a:pt x="134658" y="78010"/>
                  </a:lnTo>
                  <a:lnTo>
                    <a:pt x="135866" y="77496"/>
                  </a:lnTo>
                  <a:lnTo>
                    <a:pt x="137074" y="76982"/>
                  </a:lnTo>
                  <a:lnTo>
                    <a:pt x="138282" y="76468"/>
                  </a:lnTo>
                  <a:lnTo>
                    <a:pt x="139490" y="75952"/>
                  </a:lnTo>
                  <a:lnTo>
                    <a:pt x="140697" y="75436"/>
                  </a:lnTo>
                  <a:lnTo>
                    <a:pt x="141904" y="74920"/>
                  </a:lnTo>
                  <a:lnTo>
                    <a:pt x="143110" y="74402"/>
                  </a:lnTo>
                  <a:lnTo>
                    <a:pt x="144317" y="73884"/>
                  </a:lnTo>
                  <a:lnTo>
                    <a:pt x="145523" y="73365"/>
                  </a:lnTo>
                  <a:lnTo>
                    <a:pt x="146728" y="72846"/>
                  </a:lnTo>
                  <a:lnTo>
                    <a:pt x="147934" y="72326"/>
                  </a:lnTo>
                  <a:lnTo>
                    <a:pt x="149139" y="71805"/>
                  </a:lnTo>
                  <a:lnTo>
                    <a:pt x="150344" y="71283"/>
                  </a:lnTo>
                  <a:lnTo>
                    <a:pt x="151548" y="70761"/>
                  </a:lnTo>
                  <a:lnTo>
                    <a:pt x="152752" y="70238"/>
                  </a:lnTo>
                  <a:lnTo>
                    <a:pt x="153956" y="69714"/>
                  </a:lnTo>
                  <a:lnTo>
                    <a:pt x="155160" y="69189"/>
                  </a:lnTo>
                  <a:lnTo>
                    <a:pt x="156363" y="68664"/>
                  </a:lnTo>
                  <a:lnTo>
                    <a:pt x="157566" y="68138"/>
                  </a:lnTo>
                  <a:lnTo>
                    <a:pt x="158769" y="67612"/>
                  </a:lnTo>
                  <a:lnTo>
                    <a:pt x="159971" y="67085"/>
                  </a:lnTo>
                  <a:lnTo>
                    <a:pt x="161173" y="66557"/>
                  </a:lnTo>
                  <a:lnTo>
                    <a:pt x="162375" y="66028"/>
                  </a:lnTo>
                  <a:lnTo>
                    <a:pt x="163576" y="65499"/>
                  </a:lnTo>
                  <a:lnTo>
                    <a:pt x="164777" y="64968"/>
                  </a:lnTo>
                  <a:lnTo>
                    <a:pt x="165978" y="64438"/>
                  </a:lnTo>
                  <a:lnTo>
                    <a:pt x="167179" y="63906"/>
                  </a:lnTo>
                  <a:lnTo>
                    <a:pt x="168379" y="63374"/>
                  </a:lnTo>
                  <a:lnTo>
                    <a:pt x="169579" y="62841"/>
                  </a:lnTo>
                  <a:lnTo>
                    <a:pt x="170778" y="62308"/>
                  </a:lnTo>
                  <a:lnTo>
                    <a:pt x="171978" y="61773"/>
                  </a:lnTo>
                  <a:lnTo>
                    <a:pt x="173176" y="61238"/>
                  </a:lnTo>
                  <a:lnTo>
                    <a:pt x="174375" y="60703"/>
                  </a:lnTo>
                  <a:lnTo>
                    <a:pt x="175573" y="60166"/>
                  </a:lnTo>
                  <a:lnTo>
                    <a:pt x="176771" y="59629"/>
                  </a:lnTo>
                  <a:lnTo>
                    <a:pt x="177969" y="59092"/>
                  </a:lnTo>
                  <a:lnTo>
                    <a:pt x="179166" y="58553"/>
                  </a:lnTo>
                  <a:lnTo>
                    <a:pt x="180364" y="58014"/>
                  </a:lnTo>
                  <a:lnTo>
                    <a:pt x="181560" y="57474"/>
                  </a:lnTo>
                  <a:lnTo>
                    <a:pt x="182757" y="56934"/>
                  </a:lnTo>
                  <a:lnTo>
                    <a:pt x="183953" y="56392"/>
                  </a:lnTo>
                  <a:lnTo>
                    <a:pt x="185149" y="55851"/>
                  </a:lnTo>
                  <a:lnTo>
                    <a:pt x="186344" y="55308"/>
                  </a:lnTo>
                  <a:lnTo>
                    <a:pt x="187539" y="54765"/>
                  </a:lnTo>
                  <a:lnTo>
                    <a:pt x="188734" y="54221"/>
                  </a:lnTo>
                  <a:lnTo>
                    <a:pt x="189929" y="53676"/>
                  </a:lnTo>
                  <a:lnTo>
                    <a:pt x="191123" y="53130"/>
                  </a:lnTo>
                  <a:lnTo>
                    <a:pt x="192317" y="52584"/>
                  </a:lnTo>
                  <a:lnTo>
                    <a:pt x="193510" y="52037"/>
                  </a:lnTo>
                  <a:lnTo>
                    <a:pt x="194704" y="51490"/>
                  </a:lnTo>
                  <a:lnTo>
                    <a:pt x="195897" y="50942"/>
                  </a:lnTo>
                  <a:lnTo>
                    <a:pt x="197089" y="50393"/>
                  </a:lnTo>
                  <a:lnTo>
                    <a:pt x="198282" y="49843"/>
                  </a:lnTo>
                  <a:lnTo>
                    <a:pt x="199474" y="49293"/>
                  </a:lnTo>
                  <a:lnTo>
                    <a:pt x="200665" y="48742"/>
                  </a:lnTo>
                  <a:lnTo>
                    <a:pt x="201857" y="48190"/>
                  </a:lnTo>
                  <a:lnTo>
                    <a:pt x="203048" y="47638"/>
                  </a:lnTo>
                  <a:lnTo>
                    <a:pt x="204238" y="47085"/>
                  </a:lnTo>
                  <a:lnTo>
                    <a:pt x="205429" y="46531"/>
                  </a:lnTo>
                  <a:lnTo>
                    <a:pt x="206619" y="45977"/>
                  </a:lnTo>
                  <a:lnTo>
                    <a:pt x="207808" y="45422"/>
                  </a:lnTo>
                  <a:lnTo>
                    <a:pt x="208998" y="44866"/>
                  </a:lnTo>
                  <a:lnTo>
                    <a:pt x="210187" y="44309"/>
                  </a:lnTo>
                  <a:lnTo>
                    <a:pt x="211376" y="43752"/>
                  </a:lnTo>
                  <a:lnTo>
                    <a:pt x="212564" y="43194"/>
                  </a:lnTo>
                  <a:lnTo>
                    <a:pt x="213752" y="42635"/>
                  </a:lnTo>
                  <a:lnTo>
                    <a:pt x="214940" y="42076"/>
                  </a:lnTo>
                  <a:lnTo>
                    <a:pt x="216127" y="41516"/>
                  </a:lnTo>
                  <a:lnTo>
                    <a:pt x="217315" y="40955"/>
                  </a:lnTo>
                  <a:lnTo>
                    <a:pt x="218501" y="40394"/>
                  </a:lnTo>
                  <a:lnTo>
                    <a:pt x="219688" y="39832"/>
                  </a:lnTo>
                  <a:lnTo>
                    <a:pt x="220874" y="39269"/>
                  </a:lnTo>
                  <a:lnTo>
                    <a:pt x="222060" y="38706"/>
                  </a:lnTo>
                  <a:lnTo>
                    <a:pt x="223245" y="38142"/>
                  </a:lnTo>
                  <a:lnTo>
                    <a:pt x="224430" y="37577"/>
                  </a:lnTo>
                  <a:lnTo>
                    <a:pt x="225615" y="37011"/>
                  </a:lnTo>
                  <a:lnTo>
                    <a:pt x="226800" y="36445"/>
                  </a:lnTo>
                  <a:lnTo>
                    <a:pt x="227984" y="35878"/>
                  </a:lnTo>
                  <a:lnTo>
                    <a:pt x="229168" y="35311"/>
                  </a:lnTo>
                  <a:lnTo>
                    <a:pt x="230351" y="34742"/>
                  </a:lnTo>
                  <a:lnTo>
                    <a:pt x="231534" y="34173"/>
                  </a:lnTo>
                  <a:lnTo>
                    <a:pt x="232717" y="33604"/>
                  </a:lnTo>
                  <a:lnTo>
                    <a:pt x="233900" y="33033"/>
                  </a:lnTo>
                  <a:lnTo>
                    <a:pt x="235082" y="32462"/>
                  </a:lnTo>
                  <a:lnTo>
                    <a:pt x="236264" y="31891"/>
                  </a:lnTo>
                  <a:lnTo>
                    <a:pt x="237445" y="31318"/>
                  </a:lnTo>
                  <a:lnTo>
                    <a:pt x="238627" y="30745"/>
                  </a:lnTo>
                  <a:lnTo>
                    <a:pt x="239807" y="30171"/>
                  </a:lnTo>
                  <a:lnTo>
                    <a:pt x="240988" y="29597"/>
                  </a:lnTo>
                  <a:lnTo>
                    <a:pt x="242168" y="29022"/>
                  </a:lnTo>
                  <a:lnTo>
                    <a:pt x="243348" y="28446"/>
                  </a:lnTo>
                  <a:lnTo>
                    <a:pt x="244527" y="27869"/>
                  </a:lnTo>
                  <a:lnTo>
                    <a:pt x="245707" y="27292"/>
                  </a:lnTo>
                  <a:lnTo>
                    <a:pt x="246885" y="26714"/>
                  </a:lnTo>
                  <a:lnTo>
                    <a:pt x="248064" y="26135"/>
                  </a:lnTo>
                  <a:lnTo>
                    <a:pt x="249242" y="25556"/>
                  </a:lnTo>
                  <a:lnTo>
                    <a:pt x="250420" y="24976"/>
                  </a:lnTo>
                  <a:lnTo>
                    <a:pt x="251597" y="24395"/>
                  </a:lnTo>
                  <a:lnTo>
                    <a:pt x="252774" y="23814"/>
                  </a:lnTo>
                  <a:lnTo>
                    <a:pt x="253951" y="23232"/>
                  </a:lnTo>
                  <a:lnTo>
                    <a:pt x="255128" y="22649"/>
                  </a:lnTo>
                  <a:lnTo>
                    <a:pt x="256304" y="22066"/>
                  </a:lnTo>
                  <a:lnTo>
                    <a:pt x="257480" y="21482"/>
                  </a:lnTo>
                  <a:lnTo>
                    <a:pt x="258655" y="20897"/>
                  </a:lnTo>
                  <a:lnTo>
                    <a:pt x="259830" y="20312"/>
                  </a:lnTo>
                  <a:lnTo>
                    <a:pt x="261005" y="19725"/>
                  </a:lnTo>
                  <a:lnTo>
                    <a:pt x="262179" y="19139"/>
                  </a:lnTo>
                  <a:lnTo>
                    <a:pt x="263353" y="18551"/>
                  </a:lnTo>
                  <a:lnTo>
                    <a:pt x="264527" y="17963"/>
                  </a:lnTo>
                  <a:lnTo>
                    <a:pt x="265701" y="17374"/>
                  </a:lnTo>
                  <a:lnTo>
                    <a:pt x="266874" y="16784"/>
                  </a:lnTo>
                  <a:lnTo>
                    <a:pt x="268046" y="16194"/>
                  </a:lnTo>
                  <a:lnTo>
                    <a:pt x="269219" y="15603"/>
                  </a:lnTo>
                  <a:lnTo>
                    <a:pt x="270391" y="15012"/>
                  </a:lnTo>
                  <a:lnTo>
                    <a:pt x="271562" y="14419"/>
                  </a:lnTo>
                  <a:lnTo>
                    <a:pt x="272734" y="13826"/>
                  </a:lnTo>
                  <a:lnTo>
                    <a:pt x="273905" y="13233"/>
                  </a:lnTo>
                  <a:lnTo>
                    <a:pt x="275075" y="12638"/>
                  </a:lnTo>
                  <a:lnTo>
                    <a:pt x="276246" y="12043"/>
                  </a:lnTo>
                  <a:lnTo>
                    <a:pt x="277416" y="11447"/>
                  </a:lnTo>
                  <a:lnTo>
                    <a:pt x="278585" y="10851"/>
                  </a:lnTo>
                  <a:lnTo>
                    <a:pt x="279754" y="10254"/>
                  </a:lnTo>
                  <a:lnTo>
                    <a:pt x="280923" y="9656"/>
                  </a:lnTo>
                  <a:lnTo>
                    <a:pt x="282092" y="9058"/>
                  </a:lnTo>
                  <a:lnTo>
                    <a:pt x="283260" y="8459"/>
                  </a:lnTo>
                  <a:lnTo>
                    <a:pt x="284428" y="7859"/>
                  </a:lnTo>
                  <a:lnTo>
                    <a:pt x="285595" y="7258"/>
                  </a:lnTo>
                  <a:lnTo>
                    <a:pt x="286762" y="6657"/>
                  </a:lnTo>
                  <a:lnTo>
                    <a:pt x="287929" y="6055"/>
                  </a:lnTo>
                  <a:lnTo>
                    <a:pt x="289096" y="5453"/>
                  </a:lnTo>
                  <a:lnTo>
                    <a:pt x="290262" y="4850"/>
                  </a:lnTo>
                  <a:lnTo>
                    <a:pt x="291428" y="4246"/>
                  </a:lnTo>
                  <a:lnTo>
                    <a:pt x="292593" y="3641"/>
                  </a:lnTo>
                  <a:lnTo>
                    <a:pt x="293758" y="3036"/>
                  </a:lnTo>
                  <a:lnTo>
                    <a:pt x="294923" y="2430"/>
                  </a:lnTo>
                  <a:lnTo>
                    <a:pt x="296087" y="1823"/>
                  </a:lnTo>
                  <a:lnTo>
                    <a:pt x="297251" y="1216"/>
                  </a:lnTo>
                  <a:lnTo>
                    <a:pt x="298415" y="608"/>
                  </a:lnTo>
                  <a:lnTo>
                    <a:pt x="299578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149195" y="5401797"/>
              <a:ext cx="33840" cy="18274"/>
            </a:xfrm>
            <a:custGeom>
              <a:avLst/>
              <a:pathLst>
                <a:path w="33840" h="18274">
                  <a:moveTo>
                    <a:pt x="0" y="18274"/>
                  </a:moveTo>
                  <a:lnTo>
                    <a:pt x="136" y="18201"/>
                  </a:lnTo>
                  <a:lnTo>
                    <a:pt x="273" y="18129"/>
                  </a:lnTo>
                  <a:lnTo>
                    <a:pt x="409" y="18057"/>
                  </a:lnTo>
                  <a:lnTo>
                    <a:pt x="546" y="17985"/>
                  </a:lnTo>
                  <a:lnTo>
                    <a:pt x="682" y="17912"/>
                  </a:lnTo>
                  <a:lnTo>
                    <a:pt x="819" y="17840"/>
                  </a:lnTo>
                  <a:lnTo>
                    <a:pt x="955" y="17768"/>
                  </a:lnTo>
                  <a:lnTo>
                    <a:pt x="1092" y="17695"/>
                  </a:lnTo>
                  <a:lnTo>
                    <a:pt x="1228" y="17623"/>
                  </a:lnTo>
                  <a:lnTo>
                    <a:pt x="1365" y="17551"/>
                  </a:lnTo>
                  <a:lnTo>
                    <a:pt x="1501" y="17478"/>
                  </a:lnTo>
                  <a:lnTo>
                    <a:pt x="1637" y="17406"/>
                  </a:lnTo>
                  <a:lnTo>
                    <a:pt x="1774" y="17334"/>
                  </a:lnTo>
                  <a:lnTo>
                    <a:pt x="1910" y="17261"/>
                  </a:lnTo>
                  <a:lnTo>
                    <a:pt x="2047" y="17189"/>
                  </a:lnTo>
                  <a:lnTo>
                    <a:pt x="2183" y="17117"/>
                  </a:lnTo>
                  <a:lnTo>
                    <a:pt x="2320" y="17044"/>
                  </a:lnTo>
                  <a:lnTo>
                    <a:pt x="2456" y="16972"/>
                  </a:lnTo>
                  <a:lnTo>
                    <a:pt x="2593" y="16900"/>
                  </a:lnTo>
                  <a:lnTo>
                    <a:pt x="2729" y="16827"/>
                  </a:lnTo>
                  <a:lnTo>
                    <a:pt x="2865" y="16755"/>
                  </a:lnTo>
                  <a:lnTo>
                    <a:pt x="3002" y="16682"/>
                  </a:lnTo>
                  <a:lnTo>
                    <a:pt x="3138" y="16610"/>
                  </a:lnTo>
                  <a:lnTo>
                    <a:pt x="3275" y="16537"/>
                  </a:lnTo>
                  <a:lnTo>
                    <a:pt x="3411" y="16465"/>
                  </a:lnTo>
                  <a:lnTo>
                    <a:pt x="3548" y="16392"/>
                  </a:lnTo>
                  <a:lnTo>
                    <a:pt x="3684" y="16320"/>
                  </a:lnTo>
                  <a:lnTo>
                    <a:pt x="3820" y="16248"/>
                  </a:lnTo>
                  <a:lnTo>
                    <a:pt x="3957" y="16175"/>
                  </a:lnTo>
                  <a:lnTo>
                    <a:pt x="4093" y="16103"/>
                  </a:lnTo>
                  <a:lnTo>
                    <a:pt x="4229" y="16030"/>
                  </a:lnTo>
                  <a:lnTo>
                    <a:pt x="4366" y="15957"/>
                  </a:lnTo>
                  <a:lnTo>
                    <a:pt x="4502" y="15885"/>
                  </a:lnTo>
                  <a:lnTo>
                    <a:pt x="4639" y="15812"/>
                  </a:lnTo>
                  <a:lnTo>
                    <a:pt x="4775" y="15740"/>
                  </a:lnTo>
                  <a:lnTo>
                    <a:pt x="4911" y="15667"/>
                  </a:lnTo>
                  <a:lnTo>
                    <a:pt x="5048" y="15595"/>
                  </a:lnTo>
                  <a:lnTo>
                    <a:pt x="5184" y="15522"/>
                  </a:lnTo>
                  <a:lnTo>
                    <a:pt x="5320" y="15450"/>
                  </a:lnTo>
                  <a:lnTo>
                    <a:pt x="5457" y="15377"/>
                  </a:lnTo>
                  <a:lnTo>
                    <a:pt x="5593" y="15304"/>
                  </a:lnTo>
                  <a:lnTo>
                    <a:pt x="5729" y="15232"/>
                  </a:lnTo>
                  <a:lnTo>
                    <a:pt x="5866" y="15159"/>
                  </a:lnTo>
                  <a:lnTo>
                    <a:pt x="6002" y="15086"/>
                  </a:lnTo>
                  <a:lnTo>
                    <a:pt x="6138" y="15014"/>
                  </a:lnTo>
                  <a:lnTo>
                    <a:pt x="6275" y="14941"/>
                  </a:lnTo>
                  <a:lnTo>
                    <a:pt x="6411" y="14869"/>
                  </a:lnTo>
                  <a:lnTo>
                    <a:pt x="6547" y="14796"/>
                  </a:lnTo>
                  <a:lnTo>
                    <a:pt x="6683" y="14723"/>
                  </a:lnTo>
                  <a:lnTo>
                    <a:pt x="6820" y="14650"/>
                  </a:lnTo>
                  <a:lnTo>
                    <a:pt x="6956" y="14578"/>
                  </a:lnTo>
                  <a:lnTo>
                    <a:pt x="7092" y="14505"/>
                  </a:lnTo>
                  <a:lnTo>
                    <a:pt x="7228" y="14432"/>
                  </a:lnTo>
                  <a:lnTo>
                    <a:pt x="7365" y="14360"/>
                  </a:lnTo>
                  <a:lnTo>
                    <a:pt x="7501" y="14287"/>
                  </a:lnTo>
                  <a:lnTo>
                    <a:pt x="7637" y="14214"/>
                  </a:lnTo>
                  <a:lnTo>
                    <a:pt x="7773" y="14141"/>
                  </a:lnTo>
                  <a:lnTo>
                    <a:pt x="7910" y="14069"/>
                  </a:lnTo>
                  <a:lnTo>
                    <a:pt x="8046" y="13996"/>
                  </a:lnTo>
                  <a:lnTo>
                    <a:pt x="8182" y="13923"/>
                  </a:lnTo>
                  <a:lnTo>
                    <a:pt x="8318" y="13850"/>
                  </a:lnTo>
                  <a:lnTo>
                    <a:pt x="8455" y="13777"/>
                  </a:lnTo>
                  <a:lnTo>
                    <a:pt x="8591" y="13705"/>
                  </a:lnTo>
                  <a:lnTo>
                    <a:pt x="8727" y="13632"/>
                  </a:lnTo>
                  <a:lnTo>
                    <a:pt x="8863" y="13559"/>
                  </a:lnTo>
                  <a:lnTo>
                    <a:pt x="8999" y="13486"/>
                  </a:lnTo>
                  <a:lnTo>
                    <a:pt x="9136" y="13413"/>
                  </a:lnTo>
                  <a:lnTo>
                    <a:pt x="9272" y="13340"/>
                  </a:lnTo>
                  <a:lnTo>
                    <a:pt x="9408" y="13268"/>
                  </a:lnTo>
                  <a:lnTo>
                    <a:pt x="9544" y="13195"/>
                  </a:lnTo>
                  <a:lnTo>
                    <a:pt x="9680" y="13122"/>
                  </a:lnTo>
                  <a:lnTo>
                    <a:pt x="9817" y="13049"/>
                  </a:lnTo>
                  <a:lnTo>
                    <a:pt x="9953" y="12976"/>
                  </a:lnTo>
                  <a:lnTo>
                    <a:pt x="10089" y="12903"/>
                  </a:lnTo>
                  <a:lnTo>
                    <a:pt x="10225" y="12830"/>
                  </a:lnTo>
                  <a:lnTo>
                    <a:pt x="10361" y="12757"/>
                  </a:lnTo>
                  <a:lnTo>
                    <a:pt x="10497" y="12684"/>
                  </a:lnTo>
                  <a:lnTo>
                    <a:pt x="10634" y="12611"/>
                  </a:lnTo>
                  <a:lnTo>
                    <a:pt x="10770" y="12538"/>
                  </a:lnTo>
                  <a:lnTo>
                    <a:pt x="10906" y="12465"/>
                  </a:lnTo>
                  <a:lnTo>
                    <a:pt x="11042" y="12392"/>
                  </a:lnTo>
                  <a:lnTo>
                    <a:pt x="11178" y="12319"/>
                  </a:lnTo>
                  <a:lnTo>
                    <a:pt x="11314" y="12246"/>
                  </a:lnTo>
                  <a:lnTo>
                    <a:pt x="11450" y="12173"/>
                  </a:lnTo>
                  <a:lnTo>
                    <a:pt x="11586" y="12100"/>
                  </a:lnTo>
                  <a:lnTo>
                    <a:pt x="11722" y="12027"/>
                  </a:lnTo>
                  <a:lnTo>
                    <a:pt x="11859" y="11954"/>
                  </a:lnTo>
                  <a:lnTo>
                    <a:pt x="11995" y="11881"/>
                  </a:lnTo>
                  <a:lnTo>
                    <a:pt x="12131" y="11808"/>
                  </a:lnTo>
                  <a:lnTo>
                    <a:pt x="12267" y="11735"/>
                  </a:lnTo>
                  <a:lnTo>
                    <a:pt x="12403" y="11662"/>
                  </a:lnTo>
                  <a:lnTo>
                    <a:pt x="12539" y="11589"/>
                  </a:lnTo>
                  <a:lnTo>
                    <a:pt x="12675" y="11516"/>
                  </a:lnTo>
                  <a:lnTo>
                    <a:pt x="12811" y="11443"/>
                  </a:lnTo>
                  <a:lnTo>
                    <a:pt x="12947" y="11370"/>
                  </a:lnTo>
                  <a:lnTo>
                    <a:pt x="13083" y="11297"/>
                  </a:lnTo>
                  <a:lnTo>
                    <a:pt x="13219" y="11223"/>
                  </a:lnTo>
                  <a:lnTo>
                    <a:pt x="13355" y="11150"/>
                  </a:lnTo>
                  <a:lnTo>
                    <a:pt x="13491" y="11077"/>
                  </a:lnTo>
                  <a:lnTo>
                    <a:pt x="13627" y="11004"/>
                  </a:lnTo>
                  <a:lnTo>
                    <a:pt x="13763" y="10931"/>
                  </a:lnTo>
                  <a:lnTo>
                    <a:pt x="13899" y="10858"/>
                  </a:lnTo>
                  <a:lnTo>
                    <a:pt x="14035" y="10785"/>
                  </a:lnTo>
                  <a:lnTo>
                    <a:pt x="14171" y="10711"/>
                  </a:lnTo>
                  <a:lnTo>
                    <a:pt x="14307" y="10638"/>
                  </a:lnTo>
                  <a:lnTo>
                    <a:pt x="14443" y="10565"/>
                  </a:lnTo>
                  <a:lnTo>
                    <a:pt x="14579" y="10492"/>
                  </a:lnTo>
                  <a:lnTo>
                    <a:pt x="14715" y="10418"/>
                  </a:lnTo>
                  <a:lnTo>
                    <a:pt x="14851" y="10345"/>
                  </a:lnTo>
                  <a:lnTo>
                    <a:pt x="14987" y="10272"/>
                  </a:lnTo>
                  <a:lnTo>
                    <a:pt x="15123" y="10199"/>
                  </a:lnTo>
                  <a:lnTo>
                    <a:pt x="15259" y="10125"/>
                  </a:lnTo>
                  <a:lnTo>
                    <a:pt x="15395" y="10052"/>
                  </a:lnTo>
                  <a:lnTo>
                    <a:pt x="15531" y="9979"/>
                  </a:lnTo>
                  <a:lnTo>
                    <a:pt x="15667" y="9906"/>
                  </a:lnTo>
                  <a:lnTo>
                    <a:pt x="15803" y="9832"/>
                  </a:lnTo>
                  <a:lnTo>
                    <a:pt x="15939" y="9759"/>
                  </a:lnTo>
                  <a:lnTo>
                    <a:pt x="16075" y="9686"/>
                  </a:lnTo>
                  <a:lnTo>
                    <a:pt x="16211" y="9612"/>
                  </a:lnTo>
                  <a:lnTo>
                    <a:pt x="16347" y="9539"/>
                  </a:lnTo>
                  <a:lnTo>
                    <a:pt x="16483" y="9466"/>
                  </a:lnTo>
                  <a:lnTo>
                    <a:pt x="16619" y="9392"/>
                  </a:lnTo>
                  <a:lnTo>
                    <a:pt x="16755" y="9319"/>
                  </a:lnTo>
                  <a:lnTo>
                    <a:pt x="16891" y="9245"/>
                  </a:lnTo>
                  <a:lnTo>
                    <a:pt x="17027" y="9172"/>
                  </a:lnTo>
                  <a:lnTo>
                    <a:pt x="17162" y="9099"/>
                  </a:lnTo>
                  <a:lnTo>
                    <a:pt x="17298" y="9025"/>
                  </a:lnTo>
                  <a:lnTo>
                    <a:pt x="17434" y="8952"/>
                  </a:lnTo>
                  <a:lnTo>
                    <a:pt x="17570" y="8878"/>
                  </a:lnTo>
                  <a:lnTo>
                    <a:pt x="17706" y="8805"/>
                  </a:lnTo>
                  <a:lnTo>
                    <a:pt x="17842" y="8732"/>
                  </a:lnTo>
                  <a:lnTo>
                    <a:pt x="17978" y="8658"/>
                  </a:lnTo>
                  <a:lnTo>
                    <a:pt x="18114" y="8585"/>
                  </a:lnTo>
                  <a:lnTo>
                    <a:pt x="18249" y="8511"/>
                  </a:lnTo>
                  <a:lnTo>
                    <a:pt x="18385" y="8438"/>
                  </a:lnTo>
                  <a:lnTo>
                    <a:pt x="18521" y="8364"/>
                  </a:lnTo>
                  <a:lnTo>
                    <a:pt x="18657" y="8291"/>
                  </a:lnTo>
                  <a:lnTo>
                    <a:pt x="18793" y="8217"/>
                  </a:lnTo>
                  <a:lnTo>
                    <a:pt x="18929" y="8144"/>
                  </a:lnTo>
                  <a:lnTo>
                    <a:pt x="19064" y="8070"/>
                  </a:lnTo>
                  <a:lnTo>
                    <a:pt x="19200" y="7997"/>
                  </a:lnTo>
                  <a:lnTo>
                    <a:pt x="19336" y="7923"/>
                  </a:lnTo>
                  <a:lnTo>
                    <a:pt x="19472" y="7849"/>
                  </a:lnTo>
                  <a:lnTo>
                    <a:pt x="19608" y="7776"/>
                  </a:lnTo>
                  <a:lnTo>
                    <a:pt x="19744" y="7702"/>
                  </a:lnTo>
                  <a:lnTo>
                    <a:pt x="19879" y="7629"/>
                  </a:lnTo>
                  <a:lnTo>
                    <a:pt x="20015" y="7555"/>
                  </a:lnTo>
                  <a:lnTo>
                    <a:pt x="20151" y="7482"/>
                  </a:lnTo>
                  <a:lnTo>
                    <a:pt x="20287" y="7408"/>
                  </a:lnTo>
                  <a:lnTo>
                    <a:pt x="20423" y="7334"/>
                  </a:lnTo>
                  <a:lnTo>
                    <a:pt x="20558" y="7261"/>
                  </a:lnTo>
                  <a:lnTo>
                    <a:pt x="20694" y="7187"/>
                  </a:lnTo>
                  <a:lnTo>
                    <a:pt x="20830" y="7113"/>
                  </a:lnTo>
                  <a:lnTo>
                    <a:pt x="20966" y="7040"/>
                  </a:lnTo>
                  <a:lnTo>
                    <a:pt x="21101" y="6966"/>
                  </a:lnTo>
                  <a:lnTo>
                    <a:pt x="21237" y="6892"/>
                  </a:lnTo>
                  <a:lnTo>
                    <a:pt x="21373" y="6819"/>
                  </a:lnTo>
                  <a:lnTo>
                    <a:pt x="21509" y="6745"/>
                  </a:lnTo>
                  <a:lnTo>
                    <a:pt x="21644" y="6671"/>
                  </a:lnTo>
                  <a:lnTo>
                    <a:pt x="21780" y="6598"/>
                  </a:lnTo>
                  <a:lnTo>
                    <a:pt x="21916" y="6524"/>
                  </a:lnTo>
                  <a:lnTo>
                    <a:pt x="22051" y="6450"/>
                  </a:lnTo>
                  <a:lnTo>
                    <a:pt x="22187" y="6376"/>
                  </a:lnTo>
                  <a:lnTo>
                    <a:pt x="22323" y="6303"/>
                  </a:lnTo>
                  <a:lnTo>
                    <a:pt x="22459" y="6229"/>
                  </a:lnTo>
                  <a:lnTo>
                    <a:pt x="22594" y="6155"/>
                  </a:lnTo>
                  <a:lnTo>
                    <a:pt x="22730" y="6081"/>
                  </a:lnTo>
                  <a:lnTo>
                    <a:pt x="22866" y="6007"/>
                  </a:lnTo>
                  <a:lnTo>
                    <a:pt x="23001" y="5934"/>
                  </a:lnTo>
                  <a:lnTo>
                    <a:pt x="23137" y="5860"/>
                  </a:lnTo>
                  <a:lnTo>
                    <a:pt x="23273" y="5786"/>
                  </a:lnTo>
                  <a:lnTo>
                    <a:pt x="23408" y="5712"/>
                  </a:lnTo>
                  <a:lnTo>
                    <a:pt x="23544" y="5638"/>
                  </a:lnTo>
                  <a:lnTo>
                    <a:pt x="23680" y="5565"/>
                  </a:lnTo>
                  <a:lnTo>
                    <a:pt x="23815" y="5491"/>
                  </a:lnTo>
                  <a:lnTo>
                    <a:pt x="23951" y="5417"/>
                  </a:lnTo>
                  <a:lnTo>
                    <a:pt x="24087" y="5343"/>
                  </a:lnTo>
                  <a:lnTo>
                    <a:pt x="24222" y="5269"/>
                  </a:lnTo>
                  <a:lnTo>
                    <a:pt x="24358" y="5195"/>
                  </a:lnTo>
                  <a:lnTo>
                    <a:pt x="24494" y="5121"/>
                  </a:lnTo>
                  <a:lnTo>
                    <a:pt x="24629" y="5047"/>
                  </a:lnTo>
                  <a:lnTo>
                    <a:pt x="24765" y="4973"/>
                  </a:lnTo>
                  <a:lnTo>
                    <a:pt x="24900" y="4899"/>
                  </a:lnTo>
                  <a:lnTo>
                    <a:pt x="25036" y="4826"/>
                  </a:lnTo>
                  <a:lnTo>
                    <a:pt x="25172" y="4752"/>
                  </a:lnTo>
                  <a:lnTo>
                    <a:pt x="25307" y="4678"/>
                  </a:lnTo>
                  <a:lnTo>
                    <a:pt x="25443" y="4604"/>
                  </a:lnTo>
                  <a:lnTo>
                    <a:pt x="25578" y="4530"/>
                  </a:lnTo>
                  <a:lnTo>
                    <a:pt x="25714" y="4456"/>
                  </a:lnTo>
                  <a:lnTo>
                    <a:pt x="25850" y="4382"/>
                  </a:lnTo>
                  <a:lnTo>
                    <a:pt x="25985" y="4308"/>
                  </a:lnTo>
                  <a:lnTo>
                    <a:pt x="26121" y="4234"/>
                  </a:lnTo>
                  <a:lnTo>
                    <a:pt x="26256" y="4160"/>
                  </a:lnTo>
                  <a:lnTo>
                    <a:pt x="26392" y="4086"/>
                  </a:lnTo>
                  <a:lnTo>
                    <a:pt x="26527" y="4012"/>
                  </a:lnTo>
                  <a:lnTo>
                    <a:pt x="26663" y="3938"/>
                  </a:lnTo>
                  <a:lnTo>
                    <a:pt x="26798" y="3863"/>
                  </a:lnTo>
                  <a:lnTo>
                    <a:pt x="26934" y="3789"/>
                  </a:lnTo>
                  <a:lnTo>
                    <a:pt x="27070" y="3715"/>
                  </a:lnTo>
                  <a:lnTo>
                    <a:pt x="27205" y="3641"/>
                  </a:lnTo>
                  <a:lnTo>
                    <a:pt x="27341" y="3567"/>
                  </a:lnTo>
                  <a:lnTo>
                    <a:pt x="27476" y="3493"/>
                  </a:lnTo>
                  <a:lnTo>
                    <a:pt x="27612" y="3419"/>
                  </a:lnTo>
                  <a:lnTo>
                    <a:pt x="27747" y="3345"/>
                  </a:lnTo>
                  <a:lnTo>
                    <a:pt x="27883" y="3271"/>
                  </a:lnTo>
                  <a:lnTo>
                    <a:pt x="28018" y="3196"/>
                  </a:lnTo>
                  <a:lnTo>
                    <a:pt x="28154" y="3122"/>
                  </a:lnTo>
                  <a:lnTo>
                    <a:pt x="28289" y="3048"/>
                  </a:lnTo>
                  <a:lnTo>
                    <a:pt x="28425" y="2974"/>
                  </a:lnTo>
                  <a:lnTo>
                    <a:pt x="28560" y="2900"/>
                  </a:lnTo>
                  <a:lnTo>
                    <a:pt x="28696" y="2826"/>
                  </a:lnTo>
                  <a:lnTo>
                    <a:pt x="28831" y="2751"/>
                  </a:lnTo>
                  <a:lnTo>
                    <a:pt x="28966" y="2677"/>
                  </a:lnTo>
                  <a:lnTo>
                    <a:pt x="29102" y="2603"/>
                  </a:lnTo>
                  <a:lnTo>
                    <a:pt x="29237" y="2529"/>
                  </a:lnTo>
                  <a:lnTo>
                    <a:pt x="29373" y="2455"/>
                  </a:lnTo>
                  <a:lnTo>
                    <a:pt x="29508" y="2380"/>
                  </a:lnTo>
                  <a:lnTo>
                    <a:pt x="29644" y="2306"/>
                  </a:lnTo>
                  <a:lnTo>
                    <a:pt x="29779" y="2232"/>
                  </a:lnTo>
                  <a:lnTo>
                    <a:pt x="29915" y="2157"/>
                  </a:lnTo>
                  <a:lnTo>
                    <a:pt x="30050" y="2083"/>
                  </a:lnTo>
                  <a:lnTo>
                    <a:pt x="30185" y="2009"/>
                  </a:lnTo>
                  <a:lnTo>
                    <a:pt x="30321" y="1935"/>
                  </a:lnTo>
                  <a:lnTo>
                    <a:pt x="30456" y="1860"/>
                  </a:lnTo>
                  <a:lnTo>
                    <a:pt x="30592" y="1786"/>
                  </a:lnTo>
                  <a:lnTo>
                    <a:pt x="30727" y="1712"/>
                  </a:lnTo>
                  <a:lnTo>
                    <a:pt x="30862" y="1637"/>
                  </a:lnTo>
                  <a:lnTo>
                    <a:pt x="30998" y="1563"/>
                  </a:lnTo>
                  <a:lnTo>
                    <a:pt x="31133" y="1489"/>
                  </a:lnTo>
                  <a:lnTo>
                    <a:pt x="31268" y="1414"/>
                  </a:lnTo>
                  <a:lnTo>
                    <a:pt x="31404" y="1340"/>
                  </a:lnTo>
                  <a:lnTo>
                    <a:pt x="31539" y="1265"/>
                  </a:lnTo>
                  <a:lnTo>
                    <a:pt x="31675" y="1191"/>
                  </a:lnTo>
                  <a:lnTo>
                    <a:pt x="31810" y="1117"/>
                  </a:lnTo>
                  <a:lnTo>
                    <a:pt x="31945" y="1042"/>
                  </a:lnTo>
                  <a:lnTo>
                    <a:pt x="32081" y="968"/>
                  </a:lnTo>
                  <a:lnTo>
                    <a:pt x="32216" y="893"/>
                  </a:lnTo>
                  <a:lnTo>
                    <a:pt x="32351" y="819"/>
                  </a:lnTo>
                  <a:lnTo>
                    <a:pt x="32487" y="745"/>
                  </a:lnTo>
                  <a:lnTo>
                    <a:pt x="32622" y="670"/>
                  </a:lnTo>
                  <a:lnTo>
                    <a:pt x="32757" y="596"/>
                  </a:lnTo>
                  <a:lnTo>
                    <a:pt x="32893" y="521"/>
                  </a:lnTo>
                  <a:lnTo>
                    <a:pt x="33028" y="447"/>
                  </a:lnTo>
                  <a:lnTo>
                    <a:pt x="33163" y="372"/>
                  </a:lnTo>
                  <a:lnTo>
                    <a:pt x="33298" y="298"/>
                  </a:lnTo>
                  <a:lnTo>
                    <a:pt x="33434" y="223"/>
                  </a:lnTo>
                  <a:lnTo>
                    <a:pt x="33569" y="149"/>
                  </a:lnTo>
                  <a:lnTo>
                    <a:pt x="33704" y="74"/>
                  </a:lnTo>
                  <a:lnTo>
                    <a:pt x="33840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7191446" y="53971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199837" y="5373310"/>
              <a:ext cx="33361" cy="19134"/>
            </a:xfrm>
            <a:custGeom>
              <a:avLst/>
              <a:pathLst>
                <a:path w="33361" h="19134">
                  <a:moveTo>
                    <a:pt x="0" y="19134"/>
                  </a:moveTo>
                  <a:lnTo>
                    <a:pt x="134" y="19058"/>
                  </a:lnTo>
                  <a:lnTo>
                    <a:pt x="269" y="18983"/>
                  </a:lnTo>
                  <a:lnTo>
                    <a:pt x="403" y="18907"/>
                  </a:lnTo>
                  <a:lnTo>
                    <a:pt x="538" y="18831"/>
                  </a:lnTo>
                  <a:lnTo>
                    <a:pt x="673" y="18756"/>
                  </a:lnTo>
                  <a:lnTo>
                    <a:pt x="807" y="18680"/>
                  </a:lnTo>
                  <a:lnTo>
                    <a:pt x="942" y="18604"/>
                  </a:lnTo>
                  <a:lnTo>
                    <a:pt x="1076" y="18528"/>
                  </a:lnTo>
                  <a:lnTo>
                    <a:pt x="1211" y="18452"/>
                  </a:lnTo>
                  <a:lnTo>
                    <a:pt x="1346" y="18377"/>
                  </a:lnTo>
                  <a:lnTo>
                    <a:pt x="1480" y="18301"/>
                  </a:lnTo>
                  <a:lnTo>
                    <a:pt x="1615" y="18225"/>
                  </a:lnTo>
                  <a:lnTo>
                    <a:pt x="1749" y="18149"/>
                  </a:lnTo>
                  <a:lnTo>
                    <a:pt x="1884" y="18073"/>
                  </a:lnTo>
                  <a:lnTo>
                    <a:pt x="2018" y="17998"/>
                  </a:lnTo>
                  <a:lnTo>
                    <a:pt x="2153" y="17922"/>
                  </a:lnTo>
                  <a:lnTo>
                    <a:pt x="2288" y="17846"/>
                  </a:lnTo>
                  <a:lnTo>
                    <a:pt x="2422" y="17770"/>
                  </a:lnTo>
                  <a:lnTo>
                    <a:pt x="2557" y="17694"/>
                  </a:lnTo>
                  <a:lnTo>
                    <a:pt x="2691" y="17618"/>
                  </a:lnTo>
                  <a:lnTo>
                    <a:pt x="2826" y="17542"/>
                  </a:lnTo>
                  <a:lnTo>
                    <a:pt x="2960" y="17467"/>
                  </a:lnTo>
                  <a:lnTo>
                    <a:pt x="3095" y="17391"/>
                  </a:lnTo>
                  <a:lnTo>
                    <a:pt x="3229" y="17315"/>
                  </a:lnTo>
                  <a:lnTo>
                    <a:pt x="3364" y="17239"/>
                  </a:lnTo>
                  <a:lnTo>
                    <a:pt x="3498" y="17163"/>
                  </a:lnTo>
                  <a:lnTo>
                    <a:pt x="3633" y="17087"/>
                  </a:lnTo>
                  <a:lnTo>
                    <a:pt x="3767" y="17011"/>
                  </a:lnTo>
                  <a:lnTo>
                    <a:pt x="3902" y="16935"/>
                  </a:lnTo>
                  <a:lnTo>
                    <a:pt x="4036" y="16859"/>
                  </a:lnTo>
                  <a:lnTo>
                    <a:pt x="4171" y="16783"/>
                  </a:lnTo>
                  <a:lnTo>
                    <a:pt x="4305" y="16707"/>
                  </a:lnTo>
                  <a:lnTo>
                    <a:pt x="4440" y="16631"/>
                  </a:lnTo>
                  <a:lnTo>
                    <a:pt x="4574" y="16555"/>
                  </a:lnTo>
                  <a:lnTo>
                    <a:pt x="4708" y="16479"/>
                  </a:lnTo>
                  <a:lnTo>
                    <a:pt x="4843" y="16403"/>
                  </a:lnTo>
                  <a:lnTo>
                    <a:pt x="4977" y="16327"/>
                  </a:lnTo>
                  <a:lnTo>
                    <a:pt x="5112" y="16251"/>
                  </a:lnTo>
                  <a:lnTo>
                    <a:pt x="5246" y="16175"/>
                  </a:lnTo>
                  <a:lnTo>
                    <a:pt x="5381" y="16099"/>
                  </a:lnTo>
                  <a:lnTo>
                    <a:pt x="5515" y="16023"/>
                  </a:lnTo>
                  <a:lnTo>
                    <a:pt x="5649" y="15947"/>
                  </a:lnTo>
                  <a:lnTo>
                    <a:pt x="5784" y="15871"/>
                  </a:lnTo>
                  <a:lnTo>
                    <a:pt x="5918" y="15794"/>
                  </a:lnTo>
                  <a:lnTo>
                    <a:pt x="6053" y="15718"/>
                  </a:lnTo>
                  <a:lnTo>
                    <a:pt x="6187" y="15642"/>
                  </a:lnTo>
                  <a:lnTo>
                    <a:pt x="6322" y="15566"/>
                  </a:lnTo>
                  <a:lnTo>
                    <a:pt x="6456" y="15490"/>
                  </a:lnTo>
                  <a:lnTo>
                    <a:pt x="6590" y="15414"/>
                  </a:lnTo>
                  <a:lnTo>
                    <a:pt x="6725" y="15338"/>
                  </a:lnTo>
                  <a:lnTo>
                    <a:pt x="6859" y="15261"/>
                  </a:lnTo>
                  <a:lnTo>
                    <a:pt x="6993" y="15185"/>
                  </a:lnTo>
                  <a:lnTo>
                    <a:pt x="7128" y="15109"/>
                  </a:lnTo>
                  <a:lnTo>
                    <a:pt x="7262" y="15033"/>
                  </a:lnTo>
                  <a:lnTo>
                    <a:pt x="7396" y="14957"/>
                  </a:lnTo>
                  <a:lnTo>
                    <a:pt x="7531" y="14880"/>
                  </a:lnTo>
                  <a:lnTo>
                    <a:pt x="7665" y="14804"/>
                  </a:lnTo>
                  <a:lnTo>
                    <a:pt x="7799" y="14728"/>
                  </a:lnTo>
                  <a:lnTo>
                    <a:pt x="7934" y="14652"/>
                  </a:lnTo>
                  <a:lnTo>
                    <a:pt x="8068" y="14576"/>
                  </a:lnTo>
                  <a:lnTo>
                    <a:pt x="8202" y="14499"/>
                  </a:lnTo>
                  <a:lnTo>
                    <a:pt x="8337" y="14423"/>
                  </a:lnTo>
                  <a:lnTo>
                    <a:pt x="8471" y="14347"/>
                  </a:lnTo>
                  <a:lnTo>
                    <a:pt x="8605" y="14270"/>
                  </a:lnTo>
                  <a:lnTo>
                    <a:pt x="8740" y="14194"/>
                  </a:lnTo>
                  <a:lnTo>
                    <a:pt x="8874" y="14118"/>
                  </a:lnTo>
                  <a:lnTo>
                    <a:pt x="9008" y="14042"/>
                  </a:lnTo>
                  <a:lnTo>
                    <a:pt x="9143" y="13965"/>
                  </a:lnTo>
                  <a:lnTo>
                    <a:pt x="9277" y="13889"/>
                  </a:lnTo>
                  <a:lnTo>
                    <a:pt x="9411" y="13813"/>
                  </a:lnTo>
                  <a:lnTo>
                    <a:pt x="9545" y="13736"/>
                  </a:lnTo>
                  <a:lnTo>
                    <a:pt x="9680" y="13660"/>
                  </a:lnTo>
                  <a:lnTo>
                    <a:pt x="9814" y="13583"/>
                  </a:lnTo>
                  <a:lnTo>
                    <a:pt x="9948" y="13507"/>
                  </a:lnTo>
                  <a:lnTo>
                    <a:pt x="10082" y="13431"/>
                  </a:lnTo>
                  <a:lnTo>
                    <a:pt x="10217" y="13354"/>
                  </a:lnTo>
                  <a:lnTo>
                    <a:pt x="10351" y="13278"/>
                  </a:lnTo>
                  <a:lnTo>
                    <a:pt x="10485" y="13201"/>
                  </a:lnTo>
                  <a:lnTo>
                    <a:pt x="10619" y="13125"/>
                  </a:lnTo>
                  <a:lnTo>
                    <a:pt x="10753" y="13049"/>
                  </a:lnTo>
                  <a:lnTo>
                    <a:pt x="10888" y="12972"/>
                  </a:lnTo>
                  <a:lnTo>
                    <a:pt x="11022" y="12896"/>
                  </a:lnTo>
                  <a:lnTo>
                    <a:pt x="11156" y="12819"/>
                  </a:lnTo>
                  <a:lnTo>
                    <a:pt x="11290" y="12743"/>
                  </a:lnTo>
                  <a:lnTo>
                    <a:pt x="11424" y="12666"/>
                  </a:lnTo>
                  <a:lnTo>
                    <a:pt x="11559" y="12590"/>
                  </a:lnTo>
                  <a:lnTo>
                    <a:pt x="11693" y="12513"/>
                  </a:lnTo>
                  <a:lnTo>
                    <a:pt x="11827" y="12437"/>
                  </a:lnTo>
                  <a:lnTo>
                    <a:pt x="11961" y="12360"/>
                  </a:lnTo>
                  <a:lnTo>
                    <a:pt x="12095" y="12284"/>
                  </a:lnTo>
                  <a:lnTo>
                    <a:pt x="12230" y="12207"/>
                  </a:lnTo>
                  <a:lnTo>
                    <a:pt x="12364" y="12131"/>
                  </a:lnTo>
                  <a:lnTo>
                    <a:pt x="12498" y="12054"/>
                  </a:lnTo>
                  <a:lnTo>
                    <a:pt x="12632" y="11978"/>
                  </a:lnTo>
                  <a:lnTo>
                    <a:pt x="12766" y="11901"/>
                  </a:lnTo>
                  <a:lnTo>
                    <a:pt x="12900" y="11824"/>
                  </a:lnTo>
                  <a:lnTo>
                    <a:pt x="13034" y="11748"/>
                  </a:lnTo>
                  <a:lnTo>
                    <a:pt x="13169" y="11671"/>
                  </a:lnTo>
                  <a:lnTo>
                    <a:pt x="13303" y="11595"/>
                  </a:lnTo>
                  <a:lnTo>
                    <a:pt x="13437" y="11518"/>
                  </a:lnTo>
                  <a:lnTo>
                    <a:pt x="13571" y="11441"/>
                  </a:lnTo>
                  <a:lnTo>
                    <a:pt x="13705" y="11365"/>
                  </a:lnTo>
                  <a:lnTo>
                    <a:pt x="13839" y="11288"/>
                  </a:lnTo>
                  <a:lnTo>
                    <a:pt x="13973" y="11211"/>
                  </a:lnTo>
                  <a:lnTo>
                    <a:pt x="14107" y="11135"/>
                  </a:lnTo>
                  <a:lnTo>
                    <a:pt x="14241" y="11058"/>
                  </a:lnTo>
                  <a:lnTo>
                    <a:pt x="14375" y="10981"/>
                  </a:lnTo>
                  <a:lnTo>
                    <a:pt x="14509" y="10905"/>
                  </a:lnTo>
                  <a:lnTo>
                    <a:pt x="14644" y="10828"/>
                  </a:lnTo>
                  <a:lnTo>
                    <a:pt x="14778" y="10751"/>
                  </a:lnTo>
                  <a:lnTo>
                    <a:pt x="14912" y="10675"/>
                  </a:lnTo>
                  <a:lnTo>
                    <a:pt x="15046" y="10598"/>
                  </a:lnTo>
                  <a:lnTo>
                    <a:pt x="15180" y="10521"/>
                  </a:lnTo>
                  <a:lnTo>
                    <a:pt x="15314" y="10444"/>
                  </a:lnTo>
                  <a:lnTo>
                    <a:pt x="15448" y="10368"/>
                  </a:lnTo>
                  <a:lnTo>
                    <a:pt x="15582" y="10291"/>
                  </a:lnTo>
                  <a:lnTo>
                    <a:pt x="15716" y="10214"/>
                  </a:lnTo>
                  <a:lnTo>
                    <a:pt x="15850" y="10137"/>
                  </a:lnTo>
                  <a:lnTo>
                    <a:pt x="15984" y="10061"/>
                  </a:lnTo>
                  <a:lnTo>
                    <a:pt x="16118" y="9984"/>
                  </a:lnTo>
                  <a:lnTo>
                    <a:pt x="16252" y="9907"/>
                  </a:lnTo>
                  <a:lnTo>
                    <a:pt x="16386" y="9830"/>
                  </a:lnTo>
                  <a:lnTo>
                    <a:pt x="16520" y="9753"/>
                  </a:lnTo>
                  <a:lnTo>
                    <a:pt x="16654" y="9676"/>
                  </a:lnTo>
                  <a:lnTo>
                    <a:pt x="16788" y="9600"/>
                  </a:lnTo>
                  <a:lnTo>
                    <a:pt x="16922" y="9523"/>
                  </a:lnTo>
                  <a:lnTo>
                    <a:pt x="17056" y="9446"/>
                  </a:lnTo>
                  <a:lnTo>
                    <a:pt x="17190" y="9369"/>
                  </a:lnTo>
                  <a:lnTo>
                    <a:pt x="17324" y="9292"/>
                  </a:lnTo>
                  <a:lnTo>
                    <a:pt x="17458" y="9215"/>
                  </a:lnTo>
                  <a:lnTo>
                    <a:pt x="17592" y="9138"/>
                  </a:lnTo>
                  <a:lnTo>
                    <a:pt x="17726" y="9061"/>
                  </a:lnTo>
                  <a:lnTo>
                    <a:pt x="17860" y="8984"/>
                  </a:lnTo>
                  <a:lnTo>
                    <a:pt x="17993" y="8908"/>
                  </a:lnTo>
                  <a:lnTo>
                    <a:pt x="18127" y="8831"/>
                  </a:lnTo>
                  <a:lnTo>
                    <a:pt x="18261" y="8754"/>
                  </a:lnTo>
                  <a:lnTo>
                    <a:pt x="18395" y="8677"/>
                  </a:lnTo>
                  <a:lnTo>
                    <a:pt x="18529" y="8600"/>
                  </a:lnTo>
                  <a:lnTo>
                    <a:pt x="18663" y="8523"/>
                  </a:lnTo>
                  <a:lnTo>
                    <a:pt x="18797" y="8446"/>
                  </a:lnTo>
                  <a:lnTo>
                    <a:pt x="18931" y="8369"/>
                  </a:lnTo>
                  <a:lnTo>
                    <a:pt x="19065" y="8292"/>
                  </a:lnTo>
                  <a:lnTo>
                    <a:pt x="19199" y="8215"/>
                  </a:lnTo>
                  <a:lnTo>
                    <a:pt x="19333" y="8138"/>
                  </a:lnTo>
                  <a:lnTo>
                    <a:pt x="19466" y="8061"/>
                  </a:lnTo>
                  <a:lnTo>
                    <a:pt x="19600" y="7984"/>
                  </a:lnTo>
                  <a:lnTo>
                    <a:pt x="19734" y="7907"/>
                  </a:lnTo>
                  <a:lnTo>
                    <a:pt x="19868" y="7830"/>
                  </a:lnTo>
                  <a:lnTo>
                    <a:pt x="20002" y="7753"/>
                  </a:lnTo>
                  <a:lnTo>
                    <a:pt x="20136" y="7675"/>
                  </a:lnTo>
                  <a:lnTo>
                    <a:pt x="20270" y="7598"/>
                  </a:lnTo>
                  <a:lnTo>
                    <a:pt x="20403" y="7521"/>
                  </a:lnTo>
                  <a:lnTo>
                    <a:pt x="20537" y="7444"/>
                  </a:lnTo>
                  <a:lnTo>
                    <a:pt x="20671" y="7367"/>
                  </a:lnTo>
                  <a:lnTo>
                    <a:pt x="20805" y="7290"/>
                  </a:lnTo>
                  <a:lnTo>
                    <a:pt x="20939" y="7213"/>
                  </a:lnTo>
                  <a:lnTo>
                    <a:pt x="21072" y="7136"/>
                  </a:lnTo>
                  <a:lnTo>
                    <a:pt x="21206" y="7059"/>
                  </a:lnTo>
                  <a:lnTo>
                    <a:pt x="21340" y="6981"/>
                  </a:lnTo>
                  <a:lnTo>
                    <a:pt x="21474" y="6904"/>
                  </a:lnTo>
                  <a:lnTo>
                    <a:pt x="21608" y="6827"/>
                  </a:lnTo>
                  <a:lnTo>
                    <a:pt x="21741" y="6750"/>
                  </a:lnTo>
                  <a:lnTo>
                    <a:pt x="21875" y="6673"/>
                  </a:lnTo>
                  <a:lnTo>
                    <a:pt x="22009" y="6595"/>
                  </a:lnTo>
                  <a:lnTo>
                    <a:pt x="22143" y="6518"/>
                  </a:lnTo>
                  <a:lnTo>
                    <a:pt x="22277" y="6441"/>
                  </a:lnTo>
                  <a:lnTo>
                    <a:pt x="22410" y="6364"/>
                  </a:lnTo>
                  <a:lnTo>
                    <a:pt x="22544" y="6286"/>
                  </a:lnTo>
                  <a:lnTo>
                    <a:pt x="22678" y="6209"/>
                  </a:lnTo>
                  <a:lnTo>
                    <a:pt x="22812" y="6132"/>
                  </a:lnTo>
                  <a:lnTo>
                    <a:pt x="22945" y="6055"/>
                  </a:lnTo>
                  <a:lnTo>
                    <a:pt x="23079" y="5977"/>
                  </a:lnTo>
                  <a:lnTo>
                    <a:pt x="23213" y="5900"/>
                  </a:lnTo>
                  <a:lnTo>
                    <a:pt x="23347" y="5823"/>
                  </a:lnTo>
                  <a:lnTo>
                    <a:pt x="23480" y="5746"/>
                  </a:lnTo>
                  <a:lnTo>
                    <a:pt x="23614" y="5668"/>
                  </a:lnTo>
                  <a:lnTo>
                    <a:pt x="23748" y="5591"/>
                  </a:lnTo>
                  <a:lnTo>
                    <a:pt x="23881" y="5514"/>
                  </a:lnTo>
                  <a:lnTo>
                    <a:pt x="24015" y="5436"/>
                  </a:lnTo>
                  <a:lnTo>
                    <a:pt x="24149" y="5359"/>
                  </a:lnTo>
                  <a:lnTo>
                    <a:pt x="24282" y="5282"/>
                  </a:lnTo>
                  <a:lnTo>
                    <a:pt x="24416" y="5204"/>
                  </a:lnTo>
                  <a:lnTo>
                    <a:pt x="24550" y="5127"/>
                  </a:lnTo>
                  <a:lnTo>
                    <a:pt x="24683" y="5049"/>
                  </a:lnTo>
                  <a:lnTo>
                    <a:pt x="24817" y="4972"/>
                  </a:lnTo>
                  <a:lnTo>
                    <a:pt x="24951" y="4895"/>
                  </a:lnTo>
                  <a:lnTo>
                    <a:pt x="25084" y="4817"/>
                  </a:lnTo>
                  <a:lnTo>
                    <a:pt x="25218" y="4740"/>
                  </a:lnTo>
                  <a:lnTo>
                    <a:pt x="25352" y="4662"/>
                  </a:lnTo>
                  <a:lnTo>
                    <a:pt x="25485" y="4585"/>
                  </a:lnTo>
                  <a:lnTo>
                    <a:pt x="25619" y="4507"/>
                  </a:lnTo>
                  <a:lnTo>
                    <a:pt x="25753" y="4430"/>
                  </a:lnTo>
                  <a:lnTo>
                    <a:pt x="25886" y="4352"/>
                  </a:lnTo>
                  <a:lnTo>
                    <a:pt x="26020" y="4275"/>
                  </a:lnTo>
                  <a:lnTo>
                    <a:pt x="26153" y="4198"/>
                  </a:lnTo>
                  <a:lnTo>
                    <a:pt x="26287" y="4120"/>
                  </a:lnTo>
                  <a:lnTo>
                    <a:pt x="26421" y="4043"/>
                  </a:lnTo>
                  <a:lnTo>
                    <a:pt x="26554" y="3965"/>
                  </a:lnTo>
                  <a:lnTo>
                    <a:pt x="26688" y="3887"/>
                  </a:lnTo>
                  <a:lnTo>
                    <a:pt x="26821" y="3810"/>
                  </a:lnTo>
                  <a:lnTo>
                    <a:pt x="26955" y="3732"/>
                  </a:lnTo>
                  <a:lnTo>
                    <a:pt x="27089" y="3655"/>
                  </a:lnTo>
                  <a:lnTo>
                    <a:pt x="27222" y="3577"/>
                  </a:lnTo>
                  <a:lnTo>
                    <a:pt x="27356" y="3500"/>
                  </a:lnTo>
                  <a:lnTo>
                    <a:pt x="27489" y="3422"/>
                  </a:lnTo>
                  <a:lnTo>
                    <a:pt x="27623" y="3345"/>
                  </a:lnTo>
                  <a:lnTo>
                    <a:pt x="27756" y="3267"/>
                  </a:lnTo>
                  <a:lnTo>
                    <a:pt x="27890" y="3189"/>
                  </a:lnTo>
                  <a:lnTo>
                    <a:pt x="28023" y="3112"/>
                  </a:lnTo>
                  <a:lnTo>
                    <a:pt x="28157" y="3034"/>
                  </a:lnTo>
                  <a:lnTo>
                    <a:pt x="28291" y="2956"/>
                  </a:lnTo>
                  <a:lnTo>
                    <a:pt x="28424" y="2879"/>
                  </a:lnTo>
                  <a:lnTo>
                    <a:pt x="28558" y="2801"/>
                  </a:lnTo>
                  <a:lnTo>
                    <a:pt x="28691" y="2723"/>
                  </a:lnTo>
                  <a:lnTo>
                    <a:pt x="28825" y="2646"/>
                  </a:lnTo>
                  <a:lnTo>
                    <a:pt x="28958" y="2568"/>
                  </a:lnTo>
                  <a:lnTo>
                    <a:pt x="29092" y="2490"/>
                  </a:lnTo>
                  <a:lnTo>
                    <a:pt x="29225" y="2413"/>
                  </a:lnTo>
                  <a:lnTo>
                    <a:pt x="29359" y="2335"/>
                  </a:lnTo>
                  <a:lnTo>
                    <a:pt x="29492" y="2257"/>
                  </a:lnTo>
                  <a:lnTo>
                    <a:pt x="29625" y="2180"/>
                  </a:lnTo>
                  <a:lnTo>
                    <a:pt x="29759" y="2102"/>
                  </a:lnTo>
                  <a:lnTo>
                    <a:pt x="29892" y="2024"/>
                  </a:lnTo>
                  <a:lnTo>
                    <a:pt x="30026" y="1946"/>
                  </a:lnTo>
                  <a:lnTo>
                    <a:pt x="30159" y="1869"/>
                  </a:lnTo>
                  <a:lnTo>
                    <a:pt x="30293" y="1791"/>
                  </a:lnTo>
                  <a:lnTo>
                    <a:pt x="30426" y="1713"/>
                  </a:lnTo>
                  <a:lnTo>
                    <a:pt x="30560" y="1635"/>
                  </a:lnTo>
                  <a:lnTo>
                    <a:pt x="30693" y="1557"/>
                  </a:lnTo>
                  <a:lnTo>
                    <a:pt x="30827" y="1480"/>
                  </a:lnTo>
                  <a:lnTo>
                    <a:pt x="30960" y="1402"/>
                  </a:lnTo>
                  <a:lnTo>
                    <a:pt x="31093" y="1324"/>
                  </a:lnTo>
                  <a:lnTo>
                    <a:pt x="31227" y="1246"/>
                  </a:lnTo>
                  <a:lnTo>
                    <a:pt x="31360" y="1168"/>
                  </a:lnTo>
                  <a:lnTo>
                    <a:pt x="31494" y="1090"/>
                  </a:lnTo>
                  <a:lnTo>
                    <a:pt x="31627" y="1013"/>
                  </a:lnTo>
                  <a:lnTo>
                    <a:pt x="31760" y="935"/>
                  </a:lnTo>
                  <a:lnTo>
                    <a:pt x="31894" y="857"/>
                  </a:lnTo>
                  <a:lnTo>
                    <a:pt x="32027" y="779"/>
                  </a:lnTo>
                  <a:lnTo>
                    <a:pt x="32160" y="701"/>
                  </a:lnTo>
                  <a:lnTo>
                    <a:pt x="32294" y="623"/>
                  </a:lnTo>
                  <a:lnTo>
                    <a:pt x="32427" y="545"/>
                  </a:lnTo>
                  <a:lnTo>
                    <a:pt x="32561" y="467"/>
                  </a:lnTo>
                  <a:lnTo>
                    <a:pt x="32694" y="389"/>
                  </a:lnTo>
                  <a:lnTo>
                    <a:pt x="32827" y="311"/>
                  </a:lnTo>
                  <a:lnTo>
                    <a:pt x="32961" y="233"/>
                  </a:lnTo>
                  <a:lnTo>
                    <a:pt x="33094" y="155"/>
                  </a:lnTo>
                  <a:lnTo>
                    <a:pt x="33227" y="77"/>
                  </a:lnTo>
                  <a:lnTo>
                    <a:pt x="33361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7274432" y="534859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7282615" y="53435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7464559" y="52180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83820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83820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83820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83820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l717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83820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l7178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l7179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83820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l7180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l718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83820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l718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l718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83820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l718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l718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l7186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l718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83820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l718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l7189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l7190"/>
            <p:cNvSpPr/>
            <p:nvPr/>
          </p:nvSpPr>
          <p:spPr>
            <a:xfrm>
              <a:off x="8049796" y="3990299"/>
              <a:ext cx="227530" cy="559411"/>
            </a:xfrm>
            <a:custGeom>
              <a:avLst/>
              <a:pathLst>
                <a:path w="227530" h="559411">
                  <a:moveTo>
                    <a:pt x="0" y="559411"/>
                  </a:moveTo>
                  <a:lnTo>
                    <a:pt x="1209" y="557300"/>
                  </a:lnTo>
                  <a:lnTo>
                    <a:pt x="2416" y="555188"/>
                  </a:lnTo>
                  <a:lnTo>
                    <a:pt x="3620" y="553074"/>
                  </a:lnTo>
                  <a:lnTo>
                    <a:pt x="4823" y="550960"/>
                  </a:lnTo>
                  <a:lnTo>
                    <a:pt x="6023" y="548844"/>
                  </a:lnTo>
                  <a:lnTo>
                    <a:pt x="7220" y="546726"/>
                  </a:lnTo>
                  <a:lnTo>
                    <a:pt x="8416" y="544607"/>
                  </a:lnTo>
                  <a:lnTo>
                    <a:pt x="9609" y="542488"/>
                  </a:lnTo>
                  <a:lnTo>
                    <a:pt x="10800" y="540366"/>
                  </a:lnTo>
                  <a:lnTo>
                    <a:pt x="11989" y="538244"/>
                  </a:lnTo>
                  <a:lnTo>
                    <a:pt x="13175" y="536120"/>
                  </a:lnTo>
                  <a:lnTo>
                    <a:pt x="14359" y="533995"/>
                  </a:lnTo>
                  <a:lnTo>
                    <a:pt x="15541" y="531869"/>
                  </a:lnTo>
                  <a:lnTo>
                    <a:pt x="16720" y="529741"/>
                  </a:lnTo>
                  <a:lnTo>
                    <a:pt x="17897" y="527612"/>
                  </a:lnTo>
                  <a:lnTo>
                    <a:pt x="19072" y="525482"/>
                  </a:lnTo>
                  <a:lnTo>
                    <a:pt x="20245" y="523350"/>
                  </a:lnTo>
                  <a:lnTo>
                    <a:pt x="21415" y="521218"/>
                  </a:lnTo>
                  <a:lnTo>
                    <a:pt x="22583" y="519084"/>
                  </a:lnTo>
                  <a:lnTo>
                    <a:pt x="23749" y="516948"/>
                  </a:lnTo>
                  <a:lnTo>
                    <a:pt x="24912" y="514812"/>
                  </a:lnTo>
                  <a:lnTo>
                    <a:pt x="26073" y="512674"/>
                  </a:lnTo>
                  <a:lnTo>
                    <a:pt x="27232" y="510535"/>
                  </a:lnTo>
                  <a:lnTo>
                    <a:pt x="28388" y="508395"/>
                  </a:lnTo>
                  <a:lnTo>
                    <a:pt x="29542" y="506253"/>
                  </a:lnTo>
                  <a:lnTo>
                    <a:pt x="30694" y="504111"/>
                  </a:lnTo>
                  <a:lnTo>
                    <a:pt x="31843" y="501967"/>
                  </a:lnTo>
                  <a:lnTo>
                    <a:pt x="32991" y="499822"/>
                  </a:lnTo>
                  <a:lnTo>
                    <a:pt x="34135" y="497675"/>
                  </a:lnTo>
                  <a:lnTo>
                    <a:pt x="35278" y="495527"/>
                  </a:lnTo>
                  <a:lnTo>
                    <a:pt x="36418" y="493378"/>
                  </a:lnTo>
                  <a:lnTo>
                    <a:pt x="37556" y="491228"/>
                  </a:lnTo>
                  <a:lnTo>
                    <a:pt x="38691" y="489077"/>
                  </a:lnTo>
                  <a:lnTo>
                    <a:pt x="39825" y="486924"/>
                  </a:lnTo>
                  <a:lnTo>
                    <a:pt x="40956" y="484770"/>
                  </a:lnTo>
                  <a:lnTo>
                    <a:pt x="42084" y="482615"/>
                  </a:lnTo>
                  <a:lnTo>
                    <a:pt x="43210" y="480459"/>
                  </a:lnTo>
                  <a:lnTo>
                    <a:pt x="44334" y="478302"/>
                  </a:lnTo>
                  <a:lnTo>
                    <a:pt x="45456" y="476143"/>
                  </a:lnTo>
                  <a:lnTo>
                    <a:pt x="46575" y="473983"/>
                  </a:lnTo>
                  <a:lnTo>
                    <a:pt x="47692" y="471822"/>
                  </a:lnTo>
                  <a:lnTo>
                    <a:pt x="48807" y="469660"/>
                  </a:lnTo>
                  <a:lnTo>
                    <a:pt x="49919" y="467496"/>
                  </a:lnTo>
                  <a:lnTo>
                    <a:pt x="51029" y="465331"/>
                  </a:lnTo>
                  <a:lnTo>
                    <a:pt x="52136" y="463165"/>
                  </a:lnTo>
                  <a:lnTo>
                    <a:pt x="53242" y="460998"/>
                  </a:lnTo>
                  <a:lnTo>
                    <a:pt x="54344" y="458830"/>
                  </a:lnTo>
                  <a:lnTo>
                    <a:pt x="55445" y="456660"/>
                  </a:lnTo>
                  <a:lnTo>
                    <a:pt x="56543" y="454490"/>
                  </a:lnTo>
                  <a:lnTo>
                    <a:pt x="57639" y="452318"/>
                  </a:lnTo>
                  <a:lnTo>
                    <a:pt x="58733" y="450145"/>
                  </a:lnTo>
                  <a:lnTo>
                    <a:pt x="59824" y="447971"/>
                  </a:lnTo>
                  <a:lnTo>
                    <a:pt x="60912" y="445795"/>
                  </a:lnTo>
                  <a:lnTo>
                    <a:pt x="61999" y="443619"/>
                  </a:lnTo>
                  <a:lnTo>
                    <a:pt x="63083" y="441441"/>
                  </a:lnTo>
                  <a:lnTo>
                    <a:pt x="64165" y="439262"/>
                  </a:lnTo>
                  <a:lnTo>
                    <a:pt x="65244" y="437082"/>
                  </a:lnTo>
                  <a:lnTo>
                    <a:pt x="66321" y="434901"/>
                  </a:lnTo>
                  <a:lnTo>
                    <a:pt x="67396" y="432718"/>
                  </a:lnTo>
                  <a:lnTo>
                    <a:pt x="68468" y="430535"/>
                  </a:lnTo>
                  <a:lnTo>
                    <a:pt x="69538" y="428350"/>
                  </a:lnTo>
                  <a:lnTo>
                    <a:pt x="70606" y="426164"/>
                  </a:lnTo>
                  <a:lnTo>
                    <a:pt x="71671" y="423977"/>
                  </a:lnTo>
                  <a:lnTo>
                    <a:pt x="72734" y="421789"/>
                  </a:lnTo>
                  <a:lnTo>
                    <a:pt x="73795" y="419599"/>
                  </a:lnTo>
                  <a:lnTo>
                    <a:pt x="74853" y="417409"/>
                  </a:lnTo>
                  <a:lnTo>
                    <a:pt x="75909" y="415217"/>
                  </a:lnTo>
                  <a:lnTo>
                    <a:pt x="76962" y="413025"/>
                  </a:lnTo>
                  <a:lnTo>
                    <a:pt x="78013" y="410831"/>
                  </a:lnTo>
                  <a:lnTo>
                    <a:pt x="79062" y="408636"/>
                  </a:lnTo>
                  <a:lnTo>
                    <a:pt x="80108" y="406439"/>
                  </a:lnTo>
                  <a:lnTo>
                    <a:pt x="81152" y="404242"/>
                  </a:lnTo>
                  <a:lnTo>
                    <a:pt x="82194" y="402044"/>
                  </a:lnTo>
                  <a:lnTo>
                    <a:pt x="83233" y="399844"/>
                  </a:lnTo>
                  <a:lnTo>
                    <a:pt x="84270" y="397644"/>
                  </a:lnTo>
                  <a:lnTo>
                    <a:pt x="85304" y="395442"/>
                  </a:lnTo>
                  <a:lnTo>
                    <a:pt x="86336" y="393239"/>
                  </a:lnTo>
                  <a:lnTo>
                    <a:pt x="87366" y="391035"/>
                  </a:lnTo>
                  <a:lnTo>
                    <a:pt x="88393" y="388830"/>
                  </a:lnTo>
                  <a:lnTo>
                    <a:pt x="89418" y="386624"/>
                  </a:lnTo>
                  <a:lnTo>
                    <a:pt x="90441" y="384416"/>
                  </a:lnTo>
                  <a:lnTo>
                    <a:pt x="91461" y="382208"/>
                  </a:lnTo>
                  <a:lnTo>
                    <a:pt x="92478" y="379998"/>
                  </a:lnTo>
                  <a:lnTo>
                    <a:pt x="93494" y="377788"/>
                  </a:lnTo>
                  <a:lnTo>
                    <a:pt x="94507" y="375576"/>
                  </a:lnTo>
                  <a:lnTo>
                    <a:pt x="95517" y="373363"/>
                  </a:lnTo>
                  <a:lnTo>
                    <a:pt x="96526" y="371149"/>
                  </a:lnTo>
                  <a:lnTo>
                    <a:pt x="97532" y="368934"/>
                  </a:lnTo>
                  <a:lnTo>
                    <a:pt x="98535" y="366718"/>
                  </a:lnTo>
                  <a:lnTo>
                    <a:pt x="99536" y="364501"/>
                  </a:lnTo>
                  <a:lnTo>
                    <a:pt x="100535" y="362283"/>
                  </a:lnTo>
                  <a:lnTo>
                    <a:pt x="101531" y="360063"/>
                  </a:lnTo>
                  <a:lnTo>
                    <a:pt x="102525" y="357843"/>
                  </a:lnTo>
                  <a:lnTo>
                    <a:pt x="103516" y="355621"/>
                  </a:lnTo>
                  <a:lnTo>
                    <a:pt x="104505" y="353399"/>
                  </a:lnTo>
                  <a:lnTo>
                    <a:pt x="105492" y="351175"/>
                  </a:lnTo>
                  <a:lnTo>
                    <a:pt x="106476" y="348951"/>
                  </a:lnTo>
                  <a:lnTo>
                    <a:pt x="107458" y="346725"/>
                  </a:lnTo>
                  <a:lnTo>
                    <a:pt x="108437" y="344498"/>
                  </a:lnTo>
                  <a:lnTo>
                    <a:pt x="109414" y="342270"/>
                  </a:lnTo>
                  <a:lnTo>
                    <a:pt x="110389" y="340041"/>
                  </a:lnTo>
                  <a:lnTo>
                    <a:pt x="111361" y="337811"/>
                  </a:lnTo>
                  <a:lnTo>
                    <a:pt x="112331" y="335580"/>
                  </a:lnTo>
                  <a:lnTo>
                    <a:pt x="113299" y="333348"/>
                  </a:lnTo>
                  <a:lnTo>
                    <a:pt x="114263" y="331115"/>
                  </a:lnTo>
                  <a:lnTo>
                    <a:pt x="115226" y="328881"/>
                  </a:lnTo>
                  <a:lnTo>
                    <a:pt x="116186" y="326646"/>
                  </a:lnTo>
                  <a:lnTo>
                    <a:pt x="117144" y="324410"/>
                  </a:lnTo>
                  <a:lnTo>
                    <a:pt x="118099" y="322172"/>
                  </a:lnTo>
                  <a:lnTo>
                    <a:pt x="119052" y="319934"/>
                  </a:lnTo>
                  <a:lnTo>
                    <a:pt x="120003" y="317695"/>
                  </a:lnTo>
                  <a:lnTo>
                    <a:pt x="120951" y="315454"/>
                  </a:lnTo>
                  <a:lnTo>
                    <a:pt x="121896" y="313213"/>
                  </a:lnTo>
                  <a:lnTo>
                    <a:pt x="122840" y="310971"/>
                  </a:lnTo>
                  <a:lnTo>
                    <a:pt x="123781" y="308727"/>
                  </a:lnTo>
                  <a:lnTo>
                    <a:pt x="124719" y="306483"/>
                  </a:lnTo>
                  <a:lnTo>
                    <a:pt x="125655" y="304238"/>
                  </a:lnTo>
                  <a:lnTo>
                    <a:pt x="126588" y="301991"/>
                  </a:lnTo>
                  <a:lnTo>
                    <a:pt x="127520" y="299744"/>
                  </a:lnTo>
                  <a:lnTo>
                    <a:pt x="128448" y="297495"/>
                  </a:lnTo>
                  <a:lnTo>
                    <a:pt x="129375" y="295246"/>
                  </a:lnTo>
                  <a:lnTo>
                    <a:pt x="130298" y="292995"/>
                  </a:lnTo>
                  <a:lnTo>
                    <a:pt x="131220" y="290744"/>
                  </a:lnTo>
                  <a:lnTo>
                    <a:pt x="132139" y="288492"/>
                  </a:lnTo>
                  <a:lnTo>
                    <a:pt x="133055" y="286238"/>
                  </a:lnTo>
                  <a:lnTo>
                    <a:pt x="133969" y="283984"/>
                  </a:lnTo>
                  <a:lnTo>
                    <a:pt x="134881" y="281728"/>
                  </a:lnTo>
                  <a:lnTo>
                    <a:pt x="135790" y="279472"/>
                  </a:lnTo>
                  <a:lnTo>
                    <a:pt x="136697" y="277215"/>
                  </a:lnTo>
                  <a:lnTo>
                    <a:pt x="137601" y="274956"/>
                  </a:lnTo>
                  <a:lnTo>
                    <a:pt x="138503" y="272697"/>
                  </a:lnTo>
                  <a:lnTo>
                    <a:pt x="139403" y="270437"/>
                  </a:lnTo>
                  <a:lnTo>
                    <a:pt x="140300" y="268175"/>
                  </a:lnTo>
                  <a:lnTo>
                    <a:pt x="141194" y="265913"/>
                  </a:lnTo>
                  <a:lnTo>
                    <a:pt x="142087" y="263650"/>
                  </a:lnTo>
                  <a:lnTo>
                    <a:pt x="142976" y="261386"/>
                  </a:lnTo>
                  <a:lnTo>
                    <a:pt x="143864" y="259121"/>
                  </a:lnTo>
                  <a:lnTo>
                    <a:pt x="144748" y="256855"/>
                  </a:lnTo>
                  <a:lnTo>
                    <a:pt x="145631" y="254588"/>
                  </a:lnTo>
                  <a:lnTo>
                    <a:pt x="146511" y="252320"/>
                  </a:lnTo>
                  <a:lnTo>
                    <a:pt x="147388" y="250051"/>
                  </a:lnTo>
                  <a:lnTo>
                    <a:pt x="148263" y="247781"/>
                  </a:lnTo>
                  <a:lnTo>
                    <a:pt x="149136" y="245510"/>
                  </a:lnTo>
                  <a:lnTo>
                    <a:pt x="150006" y="243238"/>
                  </a:lnTo>
                  <a:lnTo>
                    <a:pt x="150873" y="240966"/>
                  </a:lnTo>
                  <a:lnTo>
                    <a:pt x="151739" y="238692"/>
                  </a:lnTo>
                  <a:lnTo>
                    <a:pt x="152601" y="236418"/>
                  </a:lnTo>
                  <a:lnTo>
                    <a:pt x="153462" y="234142"/>
                  </a:lnTo>
                  <a:lnTo>
                    <a:pt x="154319" y="231866"/>
                  </a:lnTo>
                  <a:lnTo>
                    <a:pt x="155175" y="229588"/>
                  </a:lnTo>
                  <a:lnTo>
                    <a:pt x="156028" y="227310"/>
                  </a:lnTo>
                  <a:lnTo>
                    <a:pt x="156878" y="225031"/>
                  </a:lnTo>
                  <a:lnTo>
                    <a:pt x="157726" y="222751"/>
                  </a:lnTo>
                  <a:lnTo>
                    <a:pt x="158572" y="220470"/>
                  </a:lnTo>
                  <a:lnTo>
                    <a:pt x="159415" y="218188"/>
                  </a:lnTo>
                  <a:lnTo>
                    <a:pt x="160255" y="215905"/>
                  </a:lnTo>
                  <a:lnTo>
                    <a:pt x="161093" y="213621"/>
                  </a:lnTo>
                  <a:lnTo>
                    <a:pt x="161929" y="211337"/>
                  </a:lnTo>
                  <a:lnTo>
                    <a:pt x="162762" y="209051"/>
                  </a:lnTo>
                  <a:lnTo>
                    <a:pt x="163593" y="206765"/>
                  </a:lnTo>
                  <a:lnTo>
                    <a:pt x="164421" y="204477"/>
                  </a:lnTo>
                  <a:lnTo>
                    <a:pt x="165247" y="202189"/>
                  </a:lnTo>
                  <a:lnTo>
                    <a:pt x="166070" y="199900"/>
                  </a:lnTo>
                  <a:lnTo>
                    <a:pt x="166891" y="197610"/>
                  </a:lnTo>
                  <a:lnTo>
                    <a:pt x="167710" y="195319"/>
                  </a:lnTo>
                  <a:lnTo>
                    <a:pt x="168526" y="193027"/>
                  </a:lnTo>
                  <a:lnTo>
                    <a:pt x="169339" y="190735"/>
                  </a:lnTo>
                  <a:lnTo>
                    <a:pt x="170150" y="188441"/>
                  </a:lnTo>
                  <a:lnTo>
                    <a:pt x="170958" y="186147"/>
                  </a:lnTo>
                  <a:lnTo>
                    <a:pt x="171764" y="183851"/>
                  </a:lnTo>
                  <a:lnTo>
                    <a:pt x="172568" y="181555"/>
                  </a:lnTo>
                  <a:lnTo>
                    <a:pt x="173369" y="179258"/>
                  </a:lnTo>
                  <a:lnTo>
                    <a:pt x="174167" y="176960"/>
                  </a:lnTo>
                  <a:lnTo>
                    <a:pt x="174963" y="174662"/>
                  </a:lnTo>
                  <a:lnTo>
                    <a:pt x="175757" y="172362"/>
                  </a:lnTo>
                  <a:lnTo>
                    <a:pt x="176548" y="170062"/>
                  </a:lnTo>
                  <a:lnTo>
                    <a:pt x="177337" y="167760"/>
                  </a:lnTo>
                  <a:lnTo>
                    <a:pt x="178123" y="165458"/>
                  </a:lnTo>
                  <a:lnTo>
                    <a:pt x="178907" y="163155"/>
                  </a:lnTo>
                  <a:lnTo>
                    <a:pt x="179688" y="160851"/>
                  </a:lnTo>
                  <a:lnTo>
                    <a:pt x="180466" y="158547"/>
                  </a:lnTo>
                  <a:lnTo>
                    <a:pt x="181242" y="156241"/>
                  </a:lnTo>
                  <a:lnTo>
                    <a:pt x="182016" y="153935"/>
                  </a:lnTo>
                  <a:lnTo>
                    <a:pt x="182787" y="151627"/>
                  </a:lnTo>
                  <a:lnTo>
                    <a:pt x="183556" y="149319"/>
                  </a:lnTo>
                  <a:lnTo>
                    <a:pt x="184322" y="147011"/>
                  </a:lnTo>
                  <a:lnTo>
                    <a:pt x="185086" y="144701"/>
                  </a:lnTo>
                  <a:lnTo>
                    <a:pt x="185847" y="142390"/>
                  </a:lnTo>
                  <a:lnTo>
                    <a:pt x="186606" y="140079"/>
                  </a:lnTo>
                  <a:lnTo>
                    <a:pt x="187362" y="137767"/>
                  </a:lnTo>
                  <a:lnTo>
                    <a:pt x="188116" y="135454"/>
                  </a:lnTo>
                  <a:lnTo>
                    <a:pt x="188867" y="133140"/>
                  </a:lnTo>
                  <a:lnTo>
                    <a:pt x="189616" y="130826"/>
                  </a:lnTo>
                  <a:lnTo>
                    <a:pt x="190362" y="128510"/>
                  </a:lnTo>
                  <a:lnTo>
                    <a:pt x="191106" y="126194"/>
                  </a:lnTo>
                  <a:lnTo>
                    <a:pt x="191847" y="123877"/>
                  </a:lnTo>
                  <a:lnTo>
                    <a:pt x="192586" y="121559"/>
                  </a:lnTo>
                  <a:lnTo>
                    <a:pt x="193322" y="119241"/>
                  </a:lnTo>
                  <a:lnTo>
                    <a:pt x="194056" y="116921"/>
                  </a:lnTo>
                  <a:lnTo>
                    <a:pt x="194787" y="114601"/>
                  </a:lnTo>
                  <a:lnTo>
                    <a:pt x="195516" y="112280"/>
                  </a:lnTo>
                  <a:lnTo>
                    <a:pt x="196242" y="109958"/>
                  </a:lnTo>
                  <a:lnTo>
                    <a:pt x="196965" y="107636"/>
                  </a:lnTo>
                  <a:lnTo>
                    <a:pt x="197687" y="105312"/>
                  </a:lnTo>
                  <a:lnTo>
                    <a:pt x="198405" y="102988"/>
                  </a:lnTo>
                  <a:lnTo>
                    <a:pt x="199121" y="100663"/>
                  </a:lnTo>
                  <a:lnTo>
                    <a:pt x="199835" y="98338"/>
                  </a:lnTo>
                  <a:lnTo>
                    <a:pt x="200546" y="96011"/>
                  </a:lnTo>
                  <a:lnTo>
                    <a:pt x="201255" y="93684"/>
                  </a:lnTo>
                  <a:lnTo>
                    <a:pt x="201961" y="91356"/>
                  </a:lnTo>
                  <a:lnTo>
                    <a:pt x="202665" y="89028"/>
                  </a:lnTo>
                  <a:lnTo>
                    <a:pt x="203366" y="86698"/>
                  </a:lnTo>
                  <a:lnTo>
                    <a:pt x="204064" y="84368"/>
                  </a:lnTo>
                  <a:lnTo>
                    <a:pt x="204760" y="82037"/>
                  </a:lnTo>
                  <a:lnTo>
                    <a:pt x="205454" y="79705"/>
                  </a:lnTo>
                  <a:lnTo>
                    <a:pt x="206145" y="77373"/>
                  </a:lnTo>
                  <a:lnTo>
                    <a:pt x="206833" y="75039"/>
                  </a:lnTo>
                  <a:lnTo>
                    <a:pt x="207519" y="72705"/>
                  </a:lnTo>
                  <a:lnTo>
                    <a:pt x="208203" y="70371"/>
                  </a:lnTo>
                  <a:lnTo>
                    <a:pt x="208884" y="68035"/>
                  </a:lnTo>
                  <a:lnTo>
                    <a:pt x="209562" y="65699"/>
                  </a:lnTo>
                  <a:lnTo>
                    <a:pt x="210238" y="63362"/>
                  </a:lnTo>
                  <a:lnTo>
                    <a:pt x="210911" y="61025"/>
                  </a:lnTo>
                  <a:lnTo>
                    <a:pt x="211582" y="58686"/>
                  </a:lnTo>
                  <a:lnTo>
                    <a:pt x="212250" y="56347"/>
                  </a:lnTo>
                  <a:lnTo>
                    <a:pt x="212916" y="54007"/>
                  </a:lnTo>
                  <a:lnTo>
                    <a:pt x="213579" y="51667"/>
                  </a:lnTo>
                  <a:lnTo>
                    <a:pt x="214240" y="49326"/>
                  </a:lnTo>
                  <a:lnTo>
                    <a:pt x="214898" y="46984"/>
                  </a:lnTo>
                  <a:lnTo>
                    <a:pt x="215554" y="44641"/>
                  </a:lnTo>
                  <a:lnTo>
                    <a:pt x="216207" y="42298"/>
                  </a:lnTo>
                  <a:lnTo>
                    <a:pt x="216858" y="39954"/>
                  </a:lnTo>
                  <a:lnTo>
                    <a:pt x="217506" y="37609"/>
                  </a:lnTo>
                  <a:lnTo>
                    <a:pt x="218151" y="35263"/>
                  </a:lnTo>
                  <a:lnTo>
                    <a:pt x="218794" y="32917"/>
                  </a:lnTo>
                  <a:lnTo>
                    <a:pt x="219435" y="30570"/>
                  </a:lnTo>
                  <a:lnTo>
                    <a:pt x="220073" y="28223"/>
                  </a:lnTo>
                  <a:lnTo>
                    <a:pt x="220708" y="25875"/>
                  </a:lnTo>
                  <a:lnTo>
                    <a:pt x="221341" y="23526"/>
                  </a:lnTo>
                  <a:lnTo>
                    <a:pt x="221971" y="21176"/>
                  </a:lnTo>
                  <a:lnTo>
                    <a:pt x="222599" y="18826"/>
                  </a:lnTo>
                  <a:lnTo>
                    <a:pt x="223224" y="16475"/>
                  </a:lnTo>
                  <a:lnTo>
                    <a:pt x="223847" y="14123"/>
                  </a:lnTo>
                  <a:lnTo>
                    <a:pt x="224467" y="11771"/>
                  </a:lnTo>
                  <a:lnTo>
                    <a:pt x="225085" y="9418"/>
                  </a:lnTo>
                  <a:lnTo>
                    <a:pt x="225700" y="7064"/>
                  </a:lnTo>
                  <a:lnTo>
                    <a:pt x="226313" y="4710"/>
                  </a:lnTo>
                  <a:lnTo>
                    <a:pt x="226923" y="2355"/>
                  </a:lnTo>
                  <a:lnTo>
                    <a:pt x="22753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895947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892737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005879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001556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01907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01463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010240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97269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93021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88810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84636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80500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76402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72342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68320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64335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60389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56481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52611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948780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3944987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3941232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3937516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3933838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3930199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392659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3923037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3919514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3916030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3912585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3909179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3905812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3902485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3899196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323979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317611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311275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304970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362845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356289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349765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343272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336809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330379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98697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92457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86248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280072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273928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267816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261737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255690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249677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243696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237748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231833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225952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22010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21428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208507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202759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97045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91365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15453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10292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05167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100077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09502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090005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085022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080076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075165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70290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185719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180107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174529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168985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163476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158001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152560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147154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14178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4136447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4131146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4125880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4120649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4065452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4060649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4055884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4051154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4046461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4041804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4037185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4032601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4028055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4023546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1699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14987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13021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11097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9213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34509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32177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29886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27636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25426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23257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2112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19040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89567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86435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83344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80292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77279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74306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7137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68480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65627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62813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60039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857305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854612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851958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849345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846771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844238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841745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839293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836880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802086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800407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807370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805568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803806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98769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97172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95616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94102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83469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82326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9262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91196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89805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88455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87147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85879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8465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81224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80164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79145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78167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77231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71237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70675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73902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7317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76336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377548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3774672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3772486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3771841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3770154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3769676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376923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3768842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376848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3768176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3767905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3767676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3767489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3767343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941720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933201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924702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916225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07768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99331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90916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82522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984614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975996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967397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958818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950259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036729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027996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019282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010586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001910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993252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874150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865799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857469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849161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840876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4832612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4824371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4816152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4807955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4799782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4791631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4783503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477539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4767317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4759259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4751225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4743214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4735227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4727265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41062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79185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569641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560106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550579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636627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627033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617447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607869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598300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58873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503088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493619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531554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522055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512567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484160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474712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465274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455847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446431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437026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427633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418250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408880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399521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39017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38083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371516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362205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352908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343623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334351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325092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315846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91039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81345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820150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810442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800738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878481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868750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859023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849299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83957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829862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66182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956429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946678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936928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927180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6044252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6034491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6024730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6014970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6005210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995451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985694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975937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917435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907693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897953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888215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723290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713634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703985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742619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732952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771656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761972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752293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694342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684705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675075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665452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655836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646228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88191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306614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97396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79000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187897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178871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169860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142927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160866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151888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133982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12505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96939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215070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205997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269824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5260661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5251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5242380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5233262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522415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5063039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5054251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5045481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5089512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5080670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5116142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5107248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5098371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5071846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719326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711412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680001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703522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695657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687816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672210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664445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656705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648991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641302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63363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626001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618390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610805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603246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5957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588208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58072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73276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65851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4373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58453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51082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536422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02820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50824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43877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36960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30073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423215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416387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40958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529134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52187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4514640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4507436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4500259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4493111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4485991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4478900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4471838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4464804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4457799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4396081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4389373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4382695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4376048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4369431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3767239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3767176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037736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052143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047377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042575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032862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018022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027951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023004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01300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007949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002860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7997734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7992574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13925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12410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10854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09257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07619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05940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04220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02459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00657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98814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96930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95005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93040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9103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88986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8689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84770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282600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280391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278140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275849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273518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271146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268734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266281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263789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261255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58682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50721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56069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53415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39184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878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8351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7872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7352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6789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6186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5540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40871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40851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40788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40684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40538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40351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40121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39851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3953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3485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34125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33355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3254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31690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330796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329860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328882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327863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326803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325701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324558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32337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322147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320880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319571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318222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316831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31539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47987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45214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23665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242400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239547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233720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230747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227735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218460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224683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221591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215290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212080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208830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205542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202214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98847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95441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91996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88513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84990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8142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77828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74189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70511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66795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63040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159247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55415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151545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147637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143691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139707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135685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131624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119217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127526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123391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8115006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8110757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8106471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808895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8102147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8097787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809338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8084481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8079971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8075425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8070842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8066222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8061566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8056873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39041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33498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927920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987378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982147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976881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971579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96624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960872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955466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950026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944551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922308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916661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910981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905267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99520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89373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88792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882075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876194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870279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864331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858350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852336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827955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821779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846290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840211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34099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15570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25331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18654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11945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05207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69843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691640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684812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677954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71066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771217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784048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777648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809329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803056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796752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790416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764755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758262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751737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745182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738596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731979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664149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657203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650227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643222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636189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629126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622035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614915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607767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600591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593386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58615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578893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571604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56428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556945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549574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542176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534750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52729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519819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5123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504781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497222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489637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482025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47438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466725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459036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451321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443581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435816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428026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420210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412370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404505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396615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388701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380762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372799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364813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356802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348768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340710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33262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324524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316396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308245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300071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291875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250558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242228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283656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275415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267151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258865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233877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225504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217110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208695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200259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191802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183324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174826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7166307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7157768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7149209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140630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132031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123412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114774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106117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97440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7088745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7080030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7071297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7009655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7000779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91884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8297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974045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7044987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7062546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7053776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7036181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7027357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7018515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965100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956139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947161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938166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929156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920130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911088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36511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72718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1785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708506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699147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689776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680394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671000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661595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652179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642752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633315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623866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614408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604939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595460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45821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902030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892957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88386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874765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865646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856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847365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838203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829026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819835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810631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801412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792180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782935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773676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764404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755119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90579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80994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509727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500157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566965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585971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576473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557448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547921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538386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528841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51928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26682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423321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413685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471400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461799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452190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442574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432951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404042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394392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384736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375075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336371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365407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355734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346055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316988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307289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297585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287877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278165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26844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258728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249004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239276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229545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219811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171099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161349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151597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6210074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6200334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6190591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6180846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6141844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6102817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6132089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6122333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6112575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6093057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6083297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6073536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6063775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6054013" y="1100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67343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67489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67155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67176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67239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67676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67905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68176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6848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68842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6923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69676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70154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70675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71237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71841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72486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7317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73902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74672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7548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76336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77231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78167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79145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80164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781224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782326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783469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78465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785879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787147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788455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789805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791196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79262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794102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795616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797172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798769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00407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02086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07370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03806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05568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09213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1699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11097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13021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14987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19040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25426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2112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23257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27636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29886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32177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34509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36880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39293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41745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44238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46771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49345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51958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854612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857305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860039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77279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62813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865627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868480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87137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874306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880292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883344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886435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889567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892737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30199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23037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2659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895947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899196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02485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05812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3909179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12585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16030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19514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52611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56481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60389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33838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3937516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3941232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3944987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3948780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3964335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3968320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05879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3972342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3976402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3980500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3984636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3988810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3993021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3997269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01556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10240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1463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1907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23546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28055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041804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032601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037185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046461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051154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055884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060649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065452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070290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075165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080076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085022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090005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09502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100077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05167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25880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31146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20649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110292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115453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136447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14178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147154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152560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158001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163476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168985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174529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180107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185719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191365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197045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202759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08507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1428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2010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25952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231833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237748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243696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249677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255690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261737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267816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273928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17611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23979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280072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286248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292457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298697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304970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311275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330379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336809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343272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349765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356289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362845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369431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376048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52187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507436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514640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29134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36422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4373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551082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558453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500259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85991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93111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7799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464804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471838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478900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416387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423215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430073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436960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382695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389373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396081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402820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40958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443877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450824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565851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573276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751225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759259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695657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703522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711412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719326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727265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735227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743214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767317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77539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783503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791631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26001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610805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58072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588208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5957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603246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618390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63363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641302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648991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656705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664445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672210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680001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687816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799782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807955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4816152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4824371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4849161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4832612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4840876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4857469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4865799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4874150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882522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890916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899331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5045481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5010586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5019282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5027996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5036729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5054251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5063039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5098371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89512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071846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080670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4907768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4916225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4924702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4933201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4941720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4950259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4958818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4967397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4975996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4984614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4993252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5001910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5107248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5116142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512505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5133982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5142927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5151888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5160866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5169860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5178871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42176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49574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5123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519819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482025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89637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97222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504781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52729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534750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556945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56428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571604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578893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58615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593386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600591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607767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614915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622035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629126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636189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08245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16396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275415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283656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291875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300071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324524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33262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340710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348768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356802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364813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372799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380762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388701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396615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420210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404505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412370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810631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819835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829026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838203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847365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856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6865646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6874765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688386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892957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6902030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6911088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6920130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6929156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6938166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6947161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6956139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6965100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6974045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698297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036181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018515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027357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6991884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000779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009655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044987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053776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062546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14774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071297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080030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088745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097440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106117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123412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132031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140630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149209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157768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166307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174826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183324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191802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200259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208695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7250558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7258865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7267151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7217110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7225504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7233877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7242228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7443581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7428026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7435816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7451321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7459036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7466725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747438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187897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196939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205997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215070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22415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233262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242380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251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260661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269824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279000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288191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297396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306614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315846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325092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334351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343623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352908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362205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371516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38083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408880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39017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399521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418250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427633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437026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446431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455847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465274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474712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484160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493619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503088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512567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522055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531554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541062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550579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560106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569641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579185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58873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598300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607869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617447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627033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636627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646228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655836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665452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675075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684705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694342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703985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713634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742619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723290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732952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752293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761972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771656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781345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791039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800738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810442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820150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829862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83957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849299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859023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5868750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5878481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5888215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5897953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5907693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5917435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5927180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5936928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5946678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5956429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5966182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5975937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5985694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5995451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005210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014970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024730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034491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044252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054013" y="56740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063775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073536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083297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141844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122333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132089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093057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102817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112575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151597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161349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171099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180846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190591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200334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210074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219811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229545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239276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249004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258728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26844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326682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336371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278165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287877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297585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307289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316988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346055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355734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365407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375075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384736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394392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404042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413685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423321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432951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442574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452190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461799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471400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480994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490579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500157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09727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1928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528841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680394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689776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699147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708506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642752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652179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661595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671000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633315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614408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623866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585971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595460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604939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566965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6576473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6538386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6547921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6557448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671785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672718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6736511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6745821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6755119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6764404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6773676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6782935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6792180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6801412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846290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34099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40211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90416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77648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784048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796752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803056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821779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809329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815570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827955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852336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858350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684812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691640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69843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05207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11945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643222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650227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657203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664149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671066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677954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718654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725331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751737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731979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738596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745182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771217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758262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764755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876194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864331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870279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882075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88792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89373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899520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05267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10981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16661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22308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7927920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7933498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7939041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7944551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7950026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7955466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7960872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7976881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796624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7971579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7982147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7987378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7992574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7997734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002860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023004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007949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01300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018022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027951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032862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271146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273518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275849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278140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280391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282600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284770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28689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288986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29103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293040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295005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296930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298814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04220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00657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02459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05940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07619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09257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10854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12410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13925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1539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16831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18222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19571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20880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22147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2337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24558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25701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26803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27863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28882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29860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30796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1690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3254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33355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34125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3485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35540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36186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336789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337352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337872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338351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33878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339184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33953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339851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340121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340351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340538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340684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340788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340851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056873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061566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066222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037736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042575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047377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052143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070842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075425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079971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084481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08895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09338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097787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02147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06471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10757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23391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15006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19217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27526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31624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35685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39707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143691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147637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51545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55415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159247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163040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166795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170511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174189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177828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18142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184990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188513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191996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05542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08830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195441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198847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02214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12080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15290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18460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33720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30747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21591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24683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g8649"/>
            <p:cNvSpPr/>
            <p:nvPr/>
          </p:nvSpPr>
          <p:spPr>
            <a:xfrm>
              <a:off x="8227735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g8650"/>
            <p:cNvSpPr/>
            <p:nvPr/>
          </p:nvSpPr>
          <p:spPr>
            <a:xfrm>
              <a:off x="823665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g8651"/>
            <p:cNvSpPr/>
            <p:nvPr/>
          </p:nvSpPr>
          <p:spPr>
            <a:xfrm>
              <a:off x="8239547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g8652"/>
            <p:cNvSpPr/>
            <p:nvPr/>
          </p:nvSpPr>
          <p:spPr>
            <a:xfrm>
              <a:off x="8242400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g8653"/>
            <p:cNvSpPr/>
            <p:nvPr/>
          </p:nvSpPr>
          <p:spPr>
            <a:xfrm>
              <a:off x="8245214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g8654"/>
            <p:cNvSpPr/>
            <p:nvPr/>
          </p:nvSpPr>
          <p:spPr>
            <a:xfrm>
              <a:off x="8253415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g8655"/>
            <p:cNvSpPr/>
            <p:nvPr/>
          </p:nvSpPr>
          <p:spPr>
            <a:xfrm>
              <a:off x="8247987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g8656"/>
            <p:cNvSpPr/>
            <p:nvPr/>
          </p:nvSpPr>
          <p:spPr>
            <a:xfrm>
              <a:off x="8250721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g8657"/>
            <p:cNvSpPr/>
            <p:nvPr/>
          </p:nvSpPr>
          <p:spPr>
            <a:xfrm>
              <a:off x="8256069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g8658"/>
            <p:cNvSpPr/>
            <p:nvPr/>
          </p:nvSpPr>
          <p:spPr>
            <a:xfrm>
              <a:off x="8258682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g8659"/>
            <p:cNvSpPr/>
            <p:nvPr/>
          </p:nvSpPr>
          <p:spPr>
            <a:xfrm>
              <a:off x="8261255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g8660"/>
            <p:cNvSpPr/>
            <p:nvPr/>
          </p:nvSpPr>
          <p:spPr>
            <a:xfrm>
              <a:off x="8263789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g8661"/>
            <p:cNvSpPr/>
            <p:nvPr/>
          </p:nvSpPr>
          <p:spPr>
            <a:xfrm>
              <a:off x="8266281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g8662"/>
            <p:cNvSpPr/>
            <p:nvPr/>
          </p:nvSpPr>
          <p:spPr>
            <a:xfrm>
              <a:off x="8268734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5201687" y="405124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5213822" y="413935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5681239" y="3864475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5691305" y="3942474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5483711" y="4090740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5495846" y="4178742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164710" y="3890204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181074" y="398912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344765" y="4304245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361129" y="4402972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559567" y="419446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575931" y="4293157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6307472" y="3993544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6323837" y="409246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788004" y="423097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800139" y="4319043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5" name="pt8695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6" name="tx8696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97" name="pt8697"/>
            <p:cNvSpPr/>
            <p:nvPr/>
          </p:nvSpPr>
          <p:spPr>
            <a:xfrm>
              <a:off x="7088978" y="3828347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7101113" y="391649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9" name="pt8699"/>
            <p:cNvSpPr/>
            <p:nvPr/>
          </p:nvSpPr>
          <p:spPr>
            <a:xfrm>
              <a:off x="6359589" y="3529183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0" name="tx8700"/>
            <p:cNvSpPr/>
            <p:nvPr/>
          </p:nvSpPr>
          <p:spPr>
            <a:xfrm>
              <a:off x="6375862" y="3637214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701" name="pt8701"/>
            <p:cNvSpPr/>
            <p:nvPr/>
          </p:nvSpPr>
          <p:spPr>
            <a:xfrm>
              <a:off x="6774593" y="3709309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6766285" y="3817469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703" name="pt8703"/>
            <p:cNvSpPr/>
            <p:nvPr/>
          </p:nvSpPr>
          <p:spPr>
            <a:xfrm>
              <a:off x="6965028" y="3779307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4" name="tx8704"/>
            <p:cNvSpPr/>
            <p:nvPr/>
          </p:nvSpPr>
          <p:spPr>
            <a:xfrm>
              <a:off x="6975095" y="3857481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705" name="pt8705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707" name="pt8707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8" name="tx8708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709" name="pl8709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1353239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3092469" y="2056027"/>
              <a:ext cx="1140559" cy="2736133"/>
            </a:xfrm>
            <a:custGeom>
              <a:avLst/>
              <a:pathLst>
                <a:path w="1140559" h="2736133">
                  <a:moveTo>
                    <a:pt x="1140559" y="273613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2899394" y="205602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1376773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940182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3092469" y="2742513"/>
              <a:ext cx="1409921" cy="2356574"/>
            </a:xfrm>
            <a:custGeom>
              <a:avLst/>
              <a:pathLst>
                <a:path w="1409921" h="2356574">
                  <a:moveTo>
                    <a:pt x="1409921" y="2356574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2899394" y="2742513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1511711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626668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3092469" y="3429000"/>
              <a:ext cx="1672220" cy="1885820"/>
            </a:xfrm>
            <a:custGeom>
              <a:avLst/>
              <a:pathLst>
                <a:path w="1672220" h="1885820">
                  <a:moveTo>
                    <a:pt x="1672220" y="188582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2899394" y="342900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1623526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313155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3092469" y="4115486"/>
              <a:ext cx="1941405" cy="1363028"/>
            </a:xfrm>
            <a:custGeom>
              <a:avLst/>
              <a:pathLst>
                <a:path w="1941405" h="1363028">
                  <a:moveTo>
                    <a:pt x="1941405" y="136302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2899394" y="4115486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1371984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999641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3092469" y="4801972"/>
              <a:ext cx="2110931" cy="755838"/>
            </a:xfrm>
            <a:custGeom>
              <a:avLst/>
              <a:pathLst>
                <a:path w="2110931" h="755838">
                  <a:moveTo>
                    <a:pt x="2110931" y="75583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2899394" y="480197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1325244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686128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3092469" y="5488459"/>
              <a:ext cx="2796743" cy="239583"/>
            </a:xfrm>
            <a:custGeom>
              <a:avLst/>
              <a:pathLst>
                <a:path w="2796743" h="239583">
                  <a:moveTo>
                    <a:pt x="2796743" y="23958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1289396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785712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7015481" y="5213864"/>
              <a:ext cx="2083744" cy="332343"/>
            </a:xfrm>
            <a:custGeom>
              <a:avLst/>
              <a:pathLst>
                <a:path w="2083744" h="332343">
                  <a:moveTo>
                    <a:pt x="0" y="332343"/>
                  </a:moveTo>
                  <a:lnTo>
                    <a:pt x="208374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99225" y="521386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785712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098020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7192657" y="4939270"/>
              <a:ext cx="1906568" cy="520814"/>
            </a:xfrm>
            <a:custGeom>
              <a:avLst/>
              <a:pathLst>
                <a:path w="1906568" h="520814">
                  <a:moveTo>
                    <a:pt x="0" y="520814"/>
                  </a:moveTo>
                  <a:lnTo>
                    <a:pt x="19065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99225" y="493927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785712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4823425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7295208" y="4664675"/>
              <a:ext cx="1804017" cy="736589"/>
            </a:xfrm>
            <a:custGeom>
              <a:avLst/>
              <a:pathLst>
                <a:path w="1804017" h="736589">
                  <a:moveTo>
                    <a:pt x="0" y="736589"/>
                  </a:moveTo>
                  <a:lnTo>
                    <a:pt x="180401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99225" y="466467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785712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548831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7402747" y="4390081"/>
              <a:ext cx="1696478" cy="941630"/>
            </a:xfrm>
            <a:custGeom>
              <a:avLst/>
              <a:pathLst>
                <a:path w="1696478" h="941630">
                  <a:moveTo>
                    <a:pt x="0" y="941630"/>
                  </a:moveTo>
                  <a:lnTo>
                    <a:pt x="169647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99225" y="439008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785712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274236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7494535" y="4115486"/>
              <a:ext cx="1604690" cy="1149806"/>
            </a:xfrm>
            <a:custGeom>
              <a:avLst/>
              <a:pathLst>
                <a:path w="1604690" h="1149806">
                  <a:moveTo>
                    <a:pt x="0" y="1149806"/>
                  </a:moveTo>
                  <a:lnTo>
                    <a:pt x="160469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99225" y="411548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785712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3999641"/>
              <a:ext cx="343243" cy="231689"/>
            </a:xfrm>
            <a:prstGeom prst="rect">
              <a:avLst/>
            </a:prstGeom>
          </p:spPr>
        </p:pic>
        <p:sp>
          <p:nvSpPr>
            <p:cNvPr id="8761" name="pl8761"/>
            <p:cNvSpPr/>
            <p:nvPr/>
          </p:nvSpPr>
          <p:spPr>
            <a:xfrm>
              <a:off x="7616587" y="3840891"/>
              <a:ext cx="1482638" cy="1324670"/>
            </a:xfrm>
            <a:custGeom>
              <a:avLst/>
              <a:pathLst>
                <a:path w="1482638" h="1324670">
                  <a:moveTo>
                    <a:pt x="0" y="1324670"/>
                  </a:moveTo>
                  <a:lnTo>
                    <a:pt x="14826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l8762"/>
            <p:cNvSpPr/>
            <p:nvPr/>
          </p:nvSpPr>
          <p:spPr>
            <a:xfrm>
              <a:off x="9099225" y="38408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tx8763"/>
            <p:cNvSpPr/>
            <p:nvPr/>
          </p:nvSpPr>
          <p:spPr>
            <a:xfrm>
              <a:off x="9785712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64" name="pic876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725047"/>
              <a:ext cx="343243" cy="231689"/>
            </a:xfrm>
            <a:prstGeom prst="rect">
              <a:avLst/>
            </a:prstGeom>
          </p:spPr>
        </p:pic>
        <p:sp>
          <p:nvSpPr>
            <p:cNvPr id="8765" name="pl8765"/>
            <p:cNvSpPr/>
            <p:nvPr/>
          </p:nvSpPr>
          <p:spPr>
            <a:xfrm>
              <a:off x="7812794" y="3566297"/>
              <a:ext cx="1286431" cy="1405554"/>
            </a:xfrm>
            <a:custGeom>
              <a:avLst/>
              <a:pathLst>
                <a:path w="1286431" h="1405554">
                  <a:moveTo>
                    <a:pt x="0" y="1405554"/>
                  </a:moveTo>
                  <a:lnTo>
                    <a:pt x="12864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l8766"/>
            <p:cNvSpPr/>
            <p:nvPr/>
          </p:nvSpPr>
          <p:spPr>
            <a:xfrm>
              <a:off x="9099225" y="356629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tx8767"/>
            <p:cNvSpPr/>
            <p:nvPr/>
          </p:nvSpPr>
          <p:spPr>
            <a:xfrm>
              <a:off x="9785712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68" name="pic876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450452"/>
              <a:ext cx="343243" cy="231689"/>
            </a:xfrm>
            <a:prstGeom prst="rect">
              <a:avLst/>
            </a:prstGeom>
          </p:spPr>
        </p:pic>
        <p:sp>
          <p:nvSpPr>
            <p:cNvPr id="8769" name="pl8769"/>
            <p:cNvSpPr/>
            <p:nvPr/>
          </p:nvSpPr>
          <p:spPr>
            <a:xfrm>
              <a:off x="7929151" y="3291702"/>
              <a:ext cx="1170074" cy="1539900"/>
            </a:xfrm>
            <a:custGeom>
              <a:avLst/>
              <a:pathLst>
                <a:path w="1170074" h="1539900">
                  <a:moveTo>
                    <a:pt x="0" y="1539900"/>
                  </a:moveTo>
                  <a:lnTo>
                    <a:pt x="1170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l8770"/>
            <p:cNvSpPr/>
            <p:nvPr/>
          </p:nvSpPr>
          <p:spPr>
            <a:xfrm>
              <a:off x="9099225" y="329170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tx8771"/>
            <p:cNvSpPr/>
            <p:nvPr/>
          </p:nvSpPr>
          <p:spPr>
            <a:xfrm>
              <a:off x="9785712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72" name="pic877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175858"/>
              <a:ext cx="343243" cy="231689"/>
            </a:xfrm>
            <a:prstGeom prst="rect">
              <a:avLst/>
            </a:prstGeom>
          </p:spPr>
        </p:pic>
        <p:sp>
          <p:nvSpPr>
            <p:cNvPr id="8773" name="pl8773"/>
            <p:cNvSpPr/>
            <p:nvPr/>
          </p:nvSpPr>
          <p:spPr>
            <a:xfrm>
              <a:off x="7995765" y="3017108"/>
              <a:ext cx="1103460" cy="1722849"/>
            </a:xfrm>
            <a:custGeom>
              <a:avLst/>
              <a:pathLst>
                <a:path w="1103460" h="1722849">
                  <a:moveTo>
                    <a:pt x="0" y="1722849"/>
                  </a:moveTo>
                  <a:lnTo>
                    <a:pt x="110346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l8774"/>
            <p:cNvSpPr/>
            <p:nvPr/>
          </p:nvSpPr>
          <p:spPr>
            <a:xfrm>
              <a:off x="9099225" y="30171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tx8775"/>
            <p:cNvSpPr/>
            <p:nvPr/>
          </p:nvSpPr>
          <p:spPr>
            <a:xfrm>
              <a:off x="9785712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76" name="pic877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2901263"/>
              <a:ext cx="343243" cy="231689"/>
            </a:xfrm>
            <a:prstGeom prst="rect">
              <a:avLst/>
            </a:prstGeom>
          </p:spPr>
        </p:pic>
        <p:sp>
          <p:nvSpPr>
            <p:cNvPr id="8777" name="pl8777"/>
            <p:cNvSpPr/>
            <p:nvPr/>
          </p:nvSpPr>
          <p:spPr>
            <a:xfrm>
              <a:off x="8057802" y="2742513"/>
              <a:ext cx="1041423" cy="1902640"/>
            </a:xfrm>
            <a:custGeom>
              <a:avLst/>
              <a:pathLst>
                <a:path w="1041423" h="1902640">
                  <a:moveTo>
                    <a:pt x="0" y="1902640"/>
                  </a:moveTo>
                  <a:lnTo>
                    <a:pt x="104142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l8778"/>
            <p:cNvSpPr/>
            <p:nvPr/>
          </p:nvSpPr>
          <p:spPr>
            <a:xfrm>
              <a:off x="9099225" y="274251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tx8779"/>
            <p:cNvSpPr/>
            <p:nvPr/>
          </p:nvSpPr>
          <p:spPr>
            <a:xfrm>
              <a:off x="9785712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80" name="pic878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626668"/>
              <a:ext cx="343243" cy="231689"/>
            </a:xfrm>
            <a:prstGeom prst="rect">
              <a:avLst/>
            </a:prstGeom>
          </p:spPr>
        </p:pic>
        <p:sp>
          <p:nvSpPr>
            <p:cNvPr id="8781" name="pl8781"/>
            <p:cNvSpPr/>
            <p:nvPr/>
          </p:nvSpPr>
          <p:spPr>
            <a:xfrm>
              <a:off x="8078280" y="2467918"/>
              <a:ext cx="1020945" cy="2143561"/>
            </a:xfrm>
            <a:custGeom>
              <a:avLst/>
              <a:pathLst>
                <a:path w="1020945" h="2143561">
                  <a:moveTo>
                    <a:pt x="0" y="2143561"/>
                  </a:moveTo>
                  <a:lnTo>
                    <a:pt x="102094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l8782"/>
            <p:cNvSpPr/>
            <p:nvPr/>
          </p:nvSpPr>
          <p:spPr>
            <a:xfrm>
              <a:off x="9099225" y="246791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tx8783"/>
            <p:cNvSpPr/>
            <p:nvPr/>
          </p:nvSpPr>
          <p:spPr>
            <a:xfrm>
              <a:off x="9785712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84" name="pic878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352074"/>
              <a:ext cx="343243" cy="231689"/>
            </a:xfrm>
            <a:prstGeom prst="rect">
              <a:avLst/>
            </a:prstGeom>
          </p:spPr>
        </p:pic>
        <p:sp>
          <p:nvSpPr>
            <p:cNvPr id="8785" name="pl8785"/>
            <p:cNvSpPr/>
            <p:nvPr/>
          </p:nvSpPr>
          <p:spPr>
            <a:xfrm>
              <a:off x="8093259" y="2193324"/>
              <a:ext cx="1005966" cy="2392674"/>
            </a:xfrm>
            <a:custGeom>
              <a:avLst/>
              <a:pathLst>
                <a:path w="1005966" h="2392674">
                  <a:moveTo>
                    <a:pt x="0" y="2392674"/>
                  </a:moveTo>
                  <a:lnTo>
                    <a:pt x="100596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l8786"/>
            <p:cNvSpPr/>
            <p:nvPr/>
          </p:nvSpPr>
          <p:spPr>
            <a:xfrm>
              <a:off x="9099225" y="219332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tx8787"/>
            <p:cNvSpPr/>
            <p:nvPr/>
          </p:nvSpPr>
          <p:spPr>
            <a:xfrm>
              <a:off x="9785712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88" name="pic878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2077479"/>
              <a:ext cx="343243" cy="231689"/>
            </a:xfrm>
            <a:prstGeom prst="rect">
              <a:avLst/>
            </a:prstGeom>
          </p:spPr>
        </p:pic>
        <p:sp>
          <p:nvSpPr>
            <p:cNvPr id="8789" name="pl8789"/>
            <p:cNvSpPr/>
            <p:nvPr/>
          </p:nvSpPr>
          <p:spPr>
            <a:xfrm>
              <a:off x="8234060" y="1918729"/>
              <a:ext cx="865165" cy="2379950"/>
            </a:xfrm>
            <a:custGeom>
              <a:avLst/>
              <a:pathLst>
                <a:path w="865165" h="2379950">
                  <a:moveTo>
                    <a:pt x="0" y="2379950"/>
                  </a:moveTo>
                  <a:lnTo>
                    <a:pt x="86516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l8790"/>
            <p:cNvSpPr/>
            <p:nvPr/>
          </p:nvSpPr>
          <p:spPr>
            <a:xfrm>
              <a:off x="9099225" y="191872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tx8791"/>
            <p:cNvSpPr/>
            <p:nvPr/>
          </p:nvSpPr>
          <p:spPr>
            <a:xfrm>
              <a:off x="9785712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92" name="pic8792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1802885"/>
              <a:ext cx="343243" cy="231689"/>
            </a:xfrm>
            <a:prstGeom prst="rect">
              <a:avLst/>
            </a:prstGeom>
          </p:spPr>
        </p:pic>
        <p:sp>
          <p:nvSpPr>
            <p:cNvPr id="8793" name="pl8793"/>
            <p:cNvSpPr/>
            <p:nvPr/>
          </p:nvSpPr>
          <p:spPr>
            <a:xfrm>
              <a:off x="8385882" y="1644135"/>
              <a:ext cx="713343" cy="2074759"/>
            </a:xfrm>
            <a:custGeom>
              <a:avLst/>
              <a:pathLst>
                <a:path w="713343" h="2074759">
                  <a:moveTo>
                    <a:pt x="0" y="2074759"/>
                  </a:moveTo>
                  <a:lnTo>
                    <a:pt x="71334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l8794"/>
            <p:cNvSpPr/>
            <p:nvPr/>
          </p:nvSpPr>
          <p:spPr>
            <a:xfrm>
              <a:off x="9099225" y="164413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tx8795"/>
            <p:cNvSpPr/>
            <p:nvPr/>
          </p:nvSpPr>
          <p:spPr>
            <a:xfrm>
              <a:off x="9785712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96" name="pic879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28290"/>
              <a:ext cx="343243" cy="231689"/>
            </a:xfrm>
            <a:prstGeom prst="rect">
              <a:avLst/>
            </a:prstGeom>
          </p:spPr>
        </p:pic>
        <p:sp>
          <p:nvSpPr>
            <p:cNvPr id="8797" name="pl8797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l8798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tx8799"/>
            <p:cNvSpPr/>
            <p:nvPr/>
          </p:nvSpPr>
          <p:spPr>
            <a:xfrm>
              <a:off x="9785712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800" name="pic8800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2026-04-19T18:09:49Z</dcterms:modified>
  <cp:category/>
</cp:coreProperties>
</file>