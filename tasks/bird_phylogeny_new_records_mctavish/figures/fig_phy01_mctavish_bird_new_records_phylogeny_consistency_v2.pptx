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83820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83820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83820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83820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83820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83820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83820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83820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64559" y="3990299"/>
              <a:ext cx="812767" cy="1227704"/>
            </a:xfrm>
            <a:custGeom>
              <a:avLst/>
              <a:pathLst>
                <a:path w="812767" h="1227704">
                  <a:moveTo>
                    <a:pt x="0" y="1227704"/>
                  </a:moveTo>
                  <a:lnTo>
                    <a:pt x="4779" y="1224037"/>
                  </a:lnTo>
                  <a:lnTo>
                    <a:pt x="9548" y="1220358"/>
                  </a:lnTo>
                  <a:lnTo>
                    <a:pt x="14308" y="1216666"/>
                  </a:lnTo>
                  <a:lnTo>
                    <a:pt x="19058" y="1212961"/>
                  </a:lnTo>
                  <a:lnTo>
                    <a:pt x="23797" y="1209244"/>
                  </a:lnTo>
                  <a:lnTo>
                    <a:pt x="28527" y="1205513"/>
                  </a:lnTo>
                  <a:lnTo>
                    <a:pt x="33247" y="1201771"/>
                  </a:lnTo>
                  <a:lnTo>
                    <a:pt x="37957" y="1198015"/>
                  </a:lnTo>
                  <a:lnTo>
                    <a:pt x="42657" y="1194247"/>
                  </a:lnTo>
                  <a:lnTo>
                    <a:pt x="47346" y="1190466"/>
                  </a:lnTo>
                  <a:lnTo>
                    <a:pt x="52026" y="1186673"/>
                  </a:lnTo>
                  <a:lnTo>
                    <a:pt x="56695" y="1182868"/>
                  </a:lnTo>
                  <a:lnTo>
                    <a:pt x="61354" y="1179050"/>
                  </a:lnTo>
                  <a:lnTo>
                    <a:pt x="66003" y="1175219"/>
                  </a:lnTo>
                  <a:lnTo>
                    <a:pt x="70642" y="1171376"/>
                  </a:lnTo>
                  <a:lnTo>
                    <a:pt x="75271" y="1167521"/>
                  </a:lnTo>
                  <a:lnTo>
                    <a:pt x="79889" y="1163653"/>
                  </a:lnTo>
                  <a:lnTo>
                    <a:pt x="84496" y="1159773"/>
                  </a:lnTo>
                  <a:lnTo>
                    <a:pt x="89094" y="1155881"/>
                  </a:lnTo>
                  <a:lnTo>
                    <a:pt x="93681" y="1151976"/>
                  </a:lnTo>
                  <a:lnTo>
                    <a:pt x="98257" y="1148059"/>
                  </a:lnTo>
                  <a:lnTo>
                    <a:pt x="102823" y="1144130"/>
                  </a:lnTo>
                  <a:lnTo>
                    <a:pt x="107378" y="1140189"/>
                  </a:lnTo>
                  <a:lnTo>
                    <a:pt x="111923" y="1136235"/>
                  </a:lnTo>
                  <a:lnTo>
                    <a:pt x="116458" y="1132270"/>
                  </a:lnTo>
                  <a:lnTo>
                    <a:pt x="120981" y="1128292"/>
                  </a:lnTo>
                  <a:lnTo>
                    <a:pt x="125494" y="1124302"/>
                  </a:lnTo>
                  <a:lnTo>
                    <a:pt x="129997" y="1120300"/>
                  </a:lnTo>
                  <a:lnTo>
                    <a:pt x="134488" y="1116286"/>
                  </a:lnTo>
                  <a:lnTo>
                    <a:pt x="138969" y="1112261"/>
                  </a:lnTo>
                  <a:lnTo>
                    <a:pt x="143439" y="1108223"/>
                  </a:lnTo>
                  <a:lnTo>
                    <a:pt x="147898" y="1104173"/>
                  </a:lnTo>
                  <a:lnTo>
                    <a:pt x="152347" y="1100111"/>
                  </a:lnTo>
                  <a:lnTo>
                    <a:pt x="156784" y="1096038"/>
                  </a:lnTo>
                  <a:lnTo>
                    <a:pt x="161211" y="1091952"/>
                  </a:lnTo>
                  <a:lnTo>
                    <a:pt x="165627" y="1087855"/>
                  </a:lnTo>
                  <a:lnTo>
                    <a:pt x="170031" y="1083746"/>
                  </a:lnTo>
                  <a:lnTo>
                    <a:pt x="174425" y="1079625"/>
                  </a:lnTo>
                  <a:lnTo>
                    <a:pt x="178808" y="1075492"/>
                  </a:lnTo>
                  <a:lnTo>
                    <a:pt x="183179" y="1071348"/>
                  </a:lnTo>
                  <a:lnTo>
                    <a:pt x="187540" y="1067192"/>
                  </a:lnTo>
                  <a:lnTo>
                    <a:pt x="191889" y="1063025"/>
                  </a:lnTo>
                  <a:lnTo>
                    <a:pt x="196227" y="1058846"/>
                  </a:lnTo>
                  <a:lnTo>
                    <a:pt x="200554" y="1054655"/>
                  </a:lnTo>
                  <a:lnTo>
                    <a:pt x="204870" y="1050452"/>
                  </a:lnTo>
                  <a:lnTo>
                    <a:pt x="209175" y="1046239"/>
                  </a:lnTo>
                  <a:lnTo>
                    <a:pt x="213468" y="1042013"/>
                  </a:lnTo>
                  <a:lnTo>
                    <a:pt x="217750" y="1037776"/>
                  </a:lnTo>
                  <a:lnTo>
                    <a:pt x="222021" y="1033528"/>
                  </a:lnTo>
                  <a:lnTo>
                    <a:pt x="226280" y="1029268"/>
                  </a:lnTo>
                  <a:lnTo>
                    <a:pt x="230528" y="1024997"/>
                  </a:lnTo>
                  <a:lnTo>
                    <a:pt x="234764" y="1020715"/>
                  </a:lnTo>
                  <a:lnTo>
                    <a:pt x="238989" y="1016421"/>
                  </a:lnTo>
                  <a:lnTo>
                    <a:pt x="243202" y="1012116"/>
                  </a:lnTo>
                  <a:lnTo>
                    <a:pt x="247404" y="1007800"/>
                  </a:lnTo>
                  <a:lnTo>
                    <a:pt x="251595" y="1003473"/>
                  </a:lnTo>
                  <a:lnTo>
                    <a:pt x="255773" y="999134"/>
                  </a:lnTo>
                  <a:lnTo>
                    <a:pt x="259941" y="994784"/>
                  </a:lnTo>
                  <a:lnTo>
                    <a:pt x="264096" y="990423"/>
                  </a:lnTo>
                  <a:lnTo>
                    <a:pt x="268240" y="986051"/>
                  </a:lnTo>
                  <a:lnTo>
                    <a:pt x="272372" y="981668"/>
                  </a:lnTo>
                  <a:lnTo>
                    <a:pt x="276492" y="977274"/>
                  </a:lnTo>
                  <a:lnTo>
                    <a:pt x="280601" y="972869"/>
                  </a:lnTo>
                  <a:lnTo>
                    <a:pt x="284698" y="968453"/>
                  </a:lnTo>
                  <a:lnTo>
                    <a:pt x="288783" y="964026"/>
                  </a:lnTo>
                  <a:lnTo>
                    <a:pt x="292856" y="959588"/>
                  </a:lnTo>
                  <a:lnTo>
                    <a:pt x="296917" y="955139"/>
                  </a:lnTo>
                  <a:lnTo>
                    <a:pt x="300966" y="950679"/>
                  </a:lnTo>
                  <a:lnTo>
                    <a:pt x="305004" y="946209"/>
                  </a:lnTo>
                  <a:lnTo>
                    <a:pt x="309029" y="941727"/>
                  </a:lnTo>
                  <a:lnTo>
                    <a:pt x="313043" y="937235"/>
                  </a:lnTo>
                  <a:lnTo>
                    <a:pt x="317044" y="932733"/>
                  </a:lnTo>
                  <a:lnTo>
                    <a:pt x="321033" y="928219"/>
                  </a:lnTo>
                  <a:lnTo>
                    <a:pt x="325011" y="923695"/>
                  </a:lnTo>
                  <a:lnTo>
                    <a:pt x="328976" y="919160"/>
                  </a:lnTo>
                  <a:lnTo>
                    <a:pt x="332929" y="914615"/>
                  </a:lnTo>
                  <a:lnTo>
                    <a:pt x="336870" y="910059"/>
                  </a:lnTo>
                  <a:lnTo>
                    <a:pt x="340798" y="905493"/>
                  </a:lnTo>
                  <a:lnTo>
                    <a:pt x="344715" y="900916"/>
                  </a:lnTo>
                  <a:lnTo>
                    <a:pt x="348619" y="896329"/>
                  </a:lnTo>
                  <a:lnTo>
                    <a:pt x="352511" y="891731"/>
                  </a:lnTo>
                  <a:lnTo>
                    <a:pt x="356390" y="887123"/>
                  </a:lnTo>
                  <a:lnTo>
                    <a:pt x="360258" y="882505"/>
                  </a:lnTo>
                  <a:lnTo>
                    <a:pt x="364112" y="877876"/>
                  </a:lnTo>
                  <a:lnTo>
                    <a:pt x="367955" y="873237"/>
                  </a:lnTo>
                  <a:lnTo>
                    <a:pt x="371785" y="868587"/>
                  </a:lnTo>
                  <a:lnTo>
                    <a:pt x="375603" y="863928"/>
                  </a:lnTo>
                  <a:lnTo>
                    <a:pt x="379408" y="859258"/>
                  </a:lnTo>
                  <a:lnTo>
                    <a:pt x="383200" y="854578"/>
                  </a:lnTo>
                  <a:lnTo>
                    <a:pt x="386980" y="849888"/>
                  </a:lnTo>
                  <a:lnTo>
                    <a:pt x="390748" y="845188"/>
                  </a:lnTo>
                  <a:lnTo>
                    <a:pt x="394503" y="840478"/>
                  </a:lnTo>
                  <a:lnTo>
                    <a:pt x="398245" y="835757"/>
                  </a:lnTo>
                  <a:lnTo>
                    <a:pt x="401975" y="831027"/>
                  </a:lnTo>
                  <a:lnTo>
                    <a:pt x="405692" y="826287"/>
                  </a:lnTo>
                  <a:lnTo>
                    <a:pt x="409396" y="821537"/>
                  </a:lnTo>
                  <a:lnTo>
                    <a:pt x="413088" y="816777"/>
                  </a:lnTo>
                  <a:lnTo>
                    <a:pt x="416767" y="812007"/>
                  </a:lnTo>
                  <a:lnTo>
                    <a:pt x="420433" y="807227"/>
                  </a:lnTo>
                  <a:lnTo>
                    <a:pt x="424086" y="802438"/>
                  </a:lnTo>
                  <a:lnTo>
                    <a:pt x="427727" y="797639"/>
                  </a:lnTo>
                  <a:lnTo>
                    <a:pt x="431355" y="792830"/>
                  </a:lnTo>
                  <a:lnTo>
                    <a:pt x="434969" y="788011"/>
                  </a:lnTo>
                  <a:lnTo>
                    <a:pt x="438571" y="783183"/>
                  </a:lnTo>
                  <a:lnTo>
                    <a:pt x="442160" y="778345"/>
                  </a:lnTo>
                  <a:lnTo>
                    <a:pt x="445736" y="773497"/>
                  </a:lnTo>
                  <a:lnTo>
                    <a:pt x="449299" y="768640"/>
                  </a:lnTo>
                  <a:lnTo>
                    <a:pt x="452849" y="763774"/>
                  </a:lnTo>
                  <a:lnTo>
                    <a:pt x="456386" y="758898"/>
                  </a:lnTo>
                  <a:lnTo>
                    <a:pt x="459910" y="754013"/>
                  </a:lnTo>
                  <a:lnTo>
                    <a:pt x="463421" y="749118"/>
                  </a:lnTo>
                  <a:lnTo>
                    <a:pt x="466919" y="744213"/>
                  </a:lnTo>
                  <a:lnTo>
                    <a:pt x="470404" y="739300"/>
                  </a:lnTo>
                  <a:lnTo>
                    <a:pt x="473875" y="734377"/>
                  </a:lnTo>
                  <a:lnTo>
                    <a:pt x="477334" y="729445"/>
                  </a:lnTo>
                  <a:lnTo>
                    <a:pt x="480779" y="724504"/>
                  </a:lnTo>
                  <a:lnTo>
                    <a:pt x="484211" y="719553"/>
                  </a:lnTo>
                  <a:lnTo>
                    <a:pt x="487629" y="714593"/>
                  </a:lnTo>
                  <a:lnTo>
                    <a:pt x="491035" y="709625"/>
                  </a:lnTo>
                  <a:lnTo>
                    <a:pt x="494427" y="704647"/>
                  </a:lnTo>
                  <a:lnTo>
                    <a:pt x="497806" y="699660"/>
                  </a:lnTo>
                  <a:lnTo>
                    <a:pt x="501171" y="694664"/>
                  </a:lnTo>
                  <a:lnTo>
                    <a:pt x="504523" y="689659"/>
                  </a:lnTo>
                  <a:lnTo>
                    <a:pt x="507862" y="684645"/>
                  </a:lnTo>
                  <a:lnTo>
                    <a:pt x="511187" y="679622"/>
                  </a:lnTo>
                  <a:lnTo>
                    <a:pt x="514499" y="674590"/>
                  </a:lnTo>
                  <a:lnTo>
                    <a:pt x="517797" y="669550"/>
                  </a:lnTo>
                  <a:lnTo>
                    <a:pt x="521082" y="664500"/>
                  </a:lnTo>
                  <a:lnTo>
                    <a:pt x="524353" y="659442"/>
                  </a:lnTo>
                  <a:lnTo>
                    <a:pt x="527611" y="654376"/>
                  </a:lnTo>
                  <a:lnTo>
                    <a:pt x="530855" y="649300"/>
                  </a:lnTo>
                  <a:lnTo>
                    <a:pt x="534086" y="644216"/>
                  </a:lnTo>
                  <a:lnTo>
                    <a:pt x="537303" y="639123"/>
                  </a:lnTo>
                  <a:lnTo>
                    <a:pt x="540506" y="634022"/>
                  </a:lnTo>
                  <a:lnTo>
                    <a:pt x="543696" y="628912"/>
                  </a:lnTo>
                  <a:lnTo>
                    <a:pt x="546872" y="623793"/>
                  </a:lnTo>
                  <a:lnTo>
                    <a:pt x="550034" y="618666"/>
                  </a:lnTo>
                  <a:lnTo>
                    <a:pt x="553183" y="613531"/>
                  </a:lnTo>
                  <a:lnTo>
                    <a:pt x="556318" y="608387"/>
                  </a:lnTo>
                  <a:lnTo>
                    <a:pt x="559439" y="603235"/>
                  </a:lnTo>
                  <a:lnTo>
                    <a:pt x="562546" y="598075"/>
                  </a:lnTo>
                  <a:lnTo>
                    <a:pt x="565640" y="592906"/>
                  </a:lnTo>
                  <a:lnTo>
                    <a:pt x="568719" y="587729"/>
                  </a:lnTo>
                  <a:lnTo>
                    <a:pt x="571785" y="582544"/>
                  </a:lnTo>
                  <a:lnTo>
                    <a:pt x="574837" y="577350"/>
                  </a:lnTo>
                  <a:lnTo>
                    <a:pt x="577875" y="572149"/>
                  </a:lnTo>
                  <a:lnTo>
                    <a:pt x="580899" y="566939"/>
                  </a:lnTo>
                  <a:lnTo>
                    <a:pt x="583909" y="561721"/>
                  </a:lnTo>
                  <a:lnTo>
                    <a:pt x="586906" y="556496"/>
                  </a:lnTo>
                  <a:lnTo>
                    <a:pt x="589888" y="551262"/>
                  </a:lnTo>
                  <a:lnTo>
                    <a:pt x="592856" y="546020"/>
                  </a:lnTo>
                  <a:lnTo>
                    <a:pt x="595810" y="540770"/>
                  </a:lnTo>
                  <a:lnTo>
                    <a:pt x="598750" y="535513"/>
                  </a:lnTo>
                  <a:lnTo>
                    <a:pt x="601677" y="530248"/>
                  </a:lnTo>
                  <a:lnTo>
                    <a:pt x="604589" y="524974"/>
                  </a:lnTo>
                  <a:lnTo>
                    <a:pt x="607486" y="519694"/>
                  </a:lnTo>
                  <a:lnTo>
                    <a:pt x="610370" y="514405"/>
                  </a:lnTo>
                  <a:lnTo>
                    <a:pt x="613240" y="509109"/>
                  </a:lnTo>
                  <a:lnTo>
                    <a:pt x="616095" y="503805"/>
                  </a:lnTo>
                  <a:lnTo>
                    <a:pt x="618936" y="498493"/>
                  </a:lnTo>
                  <a:lnTo>
                    <a:pt x="621763" y="493174"/>
                  </a:lnTo>
                  <a:lnTo>
                    <a:pt x="624576" y="487847"/>
                  </a:lnTo>
                  <a:lnTo>
                    <a:pt x="627375" y="482513"/>
                  </a:lnTo>
                  <a:lnTo>
                    <a:pt x="630159" y="477171"/>
                  </a:lnTo>
                  <a:lnTo>
                    <a:pt x="632929" y="471822"/>
                  </a:lnTo>
                  <a:lnTo>
                    <a:pt x="635685" y="466465"/>
                  </a:lnTo>
                  <a:lnTo>
                    <a:pt x="638426" y="461102"/>
                  </a:lnTo>
                  <a:lnTo>
                    <a:pt x="641153" y="455730"/>
                  </a:lnTo>
                  <a:lnTo>
                    <a:pt x="643865" y="450352"/>
                  </a:lnTo>
                  <a:lnTo>
                    <a:pt x="646564" y="444966"/>
                  </a:lnTo>
                  <a:lnTo>
                    <a:pt x="649247" y="439573"/>
                  </a:lnTo>
                  <a:lnTo>
                    <a:pt x="651917" y="434173"/>
                  </a:lnTo>
                  <a:lnTo>
                    <a:pt x="654572" y="428766"/>
                  </a:lnTo>
                  <a:lnTo>
                    <a:pt x="657212" y="423352"/>
                  </a:lnTo>
                  <a:lnTo>
                    <a:pt x="659838" y="417931"/>
                  </a:lnTo>
                  <a:lnTo>
                    <a:pt x="662449" y="412502"/>
                  </a:lnTo>
                  <a:lnTo>
                    <a:pt x="665046" y="407067"/>
                  </a:lnTo>
                  <a:lnTo>
                    <a:pt x="667629" y="401625"/>
                  </a:lnTo>
                  <a:lnTo>
                    <a:pt x="670196" y="396176"/>
                  </a:lnTo>
                  <a:lnTo>
                    <a:pt x="672750" y="390720"/>
                  </a:lnTo>
                  <a:lnTo>
                    <a:pt x="675288" y="385257"/>
                  </a:lnTo>
                  <a:lnTo>
                    <a:pt x="677812" y="379788"/>
                  </a:lnTo>
                  <a:lnTo>
                    <a:pt x="680322" y="374311"/>
                  </a:lnTo>
                  <a:lnTo>
                    <a:pt x="682816" y="368829"/>
                  </a:lnTo>
                  <a:lnTo>
                    <a:pt x="685296" y="363339"/>
                  </a:lnTo>
                  <a:lnTo>
                    <a:pt x="687762" y="357843"/>
                  </a:lnTo>
                  <a:lnTo>
                    <a:pt x="690212" y="352340"/>
                  </a:lnTo>
                  <a:lnTo>
                    <a:pt x="692648" y="346831"/>
                  </a:lnTo>
                  <a:lnTo>
                    <a:pt x="695069" y="341315"/>
                  </a:lnTo>
                  <a:lnTo>
                    <a:pt x="697476" y="335793"/>
                  </a:lnTo>
                  <a:lnTo>
                    <a:pt x="699867" y="330264"/>
                  </a:lnTo>
                  <a:lnTo>
                    <a:pt x="702244" y="324729"/>
                  </a:lnTo>
                  <a:lnTo>
                    <a:pt x="704606" y="319188"/>
                  </a:lnTo>
                  <a:lnTo>
                    <a:pt x="706953" y="313640"/>
                  </a:lnTo>
                  <a:lnTo>
                    <a:pt x="709286" y="308086"/>
                  </a:lnTo>
                  <a:lnTo>
                    <a:pt x="711603" y="302526"/>
                  </a:lnTo>
                  <a:lnTo>
                    <a:pt x="713906" y="296960"/>
                  </a:lnTo>
                  <a:lnTo>
                    <a:pt x="716194" y="291387"/>
                  </a:lnTo>
                  <a:lnTo>
                    <a:pt x="718466" y="285809"/>
                  </a:lnTo>
                  <a:lnTo>
                    <a:pt x="720724" y="280224"/>
                  </a:lnTo>
                  <a:lnTo>
                    <a:pt x="722967" y="274634"/>
                  </a:lnTo>
                  <a:lnTo>
                    <a:pt x="725195" y="269037"/>
                  </a:lnTo>
                  <a:lnTo>
                    <a:pt x="727408" y="263434"/>
                  </a:lnTo>
                  <a:lnTo>
                    <a:pt x="729606" y="257826"/>
                  </a:lnTo>
                  <a:lnTo>
                    <a:pt x="731789" y="252212"/>
                  </a:lnTo>
                  <a:lnTo>
                    <a:pt x="733957" y="246592"/>
                  </a:lnTo>
                  <a:lnTo>
                    <a:pt x="736110" y="240966"/>
                  </a:lnTo>
                  <a:lnTo>
                    <a:pt x="738248" y="235334"/>
                  </a:lnTo>
                  <a:lnTo>
                    <a:pt x="740371" y="229697"/>
                  </a:lnTo>
                  <a:lnTo>
                    <a:pt x="742479" y="224054"/>
                  </a:lnTo>
                  <a:lnTo>
                    <a:pt x="744571" y="218405"/>
                  </a:lnTo>
                  <a:lnTo>
                    <a:pt x="746649" y="212751"/>
                  </a:lnTo>
                  <a:lnTo>
                    <a:pt x="748711" y="207091"/>
                  </a:lnTo>
                  <a:lnTo>
                    <a:pt x="750759" y="201426"/>
                  </a:lnTo>
                  <a:lnTo>
                    <a:pt x="752791" y="195756"/>
                  </a:lnTo>
                  <a:lnTo>
                    <a:pt x="754808" y="190079"/>
                  </a:lnTo>
                  <a:lnTo>
                    <a:pt x="756810" y="184398"/>
                  </a:lnTo>
                  <a:lnTo>
                    <a:pt x="758796" y="178711"/>
                  </a:lnTo>
                  <a:lnTo>
                    <a:pt x="760767" y="173019"/>
                  </a:lnTo>
                  <a:lnTo>
                    <a:pt x="762724" y="167322"/>
                  </a:lnTo>
                  <a:lnTo>
                    <a:pt x="764664" y="161619"/>
                  </a:lnTo>
                  <a:lnTo>
                    <a:pt x="766590" y="155912"/>
                  </a:lnTo>
                  <a:lnTo>
                    <a:pt x="768500" y="150199"/>
                  </a:lnTo>
                  <a:lnTo>
                    <a:pt x="770395" y="144481"/>
                  </a:lnTo>
                  <a:lnTo>
                    <a:pt x="772275" y="138758"/>
                  </a:lnTo>
                  <a:lnTo>
                    <a:pt x="774140" y="133030"/>
                  </a:lnTo>
                  <a:lnTo>
                    <a:pt x="775989" y="127297"/>
                  </a:lnTo>
                  <a:lnTo>
                    <a:pt x="777823" y="121559"/>
                  </a:lnTo>
                  <a:lnTo>
                    <a:pt x="779641" y="115816"/>
                  </a:lnTo>
                  <a:lnTo>
                    <a:pt x="781444" y="110069"/>
                  </a:lnTo>
                  <a:lnTo>
                    <a:pt x="783232" y="104316"/>
                  </a:lnTo>
                  <a:lnTo>
                    <a:pt x="785004" y="98559"/>
                  </a:lnTo>
                  <a:lnTo>
                    <a:pt x="786761" y="92797"/>
                  </a:lnTo>
                  <a:lnTo>
                    <a:pt x="788503" y="87031"/>
                  </a:lnTo>
                  <a:lnTo>
                    <a:pt x="790229" y="81260"/>
                  </a:lnTo>
                  <a:lnTo>
                    <a:pt x="791939" y="75484"/>
                  </a:lnTo>
                  <a:lnTo>
                    <a:pt x="793634" y="69704"/>
                  </a:lnTo>
                  <a:lnTo>
                    <a:pt x="795314" y="63919"/>
                  </a:lnTo>
                  <a:lnTo>
                    <a:pt x="796978" y="58129"/>
                  </a:lnTo>
                  <a:lnTo>
                    <a:pt x="798627" y="52336"/>
                  </a:lnTo>
                  <a:lnTo>
                    <a:pt x="800260" y="46538"/>
                  </a:lnTo>
                  <a:lnTo>
                    <a:pt x="801878" y="40735"/>
                  </a:lnTo>
                  <a:lnTo>
                    <a:pt x="803480" y="34928"/>
                  </a:lnTo>
                  <a:lnTo>
                    <a:pt x="805067" y="29117"/>
                  </a:lnTo>
                  <a:lnTo>
                    <a:pt x="806638" y="23302"/>
                  </a:lnTo>
                  <a:lnTo>
                    <a:pt x="808194" y="17483"/>
                  </a:lnTo>
                  <a:lnTo>
                    <a:pt x="809734" y="11659"/>
                  </a:lnTo>
                  <a:lnTo>
                    <a:pt x="811258" y="5831"/>
                  </a:lnTo>
                  <a:lnTo>
                    <a:pt x="812767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83820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83820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83820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83820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6841108" y="5343547"/>
              <a:ext cx="441506" cy="211127"/>
            </a:xfrm>
            <a:custGeom>
              <a:avLst/>
              <a:pathLst>
                <a:path w="441506" h="211127">
                  <a:moveTo>
                    <a:pt x="0" y="211127"/>
                  </a:moveTo>
                  <a:lnTo>
                    <a:pt x="1858" y="210475"/>
                  </a:lnTo>
                  <a:lnTo>
                    <a:pt x="3715" y="209821"/>
                  </a:lnTo>
                  <a:lnTo>
                    <a:pt x="5572" y="209165"/>
                  </a:lnTo>
                  <a:lnTo>
                    <a:pt x="7429" y="208508"/>
                  </a:lnTo>
                  <a:lnTo>
                    <a:pt x="9284" y="207849"/>
                  </a:lnTo>
                  <a:lnTo>
                    <a:pt x="11140" y="207189"/>
                  </a:lnTo>
                  <a:lnTo>
                    <a:pt x="12994" y="206527"/>
                  </a:lnTo>
                  <a:lnTo>
                    <a:pt x="14848" y="205863"/>
                  </a:lnTo>
                  <a:lnTo>
                    <a:pt x="16702" y="205198"/>
                  </a:lnTo>
                  <a:lnTo>
                    <a:pt x="18555" y="204531"/>
                  </a:lnTo>
                  <a:lnTo>
                    <a:pt x="20407" y="203862"/>
                  </a:lnTo>
                  <a:lnTo>
                    <a:pt x="22259" y="203192"/>
                  </a:lnTo>
                  <a:lnTo>
                    <a:pt x="24110" y="202520"/>
                  </a:lnTo>
                  <a:lnTo>
                    <a:pt x="25961" y="201847"/>
                  </a:lnTo>
                  <a:lnTo>
                    <a:pt x="27811" y="201172"/>
                  </a:lnTo>
                  <a:lnTo>
                    <a:pt x="29660" y="200495"/>
                  </a:lnTo>
                  <a:lnTo>
                    <a:pt x="31509" y="199817"/>
                  </a:lnTo>
                  <a:lnTo>
                    <a:pt x="33357" y="199137"/>
                  </a:lnTo>
                  <a:lnTo>
                    <a:pt x="35205" y="198455"/>
                  </a:lnTo>
                  <a:lnTo>
                    <a:pt x="37052" y="197772"/>
                  </a:lnTo>
                  <a:lnTo>
                    <a:pt x="38898" y="197087"/>
                  </a:lnTo>
                  <a:lnTo>
                    <a:pt x="40744" y="196401"/>
                  </a:lnTo>
                  <a:lnTo>
                    <a:pt x="42589" y="195713"/>
                  </a:lnTo>
                  <a:lnTo>
                    <a:pt x="44434" y="195023"/>
                  </a:lnTo>
                  <a:lnTo>
                    <a:pt x="46278" y="194332"/>
                  </a:lnTo>
                  <a:lnTo>
                    <a:pt x="48121" y="193639"/>
                  </a:lnTo>
                  <a:lnTo>
                    <a:pt x="49964" y="192945"/>
                  </a:lnTo>
                  <a:lnTo>
                    <a:pt x="51806" y="192249"/>
                  </a:lnTo>
                  <a:lnTo>
                    <a:pt x="53648" y="191551"/>
                  </a:lnTo>
                  <a:lnTo>
                    <a:pt x="55489" y="190852"/>
                  </a:lnTo>
                  <a:lnTo>
                    <a:pt x="57329" y="190151"/>
                  </a:lnTo>
                  <a:lnTo>
                    <a:pt x="59169" y="189449"/>
                  </a:lnTo>
                  <a:lnTo>
                    <a:pt x="61008" y="188744"/>
                  </a:lnTo>
                  <a:lnTo>
                    <a:pt x="62847" y="188039"/>
                  </a:lnTo>
                  <a:lnTo>
                    <a:pt x="64685" y="187331"/>
                  </a:lnTo>
                  <a:lnTo>
                    <a:pt x="66522" y="186623"/>
                  </a:lnTo>
                  <a:lnTo>
                    <a:pt x="68359" y="185912"/>
                  </a:lnTo>
                  <a:lnTo>
                    <a:pt x="70195" y="185200"/>
                  </a:lnTo>
                  <a:lnTo>
                    <a:pt x="72030" y="184486"/>
                  </a:lnTo>
                  <a:lnTo>
                    <a:pt x="73865" y="183771"/>
                  </a:lnTo>
                  <a:lnTo>
                    <a:pt x="75699" y="183054"/>
                  </a:lnTo>
                  <a:lnTo>
                    <a:pt x="77533" y="182335"/>
                  </a:lnTo>
                  <a:lnTo>
                    <a:pt x="79365" y="181615"/>
                  </a:lnTo>
                  <a:lnTo>
                    <a:pt x="81198" y="180894"/>
                  </a:lnTo>
                  <a:lnTo>
                    <a:pt x="83029" y="180170"/>
                  </a:lnTo>
                  <a:lnTo>
                    <a:pt x="84860" y="179445"/>
                  </a:lnTo>
                  <a:lnTo>
                    <a:pt x="86691" y="178719"/>
                  </a:lnTo>
                  <a:lnTo>
                    <a:pt x="88521" y="177991"/>
                  </a:lnTo>
                  <a:lnTo>
                    <a:pt x="90350" y="177261"/>
                  </a:lnTo>
                  <a:lnTo>
                    <a:pt x="92178" y="176529"/>
                  </a:lnTo>
                  <a:lnTo>
                    <a:pt x="94006" y="175797"/>
                  </a:lnTo>
                  <a:lnTo>
                    <a:pt x="95833" y="175062"/>
                  </a:lnTo>
                  <a:lnTo>
                    <a:pt x="97660" y="174326"/>
                  </a:lnTo>
                  <a:lnTo>
                    <a:pt x="99486" y="173588"/>
                  </a:lnTo>
                  <a:lnTo>
                    <a:pt x="101311" y="172849"/>
                  </a:lnTo>
                  <a:lnTo>
                    <a:pt x="103135" y="172108"/>
                  </a:lnTo>
                  <a:lnTo>
                    <a:pt x="104959" y="171365"/>
                  </a:lnTo>
                  <a:lnTo>
                    <a:pt x="106783" y="170621"/>
                  </a:lnTo>
                  <a:lnTo>
                    <a:pt x="108605" y="169875"/>
                  </a:lnTo>
                  <a:lnTo>
                    <a:pt x="110427" y="169128"/>
                  </a:lnTo>
                  <a:lnTo>
                    <a:pt x="112249" y="168379"/>
                  </a:lnTo>
                  <a:lnTo>
                    <a:pt x="114069" y="167629"/>
                  </a:lnTo>
                  <a:lnTo>
                    <a:pt x="115890" y="166877"/>
                  </a:lnTo>
                  <a:lnTo>
                    <a:pt x="117709" y="166123"/>
                  </a:lnTo>
                  <a:lnTo>
                    <a:pt x="119528" y="165368"/>
                  </a:lnTo>
                  <a:lnTo>
                    <a:pt x="121346" y="164611"/>
                  </a:lnTo>
                  <a:lnTo>
                    <a:pt x="123163" y="163853"/>
                  </a:lnTo>
                  <a:lnTo>
                    <a:pt x="124980" y="163092"/>
                  </a:lnTo>
                  <a:lnTo>
                    <a:pt x="126796" y="162331"/>
                  </a:lnTo>
                  <a:lnTo>
                    <a:pt x="128611" y="161568"/>
                  </a:lnTo>
                  <a:lnTo>
                    <a:pt x="130426" y="160803"/>
                  </a:lnTo>
                  <a:lnTo>
                    <a:pt x="132240" y="160037"/>
                  </a:lnTo>
                  <a:lnTo>
                    <a:pt x="134054" y="159269"/>
                  </a:lnTo>
                  <a:lnTo>
                    <a:pt x="135866" y="158499"/>
                  </a:lnTo>
                  <a:lnTo>
                    <a:pt x="137678" y="157728"/>
                  </a:lnTo>
                  <a:lnTo>
                    <a:pt x="139490" y="156955"/>
                  </a:lnTo>
                  <a:lnTo>
                    <a:pt x="141300" y="156181"/>
                  </a:lnTo>
                  <a:lnTo>
                    <a:pt x="143110" y="155405"/>
                  </a:lnTo>
                  <a:lnTo>
                    <a:pt x="144920" y="154628"/>
                  </a:lnTo>
                  <a:lnTo>
                    <a:pt x="146728" y="153848"/>
                  </a:lnTo>
                  <a:lnTo>
                    <a:pt x="148536" y="153068"/>
                  </a:lnTo>
                  <a:lnTo>
                    <a:pt x="150344" y="152286"/>
                  </a:lnTo>
                  <a:lnTo>
                    <a:pt x="152150" y="151502"/>
                  </a:lnTo>
                  <a:lnTo>
                    <a:pt x="153956" y="150716"/>
                  </a:lnTo>
                  <a:lnTo>
                    <a:pt x="155762" y="149930"/>
                  </a:lnTo>
                  <a:lnTo>
                    <a:pt x="157566" y="149141"/>
                  </a:lnTo>
                  <a:lnTo>
                    <a:pt x="159370" y="148351"/>
                  </a:lnTo>
                  <a:lnTo>
                    <a:pt x="161173" y="147559"/>
                  </a:lnTo>
                  <a:lnTo>
                    <a:pt x="162976" y="146766"/>
                  </a:lnTo>
                  <a:lnTo>
                    <a:pt x="164777" y="145971"/>
                  </a:lnTo>
                  <a:lnTo>
                    <a:pt x="166578" y="145175"/>
                  </a:lnTo>
                  <a:lnTo>
                    <a:pt x="168379" y="144377"/>
                  </a:lnTo>
                  <a:lnTo>
                    <a:pt x="170179" y="143577"/>
                  </a:lnTo>
                  <a:lnTo>
                    <a:pt x="171978" y="142776"/>
                  </a:lnTo>
                  <a:lnTo>
                    <a:pt x="173776" y="141973"/>
                  </a:lnTo>
                  <a:lnTo>
                    <a:pt x="175573" y="141169"/>
                  </a:lnTo>
                  <a:lnTo>
                    <a:pt x="177370" y="140363"/>
                  </a:lnTo>
                  <a:lnTo>
                    <a:pt x="179166" y="139556"/>
                  </a:lnTo>
                  <a:lnTo>
                    <a:pt x="180962" y="138747"/>
                  </a:lnTo>
                  <a:lnTo>
                    <a:pt x="182757" y="137936"/>
                  </a:lnTo>
                  <a:lnTo>
                    <a:pt x="184551" y="137124"/>
                  </a:lnTo>
                  <a:lnTo>
                    <a:pt x="186344" y="136311"/>
                  </a:lnTo>
                  <a:lnTo>
                    <a:pt x="188137" y="135495"/>
                  </a:lnTo>
                  <a:lnTo>
                    <a:pt x="189929" y="134678"/>
                  </a:lnTo>
                  <a:lnTo>
                    <a:pt x="191720" y="133860"/>
                  </a:lnTo>
                  <a:lnTo>
                    <a:pt x="193510" y="133040"/>
                  </a:lnTo>
                  <a:lnTo>
                    <a:pt x="195300" y="132219"/>
                  </a:lnTo>
                  <a:lnTo>
                    <a:pt x="197089" y="131396"/>
                  </a:lnTo>
                  <a:lnTo>
                    <a:pt x="198878" y="130571"/>
                  </a:lnTo>
                  <a:lnTo>
                    <a:pt x="200665" y="129745"/>
                  </a:lnTo>
                  <a:lnTo>
                    <a:pt x="202452" y="128917"/>
                  </a:lnTo>
                  <a:lnTo>
                    <a:pt x="204238" y="128088"/>
                  </a:lnTo>
                  <a:lnTo>
                    <a:pt x="206024" y="127257"/>
                  </a:lnTo>
                  <a:lnTo>
                    <a:pt x="207808" y="126424"/>
                  </a:lnTo>
                  <a:lnTo>
                    <a:pt x="209592" y="125590"/>
                  </a:lnTo>
                  <a:lnTo>
                    <a:pt x="211376" y="124755"/>
                  </a:lnTo>
                  <a:lnTo>
                    <a:pt x="213158" y="123918"/>
                  </a:lnTo>
                  <a:lnTo>
                    <a:pt x="214940" y="123079"/>
                  </a:lnTo>
                  <a:lnTo>
                    <a:pt x="216721" y="122239"/>
                  </a:lnTo>
                  <a:lnTo>
                    <a:pt x="218501" y="121397"/>
                  </a:lnTo>
                  <a:lnTo>
                    <a:pt x="220281" y="120553"/>
                  </a:lnTo>
                  <a:lnTo>
                    <a:pt x="222060" y="119708"/>
                  </a:lnTo>
                  <a:lnTo>
                    <a:pt x="223838" y="118862"/>
                  </a:lnTo>
                  <a:lnTo>
                    <a:pt x="225615" y="118014"/>
                  </a:lnTo>
                  <a:lnTo>
                    <a:pt x="227392" y="117164"/>
                  </a:lnTo>
                  <a:lnTo>
                    <a:pt x="229168" y="116313"/>
                  </a:lnTo>
                  <a:lnTo>
                    <a:pt x="230943" y="115461"/>
                  </a:lnTo>
                  <a:lnTo>
                    <a:pt x="232717" y="114606"/>
                  </a:lnTo>
                  <a:lnTo>
                    <a:pt x="234491" y="113751"/>
                  </a:lnTo>
                  <a:lnTo>
                    <a:pt x="236264" y="112893"/>
                  </a:lnTo>
                  <a:lnTo>
                    <a:pt x="238036" y="112034"/>
                  </a:lnTo>
                  <a:lnTo>
                    <a:pt x="239807" y="111174"/>
                  </a:lnTo>
                  <a:lnTo>
                    <a:pt x="241578" y="110312"/>
                  </a:lnTo>
                  <a:lnTo>
                    <a:pt x="243348" y="109448"/>
                  </a:lnTo>
                  <a:lnTo>
                    <a:pt x="245117" y="108583"/>
                  </a:lnTo>
                  <a:lnTo>
                    <a:pt x="246885" y="107717"/>
                  </a:lnTo>
                  <a:lnTo>
                    <a:pt x="248653" y="106849"/>
                  </a:lnTo>
                  <a:lnTo>
                    <a:pt x="250420" y="105979"/>
                  </a:lnTo>
                  <a:lnTo>
                    <a:pt x="252186" y="105108"/>
                  </a:lnTo>
                  <a:lnTo>
                    <a:pt x="253951" y="104235"/>
                  </a:lnTo>
                  <a:lnTo>
                    <a:pt x="255716" y="103360"/>
                  </a:lnTo>
                  <a:lnTo>
                    <a:pt x="257480" y="102484"/>
                  </a:lnTo>
                  <a:lnTo>
                    <a:pt x="259243" y="101607"/>
                  </a:lnTo>
                  <a:lnTo>
                    <a:pt x="261005" y="100728"/>
                  </a:lnTo>
                  <a:lnTo>
                    <a:pt x="262766" y="99848"/>
                  </a:lnTo>
                  <a:lnTo>
                    <a:pt x="264527" y="98966"/>
                  </a:lnTo>
                  <a:lnTo>
                    <a:pt x="266287" y="98082"/>
                  </a:lnTo>
                  <a:lnTo>
                    <a:pt x="268046" y="97197"/>
                  </a:lnTo>
                  <a:lnTo>
                    <a:pt x="269805" y="96310"/>
                  </a:lnTo>
                  <a:lnTo>
                    <a:pt x="271562" y="95422"/>
                  </a:lnTo>
                  <a:lnTo>
                    <a:pt x="273319" y="94532"/>
                  </a:lnTo>
                  <a:lnTo>
                    <a:pt x="275075" y="93641"/>
                  </a:lnTo>
                  <a:lnTo>
                    <a:pt x="276831" y="92748"/>
                  </a:lnTo>
                  <a:lnTo>
                    <a:pt x="278585" y="91854"/>
                  </a:lnTo>
                  <a:lnTo>
                    <a:pt x="280339" y="90958"/>
                  </a:lnTo>
                  <a:lnTo>
                    <a:pt x="282092" y="90060"/>
                  </a:lnTo>
                  <a:lnTo>
                    <a:pt x="283844" y="89162"/>
                  </a:lnTo>
                  <a:lnTo>
                    <a:pt x="285595" y="88261"/>
                  </a:lnTo>
                  <a:lnTo>
                    <a:pt x="287346" y="87359"/>
                  </a:lnTo>
                  <a:lnTo>
                    <a:pt x="289096" y="86455"/>
                  </a:lnTo>
                  <a:lnTo>
                    <a:pt x="290845" y="85550"/>
                  </a:lnTo>
                  <a:lnTo>
                    <a:pt x="292593" y="84644"/>
                  </a:lnTo>
                  <a:lnTo>
                    <a:pt x="294340" y="83736"/>
                  </a:lnTo>
                  <a:lnTo>
                    <a:pt x="296087" y="82826"/>
                  </a:lnTo>
                  <a:lnTo>
                    <a:pt x="297833" y="81915"/>
                  </a:lnTo>
                  <a:lnTo>
                    <a:pt x="299578" y="81002"/>
                  </a:lnTo>
                  <a:lnTo>
                    <a:pt x="301322" y="80088"/>
                  </a:lnTo>
                  <a:lnTo>
                    <a:pt x="303066" y="79172"/>
                  </a:lnTo>
                  <a:lnTo>
                    <a:pt x="304808" y="78255"/>
                  </a:lnTo>
                  <a:lnTo>
                    <a:pt x="306550" y="77336"/>
                  </a:lnTo>
                  <a:lnTo>
                    <a:pt x="308291" y="76416"/>
                  </a:lnTo>
                  <a:lnTo>
                    <a:pt x="310031" y="75494"/>
                  </a:lnTo>
                  <a:lnTo>
                    <a:pt x="311771" y="74571"/>
                  </a:lnTo>
                  <a:lnTo>
                    <a:pt x="313509" y="73646"/>
                  </a:lnTo>
                  <a:lnTo>
                    <a:pt x="315247" y="72719"/>
                  </a:lnTo>
                  <a:lnTo>
                    <a:pt x="316984" y="71791"/>
                  </a:lnTo>
                  <a:lnTo>
                    <a:pt x="318720" y="70862"/>
                  </a:lnTo>
                  <a:lnTo>
                    <a:pt x="320456" y="69931"/>
                  </a:lnTo>
                  <a:lnTo>
                    <a:pt x="322190" y="68998"/>
                  </a:lnTo>
                  <a:lnTo>
                    <a:pt x="323924" y="68064"/>
                  </a:lnTo>
                  <a:lnTo>
                    <a:pt x="325657" y="67129"/>
                  </a:lnTo>
                  <a:lnTo>
                    <a:pt x="327389" y="66192"/>
                  </a:lnTo>
                  <a:lnTo>
                    <a:pt x="329120" y="65253"/>
                  </a:lnTo>
                  <a:lnTo>
                    <a:pt x="330851" y="64313"/>
                  </a:lnTo>
                  <a:lnTo>
                    <a:pt x="332580" y="63372"/>
                  </a:lnTo>
                  <a:lnTo>
                    <a:pt x="334309" y="62429"/>
                  </a:lnTo>
                  <a:lnTo>
                    <a:pt x="336037" y="61484"/>
                  </a:lnTo>
                  <a:lnTo>
                    <a:pt x="337764" y="60538"/>
                  </a:lnTo>
                  <a:lnTo>
                    <a:pt x="339491" y="59590"/>
                  </a:lnTo>
                  <a:lnTo>
                    <a:pt x="341216" y="58641"/>
                  </a:lnTo>
                  <a:lnTo>
                    <a:pt x="342941" y="57691"/>
                  </a:lnTo>
                  <a:lnTo>
                    <a:pt x="344665" y="56739"/>
                  </a:lnTo>
                  <a:lnTo>
                    <a:pt x="346388" y="55785"/>
                  </a:lnTo>
                  <a:lnTo>
                    <a:pt x="348110" y="54830"/>
                  </a:lnTo>
                  <a:lnTo>
                    <a:pt x="349831" y="53873"/>
                  </a:lnTo>
                  <a:lnTo>
                    <a:pt x="351552" y="52915"/>
                  </a:lnTo>
                  <a:lnTo>
                    <a:pt x="353271" y="51955"/>
                  </a:lnTo>
                  <a:lnTo>
                    <a:pt x="354990" y="50994"/>
                  </a:lnTo>
                  <a:lnTo>
                    <a:pt x="356708" y="50032"/>
                  </a:lnTo>
                  <a:lnTo>
                    <a:pt x="358425" y="49067"/>
                  </a:lnTo>
                  <a:lnTo>
                    <a:pt x="360142" y="48102"/>
                  </a:lnTo>
                  <a:lnTo>
                    <a:pt x="361857" y="47135"/>
                  </a:lnTo>
                  <a:lnTo>
                    <a:pt x="363572" y="46166"/>
                  </a:lnTo>
                  <a:lnTo>
                    <a:pt x="365285" y="45196"/>
                  </a:lnTo>
                  <a:lnTo>
                    <a:pt x="366998" y="44224"/>
                  </a:lnTo>
                  <a:lnTo>
                    <a:pt x="368710" y="43251"/>
                  </a:lnTo>
                  <a:lnTo>
                    <a:pt x="370422" y="42276"/>
                  </a:lnTo>
                  <a:lnTo>
                    <a:pt x="372132" y="41300"/>
                  </a:lnTo>
                  <a:lnTo>
                    <a:pt x="373841" y="40322"/>
                  </a:lnTo>
                  <a:lnTo>
                    <a:pt x="375550" y="39343"/>
                  </a:lnTo>
                  <a:lnTo>
                    <a:pt x="377258" y="38363"/>
                  </a:lnTo>
                  <a:lnTo>
                    <a:pt x="378965" y="37381"/>
                  </a:lnTo>
                  <a:lnTo>
                    <a:pt x="380671" y="36397"/>
                  </a:lnTo>
                  <a:lnTo>
                    <a:pt x="382376" y="35412"/>
                  </a:lnTo>
                  <a:lnTo>
                    <a:pt x="384080" y="34425"/>
                  </a:lnTo>
                  <a:lnTo>
                    <a:pt x="385784" y="33437"/>
                  </a:lnTo>
                  <a:lnTo>
                    <a:pt x="387487" y="32448"/>
                  </a:lnTo>
                  <a:lnTo>
                    <a:pt x="389188" y="31456"/>
                  </a:lnTo>
                  <a:lnTo>
                    <a:pt x="390889" y="30464"/>
                  </a:lnTo>
                  <a:lnTo>
                    <a:pt x="392589" y="29470"/>
                  </a:lnTo>
                  <a:lnTo>
                    <a:pt x="394288" y="28474"/>
                  </a:lnTo>
                  <a:lnTo>
                    <a:pt x="395987" y="27477"/>
                  </a:lnTo>
                  <a:lnTo>
                    <a:pt x="397684" y="26479"/>
                  </a:lnTo>
                  <a:lnTo>
                    <a:pt x="399381" y="25479"/>
                  </a:lnTo>
                  <a:lnTo>
                    <a:pt x="401076" y="24477"/>
                  </a:lnTo>
                  <a:lnTo>
                    <a:pt x="402771" y="23474"/>
                  </a:lnTo>
                  <a:lnTo>
                    <a:pt x="404465" y="22470"/>
                  </a:lnTo>
                  <a:lnTo>
                    <a:pt x="406158" y="21464"/>
                  </a:lnTo>
                  <a:lnTo>
                    <a:pt x="407850" y="20457"/>
                  </a:lnTo>
                  <a:lnTo>
                    <a:pt x="409541" y="19448"/>
                  </a:lnTo>
                  <a:lnTo>
                    <a:pt x="411232" y="18438"/>
                  </a:lnTo>
                  <a:lnTo>
                    <a:pt x="412921" y="17426"/>
                  </a:lnTo>
                  <a:lnTo>
                    <a:pt x="414610" y="16412"/>
                  </a:lnTo>
                  <a:lnTo>
                    <a:pt x="416298" y="15398"/>
                  </a:lnTo>
                  <a:lnTo>
                    <a:pt x="417984" y="14381"/>
                  </a:lnTo>
                  <a:lnTo>
                    <a:pt x="419670" y="13364"/>
                  </a:lnTo>
                  <a:lnTo>
                    <a:pt x="421355" y="12344"/>
                  </a:lnTo>
                  <a:lnTo>
                    <a:pt x="423040" y="11324"/>
                  </a:lnTo>
                  <a:lnTo>
                    <a:pt x="424723" y="10302"/>
                  </a:lnTo>
                  <a:lnTo>
                    <a:pt x="426405" y="9278"/>
                  </a:lnTo>
                  <a:lnTo>
                    <a:pt x="428087" y="8253"/>
                  </a:lnTo>
                  <a:lnTo>
                    <a:pt x="429767" y="7226"/>
                  </a:lnTo>
                  <a:lnTo>
                    <a:pt x="431447" y="6198"/>
                  </a:lnTo>
                  <a:lnTo>
                    <a:pt x="433126" y="5169"/>
                  </a:lnTo>
                  <a:lnTo>
                    <a:pt x="434804" y="4138"/>
                  </a:lnTo>
                  <a:lnTo>
                    <a:pt x="436481" y="3106"/>
                  </a:lnTo>
                  <a:lnTo>
                    <a:pt x="438157" y="2072"/>
                  </a:lnTo>
                  <a:lnTo>
                    <a:pt x="439832" y="1036"/>
                  </a:lnTo>
                  <a:lnTo>
                    <a:pt x="441506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83820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83820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4530491" y="5048743"/>
              <a:ext cx="2911047" cy="632789"/>
            </a:xfrm>
            <a:custGeom>
              <a:avLst/>
              <a:pathLst>
                <a:path w="2911047" h="632789">
                  <a:moveTo>
                    <a:pt x="0" y="0"/>
                  </a:moveTo>
                  <a:lnTo>
                    <a:pt x="9187" y="8829"/>
                  </a:lnTo>
                  <a:lnTo>
                    <a:pt x="18425" y="17606"/>
                  </a:lnTo>
                  <a:lnTo>
                    <a:pt x="27712" y="26331"/>
                  </a:lnTo>
                  <a:lnTo>
                    <a:pt x="37049" y="35003"/>
                  </a:lnTo>
                  <a:lnTo>
                    <a:pt x="46434" y="43622"/>
                  </a:lnTo>
                  <a:lnTo>
                    <a:pt x="55868" y="52188"/>
                  </a:lnTo>
                  <a:lnTo>
                    <a:pt x="65350" y="60700"/>
                  </a:lnTo>
                  <a:lnTo>
                    <a:pt x="74880" y="69159"/>
                  </a:lnTo>
                  <a:lnTo>
                    <a:pt x="84458" y="77563"/>
                  </a:lnTo>
                  <a:lnTo>
                    <a:pt x="94084" y="85914"/>
                  </a:lnTo>
                  <a:lnTo>
                    <a:pt x="103756" y="94209"/>
                  </a:lnTo>
                  <a:lnTo>
                    <a:pt x="113475" y="102450"/>
                  </a:lnTo>
                  <a:lnTo>
                    <a:pt x="123241" y="110636"/>
                  </a:lnTo>
                  <a:lnTo>
                    <a:pt x="133053" y="118766"/>
                  </a:lnTo>
                  <a:lnTo>
                    <a:pt x="142910" y="126841"/>
                  </a:lnTo>
                  <a:lnTo>
                    <a:pt x="152813" y="134859"/>
                  </a:lnTo>
                  <a:lnTo>
                    <a:pt x="162762" y="142822"/>
                  </a:lnTo>
                  <a:lnTo>
                    <a:pt x="172755" y="150728"/>
                  </a:lnTo>
                  <a:lnTo>
                    <a:pt x="182793" y="158578"/>
                  </a:lnTo>
                  <a:lnTo>
                    <a:pt x="192875" y="166371"/>
                  </a:lnTo>
                  <a:lnTo>
                    <a:pt x="203001" y="174106"/>
                  </a:lnTo>
                  <a:lnTo>
                    <a:pt x="213170" y="181784"/>
                  </a:lnTo>
                  <a:lnTo>
                    <a:pt x="223383" y="189405"/>
                  </a:lnTo>
                  <a:lnTo>
                    <a:pt x="233639" y="196967"/>
                  </a:lnTo>
                  <a:lnTo>
                    <a:pt x="243937" y="204472"/>
                  </a:lnTo>
                  <a:lnTo>
                    <a:pt x="254278" y="211918"/>
                  </a:lnTo>
                  <a:lnTo>
                    <a:pt x="264661" y="219305"/>
                  </a:lnTo>
                  <a:lnTo>
                    <a:pt x="275085" y="226634"/>
                  </a:lnTo>
                  <a:lnTo>
                    <a:pt x="285551" y="233903"/>
                  </a:lnTo>
                  <a:lnTo>
                    <a:pt x="296057" y="241113"/>
                  </a:lnTo>
                  <a:lnTo>
                    <a:pt x="306604" y="248264"/>
                  </a:lnTo>
                  <a:lnTo>
                    <a:pt x="317192" y="255355"/>
                  </a:lnTo>
                  <a:lnTo>
                    <a:pt x="327819" y="262386"/>
                  </a:lnTo>
                  <a:lnTo>
                    <a:pt x="338486" y="269356"/>
                  </a:lnTo>
                  <a:lnTo>
                    <a:pt x="349192" y="276266"/>
                  </a:lnTo>
                  <a:lnTo>
                    <a:pt x="359937" y="283116"/>
                  </a:lnTo>
                  <a:lnTo>
                    <a:pt x="370721" y="289904"/>
                  </a:lnTo>
                  <a:lnTo>
                    <a:pt x="381543" y="296632"/>
                  </a:lnTo>
                  <a:lnTo>
                    <a:pt x="392403" y="303298"/>
                  </a:lnTo>
                  <a:lnTo>
                    <a:pt x="403300" y="309903"/>
                  </a:lnTo>
                  <a:lnTo>
                    <a:pt x="414235" y="316445"/>
                  </a:lnTo>
                  <a:lnTo>
                    <a:pt x="425206" y="322926"/>
                  </a:lnTo>
                  <a:lnTo>
                    <a:pt x="436214" y="329345"/>
                  </a:lnTo>
                  <a:lnTo>
                    <a:pt x="447258" y="335701"/>
                  </a:lnTo>
                  <a:lnTo>
                    <a:pt x="458338" y="341995"/>
                  </a:lnTo>
                  <a:lnTo>
                    <a:pt x="469453" y="348226"/>
                  </a:lnTo>
                  <a:lnTo>
                    <a:pt x="480603" y="354394"/>
                  </a:lnTo>
                  <a:lnTo>
                    <a:pt x="491788" y="360499"/>
                  </a:lnTo>
                  <a:lnTo>
                    <a:pt x="503008" y="366540"/>
                  </a:lnTo>
                  <a:lnTo>
                    <a:pt x="514261" y="372518"/>
                  </a:lnTo>
                  <a:lnTo>
                    <a:pt x="525548" y="378432"/>
                  </a:lnTo>
                  <a:lnTo>
                    <a:pt x="536868" y="384283"/>
                  </a:lnTo>
                  <a:lnTo>
                    <a:pt x="548222" y="390069"/>
                  </a:lnTo>
                  <a:lnTo>
                    <a:pt x="559607" y="395790"/>
                  </a:lnTo>
                  <a:lnTo>
                    <a:pt x="571025" y="401448"/>
                  </a:lnTo>
                  <a:lnTo>
                    <a:pt x="582475" y="407040"/>
                  </a:lnTo>
                  <a:lnTo>
                    <a:pt x="593956" y="412568"/>
                  </a:lnTo>
                  <a:lnTo>
                    <a:pt x="605468" y="418031"/>
                  </a:lnTo>
                  <a:lnTo>
                    <a:pt x="617011" y="423428"/>
                  </a:lnTo>
                  <a:lnTo>
                    <a:pt x="628585" y="428760"/>
                  </a:lnTo>
                  <a:lnTo>
                    <a:pt x="640188" y="434027"/>
                  </a:lnTo>
                  <a:lnTo>
                    <a:pt x="651821" y="439227"/>
                  </a:lnTo>
                  <a:lnTo>
                    <a:pt x="663483" y="444362"/>
                  </a:lnTo>
                  <a:lnTo>
                    <a:pt x="675174" y="449431"/>
                  </a:lnTo>
                  <a:lnTo>
                    <a:pt x="686894" y="454434"/>
                  </a:lnTo>
                  <a:lnTo>
                    <a:pt x="698641" y="459370"/>
                  </a:lnTo>
                  <a:lnTo>
                    <a:pt x="710417" y="464240"/>
                  </a:lnTo>
                  <a:lnTo>
                    <a:pt x="722220" y="469043"/>
                  </a:lnTo>
                  <a:lnTo>
                    <a:pt x="734049" y="473779"/>
                  </a:lnTo>
                  <a:lnTo>
                    <a:pt x="745906" y="478448"/>
                  </a:lnTo>
                  <a:lnTo>
                    <a:pt x="757788" y="483050"/>
                  </a:lnTo>
                  <a:lnTo>
                    <a:pt x="769696" y="487585"/>
                  </a:lnTo>
                  <a:lnTo>
                    <a:pt x="781630" y="492052"/>
                  </a:lnTo>
                  <a:lnTo>
                    <a:pt x="793589" y="496452"/>
                  </a:lnTo>
                  <a:lnTo>
                    <a:pt x="805573" y="500784"/>
                  </a:lnTo>
                  <a:lnTo>
                    <a:pt x="817581" y="505048"/>
                  </a:lnTo>
                  <a:lnTo>
                    <a:pt x="829613" y="509244"/>
                  </a:lnTo>
                  <a:lnTo>
                    <a:pt x="841668" y="513372"/>
                  </a:lnTo>
                  <a:lnTo>
                    <a:pt x="853747" y="517432"/>
                  </a:lnTo>
                  <a:lnTo>
                    <a:pt x="865848" y="521423"/>
                  </a:lnTo>
                  <a:lnTo>
                    <a:pt x="877972" y="525346"/>
                  </a:lnTo>
                  <a:lnTo>
                    <a:pt x="890117" y="529200"/>
                  </a:lnTo>
                  <a:lnTo>
                    <a:pt x="902285" y="532986"/>
                  </a:lnTo>
                  <a:lnTo>
                    <a:pt x="914473" y="536702"/>
                  </a:lnTo>
                  <a:lnTo>
                    <a:pt x="926683" y="540350"/>
                  </a:lnTo>
                  <a:lnTo>
                    <a:pt x="938912" y="543928"/>
                  </a:lnTo>
                  <a:lnTo>
                    <a:pt x="951162" y="547437"/>
                  </a:lnTo>
                  <a:lnTo>
                    <a:pt x="963432" y="550877"/>
                  </a:lnTo>
                  <a:lnTo>
                    <a:pt x="975721" y="554248"/>
                  </a:lnTo>
                  <a:lnTo>
                    <a:pt x="988028" y="557548"/>
                  </a:lnTo>
                  <a:lnTo>
                    <a:pt x="1000354" y="560779"/>
                  </a:lnTo>
                  <a:lnTo>
                    <a:pt x="1012699" y="563941"/>
                  </a:lnTo>
                  <a:lnTo>
                    <a:pt x="1025061" y="567032"/>
                  </a:lnTo>
                  <a:lnTo>
                    <a:pt x="1037440" y="570054"/>
                  </a:lnTo>
                  <a:lnTo>
                    <a:pt x="1049836" y="573005"/>
                  </a:lnTo>
                  <a:lnTo>
                    <a:pt x="1062248" y="575886"/>
                  </a:lnTo>
                  <a:lnTo>
                    <a:pt x="1074677" y="578697"/>
                  </a:lnTo>
                  <a:lnTo>
                    <a:pt x="1087121" y="581438"/>
                  </a:lnTo>
                  <a:lnTo>
                    <a:pt x="1099581" y="584108"/>
                  </a:lnTo>
                  <a:lnTo>
                    <a:pt x="1112056" y="586707"/>
                  </a:lnTo>
                  <a:lnTo>
                    <a:pt x="1124545" y="589236"/>
                  </a:lnTo>
                  <a:lnTo>
                    <a:pt x="1137048" y="591695"/>
                  </a:lnTo>
                  <a:lnTo>
                    <a:pt x="1149565" y="594082"/>
                  </a:lnTo>
                  <a:lnTo>
                    <a:pt x="1162095" y="596399"/>
                  </a:lnTo>
                  <a:lnTo>
                    <a:pt x="1174638" y="598645"/>
                  </a:lnTo>
                  <a:lnTo>
                    <a:pt x="1187194" y="600820"/>
                  </a:lnTo>
                  <a:lnTo>
                    <a:pt x="1199762" y="602923"/>
                  </a:lnTo>
                  <a:lnTo>
                    <a:pt x="1212341" y="604956"/>
                  </a:lnTo>
                  <a:lnTo>
                    <a:pt x="1224932" y="606917"/>
                  </a:lnTo>
                  <a:lnTo>
                    <a:pt x="1237533" y="608807"/>
                  </a:lnTo>
                  <a:lnTo>
                    <a:pt x="1250145" y="610626"/>
                  </a:lnTo>
                  <a:lnTo>
                    <a:pt x="1262768" y="612374"/>
                  </a:lnTo>
                  <a:lnTo>
                    <a:pt x="1275400" y="614050"/>
                  </a:lnTo>
                  <a:lnTo>
                    <a:pt x="1288041" y="615654"/>
                  </a:lnTo>
                  <a:lnTo>
                    <a:pt x="1300691" y="617187"/>
                  </a:lnTo>
                  <a:lnTo>
                    <a:pt x="1313349" y="618649"/>
                  </a:lnTo>
                  <a:lnTo>
                    <a:pt x="1326016" y="620038"/>
                  </a:lnTo>
                  <a:lnTo>
                    <a:pt x="1338690" y="621357"/>
                  </a:lnTo>
                  <a:lnTo>
                    <a:pt x="1351371" y="622603"/>
                  </a:lnTo>
                  <a:lnTo>
                    <a:pt x="1364060" y="623778"/>
                  </a:lnTo>
                  <a:lnTo>
                    <a:pt x="1376755" y="624880"/>
                  </a:lnTo>
                  <a:lnTo>
                    <a:pt x="1389455" y="625911"/>
                  </a:lnTo>
                  <a:lnTo>
                    <a:pt x="1402162" y="626870"/>
                  </a:lnTo>
                  <a:lnTo>
                    <a:pt x="1414873" y="627758"/>
                  </a:lnTo>
                  <a:lnTo>
                    <a:pt x="1427590" y="628573"/>
                  </a:lnTo>
                  <a:lnTo>
                    <a:pt x="1440311" y="629316"/>
                  </a:lnTo>
                  <a:lnTo>
                    <a:pt x="1453036" y="629988"/>
                  </a:lnTo>
                  <a:lnTo>
                    <a:pt x="1465764" y="630587"/>
                  </a:lnTo>
                  <a:lnTo>
                    <a:pt x="1478496" y="631115"/>
                  </a:lnTo>
                  <a:lnTo>
                    <a:pt x="1491230" y="631570"/>
                  </a:lnTo>
                  <a:lnTo>
                    <a:pt x="1503967" y="631953"/>
                  </a:lnTo>
                  <a:lnTo>
                    <a:pt x="1516706" y="632264"/>
                  </a:lnTo>
                  <a:lnTo>
                    <a:pt x="1529446" y="632504"/>
                  </a:lnTo>
                  <a:lnTo>
                    <a:pt x="1542188" y="632671"/>
                  </a:lnTo>
                  <a:lnTo>
                    <a:pt x="1554930" y="632766"/>
                  </a:lnTo>
                  <a:lnTo>
                    <a:pt x="1567672" y="632789"/>
                  </a:lnTo>
                  <a:lnTo>
                    <a:pt x="1580415" y="632740"/>
                  </a:lnTo>
                  <a:lnTo>
                    <a:pt x="1593157" y="632618"/>
                  </a:lnTo>
                  <a:lnTo>
                    <a:pt x="1605898" y="632425"/>
                  </a:lnTo>
                  <a:lnTo>
                    <a:pt x="1618638" y="632160"/>
                  </a:lnTo>
                  <a:lnTo>
                    <a:pt x="1631376" y="631822"/>
                  </a:lnTo>
                  <a:lnTo>
                    <a:pt x="1644112" y="631413"/>
                  </a:lnTo>
                  <a:lnTo>
                    <a:pt x="1656845" y="630931"/>
                  </a:lnTo>
                  <a:lnTo>
                    <a:pt x="1669576" y="630378"/>
                  </a:lnTo>
                  <a:lnTo>
                    <a:pt x="1682303" y="629752"/>
                  </a:lnTo>
                  <a:lnTo>
                    <a:pt x="1695027" y="629054"/>
                  </a:lnTo>
                  <a:lnTo>
                    <a:pt x="1707746" y="628285"/>
                  </a:lnTo>
                  <a:lnTo>
                    <a:pt x="1720461" y="627443"/>
                  </a:lnTo>
                  <a:lnTo>
                    <a:pt x="1733171" y="626530"/>
                  </a:lnTo>
                  <a:lnTo>
                    <a:pt x="1745875" y="625545"/>
                  </a:lnTo>
                  <a:lnTo>
                    <a:pt x="1758574" y="624488"/>
                  </a:lnTo>
                  <a:lnTo>
                    <a:pt x="1771266" y="623359"/>
                  </a:lnTo>
                  <a:lnTo>
                    <a:pt x="1783952" y="622158"/>
                  </a:lnTo>
                  <a:lnTo>
                    <a:pt x="1796631" y="620886"/>
                  </a:lnTo>
                  <a:lnTo>
                    <a:pt x="1809302" y="619541"/>
                  </a:lnTo>
                  <a:lnTo>
                    <a:pt x="1821966" y="618126"/>
                  </a:lnTo>
                  <a:lnTo>
                    <a:pt x="1834622" y="616638"/>
                  </a:lnTo>
                  <a:lnTo>
                    <a:pt x="1847268" y="615079"/>
                  </a:lnTo>
                  <a:lnTo>
                    <a:pt x="1859906" y="613449"/>
                  </a:lnTo>
                  <a:lnTo>
                    <a:pt x="1872535" y="611747"/>
                  </a:lnTo>
                  <a:lnTo>
                    <a:pt x="1885153" y="609973"/>
                  </a:lnTo>
                  <a:lnTo>
                    <a:pt x="1897762" y="608128"/>
                  </a:lnTo>
                  <a:lnTo>
                    <a:pt x="1910359" y="606212"/>
                  </a:lnTo>
                  <a:lnTo>
                    <a:pt x="1922946" y="604225"/>
                  </a:lnTo>
                  <a:lnTo>
                    <a:pt x="1935521" y="602167"/>
                  </a:lnTo>
                  <a:lnTo>
                    <a:pt x="1948085" y="600037"/>
                  </a:lnTo>
                  <a:lnTo>
                    <a:pt x="1960636" y="597836"/>
                  </a:lnTo>
                  <a:lnTo>
                    <a:pt x="1973174" y="595565"/>
                  </a:lnTo>
                  <a:lnTo>
                    <a:pt x="1985700" y="593222"/>
                  </a:lnTo>
                  <a:lnTo>
                    <a:pt x="1998211" y="590809"/>
                  </a:lnTo>
                  <a:lnTo>
                    <a:pt x="2010710" y="588325"/>
                  </a:lnTo>
                  <a:lnTo>
                    <a:pt x="2023193" y="585770"/>
                  </a:lnTo>
                  <a:lnTo>
                    <a:pt x="2035663" y="583145"/>
                  </a:lnTo>
                  <a:lnTo>
                    <a:pt x="2048117" y="580449"/>
                  </a:lnTo>
                  <a:lnTo>
                    <a:pt x="2060556" y="577683"/>
                  </a:lnTo>
                  <a:lnTo>
                    <a:pt x="2072978" y="574847"/>
                  </a:lnTo>
                  <a:lnTo>
                    <a:pt x="2085385" y="571940"/>
                  </a:lnTo>
                  <a:lnTo>
                    <a:pt x="2097775" y="568963"/>
                  </a:lnTo>
                  <a:lnTo>
                    <a:pt x="2110148" y="565916"/>
                  </a:lnTo>
                  <a:lnTo>
                    <a:pt x="2122504" y="562799"/>
                  </a:lnTo>
                  <a:lnTo>
                    <a:pt x="2134841" y="559613"/>
                  </a:lnTo>
                  <a:lnTo>
                    <a:pt x="2147161" y="556356"/>
                  </a:lnTo>
                  <a:lnTo>
                    <a:pt x="2159461" y="553030"/>
                  </a:lnTo>
                  <a:lnTo>
                    <a:pt x="2171743" y="549634"/>
                  </a:lnTo>
                  <a:lnTo>
                    <a:pt x="2184006" y="546169"/>
                  </a:lnTo>
                  <a:lnTo>
                    <a:pt x="2196248" y="542635"/>
                  </a:lnTo>
                  <a:lnTo>
                    <a:pt x="2208471" y="539032"/>
                  </a:lnTo>
                  <a:lnTo>
                    <a:pt x="2220673" y="535359"/>
                  </a:lnTo>
                  <a:lnTo>
                    <a:pt x="2232853" y="531617"/>
                  </a:lnTo>
                  <a:lnTo>
                    <a:pt x="2245013" y="527807"/>
                  </a:lnTo>
                  <a:lnTo>
                    <a:pt x="2257151" y="523928"/>
                  </a:lnTo>
                  <a:lnTo>
                    <a:pt x="2269266" y="519980"/>
                  </a:lnTo>
                  <a:lnTo>
                    <a:pt x="2281360" y="515964"/>
                  </a:lnTo>
                  <a:lnTo>
                    <a:pt x="2293430" y="511879"/>
                  </a:lnTo>
                  <a:lnTo>
                    <a:pt x="2305477" y="507726"/>
                  </a:lnTo>
                  <a:lnTo>
                    <a:pt x="2317500" y="503505"/>
                  </a:lnTo>
                  <a:lnTo>
                    <a:pt x="2329499" y="499217"/>
                  </a:lnTo>
                  <a:lnTo>
                    <a:pt x="2341474" y="494860"/>
                  </a:lnTo>
                  <a:lnTo>
                    <a:pt x="2353423" y="490436"/>
                  </a:lnTo>
                  <a:lnTo>
                    <a:pt x="2365348" y="485944"/>
                  </a:lnTo>
                  <a:lnTo>
                    <a:pt x="2377247" y="481385"/>
                  </a:lnTo>
                  <a:lnTo>
                    <a:pt x="2389120" y="476758"/>
                  </a:lnTo>
                  <a:lnTo>
                    <a:pt x="2400967" y="472065"/>
                  </a:lnTo>
                  <a:lnTo>
                    <a:pt x="2412787" y="467304"/>
                  </a:lnTo>
                  <a:lnTo>
                    <a:pt x="2424580" y="462477"/>
                  </a:lnTo>
                  <a:lnTo>
                    <a:pt x="2436345" y="457583"/>
                  </a:lnTo>
                  <a:lnTo>
                    <a:pt x="2448082" y="452622"/>
                  </a:lnTo>
                  <a:lnTo>
                    <a:pt x="2459792" y="447596"/>
                  </a:lnTo>
                  <a:lnTo>
                    <a:pt x="2471472" y="442503"/>
                  </a:lnTo>
                  <a:lnTo>
                    <a:pt x="2483124" y="437344"/>
                  </a:lnTo>
                  <a:lnTo>
                    <a:pt x="2494746" y="432119"/>
                  </a:lnTo>
                  <a:lnTo>
                    <a:pt x="2506338" y="426829"/>
                  </a:lnTo>
                  <a:lnTo>
                    <a:pt x="2517901" y="421473"/>
                  </a:lnTo>
                  <a:lnTo>
                    <a:pt x="2529433" y="416052"/>
                  </a:lnTo>
                  <a:lnTo>
                    <a:pt x="2540934" y="410565"/>
                  </a:lnTo>
                  <a:lnTo>
                    <a:pt x="2552403" y="405014"/>
                  </a:lnTo>
                  <a:lnTo>
                    <a:pt x="2563842" y="399398"/>
                  </a:lnTo>
                  <a:lnTo>
                    <a:pt x="2575248" y="393717"/>
                  </a:lnTo>
                  <a:lnTo>
                    <a:pt x="2586622" y="387972"/>
                  </a:lnTo>
                  <a:lnTo>
                    <a:pt x="2597963" y="382163"/>
                  </a:lnTo>
                  <a:lnTo>
                    <a:pt x="2609271" y="376289"/>
                  </a:lnTo>
                  <a:lnTo>
                    <a:pt x="2620546" y="370352"/>
                  </a:lnTo>
                  <a:lnTo>
                    <a:pt x="2631787" y="364351"/>
                  </a:lnTo>
                  <a:lnTo>
                    <a:pt x="2642994" y="358286"/>
                  </a:lnTo>
                  <a:lnTo>
                    <a:pt x="2654167" y="352159"/>
                  </a:lnTo>
                  <a:lnTo>
                    <a:pt x="2665304" y="345968"/>
                  </a:lnTo>
                  <a:lnTo>
                    <a:pt x="2676407" y="339714"/>
                  </a:lnTo>
                  <a:lnTo>
                    <a:pt x="2687473" y="333397"/>
                  </a:lnTo>
                  <a:lnTo>
                    <a:pt x="2698504" y="327018"/>
                  </a:lnTo>
                  <a:lnTo>
                    <a:pt x="2709499" y="320577"/>
                  </a:lnTo>
                  <a:lnTo>
                    <a:pt x="2720457" y="314073"/>
                  </a:lnTo>
                  <a:lnTo>
                    <a:pt x="2731378" y="307508"/>
                  </a:lnTo>
                  <a:lnTo>
                    <a:pt x="2742262" y="300881"/>
                  </a:lnTo>
                  <a:lnTo>
                    <a:pt x="2753108" y="294193"/>
                  </a:lnTo>
                  <a:lnTo>
                    <a:pt x="2763916" y="287443"/>
                  </a:lnTo>
                  <a:lnTo>
                    <a:pt x="2774686" y="280632"/>
                  </a:lnTo>
                  <a:lnTo>
                    <a:pt x="2785417" y="273761"/>
                  </a:lnTo>
                  <a:lnTo>
                    <a:pt x="2796109" y="266828"/>
                  </a:lnTo>
                  <a:lnTo>
                    <a:pt x="2806761" y="259836"/>
                  </a:lnTo>
                  <a:lnTo>
                    <a:pt x="2817374" y="252783"/>
                  </a:lnTo>
                  <a:lnTo>
                    <a:pt x="2827947" y="245671"/>
                  </a:lnTo>
                  <a:lnTo>
                    <a:pt x="2838479" y="238498"/>
                  </a:lnTo>
                  <a:lnTo>
                    <a:pt x="2848971" y="231267"/>
                  </a:lnTo>
                  <a:lnTo>
                    <a:pt x="2859422" y="223976"/>
                  </a:lnTo>
                  <a:lnTo>
                    <a:pt x="2869831" y="216626"/>
                  </a:lnTo>
                  <a:lnTo>
                    <a:pt x="2880198" y="209217"/>
                  </a:lnTo>
                  <a:lnTo>
                    <a:pt x="2890524" y="201750"/>
                  </a:lnTo>
                  <a:lnTo>
                    <a:pt x="2900807" y="194224"/>
                  </a:lnTo>
                  <a:lnTo>
                    <a:pt x="2911047" y="18664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83820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4449614" y="4966474"/>
              <a:ext cx="2741831" cy="715057"/>
            </a:xfrm>
            <a:custGeom>
              <a:avLst/>
              <a:pathLst>
                <a:path w="2741831" h="715057">
                  <a:moveTo>
                    <a:pt x="0" y="0"/>
                  </a:moveTo>
                  <a:lnTo>
                    <a:pt x="8220" y="8754"/>
                  </a:lnTo>
                  <a:lnTo>
                    <a:pt x="16486" y="17465"/>
                  </a:lnTo>
                  <a:lnTo>
                    <a:pt x="24799" y="26131"/>
                  </a:lnTo>
                  <a:lnTo>
                    <a:pt x="33158" y="34753"/>
                  </a:lnTo>
                  <a:lnTo>
                    <a:pt x="41563" y="43331"/>
                  </a:lnTo>
                  <a:lnTo>
                    <a:pt x="50014" y="51863"/>
                  </a:lnTo>
                  <a:lnTo>
                    <a:pt x="58510" y="60351"/>
                  </a:lnTo>
                  <a:lnTo>
                    <a:pt x="67051" y="68793"/>
                  </a:lnTo>
                  <a:lnTo>
                    <a:pt x="75636" y="77189"/>
                  </a:lnTo>
                  <a:lnTo>
                    <a:pt x="84267" y="85539"/>
                  </a:lnTo>
                  <a:lnTo>
                    <a:pt x="92942" y="93843"/>
                  </a:lnTo>
                  <a:lnTo>
                    <a:pt x="101661" y="102101"/>
                  </a:lnTo>
                  <a:lnTo>
                    <a:pt x="110424" y="110312"/>
                  </a:lnTo>
                  <a:lnTo>
                    <a:pt x="119231" y="118477"/>
                  </a:lnTo>
                  <a:lnTo>
                    <a:pt x="128081" y="126594"/>
                  </a:lnTo>
                  <a:lnTo>
                    <a:pt x="136974" y="134664"/>
                  </a:lnTo>
                  <a:lnTo>
                    <a:pt x="145910" y="142687"/>
                  </a:lnTo>
                  <a:lnTo>
                    <a:pt x="154889" y="150661"/>
                  </a:lnTo>
                  <a:lnTo>
                    <a:pt x="163910" y="158588"/>
                  </a:lnTo>
                  <a:lnTo>
                    <a:pt x="172973" y="166467"/>
                  </a:lnTo>
                  <a:lnTo>
                    <a:pt x="182078" y="174297"/>
                  </a:lnTo>
                  <a:lnTo>
                    <a:pt x="191225" y="182078"/>
                  </a:lnTo>
                  <a:lnTo>
                    <a:pt x="200413" y="189811"/>
                  </a:lnTo>
                  <a:lnTo>
                    <a:pt x="209642" y="197494"/>
                  </a:lnTo>
                  <a:lnTo>
                    <a:pt x="218912" y="205129"/>
                  </a:lnTo>
                  <a:lnTo>
                    <a:pt x="228223" y="212713"/>
                  </a:lnTo>
                  <a:lnTo>
                    <a:pt x="237574" y="220248"/>
                  </a:lnTo>
                  <a:lnTo>
                    <a:pt x="246964" y="227733"/>
                  </a:lnTo>
                  <a:lnTo>
                    <a:pt x="256395" y="235168"/>
                  </a:lnTo>
                  <a:lnTo>
                    <a:pt x="265865" y="242552"/>
                  </a:lnTo>
                  <a:lnTo>
                    <a:pt x="275375" y="249886"/>
                  </a:lnTo>
                  <a:lnTo>
                    <a:pt x="284923" y="257169"/>
                  </a:lnTo>
                  <a:lnTo>
                    <a:pt x="294510" y="264401"/>
                  </a:lnTo>
                  <a:lnTo>
                    <a:pt x="304136" y="271582"/>
                  </a:lnTo>
                  <a:lnTo>
                    <a:pt x="313799" y="278711"/>
                  </a:lnTo>
                  <a:lnTo>
                    <a:pt x="323501" y="285789"/>
                  </a:lnTo>
                  <a:lnTo>
                    <a:pt x="333240" y="292815"/>
                  </a:lnTo>
                  <a:lnTo>
                    <a:pt x="343017" y="299789"/>
                  </a:lnTo>
                  <a:lnTo>
                    <a:pt x="352830" y="306711"/>
                  </a:lnTo>
                  <a:lnTo>
                    <a:pt x="362680" y="313580"/>
                  </a:lnTo>
                  <a:lnTo>
                    <a:pt x="372567" y="320397"/>
                  </a:lnTo>
                  <a:lnTo>
                    <a:pt x="382490" y="327161"/>
                  </a:lnTo>
                  <a:lnTo>
                    <a:pt x="392449" y="333871"/>
                  </a:lnTo>
                  <a:lnTo>
                    <a:pt x="402443" y="340529"/>
                  </a:lnTo>
                  <a:lnTo>
                    <a:pt x="412473" y="347133"/>
                  </a:lnTo>
                  <a:lnTo>
                    <a:pt x="422538" y="353684"/>
                  </a:lnTo>
                  <a:lnTo>
                    <a:pt x="432638" y="360181"/>
                  </a:lnTo>
                  <a:lnTo>
                    <a:pt x="442772" y="366624"/>
                  </a:lnTo>
                  <a:lnTo>
                    <a:pt x="452940" y="373013"/>
                  </a:lnTo>
                  <a:lnTo>
                    <a:pt x="463142" y="379348"/>
                  </a:lnTo>
                  <a:lnTo>
                    <a:pt x="473378" y="385628"/>
                  </a:lnTo>
                  <a:lnTo>
                    <a:pt x="483648" y="391853"/>
                  </a:lnTo>
                  <a:lnTo>
                    <a:pt x="493950" y="398024"/>
                  </a:lnTo>
                  <a:lnTo>
                    <a:pt x="504285" y="404139"/>
                  </a:lnTo>
                  <a:lnTo>
                    <a:pt x="514652" y="410200"/>
                  </a:lnTo>
                  <a:lnTo>
                    <a:pt x="525052" y="416205"/>
                  </a:lnTo>
                  <a:lnTo>
                    <a:pt x="535484" y="422155"/>
                  </a:lnTo>
                  <a:lnTo>
                    <a:pt x="545947" y="428048"/>
                  </a:lnTo>
                  <a:lnTo>
                    <a:pt x="556441" y="433886"/>
                  </a:lnTo>
                  <a:lnTo>
                    <a:pt x="566966" y="439668"/>
                  </a:lnTo>
                  <a:lnTo>
                    <a:pt x="577523" y="445394"/>
                  </a:lnTo>
                  <a:lnTo>
                    <a:pt x="588109" y="451064"/>
                  </a:lnTo>
                  <a:lnTo>
                    <a:pt x="598725" y="456676"/>
                  </a:lnTo>
                  <a:lnTo>
                    <a:pt x="609372" y="462233"/>
                  </a:lnTo>
                  <a:lnTo>
                    <a:pt x="620047" y="467732"/>
                  </a:lnTo>
                  <a:lnTo>
                    <a:pt x="630752" y="473174"/>
                  </a:lnTo>
                  <a:lnTo>
                    <a:pt x="641486" y="478560"/>
                  </a:lnTo>
                  <a:lnTo>
                    <a:pt x="652248" y="483888"/>
                  </a:lnTo>
                  <a:lnTo>
                    <a:pt x="663039" y="489158"/>
                  </a:lnTo>
                  <a:lnTo>
                    <a:pt x="673857" y="494371"/>
                  </a:lnTo>
                  <a:lnTo>
                    <a:pt x="684704" y="499526"/>
                  </a:lnTo>
                  <a:lnTo>
                    <a:pt x="695577" y="504623"/>
                  </a:lnTo>
                  <a:lnTo>
                    <a:pt x="706477" y="509662"/>
                  </a:lnTo>
                  <a:lnTo>
                    <a:pt x="717405" y="514643"/>
                  </a:lnTo>
                  <a:lnTo>
                    <a:pt x="728358" y="519566"/>
                  </a:lnTo>
                  <a:lnTo>
                    <a:pt x="739338" y="524430"/>
                  </a:lnTo>
                  <a:lnTo>
                    <a:pt x="750343" y="529236"/>
                  </a:lnTo>
                  <a:lnTo>
                    <a:pt x="761374" y="533983"/>
                  </a:lnTo>
                  <a:lnTo>
                    <a:pt x="772430" y="538671"/>
                  </a:lnTo>
                  <a:lnTo>
                    <a:pt x="783511" y="543300"/>
                  </a:lnTo>
                  <a:lnTo>
                    <a:pt x="794617" y="547870"/>
                  </a:lnTo>
                  <a:lnTo>
                    <a:pt x="805746" y="552380"/>
                  </a:lnTo>
                  <a:lnTo>
                    <a:pt x="816900" y="556831"/>
                  </a:lnTo>
                  <a:lnTo>
                    <a:pt x="828077" y="561223"/>
                  </a:lnTo>
                  <a:lnTo>
                    <a:pt x="839277" y="565555"/>
                  </a:lnTo>
                  <a:lnTo>
                    <a:pt x="850501" y="569827"/>
                  </a:lnTo>
                  <a:lnTo>
                    <a:pt x="861747" y="574039"/>
                  </a:lnTo>
                  <a:lnTo>
                    <a:pt x="873015" y="578192"/>
                  </a:lnTo>
                  <a:lnTo>
                    <a:pt x="884305" y="582284"/>
                  </a:lnTo>
                  <a:lnTo>
                    <a:pt x="895617" y="586316"/>
                  </a:lnTo>
                  <a:lnTo>
                    <a:pt x="906950" y="590287"/>
                  </a:lnTo>
                  <a:lnTo>
                    <a:pt x="918304" y="594198"/>
                  </a:lnTo>
                  <a:lnTo>
                    <a:pt x="929679" y="598049"/>
                  </a:lnTo>
                  <a:lnTo>
                    <a:pt x="941074" y="601839"/>
                  </a:lnTo>
                  <a:lnTo>
                    <a:pt x="952490" y="605568"/>
                  </a:lnTo>
                  <a:lnTo>
                    <a:pt x="963925" y="609236"/>
                  </a:lnTo>
                  <a:lnTo>
                    <a:pt x="975379" y="612843"/>
                  </a:lnTo>
                  <a:lnTo>
                    <a:pt x="986853" y="616389"/>
                  </a:lnTo>
                  <a:lnTo>
                    <a:pt x="998345" y="619873"/>
                  </a:lnTo>
                  <a:lnTo>
                    <a:pt x="1009855" y="623297"/>
                  </a:lnTo>
                  <a:lnTo>
                    <a:pt x="1021384" y="626659"/>
                  </a:lnTo>
                  <a:lnTo>
                    <a:pt x="1032931" y="629959"/>
                  </a:lnTo>
                  <a:lnTo>
                    <a:pt x="1044494" y="633198"/>
                  </a:lnTo>
                  <a:lnTo>
                    <a:pt x="1056075" y="636375"/>
                  </a:lnTo>
                  <a:lnTo>
                    <a:pt x="1067673" y="639491"/>
                  </a:lnTo>
                  <a:lnTo>
                    <a:pt x="1079287" y="642544"/>
                  </a:lnTo>
                  <a:lnTo>
                    <a:pt x="1090918" y="645536"/>
                  </a:lnTo>
                  <a:lnTo>
                    <a:pt x="1102564" y="648465"/>
                  </a:lnTo>
                  <a:lnTo>
                    <a:pt x="1114226" y="651333"/>
                  </a:lnTo>
                  <a:lnTo>
                    <a:pt x="1125902" y="654138"/>
                  </a:lnTo>
                  <a:lnTo>
                    <a:pt x="1137594" y="656881"/>
                  </a:lnTo>
                  <a:lnTo>
                    <a:pt x="1149300" y="659561"/>
                  </a:lnTo>
                  <a:lnTo>
                    <a:pt x="1161020" y="662179"/>
                  </a:lnTo>
                  <a:lnTo>
                    <a:pt x="1172754" y="664735"/>
                  </a:lnTo>
                  <a:lnTo>
                    <a:pt x="1184501" y="667228"/>
                  </a:lnTo>
                  <a:lnTo>
                    <a:pt x="1196261" y="669658"/>
                  </a:lnTo>
                  <a:lnTo>
                    <a:pt x="1208035" y="672026"/>
                  </a:lnTo>
                  <a:lnTo>
                    <a:pt x="1219820" y="674330"/>
                  </a:lnTo>
                  <a:lnTo>
                    <a:pt x="1231618" y="676572"/>
                  </a:lnTo>
                  <a:lnTo>
                    <a:pt x="1243428" y="678751"/>
                  </a:lnTo>
                  <a:lnTo>
                    <a:pt x="1255249" y="680867"/>
                  </a:lnTo>
                  <a:lnTo>
                    <a:pt x="1267081" y="682920"/>
                  </a:lnTo>
                  <a:lnTo>
                    <a:pt x="1278924" y="684910"/>
                  </a:lnTo>
                  <a:lnTo>
                    <a:pt x="1290777" y="686837"/>
                  </a:lnTo>
                  <a:lnTo>
                    <a:pt x="1302640" y="688700"/>
                  </a:lnTo>
                  <a:lnTo>
                    <a:pt x="1314514" y="690500"/>
                  </a:lnTo>
                  <a:lnTo>
                    <a:pt x="1326396" y="692237"/>
                  </a:lnTo>
                  <a:lnTo>
                    <a:pt x="1338288" y="693910"/>
                  </a:lnTo>
                  <a:lnTo>
                    <a:pt x="1350189" y="695520"/>
                  </a:lnTo>
                  <a:lnTo>
                    <a:pt x="1362098" y="697067"/>
                  </a:lnTo>
                  <a:lnTo>
                    <a:pt x="1374015" y="698550"/>
                  </a:lnTo>
                  <a:lnTo>
                    <a:pt x="1385939" y="699970"/>
                  </a:lnTo>
                  <a:lnTo>
                    <a:pt x="1397871" y="701325"/>
                  </a:lnTo>
                  <a:lnTo>
                    <a:pt x="1409811" y="702618"/>
                  </a:lnTo>
                  <a:lnTo>
                    <a:pt x="1421756" y="703846"/>
                  </a:lnTo>
                  <a:lnTo>
                    <a:pt x="1433709" y="705011"/>
                  </a:lnTo>
                  <a:lnTo>
                    <a:pt x="1445667" y="706112"/>
                  </a:lnTo>
                  <a:lnTo>
                    <a:pt x="1457631" y="707150"/>
                  </a:lnTo>
                  <a:lnTo>
                    <a:pt x="1469601" y="708123"/>
                  </a:lnTo>
                  <a:lnTo>
                    <a:pt x="1481575" y="709033"/>
                  </a:lnTo>
                  <a:lnTo>
                    <a:pt x="1493554" y="709879"/>
                  </a:lnTo>
                  <a:lnTo>
                    <a:pt x="1505537" y="710661"/>
                  </a:lnTo>
                  <a:lnTo>
                    <a:pt x="1517525" y="711379"/>
                  </a:lnTo>
                  <a:lnTo>
                    <a:pt x="1529516" y="712033"/>
                  </a:lnTo>
                  <a:lnTo>
                    <a:pt x="1541510" y="712624"/>
                  </a:lnTo>
                  <a:lnTo>
                    <a:pt x="1553508" y="713150"/>
                  </a:lnTo>
                  <a:lnTo>
                    <a:pt x="1565508" y="713612"/>
                  </a:lnTo>
                  <a:lnTo>
                    <a:pt x="1577510" y="714011"/>
                  </a:lnTo>
                  <a:lnTo>
                    <a:pt x="1589514" y="714345"/>
                  </a:lnTo>
                  <a:lnTo>
                    <a:pt x="1601520" y="714615"/>
                  </a:lnTo>
                  <a:lnTo>
                    <a:pt x="1613527" y="714822"/>
                  </a:lnTo>
                  <a:lnTo>
                    <a:pt x="1625535" y="714964"/>
                  </a:lnTo>
                  <a:lnTo>
                    <a:pt x="1637544" y="715043"/>
                  </a:lnTo>
                  <a:lnTo>
                    <a:pt x="1649553" y="715057"/>
                  </a:lnTo>
                  <a:lnTo>
                    <a:pt x="1661562" y="715007"/>
                  </a:lnTo>
                  <a:lnTo>
                    <a:pt x="1673570" y="714893"/>
                  </a:lnTo>
                  <a:lnTo>
                    <a:pt x="1685578" y="714716"/>
                  </a:lnTo>
                  <a:lnTo>
                    <a:pt x="1697584" y="714474"/>
                  </a:lnTo>
                  <a:lnTo>
                    <a:pt x="1709589" y="714168"/>
                  </a:lnTo>
                  <a:lnTo>
                    <a:pt x="1721593" y="713798"/>
                  </a:lnTo>
                  <a:lnTo>
                    <a:pt x="1733594" y="713365"/>
                  </a:lnTo>
                  <a:lnTo>
                    <a:pt x="1745592" y="712867"/>
                  </a:lnTo>
                  <a:lnTo>
                    <a:pt x="1757588" y="712305"/>
                  </a:lnTo>
                  <a:lnTo>
                    <a:pt x="1769581" y="711679"/>
                  </a:lnTo>
                  <a:lnTo>
                    <a:pt x="1781570" y="710990"/>
                  </a:lnTo>
                  <a:lnTo>
                    <a:pt x="1793555" y="710236"/>
                  </a:lnTo>
                  <a:lnTo>
                    <a:pt x="1805536" y="709419"/>
                  </a:lnTo>
                  <a:lnTo>
                    <a:pt x="1817513" y="708538"/>
                  </a:lnTo>
                  <a:lnTo>
                    <a:pt x="1829484" y="707593"/>
                  </a:lnTo>
                  <a:lnTo>
                    <a:pt x="1841451" y="706584"/>
                  </a:lnTo>
                  <a:lnTo>
                    <a:pt x="1853412" y="705511"/>
                  </a:lnTo>
                  <a:lnTo>
                    <a:pt x="1865367" y="704375"/>
                  </a:lnTo>
                  <a:lnTo>
                    <a:pt x="1877315" y="703175"/>
                  </a:lnTo>
                  <a:lnTo>
                    <a:pt x="1889258" y="701911"/>
                  </a:lnTo>
                  <a:lnTo>
                    <a:pt x="1901193" y="700583"/>
                  </a:lnTo>
                  <a:lnTo>
                    <a:pt x="1913121" y="699192"/>
                  </a:lnTo>
                  <a:lnTo>
                    <a:pt x="1925042" y="697738"/>
                  </a:lnTo>
                  <a:lnTo>
                    <a:pt x="1936954" y="696220"/>
                  </a:lnTo>
                  <a:lnTo>
                    <a:pt x="1948858" y="694638"/>
                  </a:lnTo>
                  <a:lnTo>
                    <a:pt x="1960754" y="692993"/>
                  </a:lnTo>
                  <a:lnTo>
                    <a:pt x="1972641" y="691284"/>
                  </a:lnTo>
                  <a:lnTo>
                    <a:pt x="1984518" y="689512"/>
                  </a:lnTo>
                  <a:lnTo>
                    <a:pt x="1996386" y="687677"/>
                  </a:lnTo>
                  <a:lnTo>
                    <a:pt x="2008244" y="685779"/>
                  </a:lnTo>
                  <a:lnTo>
                    <a:pt x="2020092" y="683817"/>
                  </a:lnTo>
                  <a:lnTo>
                    <a:pt x="2031929" y="681793"/>
                  </a:lnTo>
                  <a:lnTo>
                    <a:pt x="2043755" y="679705"/>
                  </a:lnTo>
                  <a:lnTo>
                    <a:pt x="2055570" y="677554"/>
                  </a:lnTo>
                  <a:lnTo>
                    <a:pt x="2067373" y="675340"/>
                  </a:lnTo>
                  <a:lnTo>
                    <a:pt x="2079164" y="673064"/>
                  </a:lnTo>
                  <a:lnTo>
                    <a:pt x="2090943" y="670724"/>
                  </a:lnTo>
                  <a:lnTo>
                    <a:pt x="2102709" y="668322"/>
                  </a:lnTo>
                  <a:lnTo>
                    <a:pt x="2114462" y="665857"/>
                  </a:lnTo>
                  <a:lnTo>
                    <a:pt x="2126202" y="663329"/>
                  </a:lnTo>
                  <a:lnTo>
                    <a:pt x="2137928" y="660739"/>
                  </a:lnTo>
                  <a:lnTo>
                    <a:pt x="2149641" y="658087"/>
                  </a:lnTo>
                  <a:lnTo>
                    <a:pt x="2161339" y="655372"/>
                  </a:lnTo>
                  <a:lnTo>
                    <a:pt x="2173022" y="652594"/>
                  </a:lnTo>
                  <a:lnTo>
                    <a:pt x="2184690" y="649755"/>
                  </a:lnTo>
                  <a:lnTo>
                    <a:pt x="2196343" y="646853"/>
                  </a:lnTo>
                  <a:lnTo>
                    <a:pt x="2207981" y="643889"/>
                  </a:lnTo>
                  <a:lnTo>
                    <a:pt x="2219602" y="640863"/>
                  </a:lnTo>
                  <a:lnTo>
                    <a:pt x="2231207" y="637775"/>
                  </a:lnTo>
                  <a:lnTo>
                    <a:pt x="2242796" y="634626"/>
                  </a:lnTo>
                  <a:lnTo>
                    <a:pt x="2254368" y="631415"/>
                  </a:lnTo>
                  <a:lnTo>
                    <a:pt x="2265922" y="628142"/>
                  </a:lnTo>
                  <a:lnTo>
                    <a:pt x="2277459" y="624807"/>
                  </a:lnTo>
                  <a:lnTo>
                    <a:pt x="2288977" y="621411"/>
                  </a:lnTo>
                  <a:lnTo>
                    <a:pt x="2300478" y="617954"/>
                  </a:lnTo>
                  <a:lnTo>
                    <a:pt x="2311960" y="614435"/>
                  </a:lnTo>
                  <a:lnTo>
                    <a:pt x="2323423" y="610855"/>
                  </a:lnTo>
                  <a:lnTo>
                    <a:pt x="2334866" y="607215"/>
                  </a:lnTo>
                  <a:lnTo>
                    <a:pt x="2346290" y="603513"/>
                  </a:lnTo>
                  <a:lnTo>
                    <a:pt x="2357695" y="599750"/>
                  </a:lnTo>
                  <a:lnTo>
                    <a:pt x="2369079" y="595927"/>
                  </a:lnTo>
                  <a:lnTo>
                    <a:pt x="2380442" y="592043"/>
                  </a:lnTo>
                  <a:lnTo>
                    <a:pt x="2391785" y="588098"/>
                  </a:lnTo>
                  <a:lnTo>
                    <a:pt x="2403106" y="584093"/>
                  </a:lnTo>
                  <a:lnTo>
                    <a:pt x="2414406" y="580028"/>
                  </a:lnTo>
                  <a:lnTo>
                    <a:pt x="2425684" y="575903"/>
                  </a:lnTo>
                  <a:lnTo>
                    <a:pt x="2436940" y="571717"/>
                  </a:lnTo>
                  <a:lnTo>
                    <a:pt x="2448174" y="567472"/>
                  </a:lnTo>
                  <a:lnTo>
                    <a:pt x="2459384" y="563166"/>
                  </a:lnTo>
                  <a:lnTo>
                    <a:pt x="2470572" y="558801"/>
                  </a:lnTo>
                  <a:lnTo>
                    <a:pt x="2481736" y="554377"/>
                  </a:lnTo>
                  <a:lnTo>
                    <a:pt x="2492876" y="549893"/>
                  </a:lnTo>
                  <a:lnTo>
                    <a:pt x="2503992" y="545349"/>
                  </a:lnTo>
                  <a:lnTo>
                    <a:pt x="2515084" y="540747"/>
                  </a:lnTo>
                  <a:lnTo>
                    <a:pt x="2526152" y="536085"/>
                  </a:lnTo>
                  <a:lnTo>
                    <a:pt x="2537194" y="531365"/>
                  </a:lnTo>
                  <a:lnTo>
                    <a:pt x="2548211" y="526585"/>
                  </a:lnTo>
                  <a:lnTo>
                    <a:pt x="2559202" y="521747"/>
                  </a:lnTo>
                  <a:lnTo>
                    <a:pt x="2570167" y="516851"/>
                  </a:lnTo>
                  <a:lnTo>
                    <a:pt x="2581106" y="511896"/>
                  </a:lnTo>
                  <a:lnTo>
                    <a:pt x="2592019" y="506883"/>
                  </a:lnTo>
                  <a:lnTo>
                    <a:pt x="2602904" y="501811"/>
                  </a:lnTo>
                  <a:lnTo>
                    <a:pt x="2613763" y="496682"/>
                  </a:lnTo>
                  <a:lnTo>
                    <a:pt x="2624594" y="491495"/>
                  </a:lnTo>
                  <a:lnTo>
                    <a:pt x="2635397" y="486250"/>
                  </a:lnTo>
                  <a:lnTo>
                    <a:pt x="2646172" y="480948"/>
                  </a:lnTo>
                  <a:lnTo>
                    <a:pt x="2656918" y="475588"/>
                  </a:lnTo>
                  <a:lnTo>
                    <a:pt x="2667636" y="470171"/>
                  </a:lnTo>
                  <a:lnTo>
                    <a:pt x="2678325" y="464698"/>
                  </a:lnTo>
                  <a:lnTo>
                    <a:pt x="2688984" y="459167"/>
                  </a:lnTo>
                  <a:lnTo>
                    <a:pt x="2699614" y="453579"/>
                  </a:lnTo>
                  <a:lnTo>
                    <a:pt x="2710214" y="447935"/>
                  </a:lnTo>
                  <a:lnTo>
                    <a:pt x="2720784" y="442234"/>
                  </a:lnTo>
                  <a:lnTo>
                    <a:pt x="2731323" y="436478"/>
                  </a:lnTo>
                  <a:lnTo>
                    <a:pt x="2741831" y="430665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7149195" y="5373310"/>
              <a:ext cx="84003" cy="46761"/>
            </a:xfrm>
            <a:custGeom>
              <a:avLst/>
              <a:pathLst>
                <a:path w="84003" h="46761">
                  <a:moveTo>
                    <a:pt x="0" y="46761"/>
                  </a:moveTo>
                  <a:lnTo>
                    <a:pt x="341" y="46581"/>
                  </a:lnTo>
                  <a:lnTo>
                    <a:pt x="682" y="46400"/>
                  </a:lnTo>
                  <a:lnTo>
                    <a:pt x="1023" y="46219"/>
                  </a:lnTo>
                  <a:lnTo>
                    <a:pt x="1365" y="46038"/>
                  </a:lnTo>
                  <a:lnTo>
                    <a:pt x="1706" y="45858"/>
                  </a:lnTo>
                  <a:lnTo>
                    <a:pt x="2047" y="45677"/>
                  </a:lnTo>
                  <a:lnTo>
                    <a:pt x="2388" y="45496"/>
                  </a:lnTo>
                  <a:lnTo>
                    <a:pt x="2729" y="45315"/>
                  </a:lnTo>
                  <a:lnTo>
                    <a:pt x="3070" y="45134"/>
                  </a:lnTo>
                  <a:lnTo>
                    <a:pt x="3411" y="44953"/>
                  </a:lnTo>
                  <a:lnTo>
                    <a:pt x="3752" y="44771"/>
                  </a:lnTo>
                  <a:lnTo>
                    <a:pt x="4093" y="44590"/>
                  </a:lnTo>
                  <a:lnTo>
                    <a:pt x="4434" y="44409"/>
                  </a:lnTo>
                  <a:lnTo>
                    <a:pt x="4775" y="44228"/>
                  </a:lnTo>
                  <a:lnTo>
                    <a:pt x="5116" y="44046"/>
                  </a:lnTo>
                  <a:lnTo>
                    <a:pt x="5457" y="43865"/>
                  </a:lnTo>
                  <a:lnTo>
                    <a:pt x="5797" y="43683"/>
                  </a:lnTo>
                  <a:lnTo>
                    <a:pt x="6138" y="43502"/>
                  </a:lnTo>
                  <a:lnTo>
                    <a:pt x="6479" y="43320"/>
                  </a:lnTo>
                  <a:lnTo>
                    <a:pt x="6820" y="43138"/>
                  </a:lnTo>
                  <a:lnTo>
                    <a:pt x="7160" y="42956"/>
                  </a:lnTo>
                  <a:lnTo>
                    <a:pt x="7501" y="42775"/>
                  </a:lnTo>
                  <a:lnTo>
                    <a:pt x="7842" y="42593"/>
                  </a:lnTo>
                  <a:lnTo>
                    <a:pt x="8182" y="42411"/>
                  </a:lnTo>
                  <a:lnTo>
                    <a:pt x="8523" y="42229"/>
                  </a:lnTo>
                  <a:lnTo>
                    <a:pt x="8863" y="42047"/>
                  </a:lnTo>
                  <a:lnTo>
                    <a:pt x="9204" y="41865"/>
                  </a:lnTo>
                  <a:lnTo>
                    <a:pt x="9544" y="41682"/>
                  </a:lnTo>
                  <a:lnTo>
                    <a:pt x="9885" y="41500"/>
                  </a:lnTo>
                  <a:lnTo>
                    <a:pt x="10225" y="41318"/>
                  </a:lnTo>
                  <a:lnTo>
                    <a:pt x="10565" y="41135"/>
                  </a:lnTo>
                  <a:lnTo>
                    <a:pt x="10906" y="40953"/>
                  </a:lnTo>
                  <a:lnTo>
                    <a:pt x="11246" y="40771"/>
                  </a:lnTo>
                  <a:lnTo>
                    <a:pt x="11586" y="40588"/>
                  </a:lnTo>
                  <a:lnTo>
                    <a:pt x="11927" y="40406"/>
                  </a:lnTo>
                  <a:lnTo>
                    <a:pt x="12267" y="40223"/>
                  </a:lnTo>
                  <a:lnTo>
                    <a:pt x="12607" y="40040"/>
                  </a:lnTo>
                  <a:lnTo>
                    <a:pt x="12947" y="39857"/>
                  </a:lnTo>
                  <a:lnTo>
                    <a:pt x="13287" y="39675"/>
                  </a:lnTo>
                  <a:lnTo>
                    <a:pt x="13627" y="39492"/>
                  </a:lnTo>
                  <a:lnTo>
                    <a:pt x="13967" y="39309"/>
                  </a:lnTo>
                  <a:lnTo>
                    <a:pt x="14307" y="39126"/>
                  </a:lnTo>
                  <a:lnTo>
                    <a:pt x="14647" y="38943"/>
                  </a:lnTo>
                  <a:lnTo>
                    <a:pt x="14987" y="38760"/>
                  </a:lnTo>
                  <a:lnTo>
                    <a:pt x="15327" y="38576"/>
                  </a:lnTo>
                  <a:lnTo>
                    <a:pt x="15667" y="38393"/>
                  </a:lnTo>
                  <a:lnTo>
                    <a:pt x="16007" y="38210"/>
                  </a:lnTo>
                  <a:lnTo>
                    <a:pt x="16347" y="38027"/>
                  </a:lnTo>
                  <a:lnTo>
                    <a:pt x="16687" y="37843"/>
                  </a:lnTo>
                  <a:lnTo>
                    <a:pt x="17027" y="37660"/>
                  </a:lnTo>
                  <a:lnTo>
                    <a:pt x="17366" y="37476"/>
                  </a:lnTo>
                  <a:lnTo>
                    <a:pt x="17706" y="37293"/>
                  </a:lnTo>
                  <a:lnTo>
                    <a:pt x="18046" y="37109"/>
                  </a:lnTo>
                  <a:lnTo>
                    <a:pt x="18385" y="36925"/>
                  </a:lnTo>
                  <a:lnTo>
                    <a:pt x="18725" y="36742"/>
                  </a:lnTo>
                  <a:lnTo>
                    <a:pt x="19064" y="36558"/>
                  </a:lnTo>
                  <a:lnTo>
                    <a:pt x="19404" y="36374"/>
                  </a:lnTo>
                  <a:lnTo>
                    <a:pt x="19744" y="36190"/>
                  </a:lnTo>
                  <a:lnTo>
                    <a:pt x="20083" y="36006"/>
                  </a:lnTo>
                  <a:lnTo>
                    <a:pt x="20423" y="35822"/>
                  </a:lnTo>
                  <a:lnTo>
                    <a:pt x="20762" y="35638"/>
                  </a:lnTo>
                  <a:lnTo>
                    <a:pt x="21101" y="35454"/>
                  </a:lnTo>
                  <a:lnTo>
                    <a:pt x="21441" y="35269"/>
                  </a:lnTo>
                  <a:lnTo>
                    <a:pt x="21780" y="35085"/>
                  </a:lnTo>
                  <a:lnTo>
                    <a:pt x="22119" y="34901"/>
                  </a:lnTo>
                  <a:lnTo>
                    <a:pt x="22459" y="34716"/>
                  </a:lnTo>
                  <a:lnTo>
                    <a:pt x="22798" y="34532"/>
                  </a:lnTo>
                  <a:lnTo>
                    <a:pt x="23137" y="34348"/>
                  </a:lnTo>
                  <a:lnTo>
                    <a:pt x="23476" y="34163"/>
                  </a:lnTo>
                  <a:lnTo>
                    <a:pt x="23815" y="33978"/>
                  </a:lnTo>
                  <a:lnTo>
                    <a:pt x="24154" y="33794"/>
                  </a:lnTo>
                  <a:lnTo>
                    <a:pt x="24494" y="33609"/>
                  </a:lnTo>
                  <a:lnTo>
                    <a:pt x="24833" y="33424"/>
                  </a:lnTo>
                  <a:lnTo>
                    <a:pt x="25172" y="33239"/>
                  </a:lnTo>
                  <a:lnTo>
                    <a:pt x="25511" y="33054"/>
                  </a:lnTo>
                  <a:lnTo>
                    <a:pt x="25850" y="32869"/>
                  </a:lnTo>
                  <a:lnTo>
                    <a:pt x="26188" y="32684"/>
                  </a:lnTo>
                  <a:lnTo>
                    <a:pt x="26527" y="32499"/>
                  </a:lnTo>
                  <a:lnTo>
                    <a:pt x="26866" y="32314"/>
                  </a:lnTo>
                  <a:lnTo>
                    <a:pt x="27205" y="32129"/>
                  </a:lnTo>
                  <a:lnTo>
                    <a:pt x="27544" y="31944"/>
                  </a:lnTo>
                  <a:lnTo>
                    <a:pt x="27883" y="31758"/>
                  </a:lnTo>
                  <a:lnTo>
                    <a:pt x="28221" y="31573"/>
                  </a:lnTo>
                  <a:lnTo>
                    <a:pt x="28560" y="31388"/>
                  </a:lnTo>
                  <a:lnTo>
                    <a:pt x="28899" y="31202"/>
                  </a:lnTo>
                  <a:lnTo>
                    <a:pt x="29237" y="31016"/>
                  </a:lnTo>
                  <a:lnTo>
                    <a:pt x="29576" y="30831"/>
                  </a:lnTo>
                  <a:lnTo>
                    <a:pt x="29915" y="30645"/>
                  </a:lnTo>
                  <a:lnTo>
                    <a:pt x="30253" y="30459"/>
                  </a:lnTo>
                  <a:lnTo>
                    <a:pt x="30592" y="30274"/>
                  </a:lnTo>
                  <a:lnTo>
                    <a:pt x="30930" y="30088"/>
                  </a:lnTo>
                  <a:lnTo>
                    <a:pt x="31268" y="29902"/>
                  </a:lnTo>
                  <a:lnTo>
                    <a:pt x="31607" y="29716"/>
                  </a:lnTo>
                  <a:lnTo>
                    <a:pt x="31945" y="29530"/>
                  </a:lnTo>
                  <a:lnTo>
                    <a:pt x="32284" y="29344"/>
                  </a:lnTo>
                  <a:lnTo>
                    <a:pt x="32622" y="29158"/>
                  </a:lnTo>
                  <a:lnTo>
                    <a:pt x="32960" y="28972"/>
                  </a:lnTo>
                  <a:lnTo>
                    <a:pt x="33298" y="28785"/>
                  </a:lnTo>
                  <a:lnTo>
                    <a:pt x="33637" y="28599"/>
                  </a:lnTo>
                  <a:lnTo>
                    <a:pt x="33975" y="28413"/>
                  </a:lnTo>
                  <a:lnTo>
                    <a:pt x="34313" y="28226"/>
                  </a:lnTo>
                  <a:lnTo>
                    <a:pt x="34651" y="28040"/>
                  </a:lnTo>
                  <a:lnTo>
                    <a:pt x="34989" y="27853"/>
                  </a:lnTo>
                  <a:lnTo>
                    <a:pt x="35327" y="27667"/>
                  </a:lnTo>
                  <a:lnTo>
                    <a:pt x="35665" y="27480"/>
                  </a:lnTo>
                  <a:lnTo>
                    <a:pt x="36003" y="27293"/>
                  </a:lnTo>
                  <a:lnTo>
                    <a:pt x="36341" y="27106"/>
                  </a:lnTo>
                  <a:lnTo>
                    <a:pt x="36679" y="26920"/>
                  </a:lnTo>
                  <a:lnTo>
                    <a:pt x="37017" y="26733"/>
                  </a:lnTo>
                  <a:lnTo>
                    <a:pt x="37355" y="26546"/>
                  </a:lnTo>
                  <a:lnTo>
                    <a:pt x="37693" y="26359"/>
                  </a:lnTo>
                  <a:lnTo>
                    <a:pt x="38031" y="26172"/>
                  </a:lnTo>
                  <a:lnTo>
                    <a:pt x="38368" y="25985"/>
                  </a:lnTo>
                  <a:lnTo>
                    <a:pt x="38706" y="25797"/>
                  </a:lnTo>
                  <a:lnTo>
                    <a:pt x="39044" y="25610"/>
                  </a:lnTo>
                  <a:lnTo>
                    <a:pt x="39382" y="25423"/>
                  </a:lnTo>
                  <a:lnTo>
                    <a:pt x="39719" y="25236"/>
                  </a:lnTo>
                  <a:lnTo>
                    <a:pt x="40057" y="25048"/>
                  </a:lnTo>
                  <a:lnTo>
                    <a:pt x="40394" y="24861"/>
                  </a:lnTo>
                  <a:lnTo>
                    <a:pt x="40732" y="24673"/>
                  </a:lnTo>
                  <a:lnTo>
                    <a:pt x="41069" y="24486"/>
                  </a:lnTo>
                  <a:lnTo>
                    <a:pt x="41407" y="24298"/>
                  </a:lnTo>
                  <a:lnTo>
                    <a:pt x="41744" y="24110"/>
                  </a:lnTo>
                  <a:lnTo>
                    <a:pt x="42082" y="23922"/>
                  </a:lnTo>
                  <a:lnTo>
                    <a:pt x="42419" y="23735"/>
                  </a:lnTo>
                  <a:lnTo>
                    <a:pt x="42757" y="23547"/>
                  </a:lnTo>
                  <a:lnTo>
                    <a:pt x="43094" y="23359"/>
                  </a:lnTo>
                  <a:lnTo>
                    <a:pt x="43431" y="23171"/>
                  </a:lnTo>
                  <a:lnTo>
                    <a:pt x="43768" y="22983"/>
                  </a:lnTo>
                  <a:lnTo>
                    <a:pt x="44106" y="22795"/>
                  </a:lnTo>
                  <a:lnTo>
                    <a:pt x="44443" y="22607"/>
                  </a:lnTo>
                  <a:lnTo>
                    <a:pt x="44780" y="22418"/>
                  </a:lnTo>
                  <a:lnTo>
                    <a:pt x="45117" y="22230"/>
                  </a:lnTo>
                  <a:lnTo>
                    <a:pt x="45454" y="22042"/>
                  </a:lnTo>
                  <a:lnTo>
                    <a:pt x="45791" y="21853"/>
                  </a:lnTo>
                  <a:lnTo>
                    <a:pt x="46128" y="21665"/>
                  </a:lnTo>
                  <a:lnTo>
                    <a:pt x="46465" y="21476"/>
                  </a:lnTo>
                  <a:lnTo>
                    <a:pt x="46802" y="21288"/>
                  </a:lnTo>
                  <a:lnTo>
                    <a:pt x="47139" y="21099"/>
                  </a:lnTo>
                  <a:lnTo>
                    <a:pt x="47476" y="20911"/>
                  </a:lnTo>
                  <a:lnTo>
                    <a:pt x="47813" y="20722"/>
                  </a:lnTo>
                  <a:lnTo>
                    <a:pt x="48150" y="20533"/>
                  </a:lnTo>
                  <a:lnTo>
                    <a:pt x="48487" y="20344"/>
                  </a:lnTo>
                  <a:lnTo>
                    <a:pt x="48823" y="20155"/>
                  </a:lnTo>
                  <a:lnTo>
                    <a:pt x="49160" y="19966"/>
                  </a:lnTo>
                  <a:lnTo>
                    <a:pt x="49497" y="19777"/>
                  </a:lnTo>
                  <a:lnTo>
                    <a:pt x="49834" y="19588"/>
                  </a:lnTo>
                  <a:lnTo>
                    <a:pt x="50170" y="19399"/>
                  </a:lnTo>
                  <a:lnTo>
                    <a:pt x="50507" y="19210"/>
                  </a:lnTo>
                  <a:lnTo>
                    <a:pt x="50843" y="19021"/>
                  </a:lnTo>
                  <a:lnTo>
                    <a:pt x="51180" y="18831"/>
                  </a:lnTo>
                  <a:lnTo>
                    <a:pt x="51516" y="18642"/>
                  </a:lnTo>
                  <a:lnTo>
                    <a:pt x="51853" y="18452"/>
                  </a:lnTo>
                  <a:lnTo>
                    <a:pt x="52189" y="18263"/>
                  </a:lnTo>
                  <a:lnTo>
                    <a:pt x="52526" y="18073"/>
                  </a:lnTo>
                  <a:lnTo>
                    <a:pt x="52862" y="17884"/>
                  </a:lnTo>
                  <a:lnTo>
                    <a:pt x="53199" y="17694"/>
                  </a:lnTo>
                  <a:lnTo>
                    <a:pt x="53535" y="17504"/>
                  </a:lnTo>
                  <a:lnTo>
                    <a:pt x="53871" y="17315"/>
                  </a:lnTo>
                  <a:lnTo>
                    <a:pt x="54207" y="17125"/>
                  </a:lnTo>
                  <a:lnTo>
                    <a:pt x="54544" y="16935"/>
                  </a:lnTo>
                  <a:lnTo>
                    <a:pt x="54880" y="16745"/>
                  </a:lnTo>
                  <a:lnTo>
                    <a:pt x="55216" y="16555"/>
                  </a:lnTo>
                  <a:lnTo>
                    <a:pt x="55552" y="16365"/>
                  </a:lnTo>
                  <a:lnTo>
                    <a:pt x="55888" y="16175"/>
                  </a:lnTo>
                  <a:lnTo>
                    <a:pt x="56224" y="15985"/>
                  </a:lnTo>
                  <a:lnTo>
                    <a:pt x="56560" y="15794"/>
                  </a:lnTo>
                  <a:lnTo>
                    <a:pt x="56896" y="15604"/>
                  </a:lnTo>
                  <a:lnTo>
                    <a:pt x="57232" y="15414"/>
                  </a:lnTo>
                  <a:lnTo>
                    <a:pt x="57568" y="15223"/>
                  </a:lnTo>
                  <a:lnTo>
                    <a:pt x="57904" y="15033"/>
                  </a:lnTo>
                  <a:lnTo>
                    <a:pt x="58240" y="14842"/>
                  </a:lnTo>
                  <a:lnTo>
                    <a:pt x="58576" y="14652"/>
                  </a:lnTo>
                  <a:lnTo>
                    <a:pt x="58912" y="14461"/>
                  </a:lnTo>
                  <a:lnTo>
                    <a:pt x="59247" y="14270"/>
                  </a:lnTo>
                  <a:lnTo>
                    <a:pt x="59583" y="14080"/>
                  </a:lnTo>
                  <a:lnTo>
                    <a:pt x="59919" y="13889"/>
                  </a:lnTo>
                  <a:lnTo>
                    <a:pt x="60254" y="13698"/>
                  </a:lnTo>
                  <a:lnTo>
                    <a:pt x="60590" y="13507"/>
                  </a:lnTo>
                  <a:lnTo>
                    <a:pt x="60926" y="13316"/>
                  </a:lnTo>
                  <a:lnTo>
                    <a:pt x="61261" y="13125"/>
                  </a:lnTo>
                  <a:lnTo>
                    <a:pt x="61597" y="12934"/>
                  </a:lnTo>
                  <a:lnTo>
                    <a:pt x="61932" y="12743"/>
                  </a:lnTo>
                  <a:lnTo>
                    <a:pt x="62268" y="12552"/>
                  </a:lnTo>
                  <a:lnTo>
                    <a:pt x="62603" y="12360"/>
                  </a:lnTo>
                  <a:lnTo>
                    <a:pt x="62939" y="12169"/>
                  </a:lnTo>
                  <a:lnTo>
                    <a:pt x="63274" y="11978"/>
                  </a:lnTo>
                  <a:lnTo>
                    <a:pt x="63609" y="11786"/>
                  </a:lnTo>
                  <a:lnTo>
                    <a:pt x="63945" y="11595"/>
                  </a:lnTo>
                  <a:lnTo>
                    <a:pt x="64280" y="11403"/>
                  </a:lnTo>
                  <a:lnTo>
                    <a:pt x="64615" y="11211"/>
                  </a:lnTo>
                  <a:lnTo>
                    <a:pt x="64950" y="11020"/>
                  </a:lnTo>
                  <a:lnTo>
                    <a:pt x="65285" y="10828"/>
                  </a:lnTo>
                  <a:lnTo>
                    <a:pt x="65621" y="10636"/>
                  </a:lnTo>
                  <a:lnTo>
                    <a:pt x="65956" y="10444"/>
                  </a:lnTo>
                  <a:lnTo>
                    <a:pt x="66291" y="10253"/>
                  </a:lnTo>
                  <a:lnTo>
                    <a:pt x="66626" y="10061"/>
                  </a:lnTo>
                  <a:lnTo>
                    <a:pt x="66961" y="9869"/>
                  </a:lnTo>
                  <a:lnTo>
                    <a:pt x="67296" y="9676"/>
                  </a:lnTo>
                  <a:lnTo>
                    <a:pt x="67631" y="9484"/>
                  </a:lnTo>
                  <a:lnTo>
                    <a:pt x="67966" y="9292"/>
                  </a:lnTo>
                  <a:lnTo>
                    <a:pt x="68301" y="9100"/>
                  </a:lnTo>
                  <a:lnTo>
                    <a:pt x="68635" y="8908"/>
                  </a:lnTo>
                  <a:lnTo>
                    <a:pt x="68970" y="8715"/>
                  </a:lnTo>
                  <a:lnTo>
                    <a:pt x="69305" y="8523"/>
                  </a:lnTo>
                  <a:lnTo>
                    <a:pt x="69640" y="8330"/>
                  </a:lnTo>
                  <a:lnTo>
                    <a:pt x="69974" y="8138"/>
                  </a:lnTo>
                  <a:lnTo>
                    <a:pt x="70309" y="7945"/>
                  </a:lnTo>
                  <a:lnTo>
                    <a:pt x="70644" y="7753"/>
                  </a:lnTo>
                  <a:lnTo>
                    <a:pt x="70978" y="7560"/>
                  </a:lnTo>
                  <a:lnTo>
                    <a:pt x="71313" y="7367"/>
                  </a:lnTo>
                  <a:lnTo>
                    <a:pt x="71648" y="7174"/>
                  </a:lnTo>
                  <a:lnTo>
                    <a:pt x="71982" y="6981"/>
                  </a:lnTo>
                  <a:lnTo>
                    <a:pt x="72317" y="6788"/>
                  </a:lnTo>
                  <a:lnTo>
                    <a:pt x="72651" y="6595"/>
                  </a:lnTo>
                  <a:lnTo>
                    <a:pt x="72985" y="6402"/>
                  </a:lnTo>
                  <a:lnTo>
                    <a:pt x="73320" y="6209"/>
                  </a:lnTo>
                  <a:lnTo>
                    <a:pt x="73654" y="6016"/>
                  </a:lnTo>
                  <a:lnTo>
                    <a:pt x="73988" y="5823"/>
                  </a:lnTo>
                  <a:lnTo>
                    <a:pt x="74323" y="5630"/>
                  </a:lnTo>
                  <a:lnTo>
                    <a:pt x="74657" y="5436"/>
                  </a:lnTo>
                  <a:lnTo>
                    <a:pt x="74991" y="5243"/>
                  </a:lnTo>
                  <a:lnTo>
                    <a:pt x="75325" y="5049"/>
                  </a:lnTo>
                  <a:lnTo>
                    <a:pt x="75660" y="4856"/>
                  </a:lnTo>
                  <a:lnTo>
                    <a:pt x="75994" y="4662"/>
                  </a:lnTo>
                  <a:lnTo>
                    <a:pt x="76328" y="4469"/>
                  </a:lnTo>
                  <a:lnTo>
                    <a:pt x="76662" y="4275"/>
                  </a:lnTo>
                  <a:lnTo>
                    <a:pt x="76996" y="4081"/>
                  </a:lnTo>
                  <a:lnTo>
                    <a:pt x="77330" y="3887"/>
                  </a:lnTo>
                  <a:lnTo>
                    <a:pt x="77664" y="3694"/>
                  </a:lnTo>
                  <a:lnTo>
                    <a:pt x="77998" y="3500"/>
                  </a:lnTo>
                  <a:lnTo>
                    <a:pt x="78332" y="3306"/>
                  </a:lnTo>
                  <a:lnTo>
                    <a:pt x="78665" y="3112"/>
                  </a:lnTo>
                  <a:lnTo>
                    <a:pt x="78999" y="2918"/>
                  </a:lnTo>
                  <a:lnTo>
                    <a:pt x="79333" y="2723"/>
                  </a:lnTo>
                  <a:lnTo>
                    <a:pt x="79667" y="2529"/>
                  </a:lnTo>
                  <a:lnTo>
                    <a:pt x="80000" y="2335"/>
                  </a:lnTo>
                  <a:lnTo>
                    <a:pt x="80334" y="2141"/>
                  </a:lnTo>
                  <a:lnTo>
                    <a:pt x="80668" y="1946"/>
                  </a:lnTo>
                  <a:lnTo>
                    <a:pt x="81001" y="1752"/>
                  </a:lnTo>
                  <a:lnTo>
                    <a:pt x="81335" y="1557"/>
                  </a:lnTo>
                  <a:lnTo>
                    <a:pt x="81669" y="1363"/>
                  </a:lnTo>
                  <a:lnTo>
                    <a:pt x="82002" y="1168"/>
                  </a:lnTo>
                  <a:lnTo>
                    <a:pt x="82336" y="974"/>
                  </a:lnTo>
                  <a:lnTo>
                    <a:pt x="82669" y="779"/>
                  </a:lnTo>
                  <a:lnTo>
                    <a:pt x="83002" y="584"/>
                  </a:lnTo>
                  <a:lnTo>
                    <a:pt x="83336" y="389"/>
                  </a:lnTo>
                  <a:lnTo>
                    <a:pt x="83669" y="194"/>
                  </a:lnTo>
                  <a:lnTo>
                    <a:pt x="84003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83820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895947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892737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4005879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4001556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401907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401463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4010240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97269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93021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88810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84636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80500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76402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72342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68320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964335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3960389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3956481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3952611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3948780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3944987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41232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37516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33838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30199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2659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23037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19514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16030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12585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09179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05812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02485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899196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323979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317611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311275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304970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362845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356289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349765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343272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336809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330379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298697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292457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286248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280072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273928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267816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261737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255690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249677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243696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237748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231833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225952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22010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1428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08507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02759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97045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91365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15453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10292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05167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100077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9502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90005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85022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80076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75165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70290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185719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180107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74529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68985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63476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58001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52560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47154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14178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136447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131146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125880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120649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65452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060649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055884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051154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046461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041804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037185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032601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028055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023546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1699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14987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13021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11097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09213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34509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2177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29886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27636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25426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23257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2112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19040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89567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86435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83344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80292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77279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74306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7137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68480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65627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62813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60039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57305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54612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51958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49345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46771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44238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41745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39293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36880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02086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00407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07370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05568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03806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98769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97172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95616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94102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83469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82326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9262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91196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89805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88455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87147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85879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8465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81224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80164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79145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78167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77231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71237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70675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73902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7317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76336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7548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74672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72486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71841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70154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69676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6923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68842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6848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68176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67905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67676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67489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67343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941720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933201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924702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916225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907768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99331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90916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82522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984614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975996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967397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958818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950259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036729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027996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019282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010586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001910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93252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74150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65799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57469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849161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840876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832612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824371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816152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4807955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4799782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4791631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4783503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477539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767317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759259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751225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743214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735227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727265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541062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579185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569641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560106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550579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636627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627033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617447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607869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598300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58873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503088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493619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531554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22055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12567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484160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474712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465274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455847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446431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437026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427633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418250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408880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399521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39017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38083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371516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362205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352908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343623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334351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325092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315846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791039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781345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820150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810442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800738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878481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868750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59023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49299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83957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829862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966182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956429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946678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936928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927180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6044252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6034491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6024730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6014970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6005210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995451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985694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975937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917435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07693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897953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888215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723290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713634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703985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742619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732952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771656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761972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752293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694342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684705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675075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665452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655836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646228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88191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306614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297396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279000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187897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178871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169860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42927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60866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151888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133982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12505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196939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215070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05997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269824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60661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51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242380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233262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22415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063039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054251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045481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089512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080670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16142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107248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098371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071846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719326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711412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680001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703522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695657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687816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672210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664445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656705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648991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641302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63363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626001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618390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610805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603246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957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88208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8072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573276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565851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54373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558453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551082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536422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402820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450824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443877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436960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430073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423215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416387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40958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29134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2187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14640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07436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00259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493111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85991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78900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71838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64804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57799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396081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389373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382695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376048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369431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3767239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3767176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037736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052143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047377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042575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032862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018022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027951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023004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01300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007949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002860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7997734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7992574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313925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312410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310854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309257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307619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05940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04220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02459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300657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98814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96930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95005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293040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29103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288986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28689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284770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282600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280391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278140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275849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273518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271146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68734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66281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63789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61255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58682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50721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56069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53415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9184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878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8351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7872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7352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6789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36186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35540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40871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40851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40788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40684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40538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40351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40121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9851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953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485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4125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3355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254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1690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30796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29860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28882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27863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26803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25701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24558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2337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22147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20880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19571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18222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16831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1539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247987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245214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23665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242400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239547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233720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230747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227735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218460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224683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221591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215290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212080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208830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05542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02214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98847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95441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91996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88513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84990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8142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177828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74189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170511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166795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163040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159247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155415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151545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47637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43691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39707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35685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31624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19217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27526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23391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15006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10757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06471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08895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02147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097787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09338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084481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079971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075425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070842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066222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061566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056873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939041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933498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927920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987378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982147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976881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971579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96624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960872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955466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950026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944551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922308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916661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10981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05267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899520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9373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8792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882075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876194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870279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864331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858350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52336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27955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821779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846290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840211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834099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15570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25331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18654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11945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705207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9843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91640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84812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77954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71066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771217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784048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777648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09329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03056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96752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90416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64755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58262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751737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745182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738596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731979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64149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657203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650227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643222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636189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629126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622035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614915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607767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600591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593386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58615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578893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571604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56428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556945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549574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542176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534750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52729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519819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5123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504781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497222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489637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482025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47438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466725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459036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451321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443581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435816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428026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420210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412370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404505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396615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388701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380762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372799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364813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356802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348768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340710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33262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324524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316396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308245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300071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291875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250558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242228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283656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275415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267151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258865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233877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225504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217110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208695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200259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191802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183324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174826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166307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157768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149209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140630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132031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123412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114774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106117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097440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088745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080030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071297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009655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000779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991884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98297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974045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044987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062546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053776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036181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027357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18515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965100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956139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947161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938166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929156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20130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11088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736511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72718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71785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08506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699147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689776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680394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671000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661595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652179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642752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633315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623866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614408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604939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95460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45821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902030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892957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88386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874765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865646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856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847365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838203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829026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819835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810631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801412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792180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82935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773676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764404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755119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90579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80994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509727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500157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566965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585971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576473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557448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547921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538386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528841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51928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326682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423321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13685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71400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461799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452190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442574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432951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404042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394392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384736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375075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336371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365407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55734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346055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316988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307289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297585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287877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278165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26844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258728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249004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239276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229545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219811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171099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161349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151597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210074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200334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190591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180846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141844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102817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132089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122333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112575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093057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083297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073536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063775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054013" y="1100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67343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67489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67155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67176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67239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67676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67905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68176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6848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68842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6923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69676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70154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70675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71237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71841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72486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7317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73902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74672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7548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76336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77231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78167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79145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80164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81224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82326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83469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8465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85879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87147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88455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89805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91196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9262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94102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95616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97172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98769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00407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02086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07370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03806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05568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09213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1699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11097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13021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14987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19040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25426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2112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23257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27636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29886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32177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34509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36880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39293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41745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44238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46771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49345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51958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54612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57305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60039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77279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62813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65627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68480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7137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74306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80292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83344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86435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89567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92737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30199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23037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2659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95947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99196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02485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05812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09179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12585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16030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919514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952611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956481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960389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3838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37516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41232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944987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948780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64335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68320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05879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72342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76402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80500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84636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88810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93021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97269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01556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010240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01463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01907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023546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028055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41804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032601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037185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046461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051154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055884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060649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065452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70290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75165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80076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85022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90005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9502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100077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105167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125880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131146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120649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110292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115453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136447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14178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147154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152560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158001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163476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168985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74529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80107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85719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91365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97045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202759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208507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21428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22010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225952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231833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237748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243696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249677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255690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261737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267816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273928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317611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323979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80072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86248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92457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98697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304970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311275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330379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36809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43272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49765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356289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362845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69431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76048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2187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07436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514640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529134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536422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54373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551082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58453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500259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485991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493111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457799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464804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471838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478900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416387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423215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430073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436960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382695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389373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396081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402820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0958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43877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0824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65851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573276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751225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759259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95657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703522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711412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719326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727265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735227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743214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767317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77539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783503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791631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626001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610805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58072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588208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5957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603246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618390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63363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641302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648991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656705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664445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672210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680001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87816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799782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807955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816152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824371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849161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832612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840876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857469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865799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874150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882522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890916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899331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045481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010586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019282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27996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036729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054251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063039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098371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089512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071846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080670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907768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916225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924702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4933201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4941720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4950259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4958818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4967397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4975996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4984614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4993252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01910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107248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116142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512505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5133982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5142927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5151888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5160866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5169860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5178871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542176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549574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5123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519819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482025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489637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497222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504781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52729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534750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556945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56428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571604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578893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8615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93386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600591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607767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614915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622035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629126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636189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308245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316396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275415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283656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291875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300071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324524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33262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340710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348768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356802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364813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372799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380762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88701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96615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420210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404505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412370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810631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6819835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6829026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6838203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847365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6856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6865646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6874765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688386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6892957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6902030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6911088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6920130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6929156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938166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947161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956139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965100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974045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98297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036181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018515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027357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991884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000779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009655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044987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053776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062546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114774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071297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080030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088745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097440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106117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123412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132031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140630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149209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157768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166307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174826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183324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91802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200259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208695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250558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258865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267151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217110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225504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233877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242228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443581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428026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435816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451321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459036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466725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47438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187897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196939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205997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215070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22415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233262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242380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251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260661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269824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279000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288191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297396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306614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315846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325092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334351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343623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352908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362205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371516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38083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408880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39017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399521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418250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427633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437026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446431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455847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465274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474712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484160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493619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503088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512567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522055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531554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541062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550579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560106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569641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579185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58873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598300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607869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617447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627033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636627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646228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655836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665452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675075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684705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694342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703985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713634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742619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723290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732952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752293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761972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771656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781345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791039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800738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810442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820150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829862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83957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849299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859023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868750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878481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888215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897953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907693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917435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927180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936928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946678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956429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966182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975937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985694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995451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005210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014970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024730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034491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044252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054013" y="56740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063775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073536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083297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141844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122333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132089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093057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102817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112575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151597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161349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171099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180846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190591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200334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210074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219811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229545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239276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249004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258728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26844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326682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336371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278165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287877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297585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307289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316988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346055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355734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365407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375075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384736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394392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404042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413685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423321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432951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442574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452190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461799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471400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480994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490579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500157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09727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1928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28841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680394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689776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699147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08506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642752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652179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661595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671000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633315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614408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623866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85971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95460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604939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566965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576473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538386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547921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557448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71785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72718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736511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745821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755119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764404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773676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782935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792180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801412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846290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834099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840211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90416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77648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84048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96752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803056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21779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09329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15570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27955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52336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58350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684812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691640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69843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05207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11945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643222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650227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657203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664149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671066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677954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718654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725331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751737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731979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738596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745182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71217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58262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764755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876194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864331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870279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882075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88792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89373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899520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905267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910981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916661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922308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927920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933498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939041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944551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950026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955466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960872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976881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96624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971579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82147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87378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92574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97734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002860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023004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007949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01300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018022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027951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032862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271146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273518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275849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278140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280391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282600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284770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28689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288986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29103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293040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295005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296930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298814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04220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00657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02459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05940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07619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09257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10854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12410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13925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1539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16831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18222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19571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20880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22147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2337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24558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25701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26803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27863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28882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29860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30796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31690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3254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33355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34125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3485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35540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36186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36789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37352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37872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38351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3878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39184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953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9851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40121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40351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40538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40684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40788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40851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056873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061566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066222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037736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042575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047377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052143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070842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075425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079971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084481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08895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09338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097787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02147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06471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10757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23391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15006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119217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127526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31624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135685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139707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143691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147637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151545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155415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59247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63040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66795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70511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74189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77828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8142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84990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88513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91996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05542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08830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95441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98847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02214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12080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15290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218460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233720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230747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221591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224683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227735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23665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39547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42400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245214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253415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47987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50721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56069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58682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61255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63789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66281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68734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95" name="pl8695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06A6A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l8696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06A6A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tx8697"/>
            <p:cNvSpPr/>
            <p:nvPr/>
          </p:nvSpPr>
          <p:spPr>
            <a:xfrm>
              <a:off x="1260169" y="1304874"/>
              <a:ext cx="1145812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6A6A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98" name="pic869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99" name="pl8699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1A1A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l8700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1A1A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tx8701"/>
            <p:cNvSpPr/>
            <p:nvPr/>
          </p:nvSpPr>
          <p:spPr>
            <a:xfrm>
              <a:off x="1254522" y="1867438"/>
              <a:ext cx="1151460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1A1A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02" name="pic870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703" name="pl8703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39D6D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l8704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39D6D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tx8705"/>
            <p:cNvSpPr/>
            <p:nvPr/>
          </p:nvSpPr>
          <p:spPr>
            <a:xfrm>
              <a:off x="1548792" y="2481708"/>
              <a:ext cx="857190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39D6D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06" name="pic870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707" name="pl8707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BF52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l8708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BF52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tx8709"/>
            <p:cNvSpPr/>
            <p:nvPr/>
          </p:nvSpPr>
          <p:spPr>
            <a:xfrm>
              <a:off x="1278669" y="3068815"/>
              <a:ext cx="1127313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BF5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10" name="pic87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711" name="pl8711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04E9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l8712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04E9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tx8713"/>
            <p:cNvSpPr/>
            <p:nvPr/>
          </p:nvSpPr>
          <p:spPr>
            <a:xfrm>
              <a:off x="1223171" y="3625145"/>
              <a:ext cx="1182811" cy="1583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04E98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14" name="pic87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715" name="pl8715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8C25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l8716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8C25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tx8717"/>
            <p:cNvSpPr/>
            <p:nvPr/>
          </p:nvSpPr>
          <p:spPr>
            <a:xfrm>
              <a:off x="1418560" y="4211270"/>
              <a:ext cx="987422" cy="1606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F8C25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18" name="pic87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719" name="pl8719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F00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l8720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FFF00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tx8721"/>
            <p:cNvSpPr/>
            <p:nvPr/>
          </p:nvSpPr>
          <p:spPr>
            <a:xfrm>
              <a:off x="1193435" y="4838265"/>
              <a:ext cx="1212547" cy="1182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F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22" name="pic87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723" name="pl8723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7CC7F2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l8724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7CC7F2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tx8725"/>
            <p:cNvSpPr/>
            <p:nvPr/>
          </p:nvSpPr>
          <p:spPr>
            <a:xfrm>
              <a:off x="1123457" y="5427908"/>
              <a:ext cx="1282525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CC7F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26" name="pic872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27" name="pl8727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10953" cap="rnd">
              <a:solidFill>
                <a:srgbClr val="13D7E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l8728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3D7E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tx8729"/>
            <p:cNvSpPr/>
            <p:nvPr/>
          </p:nvSpPr>
          <p:spPr>
            <a:xfrm>
              <a:off x="9785712" y="5421829"/>
              <a:ext cx="903602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3D7E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30" name="pic873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31" name="pl8731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10953" cap="rnd">
              <a:solidFill>
                <a:srgbClr val="FF8ED1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l8732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FF8ED1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tx8733"/>
            <p:cNvSpPr/>
            <p:nvPr/>
          </p:nvSpPr>
          <p:spPr>
            <a:xfrm>
              <a:off x="9785712" y="5133700"/>
              <a:ext cx="116042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8ED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34" name="pic873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35" name="pl8735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10953" cap="rnd">
              <a:solidFill>
                <a:srgbClr val="8E6AE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l8736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8E6AE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tx8737"/>
            <p:cNvSpPr/>
            <p:nvPr/>
          </p:nvSpPr>
          <p:spPr>
            <a:xfrm>
              <a:off x="9785712" y="4833084"/>
              <a:ext cx="866358" cy="1272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8E6AE8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38" name="pic873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39" name="pl8739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10953" cap="rnd">
              <a:solidFill>
                <a:srgbClr val="A8D8F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l8740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A8D8F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tx8741"/>
            <p:cNvSpPr/>
            <p:nvPr/>
          </p:nvSpPr>
          <p:spPr>
            <a:xfrm>
              <a:off x="9785712" y="4539858"/>
              <a:ext cx="1117818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A8D8F8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42" name="pic8742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43" name="pl8743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10953" cap="rnd">
              <a:solidFill>
                <a:srgbClr val="1EB2D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l8744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EB2D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tx8745"/>
            <p:cNvSpPr/>
            <p:nvPr/>
          </p:nvSpPr>
          <p:spPr>
            <a:xfrm>
              <a:off x="9785712" y="4244995"/>
              <a:ext cx="969005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EB2D8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46" name="pic8746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47" name="pl8747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10953" cap="rnd">
              <a:solidFill>
                <a:srgbClr val="8E7CD7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l8748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8E7CD7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tx8749"/>
            <p:cNvSpPr/>
            <p:nvPr/>
          </p:nvSpPr>
          <p:spPr>
            <a:xfrm>
              <a:off x="9785712" y="3924598"/>
              <a:ext cx="1343229" cy="1493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8E7CD7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50" name="pic8750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51" name="pl8751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10953" cap="rnd">
              <a:solidFill>
                <a:srgbClr val="9CCAE1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l8752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9CCAE1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tx8753"/>
            <p:cNvSpPr/>
            <p:nvPr/>
          </p:nvSpPr>
          <p:spPr>
            <a:xfrm>
              <a:off x="9785712" y="3657232"/>
              <a:ext cx="1229469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9CCAE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54" name="pic875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55" name="pl8755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10953" cap="rnd">
              <a:solidFill>
                <a:srgbClr val="FF5CB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l8756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FF5CB8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tx8757"/>
            <p:cNvSpPr/>
            <p:nvPr/>
          </p:nvSpPr>
          <p:spPr>
            <a:xfrm>
              <a:off x="9785712" y="3368449"/>
              <a:ext cx="1099187" cy="11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FF5CB8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58" name="pic8758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59" name="pl8759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10953" cap="rnd">
              <a:solidFill>
                <a:srgbClr val="71BFFF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l8760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71BFFF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tx8761"/>
            <p:cNvSpPr/>
            <p:nvPr/>
          </p:nvSpPr>
          <p:spPr>
            <a:xfrm>
              <a:off x="9785712" y="3068815"/>
              <a:ext cx="1071242" cy="1263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71BFFF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62" name="pic876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63" name="pl8763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10953" cap="rnd">
              <a:solidFill>
                <a:srgbClr val="B2E84D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l8764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B2E84D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tx8765"/>
            <p:cNvSpPr/>
            <p:nvPr/>
          </p:nvSpPr>
          <p:spPr>
            <a:xfrm>
              <a:off x="9785712" y="2773952"/>
              <a:ext cx="922347" cy="1269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B2E84D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66" name="pic8766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67" name="pl8767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10953" cap="rnd">
              <a:solidFill>
                <a:srgbClr val="F4A10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l8768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F4A100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tx8769"/>
            <p:cNvSpPr/>
            <p:nvPr/>
          </p:nvSpPr>
          <p:spPr>
            <a:xfrm>
              <a:off x="9785712" y="2479007"/>
              <a:ext cx="940764" cy="1276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F4A100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70" name="pic877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71" name="pl8771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10953" cap="rnd">
              <a:solidFill>
                <a:srgbClr val="7E57FF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l8772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7E57FF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tx8773"/>
            <p:cNvSpPr/>
            <p:nvPr/>
          </p:nvSpPr>
          <p:spPr>
            <a:xfrm>
              <a:off x="9785712" y="2161646"/>
              <a:ext cx="1317093" cy="1470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 b="1">
                  <a:solidFill>
                    <a:srgbClr val="7E57FF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74" name="pic877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75" name="pl8775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10953" cap="rnd">
              <a:solidFill>
                <a:srgbClr val="F4B5FF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l8776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F4B5FF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tx8777"/>
            <p:cNvSpPr/>
            <p:nvPr/>
          </p:nvSpPr>
          <p:spPr>
            <a:xfrm>
              <a:off x="9785712" y="1873589"/>
              <a:ext cx="1463325" cy="13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 b="1">
                  <a:solidFill>
                    <a:srgbClr val="F4B5FF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78" name="pic877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779" name="pl8779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10953" cap="rnd">
              <a:solidFill>
                <a:srgbClr val="00E8F2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l8780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00E8F2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tx8781"/>
            <p:cNvSpPr/>
            <p:nvPr/>
          </p:nvSpPr>
          <p:spPr>
            <a:xfrm>
              <a:off x="9785712" y="1599083"/>
              <a:ext cx="1080737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E8F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82" name="pic878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783" name="pl8783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10953" cap="rnd">
              <a:solidFill>
                <a:srgbClr val="19E51E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l8784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10953" cap="rnd">
              <a:solidFill>
                <a:srgbClr val="19E51E">
                  <a:alpha val="9215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tx8785"/>
            <p:cNvSpPr/>
            <p:nvPr/>
          </p:nvSpPr>
          <p:spPr>
            <a:xfrm>
              <a:off x="9785712" y="1304874"/>
              <a:ext cx="1155553" cy="1249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19E51E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86" name="pic878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2026-04-19T17:53:53Z</dcterms:modified>
  <cp:category/>
</cp:coreProperties>
</file>